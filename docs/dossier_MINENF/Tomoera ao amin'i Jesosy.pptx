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0" r:id="rId1"/>
  </p:sldMasterIdLst>
  <p:notesMasterIdLst>
    <p:notesMasterId r:id="rId24"/>
  </p:notesMasterIdLst>
  <p:sldIdLst>
    <p:sldId id="256" r:id="rId2"/>
    <p:sldId id="257" r:id="rId3"/>
    <p:sldId id="322" r:id="rId4"/>
    <p:sldId id="258" r:id="rId5"/>
    <p:sldId id="259" r:id="rId6"/>
    <p:sldId id="260" r:id="rId7"/>
    <p:sldId id="314" r:id="rId8"/>
    <p:sldId id="315" r:id="rId9"/>
    <p:sldId id="312" r:id="rId10"/>
    <p:sldId id="313" r:id="rId11"/>
    <p:sldId id="316" r:id="rId12"/>
    <p:sldId id="317" r:id="rId13"/>
    <p:sldId id="318" r:id="rId14"/>
    <p:sldId id="319" r:id="rId15"/>
    <p:sldId id="320" r:id="rId16"/>
    <p:sldId id="265" r:id="rId17"/>
    <p:sldId id="277" r:id="rId18"/>
    <p:sldId id="324" r:id="rId19"/>
    <p:sldId id="325" r:id="rId20"/>
    <p:sldId id="327" r:id="rId21"/>
    <p:sldId id="333" r:id="rId22"/>
    <p:sldId id="326" r:id="rId23"/>
  </p:sldIdLst>
  <p:sldSz cx="9144000" cy="5143500" type="screen16x9"/>
  <p:notesSz cx="6858000" cy="9144000"/>
  <p:embeddedFontLst>
    <p:embeddedFont>
      <p:font typeface="Gamja Flower" pitchFamily="2" charset="-127"/>
      <p:regular r:id="rId25"/>
    </p:embeddedFont>
    <p:embeddedFont>
      <p:font typeface="AkayaTelivigala" pitchFamily="2" charset="77"/>
      <p:regular r:id="rId26"/>
    </p:embeddedFont>
    <p:embeddedFont>
      <p:font typeface="Baloo Bhaijaan" panose="03080902040302020200" pitchFamily="66" charset="-78"/>
      <p:regular r:id="rId27"/>
    </p:embeddedFont>
    <p:embeddedFont>
      <p:font typeface="Grandstander" pitchFamily="2" charset="77"/>
      <p:regular r:id="rId28"/>
      <p:bold r:id="rId29"/>
      <p:italic r:id="rId30"/>
      <p:boldItalic r:id="rId31"/>
    </p:embeddedFont>
    <p:embeddedFont>
      <p:font typeface="Grandstander Medium" pitchFamily="2" charset="77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9F1E86F-40A2-4BA3-85C0-969E9F7059B3}">
  <a:tblStyle styleId="{39F1E86F-40A2-4BA3-85C0-969E9F7059B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058"/>
    <p:restoredTop sz="94726"/>
  </p:normalViewPr>
  <p:slideViewPr>
    <p:cSldViewPr snapToGrid="0" snapToObjects="1">
      <p:cViewPr varScale="1">
        <p:scale>
          <a:sx n="155" d="100"/>
          <a:sy n="155" d="100"/>
        </p:scale>
        <p:origin x="1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7" name="Google Shape;1667;g138c0b0297e_0_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8" name="Google Shape;1668;g138c0b0297e_0_2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0" name="Google Shape;1810;g11fba705b9b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1" name="Google Shape;1811;g11fba705b9b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9" name="Google Shape;1819;g138c0b0297e_0_5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0" name="Google Shape;1820;g138c0b0297e_0_5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7" name="Google Shape;1847;gfe7421d40e_0_4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8" name="Google Shape;1848;gfe7421d40e_0_4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4" name="Google Shape;1944;gfe7421d40e_0_5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5" name="Google Shape;1945;gfe7421d40e_0_5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4" name="Google Shape;1944;gfe7421d40e_0_5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5" name="Google Shape;1945;gfe7421d40e_0_5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05766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4" name="Google Shape;1944;gfe7421d40e_0_5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5" name="Google Shape;1945;gfe7421d40e_0_5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90360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7" name="Google Shape;1847;gfe7421d40e_0_4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8" name="Google Shape;1848;gfe7421d40e_0_4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29988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5" name="Google Shape;2165;g1561bd6dd1d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6" name="Google Shape;2166;g1561bd6dd1d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2" name="Google Shape;2742;g1561bd6dd1d_0_4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3" name="Google Shape;2743;g1561bd6dd1d_0_4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7" name="Google Shape;1847;gfe7421d40e_0_4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8" name="Google Shape;1848;gfe7421d40e_0_4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94722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72875" y="2972176"/>
            <a:ext cx="2412352" cy="1820748"/>
          </a:xfrm>
          <a:custGeom>
            <a:avLst/>
            <a:gdLst/>
            <a:ahLst/>
            <a:cxnLst/>
            <a:rect l="l" t="t" r="r" b="b"/>
            <a:pathLst>
              <a:path w="29761" h="25212" extrusionOk="0">
                <a:moveTo>
                  <a:pt x="18503" y="1"/>
                </a:moveTo>
                <a:cubicBezTo>
                  <a:pt x="16171" y="1"/>
                  <a:pt x="14126" y="1267"/>
                  <a:pt x="13034" y="3145"/>
                </a:cubicBezTo>
                <a:cubicBezTo>
                  <a:pt x="11975" y="2352"/>
                  <a:pt x="10660" y="1879"/>
                  <a:pt x="9234" y="1879"/>
                </a:cubicBezTo>
                <a:cubicBezTo>
                  <a:pt x="5741" y="1879"/>
                  <a:pt x="2902" y="4718"/>
                  <a:pt x="2902" y="8212"/>
                </a:cubicBezTo>
                <a:cubicBezTo>
                  <a:pt x="2902" y="9333"/>
                  <a:pt x="3194" y="10383"/>
                  <a:pt x="3708" y="11295"/>
                </a:cubicBezTo>
                <a:cubicBezTo>
                  <a:pt x="1517" y="12289"/>
                  <a:pt x="1" y="14495"/>
                  <a:pt x="1" y="17057"/>
                </a:cubicBezTo>
                <a:cubicBezTo>
                  <a:pt x="1" y="20549"/>
                  <a:pt x="2831" y="23381"/>
                  <a:pt x="6325" y="23381"/>
                </a:cubicBezTo>
                <a:cubicBezTo>
                  <a:pt x="8977" y="23381"/>
                  <a:pt x="11245" y="21753"/>
                  <a:pt x="12192" y="19443"/>
                </a:cubicBezTo>
                <a:lnTo>
                  <a:pt x="15565" y="23994"/>
                </a:lnTo>
                <a:cubicBezTo>
                  <a:pt x="15677" y="23207"/>
                  <a:pt x="15767" y="22392"/>
                  <a:pt x="15754" y="21592"/>
                </a:cubicBezTo>
                <a:lnTo>
                  <a:pt x="15754" y="21592"/>
                </a:lnTo>
                <a:cubicBezTo>
                  <a:pt x="16512" y="22386"/>
                  <a:pt x="17431" y="23034"/>
                  <a:pt x="18461" y="23471"/>
                </a:cubicBezTo>
                <a:lnTo>
                  <a:pt x="19540" y="25211"/>
                </a:lnTo>
                <a:cubicBezTo>
                  <a:pt x="19456" y="24724"/>
                  <a:pt x="19365" y="24244"/>
                  <a:pt x="19254" y="23763"/>
                </a:cubicBezTo>
                <a:lnTo>
                  <a:pt x="19254" y="23763"/>
                </a:lnTo>
                <a:cubicBezTo>
                  <a:pt x="20013" y="23994"/>
                  <a:pt x="20812" y="24119"/>
                  <a:pt x="21641" y="24119"/>
                </a:cubicBezTo>
                <a:cubicBezTo>
                  <a:pt x="26128" y="24119"/>
                  <a:pt x="29760" y="20487"/>
                  <a:pt x="29760" y="15998"/>
                </a:cubicBezTo>
                <a:cubicBezTo>
                  <a:pt x="29760" y="12519"/>
                  <a:pt x="27569" y="9548"/>
                  <a:pt x="24486" y="8393"/>
                </a:cubicBezTo>
                <a:cubicBezTo>
                  <a:pt x="24709" y="7746"/>
                  <a:pt x="24834" y="7050"/>
                  <a:pt x="24834" y="6327"/>
                </a:cubicBezTo>
                <a:cubicBezTo>
                  <a:pt x="24834" y="2833"/>
                  <a:pt x="22003" y="1"/>
                  <a:pt x="1850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-998618" y="2502033"/>
            <a:ext cx="1558979" cy="1447525"/>
          </a:xfrm>
          <a:custGeom>
            <a:avLst/>
            <a:gdLst/>
            <a:ahLst/>
            <a:cxnLst/>
            <a:rect l="l" t="t" r="r" b="b"/>
            <a:pathLst>
              <a:path w="19233" h="17858" extrusionOk="0">
                <a:moveTo>
                  <a:pt x="8776" y="1"/>
                </a:moveTo>
                <a:cubicBezTo>
                  <a:pt x="6682" y="1"/>
                  <a:pt x="4815" y="1497"/>
                  <a:pt x="4426" y="3629"/>
                </a:cubicBezTo>
                <a:cubicBezTo>
                  <a:pt x="4231" y="4701"/>
                  <a:pt x="4439" y="5752"/>
                  <a:pt x="4940" y="6628"/>
                </a:cubicBezTo>
                <a:cubicBezTo>
                  <a:pt x="2769" y="7101"/>
                  <a:pt x="987" y="8834"/>
                  <a:pt x="563" y="11157"/>
                </a:cubicBezTo>
                <a:cubicBezTo>
                  <a:pt x="0" y="14240"/>
                  <a:pt x="2039" y="17198"/>
                  <a:pt x="5129" y="17762"/>
                </a:cubicBezTo>
                <a:cubicBezTo>
                  <a:pt x="5476" y="17826"/>
                  <a:pt x="5822" y="17857"/>
                  <a:pt x="6162" y="17857"/>
                </a:cubicBezTo>
                <a:cubicBezTo>
                  <a:pt x="7999" y="17857"/>
                  <a:pt x="9693" y="16960"/>
                  <a:pt x="10744" y="15521"/>
                </a:cubicBezTo>
                <a:cubicBezTo>
                  <a:pt x="11376" y="16585"/>
                  <a:pt x="12442" y="17387"/>
                  <a:pt x="13756" y="17622"/>
                </a:cubicBezTo>
                <a:cubicBezTo>
                  <a:pt x="14029" y="17673"/>
                  <a:pt x="14300" y="17697"/>
                  <a:pt x="14567" y="17697"/>
                </a:cubicBezTo>
                <a:cubicBezTo>
                  <a:pt x="16662" y="17697"/>
                  <a:pt x="18518" y="16202"/>
                  <a:pt x="18913" y="14067"/>
                </a:cubicBezTo>
                <a:cubicBezTo>
                  <a:pt x="19232" y="12306"/>
                  <a:pt x="18461" y="10601"/>
                  <a:pt x="17083" y="9634"/>
                </a:cubicBezTo>
                <a:cubicBezTo>
                  <a:pt x="17549" y="9070"/>
                  <a:pt x="17883" y="8389"/>
                  <a:pt x="18030" y="7617"/>
                </a:cubicBezTo>
                <a:cubicBezTo>
                  <a:pt x="18467" y="5209"/>
                  <a:pt x="16874" y="2906"/>
                  <a:pt x="14466" y="2467"/>
                </a:cubicBezTo>
                <a:cubicBezTo>
                  <a:pt x="14196" y="2416"/>
                  <a:pt x="13928" y="2391"/>
                  <a:pt x="13663" y="2391"/>
                </a:cubicBezTo>
                <a:cubicBezTo>
                  <a:pt x="13354" y="2391"/>
                  <a:pt x="13050" y="2425"/>
                  <a:pt x="12754" y="2488"/>
                </a:cubicBezTo>
                <a:cubicBezTo>
                  <a:pt x="12163" y="1271"/>
                  <a:pt x="11016" y="337"/>
                  <a:pt x="9575" y="74"/>
                </a:cubicBezTo>
                <a:cubicBezTo>
                  <a:pt x="9306" y="24"/>
                  <a:pt x="9039" y="1"/>
                  <a:pt x="877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517200" y="3008401"/>
            <a:ext cx="8181125" cy="1622569"/>
            <a:chOff x="-517200" y="3008401"/>
            <a:chExt cx="8181125" cy="1622569"/>
          </a:xfrm>
        </p:grpSpPr>
        <p:sp>
          <p:nvSpPr>
            <p:cNvPr id="12" name="Google Shape;12;p2"/>
            <p:cNvSpPr/>
            <p:nvPr/>
          </p:nvSpPr>
          <p:spPr>
            <a:xfrm>
              <a:off x="4100880" y="3161262"/>
              <a:ext cx="3563045" cy="1469707"/>
            </a:xfrm>
            <a:custGeom>
              <a:avLst/>
              <a:gdLst/>
              <a:ahLst/>
              <a:cxnLst/>
              <a:rect l="l" t="t" r="r" b="b"/>
              <a:pathLst>
                <a:path w="43957" h="19958" extrusionOk="0">
                  <a:moveTo>
                    <a:pt x="36650" y="1"/>
                  </a:moveTo>
                  <a:cubicBezTo>
                    <a:pt x="36345" y="1"/>
                    <a:pt x="36644" y="864"/>
                    <a:pt x="36797" y="1253"/>
                  </a:cubicBezTo>
                  <a:cubicBezTo>
                    <a:pt x="31878" y="1963"/>
                    <a:pt x="27549" y="2993"/>
                    <a:pt x="23771" y="4211"/>
                  </a:cubicBezTo>
                  <a:cubicBezTo>
                    <a:pt x="23806" y="3897"/>
                    <a:pt x="23820" y="3424"/>
                    <a:pt x="23589" y="3369"/>
                  </a:cubicBezTo>
                  <a:cubicBezTo>
                    <a:pt x="23577" y="3366"/>
                    <a:pt x="23565" y="3364"/>
                    <a:pt x="23554" y="3364"/>
                  </a:cubicBezTo>
                  <a:cubicBezTo>
                    <a:pt x="23318" y="3364"/>
                    <a:pt x="23312" y="4037"/>
                    <a:pt x="23319" y="4356"/>
                  </a:cubicBezTo>
                  <a:cubicBezTo>
                    <a:pt x="23297" y="4363"/>
                    <a:pt x="23277" y="4371"/>
                    <a:pt x="23264" y="4371"/>
                  </a:cubicBezTo>
                  <a:cubicBezTo>
                    <a:pt x="23130" y="4111"/>
                    <a:pt x="22833" y="3566"/>
                    <a:pt x="22581" y="3566"/>
                  </a:cubicBezTo>
                  <a:cubicBezTo>
                    <a:pt x="22569" y="3566"/>
                    <a:pt x="22557" y="3567"/>
                    <a:pt x="22546" y="3570"/>
                  </a:cubicBezTo>
                  <a:cubicBezTo>
                    <a:pt x="22310" y="3626"/>
                    <a:pt x="22629" y="4183"/>
                    <a:pt x="22838" y="4517"/>
                  </a:cubicBezTo>
                  <a:cubicBezTo>
                    <a:pt x="5630" y="10327"/>
                    <a:pt x="1" y="19957"/>
                    <a:pt x="1" y="19957"/>
                  </a:cubicBezTo>
                  <a:lnTo>
                    <a:pt x="43888" y="19957"/>
                  </a:lnTo>
                  <a:lnTo>
                    <a:pt x="43957" y="488"/>
                  </a:lnTo>
                  <a:lnTo>
                    <a:pt x="43957" y="488"/>
                  </a:lnTo>
                  <a:cubicBezTo>
                    <a:pt x="41821" y="640"/>
                    <a:pt x="39782" y="849"/>
                    <a:pt x="37835" y="1106"/>
                  </a:cubicBezTo>
                  <a:cubicBezTo>
                    <a:pt x="37951" y="781"/>
                    <a:pt x="38140" y="168"/>
                    <a:pt x="37876" y="36"/>
                  </a:cubicBezTo>
                  <a:cubicBezTo>
                    <a:pt x="37853" y="24"/>
                    <a:pt x="37830" y="19"/>
                    <a:pt x="37808" y="19"/>
                  </a:cubicBezTo>
                  <a:cubicBezTo>
                    <a:pt x="37527" y="19"/>
                    <a:pt x="37350" y="912"/>
                    <a:pt x="37305" y="1177"/>
                  </a:cubicBezTo>
                  <a:cubicBezTo>
                    <a:pt x="37298" y="1177"/>
                    <a:pt x="37292" y="1183"/>
                    <a:pt x="37277" y="1183"/>
                  </a:cubicBezTo>
                  <a:cubicBezTo>
                    <a:pt x="37222" y="919"/>
                    <a:pt x="36991" y="1"/>
                    <a:pt x="366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" name="Google Shape;13;p2"/>
            <p:cNvGrpSpPr/>
            <p:nvPr/>
          </p:nvGrpSpPr>
          <p:grpSpPr>
            <a:xfrm>
              <a:off x="-72875" y="3286292"/>
              <a:ext cx="6972138" cy="1314981"/>
              <a:chOff x="-72875" y="2823347"/>
              <a:chExt cx="6972138" cy="1552332"/>
            </a:xfrm>
          </p:grpSpPr>
          <p:sp>
            <p:nvSpPr>
              <p:cNvPr id="14" name="Google Shape;14;p2"/>
              <p:cNvSpPr/>
              <p:nvPr/>
            </p:nvSpPr>
            <p:spPr>
              <a:xfrm>
                <a:off x="3480663" y="2823347"/>
                <a:ext cx="3418600" cy="1552332"/>
              </a:xfrm>
              <a:custGeom>
                <a:avLst/>
                <a:gdLst/>
                <a:ahLst/>
                <a:cxnLst/>
                <a:rect l="l" t="t" r="r" b="b"/>
                <a:pathLst>
                  <a:path w="42175" h="19151" extrusionOk="0">
                    <a:moveTo>
                      <a:pt x="7007" y="1"/>
                    </a:moveTo>
                    <a:cubicBezTo>
                      <a:pt x="6680" y="1"/>
                      <a:pt x="6458" y="884"/>
                      <a:pt x="6403" y="1135"/>
                    </a:cubicBezTo>
                    <a:cubicBezTo>
                      <a:pt x="6395" y="1135"/>
                      <a:pt x="6388" y="1128"/>
                      <a:pt x="6381" y="1128"/>
                    </a:cubicBezTo>
                    <a:cubicBezTo>
                      <a:pt x="6336" y="875"/>
                      <a:pt x="6164" y="14"/>
                      <a:pt x="5899" y="14"/>
                    </a:cubicBezTo>
                    <a:cubicBezTo>
                      <a:pt x="5880" y="14"/>
                      <a:pt x="5859" y="19"/>
                      <a:pt x="5838" y="29"/>
                    </a:cubicBezTo>
                    <a:cubicBezTo>
                      <a:pt x="5581" y="161"/>
                      <a:pt x="5755" y="746"/>
                      <a:pt x="5874" y="1058"/>
                    </a:cubicBezTo>
                    <a:cubicBezTo>
                      <a:pt x="4001" y="814"/>
                      <a:pt x="2046" y="614"/>
                      <a:pt x="0" y="467"/>
                    </a:cubicBezTo>
                    <a:lnTo>
                      <a:pt x="0" y="467"/>
                    </a:lnTo>
                    <a:lnTo>
                      <a:pt x="70" y="19151"/>
                    </a:lnTo>
                    <a:lnTo>
                      <a:pt x="42174" y="19151"/>
                    </a:lnTo>
                    <a:cubicBezTo>
                      <a:pt x="42174" y="19151"/>
                      <a:pt x="36177" y="8887"/>
                      <a:pt x="17508" y="3466"/>
                    </a:cubicBezTo>
                    <a:cubicBezTo>
                      <a:pt x="17709" y="3145"/>
                      <a:pt x="17959" y="2673"/>
                      <a:pt x="17751" y="2631"/>
                    </a:cubicBezTo>
                    <a:cubicBezTo>
                      <a:pt x="17738" y="2628"/>
                      <a:pt x="17726" y="2627"/>
                      <a:pt x="17713" y="2627"/>
                    </a:cubicBezTo>
                    <a:cubicBezTo>
                      <a:pt x="17486" y="2627"/>
                      <a:pt x="17222" y="3083"/>
                      <a:pt x="17091" y="3348"/>
                    </a:cubicBezTo>
                    <a:cubicBezTo>
                      <a:pt x="17063" y="3341"/>
                      <a:pt x="17034" y="3334"/>
                      <a:pt x="17007" y="3327"/>
                    </a:cubicBezTo>
                    <a:cubicBezTo>
                      <a:pt x="17014" y="3000"/>
                      <a:pt x="16994" y="2426"/>
                      <a:pt x="16779" y="2426"/>
                    </a:cubicBezTo>
                    <a:cubicBezTo>
                      <a:pt x="16769" y="2426"/>
                      <a:pt x="16759" y="2427"/>
                      <a:pt x="16749" y="2429"/>
                    </a:cubicBezTo>
                    <a:cubicBezTo>
                      <a:pt x="16540" y="2484"/>
                      <a:pt x="16540" y="2902"/>
                      <a:pt x="16575" y="3202"/>
                    </a:cubicBezTo>
                    <a:cubicBezTo>
                      <a:pt x="13646" y="2394"/>
                      <a:pt x="10424" y="1713"/>
                      <a:pt x="6869" y="1198"/>
                    </a:cubicBezTo>
                    <a:cubicBezTo>
                      <a:pt x="7014" y="829"/>
                      <a:pt x="7300" y="1"/>
                      <a:pt x="700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-72875" y="2825675"/>
                <a:ext cx="3563016" cy="1447504"/>
              </a:xfrm>
              <a:custGeom>
                <a:avLst/>
                <a:gdLst/>
                <a:ahLst/>
                <a:cxnLst/>
                <a:rect l="l" t="t" r="r" b="b"/>
                <a:pathLst>
                  <a:path w="43958" h="19958" extrusionOk="0">
                    <a:moveTo>
                      <a:pt x="36651" y="1"/>
                    </a:moveTo>
                    <a:cubicBezTo>
                      <a:pt x="36345" y="1"/>
                      <a:pt x="36644" y="864"/>
                      <a:pt x="36791" y="1253"/>
                    </a:cubicBezTo>
                    <a:cubicBezTo>
                      <a:pt x="31871" y="1963"/>
                      <a:pt x="27549" y="2993"/>
                      <a:pt x="23772" y="4211"/>
                    </a:cubicBezTo>
                    <a:cubicBezTo>
                      <a:pt x="23807" y="3897"/>
                      <a:pt x="23820" y="3424"/>
                      <a:pt x="23590" y="3369"/>
                    </a:cubicBezTo>
                    <a:cubicBezTo>
                      <a:pt x="23577" y="3366"/>
                      <a:pt x="23565" y="3364"/>
                      <a:pt x="23554" y="3364"/>
                    </a:cubicBezTo>
                    <a:cubicBezTo>
                      <a:pt x="23319" y="3364"/>
                      <a:pt x="23313" y="4037"/>
                      <a:pt x="23319" y="4356"/>
                    </a:cubicBezTo>
                    <a:cubicBezTo>
                      <a:pt x="23297" y="4363"/>
                      <a:pt x="23277" y="4371"/>
                      <a:pt x="23264" y="4371"/>
                    </a:cubicBezTo>
                    <a:cubicBezTo>
                      <a:pt x="23130" y="4111"/>
                      <a:pt x="22833" y="3566"/>
                      <a:pt x="22581" y="3566"/>
                    </a:cubicBezTo>
                    <a:cubicBezTo>
                      <a:pt x="22569" y="3566"/>
                      <a:pt x="22557" y="3567"/>
                      <a:pt x="22546" y="3570"/>
                    </a:cubicBezTo>
                    <a:cubicBezTo>
                      <a:pt x="22310" y="3626"/>
                      <a:pt x="22629" y="4183"/>
                      <a:pt x="22838" y="4517"/>
                    </a:cubicBezTo>
                    <a:cubicBezTo>
                      <a:pt x="5630" y="10327"/>
                      <a:pt x="1" y="19957"/>
                      <a:pt x="1" y="19957"/>
                    </a:cubicBezTo>
                    <a:lnTo>
                      <a:pt x="43889" y="19957"/>
                    </a:lnTo>
                    <a:lnTo>
                      <a:pt x="43957" y="488"/>
                    </a:lnTo>
                    <a:lnTo>
                      <a:pt x="43957" y="488"/>
                    </a:lnTo>
                    <a:cubicBezTo>
                      <a:pt x="41821" y="640"/>
                      <a:pt x="39782" y="849"/>
                      <a:pt x="37835" y="1106"/>
                    </a:cubicBezTo>
                    <a:cubicBezTo>
                      <a:pt x="37952" y="781"/>
                      <a:pt x="38140" y="168"/>
                      <a:pt x="37868" y="36"/>
                    </a:cubicBezTo>
                    <a:cubicBezTo>
                      <a:pt x="37846" y="24"/>
                      <a:pt x="37824" y="19"/>
                      <a:pt x="37802" y="19"/>
                    </a:cubicBezTo>
                    <a:cubicBezTo>
                      <a:pt x="37527" y="19"/>
                      <a:pt x="37350" y="912"/>
                      <a:pt x="37305" y="1177"/>
                    </a:cubicBezTo>
                    <a:cubicBezTo>
                      <a:pt x="37299" y="1177"/>
                      <a:pt x="37284" y="1183"/>
                      <a:pt x="37277" y="1183"/>
                    </a:cubicBezTo>
                    <a:cubicBezTo>
                      <a:pt x="37222" y="919"/>
                      <a:pt x="36991" y="1"/>
                      <a:pt x="3665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" name="Google Shape;16;p2"/>
            <p:cNvSpPr/>
            <p:nvPr/>
          </p:nvSpPr>
          <p:spPr>
            <a:xfrm>
              <a:off x="-517200" y="3008401"/>
              <a:ext cx="3419167" cy="1367286"/>
            </a:xfrm>
            <a:custGeom>
              <a:avLst/>
              <a:gdLst/>
              <a:ahLst/>
              <a:cxnLst/>
              <a:rect l="l" t="t" r="r" b="b"/>
              <a:pathLst>
                <a:path w="42182" h="19151" extrusionOk="0">
                  <a:moveTo>
                    <a:pt x="7015" y="1"/>
                  </a:moveTo>
                  <a:cubicBezTo>
                    <a:pt x="6687" y="1"/>
                    <a:pt x="6465" y="884"/>
                    <a:pt x="6410" y="1135"/>
                  </a:cubicBezTo>
                  <a:cubicBezTo>
                    <a:pt x="6402" y="1135"/>
                    <a:pt x="6395" y="1128"/>
                    <a:pt x="6389" y="1128"/>
                  </a:cubicBezTo>
                  <a:cubicBezTo>
                    <a:pt x="6343" y="875"/>
                    <a:pt x="6171" y="14"/>
                    <a:pt x="5907" y="14"/>
                  </a:cubicBezTo>
                  <a:cubicBezTo>
                    <a:pt x="5887" y="14"/>
                    <a:pt x="5867" y="19"/>
                    <a:pt x="5846" y="29"/>
                  </a:cubicBezTo>
                  <a:cubicBezTo>
                    <a:pt x="5589" y="161"/>
                    <a:pt x="5762" y="746"/>
                    <a:pt x="5881" y="1058"/>
                  </a:cubicBezTo>
                  <a:cubicBezTo>
                    <a:pt x="4009" y="814"/>
                    <a:pt x="2053" y="614"/>
                    <a:pt x="1" y="467"/>
                  </a:cubicBezTo>
                  <a:lnTo>
                    <a:pt x="1" y="467"/>
                  </a:lnTo>
                  <a:lnTo>
                    <a:pt x="71" y="19151"/>
                  </a:lnTo>
                  <a:lnTo>
                    <a:pt x="42182" y="19151"/>
                  </a:lnTo>
                  <a:cubicBezTo>
                    <a:pt x="42182" y="19151"/>
                    <a:pt x="36185" y="8887"/>
                    <a:pt x="17516" y="3466"/>
                  </a:cubicBezTo>
                  <a:cubicBezTo>
                    <a:pt x="17716" y="3145"/>
                    <a:pt x="17967" y="2673"/>
                    <a:pt x="17758" y="2631"/>
                  </a:cubicBezTo>
                  <a:cubicBezTo>
                    <a:pt x="17746" y="2628"/>
                    <a:pt x="17733" y="2627"/>
                    <a:pt x="17721" y="2627"/>
                  </a:cubicBezTo>
                  <a:cubicBezTo>
                    <a:pt x="17493" y="2627"/>
                    <a:pt x="17230" y="3083"/>
                    <a:pt x="17098" y="3348"/>
                  </a:cubicBezTo>
                  <a:cubicBezTo>
                    <a:pt x="17070" y="3341"/>
                    <a:pt x="17041" y="3334"/>
                    <a:pt x="17015" y="3327"/>
                  </a:cubicBezTo>
                  <a:cubicBezTo>
                    <a:pt x="17021" y="3000"/>
                    <a:pt x="17002" y="2426"/>
                    <a:pt x="16786" y="2426"/>
                  </a:cubicBezTo>
                  <a:cubicBezTo>
                    <a:pt x="16776" y="2426"/>
                    <a:pt x="16766" y="2427"/>
                    <a:pt x="16756" y="2429"/>
                  </a:cubicBezTo>
                  <a:cubicBezTo>
                    <a:pt x="16540" y="2484"/>
                    <a:pt x="16547" y="2902"/>
                    <a:pt x="16582" y="3202"/>
                  </a:cubicBezTo>
                  <a:cubicBezTo>
                    <a:pt x="13653" y="2394"/>
                    <a:pt x="10425" y="1713"/>
                    <a:pt x="6876" y="1198"/>
                  </a:cubicBezTo>
                  <a:cubicBezTo>
                    <a:pt x="7021" y="829"/>
                    <a:pt x="7307" y="1"/>
                    <a:pt x="70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" name="Google Shape;17;p2"/>
          <p:cNvSpPr/>
          <p:nvPr/>
        </p:nvSpPr>
        <p:spPr>
          <a:xfrm>
            <a:off x="7509283" y="1232778"/>
            <a:ext cx="1969130" cy="600231"/>
          </a:xfrm>
          <a:custGeom>
            <a:avLst/>
            <a:gdLst/>
            <a:ahLst/>
            <a:cxnLst/>
            <a:rect l="l" t="t" r="r" b="b"/>
            <a:pathLst>
              <a:path w="24293" h="7405" extrusionOk="0">
                <a:moveTo>
                  <a:pt x="15711" y="0"/>
                </a:moveTo>
                <a:cubicBezTo>
                  <a:pt x="13606" y="0"/>
                  <a:pt x="11570" y="1578"/>
                  <a:pt x="11114" y="3641"/>
                </a:cubicBezTo>
                <a:cubicBezTo>
                  <a:pt x="10395" y="2995"/>
                  <a:pt x="9427" y="2640"/>
                  <a:pt x="8461" y="2640"/>
                </a:cubicBezTo>
                <a:cubicBezTo>
                  <a:pt x="8126" y="2640"/>
                  <a:pt x="7791" y="2683"/>
                  <a:pt x="7467" y="2771"/>
                </a:cubicBezTo>
                <a:cubicBezTo>
                  <a:pt x="6215" y="3118"/>
                  <a:pt x="5164" y="4135"/>
                  <a:pt x="4775" y="5372"/>
                </a:cubicBezTo>
                <a:cubicBezTo>
                  <a:pt x="4409" y="5161"/>
                  <a:pt x="3991" y="5066"/>
                  <a:pt x="3555" y="5066"/>
                </a:cubicBezTo>
                <a:cubicBezTo>
                  <a:pt x="2120" y="5066"/>
                  <a:pt x="503" y="6101"/>
                  <a:pt x="0" y="7405"/>
                </a:cubicBezTo>
                <a:lnTo>
                  <a:pt x="24167" y="7405"/>
                </a:lnTo>
                <a:cubicBezTo>
                  <a:pt x="24167" y="7405"/>
                  <a:pt x="24292" y="7328"/>
                  <a:pt x="24167" y="7078"/>
                </a:cubicBezTo>
                <a:cubicBezTo>
                  <a:pt x="23431" y="5645"/>
                  <a:pt x="21919" y="4608"/>
                  <a:pt x="20306" y="4588"/>
                </a:cubicBezTo>
                <a:cubicBezTo>
                  <a:pt x="20278" y="2333"/>
                  <a:pt x="18379" y="252"/>
                  <a:pt x="16131" y="22"/>
                </a:cubicBezTo>
                <a:cubicBezTo>
                  <a:pt x="15991" y="7"/>
                  <a:pt x="15851" y="0"/>
                  <a:pt x="1571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/>
          <p:nvPr/>
        </p:nvSpPr>
        <p:spPr>
          <a:xfrm flipH="1">
            <a:off x="-228868" y="1136802"/>
            <a:ext cx="1704336" cy="519498"/>
          </a:xfrm>
          <a:custGeom>
            <a:avLst/>
            <a:gdLst/>
            <a:ahLst/>
            <a:cxnLst/>
            <a:rect l="l" t="t" r="r" b="b"/>
            <a:pathLst>
              <a:path w="24293" h="7405" extrusionOk="0">
                <a:moveTo>
                  <a:pt x="15711" y="0"/>
                </a:moveTo>
                <a:cubicBezTo>
                  <a:pt x="13606" y="0"/>
                  <a:pt x="11570" y="1578"/>
                  <a:pt x="11114" y="3641"/>
                </a:cubicBezTo>
                <a:cubicBezTo>
                  <a:pt x="10395" y="2995"/>
                  <a:pt x="9427" y="2640"/>
                  <a:pt x="8461" y="2640"/>
                </a:cubicBezTo>
                <a:cubicBezTo>
                  <a:pt x="8126" y="2640"/>
                  <a:pt x="7791" y="2683"/>
                  <a:pt x="7467" y="2771"/>
                </a:cubicBezTo>
                <a:cubicBezTo>
                  <a:pt x="6215" y="3118"/>
                  <a:pt x="5164" y="4135"/>
                  <a:pt x="4775" y="5372"/>
                </a:cubicBezTo>
                <a:cubicBezTo>
                  <a:pt x="4409" y="5161"/>
                  <a:pt x="3991" y="5066"/>
                  <a:pt x="3555" y="5066"/>
                </a:cubicBezTo>
                <a:cubicBezTo>
                  <a:pt x="2120" y="5066"/>
                  <a:pt x="503" y="6101"/>
                  <a:pt x="0" y="7405"/>
                </a:cubicBezTo>
                <a:lnTo>
                  <a:pt x="24167" y="7405"/>
                </a:lnTo>
                <a:cubicBezTo>
                  <a:pt x="24167" y="7405"/>
                  <a:pt x="24292" y="7328"/>
                  <a:pt x="24167" y="7078"/>
                </a:cubicBezTo>
                <a:cubicBezTo>
                  <a:pt x="23431" y="5645"/>
                  <a:pt x="21919" y="4608"/>
                  <a:pt x="20306" y="4588"/>
                </a:cubicBezTo>
                <a:cubicBezTo>
                  <a:pt x="20278" y="2333"/>
                  <a:pt x="18379" y="252"/>
                  <a:pt x="16131" y="22"/>
                </a:cubicBezTo>
                <a:cubicBezTo>
                  <a:pt x="15991" y="7"/>
                  <a:pt x="15851" y="0"/>
                  <a:pt x="1571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1249400" y="-273476"/>
            <a:ext cx="2659537" cy="810681"/>
          </a:xfrm>
          <a:custGeom>
            <a:avLst/>
            <a:gdLst/>
            <a:ahLst/>
            <a:cxnLst/>
            <a:rect l="l" t="t" r="r" b="b"/>
            <a:pathLst>
              <a:path w="24293" h="7405" extrusionOk="0">
                <a:moveTo>
                  <a:pt x="15711" y="0"/>
                </a:moveTo>
                <a:cubicBezTo>
                  <a:pt x="13606" y="0"/>
                  <a:pt x="11570" y="1578"/>
                  <a:pt x="11114" y="3641"/>
                </a:cubicBezTo>
                <a:cubicBezTo>
                  <a:pt x="10395" y="2995"/>
                  <a:pt x="9427" y="2640"/>
                  <a:pt x="8461" y="2640"/>
                </a:cubicBezTo>
                <a:cubicBezTo>
                  <a:pt x="8126" y="2640"/>
                  <a:pt x="7791" y="2683"/>
                  <a:pt x="7467" y="2771"/>
                </a:cubicBezTo>
                <a:cubicBezTo>
                  <a:pt x="6215" y="3118"/>
                  <a:pt x="5164" y="4135"/>
                  <a:pt x="4775" y="5372"/>
                </a:cubicBezTo>
                <a:cubicBezTo>
                  <a:pt x="4409" y="5161"/>
                  <a:pt x="3991" y="5066"/>
                  <a:pt x="3555" y="5066"/>
                </a:cubicBezTo>
                <a:cubicBezTo>
                  <a:pt x="2120" y="5066"/>
                  <a:pt x="503" y="6101"/>
                  <a:pt x="0" y="7405"/>
                </a:cubicBezTo>
                <a:lnTo>
                  <a:pt x="24167" y="7405"/>
                </a:lnTo>
                <a:cubicBezTo>
                  <a:pt x="24167" y="7405"/>
                  <a:pt x="24292" y="7328"/>
                  <a:pt x="24167" y="7078"/>
                </a:cubicBezTo>
                <a:cubicBezTo>
                  <a:pt x="23431" y="5645"/>
                  <a:pt x="21919" y="4608"/>
                  <a:pt x="20306" y="4588"/>
                </a:cubicBezTo>
                <a:cubicBezTo>
                  <a:pt x="20278" y="2333"/>
                  <a:pt x="18379" y="252"/>
                  <a:pt x="16131" y="22"/>
                </a:cubicBezTo>
                <a:cubicBezTo>
                  <a:pt x="15991" y="7"/>
                  <a:pt x="15851" y="0"/>
                  <a:pt x="1571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"/>
          <p:cNvSpPr/>
          <p:nvPr/>
        </p:nvSpPr>
        <p:spPr>
          <a:xfrm flipH="1">
            <a:off x="6218401" y="445500"/>
            <a:ext cx="1290869" cy="393483"/>
          </a:xfrm>
          <a:custGeom>
            <a:avLst/>
            <a:gdLst/>
            <a:ahLst/>
            <a:cxnLst/>
            <a:rect l="l" t="t" r="r" b="b"/>
            <a:pathLst>
              <a:path w="24293" h="7405" extrusionOk="0">
                <a:moveTo>
                  <a:pt x="15711" y="0"/>
                </a:moveTo>
                <a:cubicBezTo>
                  <a:pt x="13606" y="0"/>
                  <a:pt x="11570" y="1578"/>
                  <a:pt x="11114" y="3641"/>
                </a:cubicBezTo>
                <a:cubicBezTo>
                  <a:pt x="10395" y="2995"/>
                  <a:pt x="9427" y="2640"/>
                  <a:pt x="8461" y="2640"/>
                </a:cubicBezTo>
                <a:cubicBezTo>
                  <a:pt x="8126" y="2640"/>
                  <a:pt x="7791" y="2683"/>
                  <a:pt x="7467" y="2771"/>
                </a:cubicBezTo>
                <a:cubicBezTo>
                  <a:pt x="6215" y="3118"/>
                  <a:pt x="5164" y="4135"/>
                  <a:pt x="4775" y="5372"/>
                </a:cubicBezTo>
                <a:cubicBezTo>
                  <a:pt x="4409" y="5161"/>
                  <a:pt x="3991" y="5066"/>
                  <a:pt x="3555" y="5066"/>
                </a:cubicBezTo>
                <a:cubicBezTo>
                  <a:pt x="2120" y="5066"/>
                  <a:pt x="503" y="6101"/>
                  <a:pt x="0" y="7405"/>
                </a:cubicBezTo>
                <a:lnTo>
                  <a:pt x="24167" y="7405"/>
                </a:lnTo>
                <a:cubicBezTo>
                  <a:pt x="24167" y="7405"/>
                  <a:pt x="24292" y="7328"/>
                  <a:pt x="24167" y="7078"/>
                </a:cubicBezTo>
                <a:cubicBezTo>
                  <a:pt x="23431" y="5645"/>
                  <a:pt x="21919" y="4608"/>
                  <a:pt x="20306" y="4588"/>
                </a:cubicBezTo>
                <a:cubicBezTo>
                  <a:pt x="20278" y="2333"/>
                  <a:pt x="18379" y="252"/>
                  <a:pt x="16131" y="22"/>
                </a:cubicBezTo>
                <a:cubicBezTo>
                  <a:pt x="15991" y="7"/>
                  <a:pt x="15851" y="0"/>
                  <a:pt x="1571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2"/>
          <p:cNvSpPr/>
          <p:nvPr/>
        </p:nvSpPr>
        <p:spPr>
          <a:xfrm>
            <a:off x="7309508" y="2608419"/>
            <a:ext cx="1559060" cy="1447444"/>
          </a:xfrm>
          <a:custGeom>
            <a:avLst/>
            <a:gdLst/>
            <a:ahLst/>
            <a:cxnLst/>
            <a:rect l="l" t="t" r="r" b="b"/>
            <a:pathLst>
              <a:path w="19234" h="17857" extrusionOk="0">
                <a:moveTo>
                  <a:pt x="8771" y="1"/>
                </a:moveTo>
                <a:cubicBezTo>
                  <a:pt x="6677" y="1"/>
                  <a:pt x="4821" y="1495"/>
                  <a:pt x="4426" y="3631"/>
                </a:cubicBezTo>
                <a:cubicBezTo>
                  <a:pt x="4230" y="4703"/>
                  <a:pt x="4439" y="5754"/>
                  <a:pt x="4940" y="6624"/>
                </a:cubicBezTo>
                <a:cubicBezTo>
                  <a:pt x="2769" y="7103"/>
                  <a:pt x="989" y="8828"/>
                  <a:pt x="565" y="11153"/>
                </a:cubicBezTo>
                <a:cubicBezTo>
                  <a:pt x="0" y="14236"/>
                  <a:pt x="2046" y="17200"/>
                  <a:pt x="5129" y="17763"/>
                </a:cubicBezTo>
                <a:cubicBezTo>
                  <a:pt x="5474" y="17826"/>
                  <a:pt x="5818" y="17856"/>
                  <a:pt x="6157" y="17856"/>
                </a:cubicBezTo>
                <a:cubicBezTo>
                  <a:pt x="7998" y="17856"/>
                  <a:pt x="9700" y="16962"/>
                  <a:pt x="10752" y="15517"/>
                </a:cubicBezTo>
                <a:cubicBezTo>
                  <a:pt x="11378" y="16580"/>
                  <a:pt x="12448" y="17380"/>
                  <a:pt x="13764" y="17624"/>
                </a:cubicBezTo>
                <a:cubicBezTo>
                  <a:pt x="14032" y="17673"/>
                  <a:pt x="14299" y="17697"/>
                  <a:pt x="14563" y="17697"/>
                </a:cubicBezTo>
                <a:cubicBezTo>
                  <a:pt x="16657" y="17697"/>
                  <a:pt x="18524" y="16200"/>
                  <a:pt x="18913" y="14062"/>
                </a:cubicBezTo>
                <a:cubicBezTo>
                  <a:pt x="19234" y="12302"/>
                  <a:pt x="18467" y="10597"/>
                  <a:pt x="17089" y="9636"/>
                </a:cubicBezTo>
                <a:cubicBezTo>
                  <a:pt x="17557" y="9072"/>
                  <a:pt x="17891" y="8384"/>
                  <a:pt x="18029" y="7611"/>
                </a:cubicBezTo>
                <a:cubicBezTo>
                  <a:pt x="18467" y="5211"/>
                  <a:pt x="16874" y="2900"/>
                  <a:pt x="14474" y="2462"/>
                </a:cubicBezTo>
                <a:cubicBezTo>
                  <a:pt x="14205" y="2414"/>
                  <a:pt x="13937" y="2391"/>
                  <a:pt x="13672" y="2391"/>
                </a:cubicBezTo>
                <a:cubicBezTo>
                  <a:pt x="13361" y="2391"/>
                  <a:pt x="13056" y="2423"/>
                  <a:pt x="12762" y="2482"/>
                </a:cubicBezTo>
                <a:cubicBezTo>
                  <a:pt x="12163" y="1265"/>
                  <a:pt x="11015" y="333"/>
                  <a:pt x="9583" y="76"/>
                </a:cubicBezTo>
                <a:cubicBezTo>
                  <a:pt x="9310" y="25"/>
                  <a:pt x="9039" y="1"/>
                  <a:pt x="877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7751007" y="2388413"/>
            <a:ext cx="2412433" cy="2043541"/>
          </a:xfrm>
          <a:custGeom>
            <a:avLst/>
            <a:gdLst/>
            <a:ahLst/>
            <a:cxnLst/>
            <a:rect l="l" t="t" r="r" b="b"/>
            <a:pathLst>
              <a:path w="29762" h="25211" extrusionOk="0">
                <a:moveTo>
                  <a:pt x="11253" y="0"/>
                </a:moveTo>
                <a:cubicBezTo>
                  <a:pt x="7759" y="0"/>
                  <a:pt x="4927" y="2833"/>
                  <a:pt x="4927" y="6326"/>
                </a:cubicBezTo>
                <a:cubicBezTo>
                  <a:pt x="4927" y="7056"/>
                  <a:pt x="5046" y="7746"/>
                  <a:pt x="5274" y="8399"/>
                </a:cubicBezTo>
                <a:cubicBezTo>
                  <a:pt x="2193" y="9548"/>
                  <a:pt x="1" y="12519"/>
                  <a:pt x="1" y="16006"/>
                </a:cubicBezTo>
                <a:cubicBezTo>
                  <a:pt x="1" y="20486"/>
                  <a:pt x="3633" y="24119"/>
                  <a:pt x="8113" y="24119"/>
                </a:cubicBezTo>
                <a:cubicBezTo>
                  <a:pt x="8948" y="24119"/>
                  <a:pt x="9750" y="23993"/>
                  <a:pt x="10508" y="23763"/>
                </a:cubicBezTo>
                <a:lnTo>
                  <a:pt x="10508" y="23763"/>
                </a:lnTo>
                <a:cubicBezTo>
                  <a:pt x="10396" y="24244"/>
                  <a:pt x="10299" y="24732"/>
                  <a:pt x="10223" y="25211"/>
                </a:cubicBezTo>
                <a:lnTo>
                  <a:pt x="11301" y="23471"/>
                </a:lnTo>
                <a:cubicBezTo>
                  <a:pt x="12324" y="23033"/>
                  <a:pt x="13242" y="22394"/>
                  <a:pt x="14000" y="21592"/>
                </a:cubicBezTo>
                <a:lnTo>
                  <a:pt x="14000" y="21592"/>
                </a:lnTo>
                <a:cubicBezTo>
                  <a:pt x="13994" y="22394"/>
                  <a:pt x="14077" y="23207"/>
                  <a:pt x="14196" y="24000"/>
                </a:cubicBezTo>
                <a:lnTo>
                  <a:pt x="17571" y="19449"/>
                </a:lnTo>
                <a:cubicBezTo>
                  <a:pt x="18509" y="21759"/>
                  <a:pt x="20779" y="23387"/>
                  <a:pt x="23429" y="23387"/>
                </a:cubicBezTo>
                <a:cubicBezTo>
                  <a:pt x="26929" y="23387"/>
                  <a:pt x="29762" y="20557"/>
                  <a:pt x="29762" y="17056"/>
                </a:cubicBezTo>
                <a:cubicBezTo>
                  <a:pt x="29762" y="14503"/>
                  <a:pt x="28237" y="12297"/>
                  <a:pt x="26053" y="11295"/>
                </a:cubicBezTo>
                <a:cubicBezTo>
                  <a:pt x="26560" y="10383"/>
                  <a:pt x="26853" y="9332"/>
                  <a:pt x="26853" y="8212"/>
                </a:cubicBezTo>
                <a:cubicBezTo>
                  <a:pt x="26853" y="4718"/>
                  <a:pt x="24020" y="1886"/>
                  <a:pt x="20528" y="1886"/>
                </a:cubicBezTo>
                <a:cubicBezTo>
                  <a:pt x="19102" y="1886"/>
                  <a:pt x="17786" y="2360"/>
                  <a:pt x="16729" y="3153"/>
                </a:cubicBezTo>
                <a:cubicBezTo>
                  <a:pt x="15628" y="1268"/>
                  <a:pt x="13591" y="0"/>
                  <a:pt x="1125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2"/>
          <p:cNvSpPr/>
          <p:nvPr/>
        </p:nvSpPr>
        <p:spPr>
          <a:xfrm>
            <a:off x="-91050" y="3666875"/>
            <a:ext cx="9321501" cy="1552339"/>
          </a:xfrm>
          <a:custGeom>
            <a:avLst/>
            <a:gdLst/>
            <a:ahLst/>
            <a:cxnLst/>
            <a:rect l="l" t="t" r="r" b="b"/>
            <a:pathLst>
              <a:path w="112497" h="22095" extrusionOk="0">
                <a:moveTo>
                  <a:pt x="56127" y="0"/>
                </a:moveTo>
                <a:cubicBezTo>
                  <a:pt x="39493" y="0"/>
                  <a:pt x="20270" y="270"/>
                  <a:pt x="28" y="1079"/>
                </a:cubicBezTo>
                <a:cubicBezTo>
                  <a:pt x="0" y="1088"/>
                  <a:pt x="174" y="11183"/>
                  <a:pt x="180" y="13813"/>
                </a:cubicBezTo>
                <a:cubicBezTo>
                  <a:pt x="195" y="18247"/>
                  <a:pt x="222" y="22095"/>
                  <a:pt x="222" y="22095"/>
                </a:cubicBezTo>
                <a:lnTo>
                  <a:pt x="112497" y="22095"/>
                </a:lnTo>
                <a:lnTo>
                  <a:pt x="112308" y="1079"/>
                </a:lnTo>
                <a:cubicBezTo>
                  <a:pt x="112308" y="1079"/>
                  <a:pt x="89395" y="0"/>
                  <a:pt x="5612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ctrTitle"/>
          </p:nvPr>
        </p:nvSpPr>
        <p:spPr>
          <a:xfrm>
            <a:off x="1556500" y="535000"/>
            <a:ext cx="6026400" cy="262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8500" b="1">
                <a:latin typeface="Grandstander"/>
                <a:ea typeface="Grandstander"/>
                <a:cs typeface="Grandstander"/>
                <a:sym typeface="Grandstand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5" name="Google Shape;25;p2"/>
          <p:cNvSpPr txBox="1">
            <a:spLocks noGrp="1"/>
          </p:cNvSpPr>
          <p:nvPr>
            <p:ph type="subTitle" idx="1"/>
          </p:nvPr>
        </p:nvSpPr>
        <p:spPr>
          <a:xfrm>
            <a:off x="3181000" y="3797503"/>
            <a:ext cx="2777400" cy="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solidFill>
                  <a:schemeClr val="dk1"/>
                </a:solidFill>
                <a:latin typeface="Gamja Flower"/>
                <a:ea typeface="Gamja Flower"/>
                <a:cs typeface="Gamja Flower"/>
                <a:sym typeface="Gamja Flow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/>
          <p:nvPr/>
        </p:nvSpPr>
        <p:spPr>
          <a:xfrm>
            <a:off x="5191960" y="2158150"/>
            <a:ext cx="1535986" cy="468144"/>
          </a:xfrm>
          <a:custGeom>
            <a:avLst/>
            <a:gdLst/>
            <a:ahLst/>
            <a:cxnLst/>
            <a:rect l="l" t="t" r="r" b="b"/>
            <a:pathLst>
              <a:path w="24293" h="7405" extrusionOk="0">
                <a:moveTo>
                  <a:pt x="15711" y="0"/>
                </a:moveTo>
                <a:cubicBezTo>
                  <a:pt x="13606" y="0"/>
                  <a:pt x="11570" y="1578"/>
                  <a:pt x="11114" y="3641"/>
                </a:cubicBezTo>
                <a:cubicBezTo>
                  <a:pt x="10395" y="2995"/>
                  <a:pt x="9427" y="2640"/>
                  <a:pt x="8461" y="2640"/>
                </a:cubicBezTo>
                <a:cubicBezTo>
                  <a:pt x="8126" y="2640"/>
                  <a:pt x="7791" y="2683"/>
                  <a:pt x="7467" y="2771"/>
                </a:cubicBezTo>
                <a:cubicBezTo>
                  <a:pt x="6215" y="3118"/>
                  <a:pt x="5164" y="4135"/>
                  <a:pt x="4775" y="5372"/>
                </a:cubicBezTo>
                <a:cubicBezTo>
                  <a:pt x="4409" y="5161"/>
                  <a:pt x="3991" y="5066"/>
                  <a:pt x="3555" y="5066"/>
                </a:cubicBezTo>
                <a:cubicBezTo>
                  <a:pt x="2120" y="5066"/>
                  <a:pt x="503" y="6101"/>
                  <a:pt x="0" y="7405"/>
                </a:cubicBezTo>
                <a:lnTo>
                  <a:pt x="24167" y="7405"/>
                </a:lnTo>
                <a:cubicBezTo>
                  <a:pt x="24167" y="7405"/>
                  <a:pt x="24292" y="7328"/>
                  <a:pt x="24167" y="7078"/>
                </a:cubicBezTo>
                <a:cubicBezTo>
                  <a:pt x="23431" y="5645"/>
                  <a:pt x="21919" y="4608"/>
                  <a:pt x="20306" y="4588"/>
                </a:cubicBezTo>
                <a:cubicBezTo>
                  <a:pt x="20278" y="2333"/>
                  <a:pt x="18379" y="252"/>
                  <a:pt x="16131" y="22"/>
                </a:cubicBezTo>
                <a:cubicBezTo>
                  <a:pt x="15991" y="7"/>
                  <a:pt x="15851" y="0"/>
                  <a:pt x="1571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6186158" y="1409319"/>
            <a:ext cx="1559060" cy="1447444"/>
          </a:xfrm>
          <a:custGeom>
            <a:avLst/>
            <a:gdLst/>
            <a:ahLst/>
            <a:cxnLst/>
            <a:rect l="l" t="t" r="r" b="b"/>
            <a:pathLst>
              <a:path w="19234" h="17857" extrusionOk="0">
                <a:moveTo>
                  <a:pt x="8771" y="1"/>
                </a:moveTo>
                <a:cubicBezTo>
                  <a:pt x="6677" y="1"/>
                  <a:pt x="4821" y="1495"/>
                  <a:pt x="4426" y="3631"/>
                </a:cubicBezTo>
                <a:cubicBezTo>
                  <a:pt x="4230" y="4703"/>
                  <a:pt x="4439" y="5754"/>
                  <a:pt x="4940" y="6624"/>
                </a:cubicBezTo>
                <a:cubicBezTo>
                  <a:pt x="2769" y="7103"/>
                  <a:pt x="989" y="8828"/>
                  <a:pt x="565" y="11153"/>
                </a:cubicBezTo>
                <a:cubicBezTo>
                  <a:pt x="0" y="14236"/>
                  <a:pt x="2046" y="17200"/>
                  <a:pt x="5129" y="17763"/>
                </a:cubicBezTo>
                <a:cubicBezTo>
                  <a:pt x="5474" y="17826"/>
                  <a:pt x="5818" y="17856"/>
                  <a:pt x="6157" y="17856"/>
                </a:cubicBezTo>
                <a:cubicBezTo>
                  <a:pt x="7998" y="17856"/>
                  <a:pt x="9700" y="16962"/>
                  <a:pt x="10752" y="15517"/>
                </a:cubicBezTo>
                <a:cubicBezTo>
                  <a:pt x="11378" y="16580"/>
                  <a:pt x="12448" y="17380"/>
                  <a:pt x="13764" y="17624"/>
                </a:cubicBezTo>
                <a:cubicBezTo>
                  <a:pt x="14032" y="17673"/>
                  <a:pt x="14299" y="17697"/>
                  <a:pt x="14563" y="17697"/>
                </a:cubicBezTo>
                <a:cubicBezTo>
                  <a:pt x="16657" y="17697"/>
                  <a:pt x="18524" y="16200"/>
                  <a:pt x="18913" y="14062"/>
                </a:cubicBezTo>
                <a:cubicBezTo>
                  <a:pt x="19234" y="12302"/>
                  <a:pt x="18467" y="10597"/>
                  <a:pt x="17089" y="9636"/>
                </a:cubicBezTo>
                <a:cubicBezTo>
                  <a:pt x="17557" y="9072"/>
                  <a:pt x="17891" y="8384"/>
                  <a:pt x="18029" y="7611"/>
                </a:cubicBezTo>
                <a:cubicBezTo>
                  <a:pt x="18467" y="5211"/>
                  <a:pt x="16874" y="2900"/>
                  <a:pt x="14474" y="2462"/>
                </a:cubicBezTo>
                <a:cubicBezTo>
                  <a:pt x="14205" y="2414"/>
                  <a:pt x="13937" y="2391"/>
                  <a:pt x="13672" y="2391"/>
                </a:cubicBezTo>
                <a:cubicBezTo>
                  <a:pt x="13361" y="2391"/>
                  <a:pt x="13056" y="2423"/>
                  <a:pt x="12762" y="2482"/>
                </a:cubicBezTo>
                <a:cubicBezTo>
                  <a:pt x="12163" y="1265"/>
                  <a:pt x="11015" y="333"/>
                  <a:pt x="9583" y="76"/>
                </a:cubicBezTo>
                <a:cubicBezTo>
                  <a:pt x="9310" y="25"/>
                  <a:pt x="9039" y="1"/>
                  <a:pt x="877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7410207" y="711313"/>
            <a:ext cx="2412433" cy="2043541"/>
          </a:xfrm>
          <a:custGeom>
            <a:avLst/>
            <a:gdLst/>
            <a:ahLst/>
            <a:cxnLst/>
            <a:rect l="l" t="t" r="r" b="b"/>
            <a:pathLst>
              <a:path w="29762" h="25211" extrusionOk="0">
                <a:moveTo>
                  <a:pt x="11253" y="0"/>
                </a:moveTo>
                <a:cubicBezTo>
                  <a:pt x="7759" y="0"/>
                  <a:pt x="4927" y="2833"/>
                  <a:pt x="4927" y="6326"/>
                </a:cubicBezTo>
                <a:cubicBezTo>
                  <a:pt x="4927" y="7056"/>
                  <a:pt x="5046" y="7746"/>
                  <a:pt x="5274" y="8399"/>
                </a:cubicBezTo>
                <a:cubicBezTo>
                  <a:pt x="2193" y="9548"/>
                  <a:pt x="1" y="12519"/>
                  <a:pt x="1" y="16006"/>
                </a:cubicBezTo>
                <a:cubicBezTo>
                  <a:pt x="1" y="20486"/>
                  <a:pt x="3633" y="24119"/>
                  <a:pt x="8113" y="24119"/>
                </a:cubicBezTo>
                <a:cubicBezTo>
                  <a:pt x="8948" y="24119"/>
                  <a:pt x="9750" y="23993"/>
                  <a:pt x="10508" y="23763"/>
                </a:cubicBezTo>
                <a:lnTo>
                  <a:pt x="10508" y="23763"/>
                </a:lnTo>
                <a:cubicBezTo>
                  <a:pt x="10396" y="24244"/>
                  <a:pt x="10299" y="24732"/>
                  <a:pt x="10223" y="25211"/>
                </a:cubicBezTo>
                <a:lnTo>
                  <a:pt x="11301" y="23471"/>
                </a:lnTo>
                <a:cubicBezTo>
                  <a:pt x="12324" y="23033"/>
                  <a:pt x="13242" y="22394"/>
                  <a:pt x="14000" y="21592"/>
                </a:cubicBezTo>
                <a:lnTo>
                  <a:pt x="14000" y="21592"/>
                </a:lnTo>
                <a:cubicBezTo>
                  <a:pt x="13994" y="22394"/>
                  <a:pt x="14077" y="23207"/>
                  <a:pt x="14196" y="24000"/>
                </a:cubicBezTo>
                <a:lnTo>
                  <a:pt x="17571" y="19449"/>
                </a:lnTo>
                <a:cubicBezTo>
                  <a:pt x="18509" y="21759"/>
                  <a:pt x="20779" y="23387"/>
                  <a:pt x="23429" y="23387"/>
                </a:cubicBezTo>
                <a:cubicBezTo>
                  <a:pt x="26929" y="23387"/>
                  <a:pt x="29762" y="20557"/>
                  <a:pt x="29762" y="17056"/>
                </a:cubicBezTo>
                <a:cubicBezTo>
                  <a:pt x="29762" y="14503"/>
                  <a:pt x="28237" y="12297"/>
                  <a:pt x="26053" y="11295"/>
                </a:cubicBezTo>
                <a:cubicBezTo>
                  <a:pt x="26560" y="10383"/>
                  <a:pt x="26853" y="9332"/>
                  <a:pt x="26853" y="8212"/>
                </a:cubicBezTo>
                <a:cubicBezTo>
                  <a:pt x="26853" y="4718"/>
                  <a:pt x="24020" y="1886"/>
                  <a:pt x="20528" y="1886"/>
                </a:cubicBezTo>
                <a:cubicBezTo>
                  <a:pt x="19102" y="1886"/>
                  <a:pt x="17786" y="2360"/>
                  <a:pt x="16729" y="3153"/>
                </a:cubicBezTo>
                <a:cubicBezTo>
                  <a:pt x="15628" y="1268"/>
                  <a:pt x="13591" y="0"/>
                  <a:pt x="1125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-680242" y="3274544"/>
            <a:ext cx="1559060" cy="1447444"/>
          </a:xfrm>
          <a:custGeom>
            <a:avLst/>
            <a:gdLst/>
            <a:ahLst/>
            <a:cxnLst/>
            <a:rect l="l" t="t" r="r" b="b"/>
            <a:pathLst>
              <a:path w="19234" h="17857" extrusionOk="0">
                <a:moveTo>
                  <a:pt x="8771" y="1"/>
                </a:moveTo>
                <a:cubicBezTo>
                  <a:pt x="6677" y="1"/>
                  <a:pt x="4821" y="1495"/>
                  <a:pt x="4426" y="3631"/>
                </a:cubicBezTo>
                <a:cubicBezTo>
                  <a:pt x="4230" y="4703"/>
                  <a:pt x="4439" y="5754"/>
                  <a:pt x="4940" y="6624"/>
                </a:cubicBezTo>
                <a:cubicBezTo>
                  <a:pt x="2769" y="7103"/>
                  <a:pt x="989" y="8828"/>
                  <a:pt x="565" y="11153"/>
                </a:cubicBezTo>
                <a:cubicBezTo>
                  <a:pt x="0" y="14236"/>
                  <a:pt x="2046" y="17200"/>
                  <a:pt x="5129" y="17763"/>
                </a:cubicBezTo>
                <a:cubicBezTo>
                  <a:pt x="5474" y="17826"/>
                  <a:pt x="5818" y="17856"/>
                  <a:pt x="6157" y="17856"/>
                </a:cubicBezTo>
                <a:cubicBezTo>
                  <a:pt x="7998" y="17856"/>
                  <a:pt x="9700" y="16962"/>
                  <a:pt x="10752" y="15517"/>
                </a:cubicBezTo>
                <a:cubicBezTo>
                  <a:pt x="11378" y="16580"/>
                  <a:pt x="12448" y="17380"/>
                  <a:pt x="13764" y="17624"/>
                </a:cubicBezTo>
                <a:cubicBezTo>
                  <a:pt x="14032" y="17673"/>
                  <a:pt x="14299" y="17697"/>
                  <a:pt x="14563" y="17697"/>
                </a:cubicBezTo>
                <a:cubicBezTo>
                  <a:pt x="16657" y="17697"/>
                  <a:pt x="18524" y="16200"/>
                  <a:pt x="18913" y="14062"/>
                </a:cubicBezTo>
                <a:cubicBezTo>
                  <a:pt x="19234" y="12302"/>
                  <a:pt x="18467" y="10597"/>
                  <a:pt x="17089" y="9636"/>
                </a:cubicBezTo>
                <a:cubicBezTo>
                  <a:pt x="17557" y="9072"/>
                  <a:pt x="17891" y="8384"/>
                  <a:pt x="18029" y="7611"/>
                </a:cubicBezTo>
                <a:cubicBezTo>
                  <a:pt x="18467" y="5211"/>
                  <a:pt x="16874" y="2900"/>
                  <a:pt x="14474" y="2462"/>
                </a:cubicBezTo>
                <a:cubicBezTo>
                  <a:pt x="14205" y="2414"/>
                  <a:pt x="13937" y="2391"/>
                  <a:pt x="13672" y="2391"/>
                </a:cubicBezTo>
                <a:cubicBezTo>
                  <a:pt x="13361" y="2391"/>
                  <a:pt x="13056" y="2423"/>
                  <a:pt x="12762" y="2482"/>
                </a:cubicBezTo>
                <a:cubicBezTo>
                  <a:pt x="12163" y="1265"/>
                  <a:pt x="11015" y="333"/>
                  <a:pt x="9583" y="76"/>
                </a:cubicBezTo>
                <a:cubicBezTo>
                  <a:pt x="9310" y="25"/>
                  <a:pt x="9039" y="1"/>
                  <a:pt x="877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4518700" y="1786023"/>
            <a:ext cx="4657464" cy="2844913"/>
          </a:xfrm>
          <a:custGeom>
            <a:avLst/>
            <a:gdLst/>
            <a:ahLst/>
            <a:cxnLst/>
            <a:rect l="l" t="t" r="r" b="b"/>
            <a:pathLst>
              <a:path w="43957" h="19958" extrusionOk="0">
                <a:moveTo>
                  <a:pt x="36650" y="1"/>
                </a:moveTo>
                <a:cubicBezTo>
                  <a:pt x="36345" y="1"/>
                  <a:pt x="36644" y="864"/>
                  <a:pt x="36797" y="1253"/>
                </a:cubicBezTo>
                <a:cubicBezTo>
                  <a:pt x="31878" y="1963"/>
                  <a:pt x="27549" y="2993"/>
                  <a:pt x="23771" y="4211"/>
                </a:cubicBezTo>
                <a:cubicBezTo>
                  <a:pt x="23806" y="3897"/>
                  <a:pt x="23820" y="3424"/>
                  <a:pt x="23589" y="3369"/>
                </a:cubicBezTo>
                <a:cubicBezTo>
                  <a:pt x="23577" y="3366"/>
                  <a:pt x="23565" y="3364"/>
                  <a:pt x="23554" y="3364"/>
                </a:cubicBezTo>
                <a:cubicBezTo>
                  <a:pt x="23318" y="3364"/>
                  <a:pt x="23312" y="4037"/>
                  <a:pt x="23319" y="4356"/>
                </a:cubicBezTo>
                <a:cubicBezTo>
                  <a:pt x="23297" y="4363"/>
                  <a:pt x="23277" y="4371"/>
                  <a:pt x="23264" y="4371"/>
                </a:cubicBezTo>
                <a:cubicBezTo>
                  <a:pt x="23130" y="4111"/>
                  <a:pt x="22833" y="3566"/>
                  <a:pt x="22581" y="3566"/>
                </a:cubicBezTo>
                <a:cubicBezTo>
                  <a:pt x="22569" y="3566"/>
                  <a:pt x="22557" y="3567"/>
                  <a:pt x="22546" y="3570"/>
                </a:cubicBezTo>
                <a:cubicBezTo>
                  <a:pt x="22310" y="3626"/>
                  <a:pt x="22629" y="4183"/>
                  <a:pt x="22838" y="4517"/>
                </a:cubicBezTo>
                <a:cubicBezTo>
                  <a:pt x="5630" y="10327"/>
                  <a:pt x="1" y="19957"/>
                  <a:pt x="1" y="19957"/>
                </a:cubicBezTo>
                <a:lnTo>
                  <a:pt x="43888" y="19957"/>
                </a:lnTo>
                <a:lnTo>
                  <a:pt x="43957" y="488"/>
                </a:lnTo>
                <a:lnTo>
                  <a:pt x="43957" y="488"/>
                </a:lnTo>
                <a:cubicBezTo>
                  <a:pt x="41821" y="640"/>
                  <a:pt x="39782" y="849"/>
                  <a:pt x="37835" y="1106"/>
                </a:cubicBezTo>
                <a:cubicBezTo>
                  <a:pt x="37951" y="781"/>
                  <a:pt x="38140" y="168"/>
                  <a:pt x="37876" y="36"/>
                </a:cubicBezTo>
                <a:cubicBezTo>
                  <a:pt x="37853" y="24"/>
                  <a:pt x="37830" y="19"/>
                  <a:pt x="37808" y="19"/>
                </a:cubicBezTo>
                <a:cubicBezTo>
                  <a:pt x="37527" y="19"/>
                  <a:pt x="37350" y="912"/>
                  <a:pt x="37305" y="1177"/>
                </a:cubicBezTo>
                <a:cubicBezTo>
                  <a:pt x="37298" y="1177"/>
                  <a:pt x="37292" y="1183"/>
                  <a:pt x="37277" y="1183"/>
                </a:cubicBezTo>
                <a:cubicBezTo>
                  <a:pt x="37222" y="919"/>
                  <a:pt x="36991" y="1"/>
                  <a:pt x="3665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" name="Google Shape;32;p3"/>
          <p:cNvGrpSpPr/>
          <p:nvPr/>
        </p:nvGrpSpPr>
        <p:grpSpPr>
          <a:xfrm>
            <a:off x="-744698" y="3534025"/>
            <a:ext cx="7931455" cy="1306598"/>
            <a:chOff x="-72875" y="2823335"/>
            <a:chExt cx="6972095" cy="1552332"/>
          </a:xfrm>
        </p:grpSpPr>
        <p:sp>
          <p:nvSpPr>
            <p:cNvPr id="33" name="Google Shape;33;p3"/>
            <p:cNvSpPr/>
            <p:nvPr/>
          </p:nvSpPr>
          <p:spPr>
            <a:xfrm>
              <a:off x="3399960" y="2823335"/>
              <a:ext cx="3499260" cy="1552332"/>
            </a:xfrm>
            <a:custGeom>
              <a:avLst/>
              <a:gdLst/>
              <a:ahLst/>
              <a:cxnLst/>
              <a:rect l="l" t="t" r="r" b="b"/>
              <a:pathLst>
                <a:path w="42175" h="19151" extrusionOk="0">
                  <a:moveTo>
                    <a:pt x="7007" y="1"/>
                  </a:moveTo>
                  <a:cubicBezTo>
                    <a:pt x="6680" y="1"/>
                    <a:pt x="6458" y="884"/>
                    <a:pt x="6403" y="1135"/>
                  </a:cubicBezTo>
                  <a:cubicBezTo>
                    <a:pt x="6395" y="1135"/>
                    <a:pt x="6388" y="1128"/>
                    <a:pt x="6381" y="1128"/>
                  </a:cubicBezTo>
                  <a:cubicBezTo>
                    <a:pt x="6336" y="875"/>
                    <a:pt x="6164" y="14"/>
                    <a:pt x="5899" y="14"/>
                  </a:cubicBezTo>
                  <a:cubicBezTo>
                    <a:pt x="5880" y="14"/>
                    <a:pt x="5859" y="19"/>
                    <a:pt x="5838" y="29"/>
                  </a:cubicBezTo>
                  <a:cubicBezTo>
                    <a:pt x="5581" y="161"/>
                    <a:pt x="5755" y="746"/>
                    <a:pt x="5874" y="1058"/>
                  </a:cubicBezTo>
                  <a:cubicBezTo>
                    <a:pt x="4001" y="814"/>
                    <a:pt x="2046" y="614"/>
                    <a:pt x="0" y="467"/>
                  </a:cubicBezTo>
                  <a:lnTo>
                    <a:pt x="0" y="467"/>
                  </a:lnTo>
                  <a:lnTo>
                    <a:pt x="70" y="19151"/>
                  </a:lnTo>
                  <a:lnTo>
                    <a:pt x="42174" y="19151"/>
                  </a:lnTo>
                  <a:cubicBezTo>
                    <a:pt x="42174" y="19151"/>
                    <a:pt x="36177" y="8887"/>
                    <a:pt x="17508" y="3466"/>
                  </a:cubicBezTo>
                  <a:cubicBezTo>
                    <a:pt x="17709" y="3145"/>
                    <a:pt x="17959" y="2673"/>
                    <a:pt x="17751" y="2631"/>
                  </a:cubicBezTo>
                  <a:cubicBezTo>
                    <a:pt x="17738" y="2628"/>
                    <a:pt x="17726" y="2627"/>
                    <a:pt x="17713" y="2627"/>
                  </a:cubicBezTo>
                  <a:cubicBezTo>
                    <a:pt x="17486" y="2627"/>
                    <a:pt x="17222" y="3083"/>
                    <a:pt x="17091" y="3348"/>
                  </a:cubicBezTo>
                  <a:cubicBezTo>
                    <a:pt x="17063" y="3341"/>
                    <a:pt x="17034" y="3334"/>
                    <a:pt x="17007" y="3327"/>
                  </a:cubicBezTo>
                  <a:cubicBezTo>
                    <a:pt x="17014" y="3000"/>
                    <a:pt x="16994" y="2426"/>
                    <a:pt x="16779" y="2426"/>
                  </a:cubicBezTo>
                  <a:cubicBezTo>
                    <a:pt x="16769" y="2426"/>
                    <a:pt x="16759" y="2427"/>
                    <a:pt x="16749" y="2429"/>
                  </a:cubicBezTo>
                  <a:cubicBezTo>
                    <a:pt x="16540" y="2484"/>
                    <a:pt x="16540" y="2902"/>
                    <a:pt x="16575" y="3202"/>
                  </a:cubicBezTo>
                  <a:cubicBezTo>
                    <a:pt x="13646" y="2394"/>
                    <a:pt x="10424" y="1713"/>
                    <a:pt x="6869" y="1198"/>
                  </a:cubicBezTo>
                  <a:cubicBezTo>
                    <a:pt x="7014" y="829"/>
                    <a:pt x="7300" y="1"/>
                    <a:pt x="700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-72875" y="2825675"/>
              <a:ext cx="3563016" cy="1447504"/>
            </a:xfrm>
            <a:custGeom>
              <a:avLst/>
              <a:gdLst/>
              <a:ahLst/>
              <a:cxnLst/>
              <a:rect l="l" t="t" r="r" b="b"/>
              <a:pathLst>
                <a:path w="43958" h="19958" extrusionOk="0">
                  <a:moveTo>
                    <a:pt x="36651" y="1"/>
                  </a:moveTo>
                  <a:cubicBezTo>
                    <a:pt x="36345" y="1"/>
                    <a:pt x="36644" y="864"/>
                    <a:pt x="36791" y="1253"/>
                  </a:cubicBezTo>
                  <a:cubicBezTo>
                    <a:pt x="31871" y="1963"/>
                    <a:pt x="27549" y="2993"/>
                    <a:pt x="23772" y="4211"/>
                  </a:cubicBezTo>
                  <a:cubicBezTo>
                    <a:pt x="23807" y="3897"/>
                    <a:pt x="23820" y="3424"/>
                    <a:pt x="23590" y="3369"/>
                  </a:cubicBezTo>
                  <a:cubicBezTo>
                    <a:pt x="23577" y="3366"/>
                    <a:pt x="23565" y="3364"/>
                    <a:pt x="23554" y="3364"/>
                  </a:cubicBezTo>
                  <a:cubicBezTo>
                    <a:pt x="23319" y="3364"/>
                    <a:pt x="23313" y="4037"/>
                    <a:pt x="23319" y="4356"/>
                  </a:cubicBezTo>
                  <a:cubicBezTo>
                    <a:pt x="23297" y="4363"/>
                    <a:pt x="23277" y="4371"/>
                    <a:pt x="23264" y="4371"/>
                  </a:cubicBezTo>
                  <a:cubicBezTo>
                    <a:pt x="23130" y="4111"/>
                    <a:pt x="22833" y="3566"/>
                    <a:pt x="22581" y="3566"/>
                  </a:cubicBezTo>
                  <a:cubicBezTo>
                    <a:pt x="22569" y="3566"/>
                    <a:pt x="22557" y="3567"/>
                    <a:pt x="22546" y="3570"/>
                  </a:cubicBezTo>
                  <a:cubicBezTo>
                    <a:pt x="22310" y="3626"/>
                    <a:pt x="22629" y="4183"/>
                    <a:pt x="22838" y="4517"/>
                  </a:cubicBezTo>
                  <a:cubicBezTo>
                    <a:pt x="5630" y="10327"/>
                    <a:pt x="1" y="19957"/>
                    <a:pt x="1" y="19957"/>
                  </a:cubicBezTo>
                  <a:lnTo>
                    <a:pt x="43889" y="19957"/>
                  </a:lnTo>
                  <a:lnTo>
                    <a:pt x="43957" y="488"/>
                  </a:lnTo>
                  <a:lnTo>
                    <a:pt x="43957" y="488"/>
                  </a:lnTo>
                  <a:cubicBezTo>
                    <a:pt x="41821" y="640"/>
                    <a:pt x="39782" y="849"/>
                    <a:pt x="37835" y="1106"/>
                  </a:cubicBezTo>
                  <a:cubicBezTo>
                    <a:pt x="37952" y="781"/>
                    <a:pt x="38140" y="168"/>
                    <a:pt x="37868" y="36"/>
                  </a:cubicBezTo>
                  <a:cubicBezTo>
                    <a:pt x="37846" y="24"/>
                    <a:pt x="37824" y="19"/>
                    <a:pt x="37802" y="19"/>
                  </a:cubicBezTo>
                  <a:cubicBezTo>
                    <a:pt x="37527" y="19"/>
                    <a:pt x="37350" y="912"/>
                    <a:pt x="37305" y="1177"/>
                  </a:cubicBezTo>
                  <a:cubicBezTo>
                    <a:pt x="37299" y="1177"/>
                    <a:pt x="37284" y="1183"/>
                    <a:pt x="37277" y="1183"/>
                  </a:cubicBezTo>
                  <a:cubicBezTo>
                    <a:pt x="37222" y="919"/>
                    <a:pt x="36991" y="1"/>
                    <a:pt x="366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" name="Google Shape;35;p3"/>
          <p:cNvSpPr/>
          <p:nvPr/>
        </p:nvSpPr>
        <p:spPr>
          <a:xfrm>
            <a:off x="-19650" y="4556576"/>
            <a:ext cx="9195786" cy="621146"/>
          </a:xfrm>
          <a:custGeom>
            <a:avLst/>
            <a:gdLst/>
            <a:ahLst/>
            <a:cxnLst/>
            <a:rect l="l" t="t" r="r" b="b"/>
            <a:pathLst>
              <a:path w="112497" h="22095" extrusionOk="0">
                <a:moveTo>
                  <a:pt x="56127" y="0"/>
                </a:moveTo>
                <a:cubicBezTo>
                  <a:pt x="39493" y="0"/>
                  <a:pt x="20270" y="270"/>
                  <a:pt x="28" y="1079"/>
                </a:cubicBezTo>
                <a:cubicBezTo>
                  <a:pt x="0" y="1088"/>
                  <a:pt x="174" y="11183"/>
                  <a:pt x="180" y="13813"/>
                </a:cubicBezTo>
                <a:cubicBezTo>
                  <a:pt x="195" y="18247"/>
                  <a:pt x="222" y="22095"/>
                  <a:pt x="222" y="22095"/>
                </a:cubicBezTo>
                <a:lnTo>
                  <a:pt x="112497" y="22095"/>
                </a:lnTo>
                <a:lnTo>
                  <a:pt x="112308" y="1079"/>
                </a:lnTo>
                <a:cubicBezTo>
                  <a:pt x="112308" y="1079"/>
                  <a:pt x="89395" y="0"/>
                  <a:pt x="5612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-19650" y="4335950"/>
            <a:ext cx="2342083" cy="841782"/>
          </a:xfrm>
          <a:custGeom>
            <a:avLst/>
            <a:gdLst/>
            <a:ahLst/>
            <a:cxnLst/>
            <a:rect l="l" t="t" r="r" b="b"/>
            <a:pathLst>
              <a:path w="42175" h="19151" extrusionOk="0">
                <a:moveTo>
                  <a:pt x="7007" y="1"/>
                </a:moveTo>
                <a:cubicBezTo>
                  <a:pt x="6680" y="1"/>
                  <a:pt x="6458" y="884"/>
                  <a:pt x="6403" y="1135"/>
                </a:cubicBezTo>
                <a:cubicBezTo>
                  <a:pt x="6395" y="1135"/>
                  <a:pt x="6388" y="1128"/>
                  <a:pt x="6381" y="1128"/>
                </a:cubicBezTo>
                <a:cubicBezTo>
                  <a:pt x="6336" y="875"/>
                  <a:pt x="6164" y="14"/>
                  <a:pt x="5899" y="14"/>
                </a:cubicBezTo>
                <a:cubicBezTo>
                  <a:pt x="5880" y="14"/>
                  <a:pt x="5859" y="19"/>
                  <a:pt x="5838" y="29"/>
                </a:cubicBezTo>
                <a:cubicBezTo>
                  <a:pt x="5581" y="161"/>
                  <a:pt x="5755" y="746"/>
                  <a:pt x="5874" y="1058"/>
                </a:cubicBezTo>
                <a:cubicBezTo>
                  <a:pt x="4001" y="814"/>
                  <a:pt x="2046" y="614"/>
                  <a:pt x="0" y="467"/>
                </a:cubicBezTo>
                <a:lnTo>
                  <a:pt x="0" y="467"/>
                </a:lnTo>
                <a:lnTo>
                  <a:pt x="70" y="19151"/>
                </a:lnTo>
                <a:lnTo>
                  <a:pt x="42174" y="19151"/>
                </a:lnTo>
                <a:cubicBezTo>
                  <a:pt x="42174" y="19151"/>
                  <a:pt x="36177" y="8887"/>
                  <a:pt x="17508" y="3466"/>
                </a:cubicBezTo>
                <a:cubicBezTo>
                  <a:pt x="17709" y="3145"/>
                  <a:pt x="17959" y="2673"/>
                  <a:pt x="17751" y="2631"/>
                </a:cubicBezTo>
                <a:cubicBezTo>
                  <a:pt x="17738" y="2628"/>
                  <a:pt x="17726" y="2627"/>
                  <a:pt x="17713" y="2627"/>
                </a:cubicBezTo>
                <a:cubicBezTo>
                  <a:pt x="17486" y="2627"/>
                  <a:pt x="17222" y="3083"/>
                  <a:pt x="17091" y="3348"/>
                </a:cubicBezTo>
                <a:cubicBezTo>
                  <a:pt x="17063" y="3341"/>
                  <a:pt x="17034" y="3334"/>
                  <a:pt x="17007" y="3327"/>
                </a:cubicBezTo>
                <a:cubicBezTo>
                  <a:pt x="17014" y="3000"/>
                  <a:pt x="16994" y="2426"/>
                  <a:pt x="16779" y="2426"/>
                </a:cubicBezTo>
                <a:cubicBezTo>
                  <a:pt x="16769" y="2426"/>
                  <a:pt x="16759" y="2427"/>
                  <a:pt x="16749" y="2429"/>
                </a:cubicBezTo>
                <a:cubicBezTo>
                  <a:pt x="16540" y="2484"/>
                  <a:pt x="16540" y="2902"/>
                  <a:pt x="16575" y="3202"/>
                </a:cubicBezTo>
                <a:cubicBezTo>
                  <a:pt x="13646" y="2394"/>
                  <a:pt x="10424" y="1713"/>
                  <a:pt x="6869" y="1198"/>
                </a:cubicBezTo>
                <a:cubicBezTo>
                  <a:pt x="7014" y="829"/>
                  <a:pt x="7300" y="1"/>
                  <a:pt x="700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" name="Google Shape;37;p3"/>
          <p:cNvGrpSpPr/>
          <p:nvPr/>
        </p:nvGrpSpPr>
        <p:grpSpPr>
          <a:xfrm>
            <a:off x="643466" y="4284557"/>
            <a:ext cx="581427" cy="539105"/>
            <a:chOff x="247670" y="4242199"/>
            <a:chExt cx="638089" cy="591643"/>
          </a:xfrm>
        </p:grpSpPr>
        <p:sp>
          <p:nvSpPr>
            <p:cNvPr id="38" name="Google Shape;38;p3"/>
            <p:cNvSpPr/>
            <p:nvPr/>
          </p:nvSpPr>
          <p:spPr>
            <a:xfrm>
              <a:off x="535347" y="4508152"/>
              <a:ext cx="308019" cy="252899"/>
            </a:xfrm>
            <a:custGeom>
              <a:avLst/>
              <a:gdLst/>
              <a:ahLst/>
              <a:cxnLst/>
              <a:rect l="l" t="t" r="r" b="b"/>
              <a:pathLst>
                <a:path w="3800" h="3120" extrusionOk="0">
                  <a:moveTo>
                    <a:pt x="925" y="1"/>
                  </a:moveTo>
                  <a:lnTo>
                    <a:pt x="0" y="752"/>
                  </a:lnTo>
                  <a:cubicBezTo>
                    <a:pt x="31" y="789"/>
                    <a:pt x="1005" y="3119"/>
                    <a:pt x="1986" y="3119"/>
                  </a:cubicBezTo>
                  <a:cubicBezTo>
                    <a:pt x="2125" y="3119"/>
                    <a:pt x="2265" y="3072"/>
                    <a:pt x="2402" y="2965"/>
                  </a:cubicBezTo>
                  <a:cubicBezTo>
                    <a:pt x="3799" y="1865"/>
                    <a:pt x="925" y="1"/>
                    <a:pt x="925" y="1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515569" y="4242199"/>
              <a:ext cx="263518" cy="263194"/>
            </a:xfrm>
            <a:custGeom>
              <a:avLst/>
              <a:gdLst/>
              <a:ahLst/>
              <a:cxnLst/>
              <a:rect l="l" t="t" r="r" b="b"/>
              <a:pathLst>
                <a:path w="3251" h="3247" extrusionOk="0">
                  <a:moveTo>
                    <a:pt x="1544" y="0"/>
                  </a:moveTo>
                  <a:cubicBezTo>
                    <a:pt x="305" y="0"/>
                    <a:pt x="0" y="2752"/>
                    <a:pt x="0" y="2752"/>
                  </a:cubicBezTo>
                  <a:lnTo>
                    <a:pt x="1086" y="3247"/>
                  </a:lnTo>
                  <a:cubicBezTo>
                    <a:pt x="1107" y="3198"/>
                    <a:pt x="3250" y="700"/>
                    <a:pt x="1991" y="109"/>
                  </a:cubicBezTo>
                  <a:cubicBezTo>
                    <a:pt x="1830" y="34"/>
                    <a:pt x="1681" y="0"/>
                    <a:pt x="1544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247670" y="4464218"/>
              <a:ext cx="294482" cy="170950"/>
            </a:xfrm>
            <a:custGeom>
              <a:avLst/>
              <a:gdLst/>
              <a:ahLst/>
              <a:cxnLst/>
              <a:rect l="l" t="t" r="r" b="b"/>
              <a:pathLst>
                <a:path w="3633" h="2109" extrusionOk="0">
                  <a:moveTo>
                    <a:pt x="3340" y="119"/>
                  </a:moveTo>
                  <a:cubicBezTo>
                    <a:pt x="3292" y="132"/>
                    <a:pt x="0" y="0"/>
                    <a:pt x="321" y="1356"/>
                  </a:cubicBezTo>
                  <a:cubicBezTo>
                    <a:pt x="454" y="1918"/>
                    <a:pt x="846" y="2108"/>
                    <a:pt x="1317" y="2108"/>
                  </a:cubicBezTo>
                  <a:cubicBezTo>
                    <a:pt x="2303" y="2108"/>
                    <a:pt x="3633" y="1273"/>
                    <a:pt x="3633" y="1273"/>
                  </a:cubicBezTo>
                  <a:lnTo>
                    <a:pt x="3340" y="119"/>
                  </a:ln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542075" y="4336146"/>
              <a:ext cx="343684" cy="244794"/>
            </a:xfrm>
            <a:custGeom>
              <a:avLst/>
              <a:gdLst/>
              <a:ahLst/>
              <a:cxnLst/>
              <a:rect l="l" t="t" r="r" b="b"/>
              <a:pathLst>
                <a:path w="4240" h="3020" extrusionOk="0">
                  <a:moveTo>
                    <a:pt x="2928" y="1"/>
                  </a:moveTo>
                  <a:cubicBezTo>
                    <a:pt x="2084" y="1"/>
                    <a:pt x="1" y="1600"/>
                    <a:pt x="1" y="1600"/>
                  </a:cubicBezTo>
                  <a:lnTo>
                    <a:pt x="231" y="2624"/>
                  </a:lnTo>
                  <a:cubicBezTo>
                    <a:pt x="231" y="2624"/>
                    <a:pt x="1622" y="3020"/>
                    <a:pt x="2640" y="3020"/>
                  </a:cubicBezTo>
                  <a:cubicBezTo>
                    <a:pt x="2978" y="3020"/>
                    <a:pt x="3275" y="2976"/>
                    <a:pt x="3466" y="2859"/>
                  </a:cubicBezTo>
                  <a:cubicBezTo>
                    <a:pt x="4239" y="2400"/>
                    <a:pt x="2506" y="1600"/>
                    <a:pt x="2506" y="1600"/>
                  </a:cubicBezTo>
                  <a:cubicBezTo>
                    <a:pt x="2506" y="1600"/>
                    <a:pt x="3646" y="807"/>
                    <a:pt x="3222" y="132"/>
                  </a:cubicBezTo>
                  <a:cubicBezTo>
                    <a:pt x="3163" y="40"/>
                    <a:pt x="3061" y="1"/>
                    <a:pt x="2928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267935" y="4254601"/>
              <a:ext cx="324473" cy="302101"/>
            </a:xfrm>
            <a:custGeom>
              <a:avLst/>
              <a:gdLst/>
              <a:ahLst/>
              <a:cxnLst/>
              <a:rect l="l" t="t" r="r" b="b"/>
              <a:pathLst>
                <a:path w="4003" h="3727" extrusionOk="0">
                  <a:moveTo>
                    <a:pt x="2471" y="0"/>
                  </a:moveTo>
                  <a:cubicBezTo>
                    <a:pt x="1944" y="0"/>
                    <a:pt x="2033" y="1507"/>
                    <a:pt x="2033" y="1507"/>
                  </a:cubicBezTo>
                  <a:cubicBezTo>
                    <a:pt x="2033" y="1507"/>
                    <a:pt x="1519" y="1243"/>
                    <a:pt x="1049" y="1243"/>
                  </a:cubicBezTo>
                  <a:cubicBezTo>
                    <a:pt x="790" y="1243"/>
                    <a:pt x="545" y="1323"/>
                    <a:pt x="405" y="1569"/>
                  </a:cubicBezTo>
                  <a:cubicBezTo>
                    <a:pt x="1" y="2265"/>
                    <a:pt x="3209" y="3727"/>
                    <a:pt x="3209" y="3727"/>
                  </a:cubicBezTo>
                  <a:lnTo>
                    <a:pt x="4002" y="3045"/>
                  </a:lnTo>
                  <a:cubicBezTo>
                    <a:pt x="4002" y="3045"/>
                    <a:pt x="3466" y="540"/>
                    <a:pt x="2695" y="74"/>
                  </a:cubicBezTo>
                  <a:cubicBezTo>
                    <a:pt x="2610" y="23"/>
                    <a:pt x="2536" y="0"/>
                    <a:pt x="2471" y="0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331971" y="4518366"/>
              <a:ext cx="260438" cy="315476"/>
            </a:xfrm>
            <a:custGeom>
              <a:avLst/>
              <a:gdLst/>
              <a:ahLst/>
              <a:cxnLst/>
              <a:rect l="l" t="t" r="r" b="b"/>
              <a:pathLst>
                <a:path w="3213" h="3892" extrusionOk="0">
                  <a:moveTo>
                    <a:pt x="2272" y="0"/>
                  </a:moveTo>
                  <a:cubicBezTo>
                    <a:pt x="2272" y="0"/>
                    <a:pt x="171" y="1468"/>
                    <a:pt x="46" y="2358"/>
                  </a:cubicBezTo>
                  <a:cubicBezTo>
                    <a:pt x="0" y="2667"/>
                    <a:pt x="175" y="2767"/>
                    <a:pt x="423" y="2767"/>
                  </a:cubicBezTo>
                  <a:cubicBezTo>
                    <a:pt x="893" y="2767"/>
                    <a:pt x="1626" y="2407"/>
                    <a:pt x="1626" y="2407"/>
                  </a:cubicBezTo>
                  <a:lnTo>
                    <a:pt x="1626" y="2407"/>
                  </a:lnTo>
                  <a:cubicBezTo>
                    <a:pt x="1626" y="2407"/>
                    <a:pt x="1520" y="3793"/>
                    <a:pt x="2314" y="3890"/>
                  </a:cubicBezTo>
                  <a:cubicBezTo>
                    <a:pt x="2324" y="3891"/>
                    <a:pt x="2335" y="3891"/>
                    <a:pt x="2346" y="3891"/>
                  </a:cubicBezTo>
                  <a:cubicBezTo>
                    <a:pt x="3110" y="3891"/>
                    <a:pt x="3212" y="459"/>
                    <a:pt x="3212" y="459"/>
                  </a:cubicBezTo>
                  <a:lnTo>
                    <a:pt x="2272" y="0"/>
                  </a:ln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476661" y="4431957"/>
              <a:ext cx="172166" cy="172166"/>
            </a:xfrm>
            <a:custGeom>
              <a:avLst/>
              <a:gdLst/>
              <a:ahLst/>
              <a:cxnLst/>
              <a:rect l="l" t="t" r="r" b="b"/>
              <a:pathLst>
                <a:path w="2124" h="2124" extrusionOk="0">
                  <a:moveTo>
                    <a:pt x="1058" y="1"/>
                  </a:moveTo>
                  <a:cubicBezTo>
                    <a:pt x="474" y="1"/>
                    <a:pt x="1" y="482"/>
                    <a:pt x="1" y="1066"/>
                  </a:cubicBezTo>
                  <a:cubicBezTo>
                    <a:pt x="1" y="1651"/>
                    <a:pt x="474" y="2123"/>
                    <a:pt x="1058" y="2123"/>
                  </a:cubicBezTo>
                  <a:cubicBezTo>
                    <a:pt x="1643" y="2123"/>
                    <a:pt x="2124" y="1651"/>
                    <a:pt x="2124" y="1066"/>
                  </a:cubicBezTo>
                  <a:cubicBezTo>
                    <a:pt x="2124" y="482"/>
                    <a:pt x="1643" y="1"/>
                    <a:pt x="105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3"/>
          <p:cNvSpPr/>
          <p:nvPr/>
        </p:nvSpPr>
        <p:spPr>
          <a:xfrm>
            <a:off x="-47125" y="4840625"/>
            <a:ext cx="9223348" cy="379261"/>
          </a:xfrm>
          <a:custGeom>
            <a:avLst/>
            <a:gdLst/>
            <a:ahLst/>
            <a:cxnLst/>
            <a:rect l="l" t="t" r="r" b="b"/>
            <a:pathLst>
              <a:path w="112497" h="22095" extrusionOk="0">
                <a:moveTo>
                  <a:pt x="56127" y="0"/>
                </a:moveTo>
                <a:cubicBezTo>
                  <a:pt x="39493" y="0"/>
                  <a:pt x="20270" y="270"/>
                  <a:pt x="28" y="1079"/>
                </a:cubicBezTo>
                <a:cubicBezTo>
                  <a:pt x="0" y="1088"/>
                  <a:pt x="174" y="11183"/>
                  <a:pt x="180" y="13813"/>
                </a:cubicBezTo>
                <a:cubicBezTo>
                  <a:pt x="195" y="18247"/>
                  <a:pt x="222" y="22095"/>
                  <a:pt x="222" y="22095"/>
                </a:cubicBezTo>
                <a:lnTo>
                  <a:pt x="112497" y="22095"/>
                </a:lnTo>
                <a:lnTo>
                  <a:pt x="112308" y="1079"/>
                </a:lnTo>
                <a:cubicBezTo>
                  <a:pt x="112308" y="1079"/>
                  <a:pt x="89395" y="0"/>
                  <a:pt x="5612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-967226" y="1336251"/>
            <a:ext cx="2604027" cy="793668"/>
          </a:xfrm>
          <a:custGeom>
            <a:avLst/>
            <a:gdLst/>
            <a:ahLst/>
            <a:cxnLst/>
            <a:rect l="l" t="t" r="r" b="b"/>
            <a:pathLst>
              <a:path w="24293" h="7405" extrusionOk="0">
                <a:moveTo>
                  <a:pt x="15711" y="0"/>
                </a:moveTo>
                <a:cubicBezTo>
                  <a:pt x="13606" y="0"/>
                  <a:pt x="11570" y="1578"/>
                  <a:pt x="11114" y="3641"/>
                </a:cubicBezTo>
                <a:cubicBezTo>
                  <a:pt x="10395" y="2995"/>
                  <a:pt x="9427" y="2640"/>
                  <a:pt x="8461" y="2640"/>
                </a:cubicBezTo>
                <a:cubicBezTo>
                  <a:pt x="8126" y="2640"/>
                  <a:pt x="7791" y="2683"/>
                  <a:pt x="7467" y="2771"/>
                </a:cubicBezTo>
                <a:cubicBezTo>
                  <a:pt x="6215" y="3118"/>
                  <a:pt x="5164" y="4135"/>
                  <a:pt x="4775" y="5372"/>
                </a:cubicBezTo>
                <a:cubicBezTo>
                  <a:pt x="4409" y="5161"/>
                  <a:pt x="3991" y="5066"/>
                  <a:pt x="3555" y="5066"/>
                </a:cubicBezTo>
                <a:cubicBezTo>
                  <a:pt x="2120" y="5066"/>
                  <a:pt x="503" y="6101"/>
                  <a:pt x="0" y="7405"/>
                </a:cubicBezTo>
                <a:lnTo>
                  <a:pt x="24167" y="7405"/>
                </a:lnTo>
                <a:cubicBezTo>
                  <a:pt x="24167" y="7405"/>
                  <a:pt x="24292" y="7328"/>
                  <a:pt x="24167" y="7078"/>
                </a:cubicBezTo>
                <a:cubicBezTo>
                  <a:pt x="23431" y="5645"/>
                  <a:pt x="21919" y="4608"/>
                  <a:pt x="20306" y="4588"/>
                </a:cubicBezTo>
                <a:cubicBezTo>
                  <a:pt x="20278" y="2333"/>
                  <a:pt x="18379" y="252"/>
                  <a:pt x="16131" y="22"/>
                </a:cubicBezTo>
                <a:cubicBezTo>
                  <a:pt x="15991" y="7"/>
                  <a:pt x="15851" y="0"/>
                  <a:pt x="1571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3"/>
          <p:cNvSpPr/>
          <p:nvPr/>
        </p:nvSpPr>
        <p:spPr>
          <a:xfrm flipH="1">
            <a:off x="4334098" y="711325"/>
            <a:ext cx="1768773" cy="539103"/>
          </a:xfrm>
          <a:custGeom>
            <a:avLst/>
            <a:gdLst/>
            <a:ahLst/>
            <a:cxnLst/>
            <a:rect l="l" t="t" r="r" b="b"/>
            <a:pathLst>
              <a:path w="24293" h="7405" extrusionOk="0">
                <a:moveTo>
                  <a:pt x="15711" y="0"/>
                </a:moveTo>
                <a:cubicBezTo>
                  <a:pt x="13606" y="0"/>
                  <a:pt x="11570" y="1578"/>
                  <a:pt x="11114" y="3641"/>
                </a:cubicBezTo>
                <a:cubicBezTo>
                  <a:pt x="10395" y="2995"/>
                  <a:pt x="9427" y="2640"/>
                  <a:pt x="8461" y="2640"/>
                </a:cubicBezTo>
                <a:cubicBezTo>
                  <a:pt x="8126" y="2640"/>
                  <a:pt x="7791" y="2683"/>
                  <a:pt x="7467" y="2771"/>
                </a:cubicBezTo>
                <a:cubicBezTo>
                  <a:pt x="6215" y="3118"/>
                  <a:pt x="5164" y="4135"/>
                  <a:pt x="4775" y="5372"/>
                </a:cubicBezTo>
                <a:cubicBezTo>
                  <a:pt x="4409" y="5161"/>
                  <a:pt x="3991" y="5066"/>
                  <a:pt x="3555" y="5066"/>
                </a:cubicBezTo>
                <a:cubicBezTo>
                  <a:pt x="2120" y="5066"/>
                  <a:pt x="503" y="6101"/>
                  <a:pt x="0" y="7405"/>
                </a:cubicBezTo>
                <a:lnTo>
                  <a:pt x="24167" y="7405"/>
                </a:lnTo>
                <a:cubicBezTo>
                  <a:pt x="24167" y="7405"/>
                  <a:pt x="24292" y="7328"/>
                  <a:pt x="24167" y="7078"/>
                </a:cubicBezTo>
                <a:cubicBezTo>
                  <a:pt x="23431" y="5645"/>
                  <a:pt x="21919" y="4608"/>
                  <a:pt x="20306" y="4588"/>
                </a:cubicBezTo>
                <a:cubicBezTo>
                  <a:pt x="20278" y="2333"/>
                  <a:pt x="18379" y="252"/>
                  <a:pt x="16131" y="22"/>
                </a:cubicBezTo>
                <a:cubicBezTo>
                  <a:pt x="15991" y="7"/>
                  <a:pt x="15851" y="0"/>
                  <a:pt x="1571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7217523" y="-159600"/>
            <a:ext cx="1768773" cy="539103"/>
          </a:xfrm>
          <a:custGeom>
            <a:avLst/>
            <a:gdLst/>
            <a:ahLst/>
            <a:cxnLst/>
            <a:rect l="l" t="t" r="r" b="b"/>
            <a:pathLst>
              <a:path w="24293" h="7405" extrusionOk="0">
                <a:moveTo>
                  <a:pt x="15711" y="0"/>
                </a:moveTo>
                <a:cubicBezTo>
                  <a:pt x="13606" y="0"/>
                  <a:pt x="11570" y="1578"/>
                  <a:pt x="11114" y="3641"/>
                </a:cubicBezTo>
                <a:cubicBezTo>
                  <a:pt x="10395" y="2995"/>
                  <a:pt x="9427" y="2640"/>
                  <a:pt x="8461" y="2640"/>
                </a:cubicBezTo>
                <a:cubicBezTo>
                  <a:pt x="8126" y="2640"/>
                  <a:pt x="7791" y="2683"/>
                  <a:pt x="7467" y="2771"/>
                </a:cubicBezTo>
                <a:cubicBezTo>
                  <a:pt x="6215" y="3118"/>
                  <a:pt x="5164" y="4135"/>
                  <a:pt x="4775" y="5372"/>
                </a:cubicBezTo>
                <a:cubicBezTo>
                  <a:pt x="4409" y="5161"/>
                  <a:pt x="3991" y="5066"/>
                  <a:pt x="3555" y="5066"/>
                </a:cubicBezTo>
                <a:cubicBezTo>
                  <a:pt x="2120" y="5066"/>
                  <a:pt x="503" y="6101"/>
                  <a:pt x="0" y="7405"/>
                </a:cubicBezTo>
                <a:lnTo>
                  <a:pt x="24167" y="7405"/>
                </a:lnTo>
                <a:cubicBezTo>
                  <a:pt x="24167" y="7405"/>
                  <a:pt x="24292" y="7328"/>
                  <a:pt x="24167" y="7078"/>
                </a:cubicBezTo>
                <a:cubicBezTo>
                  <a:pt x="23431" y="5645"/>
                  <a:pt x="21919" y="4608"/>
                  <a:pt x="20306" y="4588"/>
                </a:cubicBezTo>
                <a:cubicBezTo>
                  <a:pt x="20278" y="2333"/>
                  <a:pt x="18379" y="252"/>
                  <a:pt x="16131" y="22"/>
                </a:cubicBezTo>
                <a:cubicBezTo>
                  <a:pt x="15991" y="7"/>
                  <a:pt x="15851" y="0"/>
                  <a:pt x="1571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3"/>
          <p:cNvGrpSpPr/>
          <p:nvPr/>
        </p:nvGrpSpPr>
        <p:grpSpPr>
          <a:xfrm>
            <a:off x="8166515" y="2570669"/>
            <a:ext cx="504920" cy="468167"/>
            <a:chOff x="247670" y="4242199"/>
            <a:chExt cx="638089" cy="591643"/>
          </a:xfrm>
        </p:grpSpPr>
        <p:sp>
          <p:nvSpPr>
            <p:cNvPr id="50" name="Google Shape;50;p3"/>
            <p:cNvSpPr/>
            <p:nvPr/>
          </p:nvSpPr>
          <p:spPr>
            <a:xfrm>
              <a:off x="535347" y="4508152"/>
              <a:ext cx="308019" cy="252899"/>
            </a:xfrm>
            <a:custGeom>
              <a:avLst/>
              <a:gdLst/>
              <a:ahLst/>
              <a:cxnLst/>
              <a:rect l="l" t="t" r="r" b="b"/>
              <a:pathLst>
                <a:path w="3800" h="3120" extrusionOk="0">
                  <a:moveTo>
                    <a:pt x="925" y="1"/>
                  </a:moveTo>
                  <a:lnTo>
                    <a:pt x="0" y="752"/>
                  </a:lnTo>
                  <a:cubicBezTo>
                    <a:pt x="31" y="789"/>
                    <a:pt x="1005" y="3119"/>
                    <a:pt x="1986" y="3119"/>
                  </a:cubicBezTo>
                  <a:cubicBezTo>
                    <a:pt x="2125" y="3119"/>
                    <a:pt x="2265" y="3072"/>
                    <a:pt x="2402" y="2965"/>
                  </a:cubicBezTo>
                  <a:cubicBezTo>
                    <a:pt x="3799" y="1865"/>
                    <a:pt x="925" y="1"/>
                    <a:pt x="925" y="1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515569" y="4242199"/>
              <a:ext cx="263518" cy="263194"/>
            </a:xfrm>
            <a:custGeom>
              <a:avLst/>
              <a:gdLst/>
              <a:ahLst/>
              <a:cxnLst/>
              <a:rect l="l" t="t" r="r" b="b"/>
              <a:pathLst>
                <a:path w="3251" h="3247" extrusionOk="0">
                  <a:moveTo>
                    <a:pt x="1544" y="0"/>
                  </a:moveTo>
                  <a:cubicBezTo>
                    <a:pt x="305" y="0"/>
                    <a:pt x="0" y="2752"/>
                    <a:pt x="0" y="2752"/>
                  </a:cubicBezTo>
                  <a:lnTo>
                    <a:pt x="1086" y="3247"/>
                  </a:lnTo>
                  <a:cubicBezTo>
                    <a:pt x="1107" y="3198"/>
                    <a:pt x="3250" y="700"/>
                    <a:pt x="1991" y="109"/>
                  </a:cubicBezTo>
                  <a:cubicBezTo>
                    <a:pt x="1830" y="34"/>
                    <a:pt x="1681" y="0"/>
                    <a:pt x="1544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247670" y="4464218"/>
              <a:ext cx="294482" cy="170950"/>
            </a:xfrm>
            <a:custGeom>
              <a:avLst/>
              <a:gdLst/>
              <a:ahLst/>
              <a:cxnLst/>
              <a:rect l="l" t="t" r="r" b="b"/>
              <a:pathLst>
                <a:path w="3633" h="2109" extrusionOk="0">
                  <a:moveTo>
                    <a:pt x="3340" y="119"/>
                  </a:moveTo>
                  <a:cubicBezTo>
                    <a:pt x="3292" y="132"/>
                    <a:pt x="0" y="0"/>
                    <a:pt x="321" y="1356"/>
                  </a:cubicBezTo>
                  <a:cubicBezTo>
                    <a:pt x="454" y="1918"/>
                    <a:pt x="846" y="2108"/>
                    <a:pt x="1317" y="2108"/>
                  </a:cubicBezTo>
                  <a:cubicBezTo>
                    <a:pt x="2303" y="2108"/>
                    <a:pt x="3633" y="1273"/>
                    <a:pt x="3633" y="1273"/>
                  </a:cubicBezTo>
                  <a:lnTo>
                    <a:pt x="3340" y="119"/>
                  </a:ln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542075" y="4336146"/>
              <a:ext cx="343684" cy="244794"/>
            </a:xfrm>
            <a:custGeom>
              <a:avLst/>
              <a:gdLst/>
              <a:ahLst/>
              <a:cxnLst/>
              <a:rect l="l" t="t" r="r" b="b"/>
              <a:pathLst>
                <a:path w="4240" h="3020" extrusionOk="0">
                  <a:moveTo>
                    <a:pt x="2928" y="1"/>
                  </a:moveTo>
                  <a:cubicBezTo>
                    <a:pt x="2084" y="1"/>
                    <a:pt x="1" y="1600"/>
                    <a:pt x="1" y="1600"/>
                  </a:cubicBezTo>
                  <a:lnTo>
                    <a:pt x="231" y="2624"/>
                  </a:lnTo>
                  <a:cubicBezTo>
                    <a:pt x="231" y="2624"/>
                    <a:pt x="1622" y="3020"/>
                    <a:pt x="2640" y="3020"/>
                  </a:cubicBezTo>
                  <a:cubicBezTo>
                    <a:pt x="2978" y="3020"/>
                    <a:pt x="3275" y="2976"/>
                    <a:pt x="3466" y="2859"/>
                  </a:cubicBezTo>
                  <a:cubicBezTo>
                    <a:pt x="4239" y="2400"/>
                    <a:pt x="2506" y="1600"/>
                    <a:pt x="2506" y="1600"/>
                  </a:cubicBezTo>
                  <a:cubicBezTo>
                    <a:pt x="2506" y="1600"/>
                    <a:pt x="3646" y="807"/>
                    <a:pt x="3222" y="132"/>
                  </a:cubicBezTo>
                  <a:cubicBezTo>
                    <a:pt x="3163" y="40"/>
                    <a:pt x="3061" y="1"/>
                    <a:pt x="2928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267935" y="4254601"/>
              <a:ext cx="324473" cy="302101"/>
            </a:xfrm>
            <a:custGeom>
              <a:avLst/>
              <a:gdLst/>
              <a:ahLst/>
              <a:cxnLst/>
              <a:rect l="l" t="t" r="r" b="b"/>
              <a:pathLst>
                <a:path w="4003" h="3727" extrusionOk="0">
                  <a:moveTo>
                    <a:pt x="2471" y="0"/>
                  </a:moveTo>
                  <a:cubicBezTo>
                    <a:pt x="1944" y="0"/>
                    <a:pt x="2033" y="1507"/>
                    <a:pt x="2033" y="1507"/>
                  </a:cubicBezTo>
                  <a:cubicBezTo>
                    <a:pt x="2033" y="1507"/>
                    <a:pt x="1519" y="1243"/>
                    <a:pt x="1049" y="1243"/>
                  </a:cubicBezTo>
                  <a:cubicBezTo>
                    <a:pt x="790" y="1243"/>
                    <a:pt x="545" y="1323"/>
                    <a:pt x="405" y="1569"/>
                  </a:cubicBezTo>
                  <a:cubicBezTo>
                    <a:pt x="1" y="2265"/>
                    <a:pt x="3209" y="3727"/>
                    <a:pt x="3209" y="3727"/>
                  </a:cubicBezTo>
                  <a:lnTo>
                    <a:pt x="4002" y="3045"/>
                  </a:lnTo>
                  <a:cubicBezTo>
                    <a:pt x="4002" y="3045"/>
                    <a:pt x="3466" y="540"/>
                    <a:pt x="2695" y="74"/>
                  </a:cubicBezTo>
                  <a:cubicBezTo>
                    <a:pt x="2610" y="23"/>
                    <a:pt x="2536" y="0"/>
                    <a:pt x="2471" y="0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331971" y="4518366"/>
              <a:ext cx="260438" cy="315476"/>
            </a:xfrm>
            <a:custGeom>
              <a:avLst/>
              <a:gdLst/>
              <a:ahLst/>
              <a:cxnLst/>
              <a:rect l="l" t="t" r="r" b="b"/>
              <a:pathLst>
                <a:path w="3213" h="3892" extrusionOk="0">
                  <a:moveTo>
                    <a:pt x="2272" y="0"/>
                  </a:moveTo>
                  <a:cubicBezTo>
                    <a:pt x="2272" y="0"/>
                    <a:pt x="171" y="1468"/>
                    <a:pt x="46" y="2358"/>
                  </a:cubicBezTo>
                  <a:cubicBezTo>
                    <a:pt x="0" y="2667"/>
                    <a:pt x="175" y="2767"/>
                    <a:pt x="423" y="2767"/>
                  </a:cubicBezTo>
                  <a:cubicBezTo>
                    <a:pt x="893" y="2767"/>
                    <a:pt x="1626" y="2407"/>
                    <a:pt x="1626" y="2407"/>
                  </a:cubicBezTo>
                  <a:lnTo>
                    <a:pt x="1626" y="2407"/>
                  </a:lnTo>
                  <a:cubicBezTo>
                    <a:pt x="1626" y="2407"/>
                    <a:pt x="1520" y="3793"/>
                    <a:pt x="2314" y="3890"/>
                  </a:cubicBezTo>
                  <a:cubicBezTo>
                    <a:pt x="2324" y="3891"/>
                    <a:pt x="2335" y="3891"/>
                    <a:pt x="2346" y="3891"/>
                  </a:cubicBezTo>
                  <a:cubicBezTo>
                    <a:pt x="3110" y="3891"/>
                    <a:pt x="3212" y="459"/>
                    <a:pt x="3212" y="459"/>
                  </a:cubicBezTo>
                  <a:lnTo>
                    <a:pt x="2272" y="0"/>
                  </a:ln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476661" y="4431957"/>
              <a:ext cx="172166" cy="172166"/>
            </a:xfrm>
            <a:custGeom>
              <a:avLst/>
              <a:gdLst/>
              <a:ahLst/>
              <a:cxnLst/>
              <a:rect l="l" t="t" r="r" b="b"/>
              <a:pathLst>
                <a:path w="2124" h="2124" extrusionOk="0">
                  <a:moveTo>
                    <a:pt x="1058" y="1"/>
                  </a:moveTo>
                  <a:cubicBezTo>
                    <a:pt x="474" y="1"/>
                    <a:pt x="1" y="482"/>
                    <a:pt x="1" y="1066"/>
                  </a:cubicBezTo>
                  <a:cubicBezTo>
                    <a:pt x="1" y="1651"/>
                    <a:pt x="474" y="2123"/>
                    <a:pt x="1058" y="2123"/>
                  </a:cubicBezTo>
                  <a:cubicBezTo>
                    <a:pt x="1643" y="2123"/>
                    <a:pt x="2124" y="1651"/>
                    <a:pt x="2124" y="1066"/>
                  </a:cubicBezTo>
                  <a:cubicBezTo>
                    <a:pt x="2124" y="482"/>
                    <a:pt x="1643" y="1"/>
                    <a:pt x="105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" name="Google Shape;57;p3"/>
          <p:cNvGrpSpPr/>
          <p:nvPr/>
        </p:nvGrpSpPr>
        <p:grpSpPr>
          <a:xfrm>
            <a:off x="4782926" y="4284556"/>
            <a:ext cx="409015" cy="379243"/>
            <a:chOff x="247670" y="4242199"/>
            <a:chExt cx="638089" cy="591643"/>
          </a:xfrm>
        </p:grpSpPr>
        <p:sp>
          <p:nvSpPr>
            <p:cNvPr id="58" name="Google Shape;58;p3"/>
            <p:cNvSpPr/>
            <p:nvPr/>
          </p:nvSpPr>
          <p:spPr>
            <a:xfrm>
              <a:off x="535347" y="4508152"/>
              <a:ext cx="308019" cy="252899"/>
            </a:xfrm>
            <a:custGeom>
              <a:avLst/>
              <a:gdLst/>
              <a:ahLst/>
              <a:cxnLst/>
              <a:rect l="l" t="t" r="r" b="b"/>
              <a:pathLst>
                <a:path w="3800" h="3120" extrusionOk="0">
                  <a:moveTo>
                    <a:pt x="925" y="1"/>
                  </a:moveTo>
                  <a:lnTo>
                    <a:pt x="0" y="752"/>
                  </a:lnTo>
                  <a:cubicBezTo>
                    <a:pt x="31" y="789"/>
                    <a:pt x="1005" y="3119"/>
                    <a:pt x="1986" y="3119"/>
                  </a:cubicBezTo>
                  <a:cubicBezTo>
                    <a:pt x="2125" y="3119"/>
                    <a:pt x="2265" y="3072"/>
                    <a:pt x="2402" y="2965"/>
                  </a:cubicBezTo>
                  <a:cubicBezTo>
                    <a:pt x="3799" y="1865"/>
                    <a:pt x="925" y="1"/>
                    <a:pt x="925" y="1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515569" y="4242199"/>
              <a:ext cx="263518" cy="263194"/>
            </a:xfrm>
            <a:custGeom>
              <a:avLst/>
              <a:gdLst/>
              <a:ahLst/>
              <a:cxnLst/>
              <a:rect l="l" t="t" r="r" b="b"/>
              <a:pathLst>
                <a:path w="3251" h="3247" extrusionOk="0">
                  <a:moveTo>
                    <a:pt x="1544" y="0"/>
                  </a:moveTo>
                  <a:cubicBezTo>
                    <a:pt x="305" y="0"/>
                    <a:pt x="0" y="2752"/>
                    <a:pt x="0" y="2752"/>
                  </a:cubicBezTo>
                  <a:lnTo>
                    <a:pt x="1086" y="3247"/>
                  </a:lnTo>
                  <a:cubicBezTo>
                    <a:pt x="1107" y="3198"/>
                    <a:pt x="3250" y="700"/>
                    <a:pt x="1991" y="109"/>
                  </a:cubicBezTo>
                  <a:cubicBezTo>
                    <a:pt x="1830" y="34"/>
                    <a:pt x="1681" y="0"/>
                    <a:pt x="1544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247670" y="4464218"/>
              <a:ext cx="294482" cy="170950"/>
            </a:xfrm>
            <a:custGeom>
              <a:avLst/>
              <a:gdLst/>
              <a:ahLst/>
              <a:cxnLst/>
              <a:rect l="l" t="t" r="r" b="b"/>
              <a:pathLst>
                <a:path w="3633" h="2109" extrusionOk="0">
                  <a:moveTo>
                    <a:pt x="3340" y="119"/>
                  </a:moveTo>
                  <a:cubicBezTo>
                    <a:pt x="3292" y="132"/>
                    <a:pt x="0" y="0"/>
                    <a:pt x="321" y="1356"/>
                  </a:cubicBezTo>
                  <a:cubicBezTo>
                    <a:pt x="454" y="1918"/>
                    <a:pt x="846" y="2108"/>
                    <a:pt x="1317" y="2108"/>
                  </a:cubicBezTo>
                  <a:cubicBezTo>
                    <a:pt x="2303" y="2108"/>
                    <a:pt x="3633" y="1273"/>
                    <a:pt x="3633" y="1273"/>
                  </a:cubicBezTo>
                  <a:lnTo>
                    <a:pt x="3340" y="119"/>
                  </a:ln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542075" y="4336146"/>
              <a:ext cx="343684" cy="244794"/>
            </a:xfrm>
            <a:custGeom>
              <a:avLst/>
              <a:gdLst/>
              <a:ahLst/>
              <a:cxnLst/>
              <a:rect l="l" t="t" r="r" b="b"/>
              <a:pathLst>
                <a:path w="4240" h="3020" extrusionOk="0">
                  <a:moveTo>
                    <a:pt x="2928" y="1"/>
                  </a:moveTo>
                  <a:cubicBezTo>
                    <a:pt x="2084" y="1"/>
                    <a:pt x="1" y="1600"/>
                    <a:pt x="1" y="1600"/>
                  </a:cubicBezTo>
                  <a:lnTo>
                    <a:pt x="231" y="2624"/>
                  </a:lnTo>
                  <a:cubicBezTo>
                    <a:pt x="231" y="2624"/>
                    <a:pt x="1622" y="3020"/>
                    <a:pt x="2640" y="3020"/>
                  </a:cubicBezTo>
                  <a:cubicBezTo>
                    <a:pt x="2978" y="3020"/>
                    <a:pt x="3275" y="2976"/>
                    <a:pt x="3466" y="2859"/>
                  </a:cubicBezTo>
                  <a:cubicBezTo>
                    <a:pt x="4239" y="2400"/>
                    <a:pt x="2506" y="1600"/>
                    <a:pt x="2506" y="1600"/>
                  </a:cubicBezTo>
                  <a:cubicBezTo>
                    <a:pt x="2506" y="1600"/>
                    <a:pt x="3646" y="807"/>
                    <a:pt x="3222" y="132"/>
                  </a:cubicBezTo>
                  <a:cubicBezTo>
                    <a:pt x="3163" y="40"/>
                    <a:pt x="3061" y="1"/>
                    <a:pt x="2928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267935" y="4254601"/>
              <a:ext cx="324473" cy="302101"/>
            </a:xfrm>
            <a:custGeom>
              <a:avLst/>
              <a:gdLst/>
              <a:ahLst/>
              <a:cxnLst/>
              <a:rect l="l" t="t" r="r" b="b"/>
              <a:pathLst>
                <a:path w="4003" h="3727" extrusionOk="0">
                  <a:moveTo>
                    <a:pt x="2471" y="0"/>
                  </a:moveTo>
                  <a:cubicBezTo>
                    <a:pt x="1944" y="0"/>
                    <a:pt x="2033" y="1507"/>
                    <a:pt x="2033" y="1507"/>
                  </a:cubicBezTo>
                  <a:cubicBezTo>
                    <a:pt x="2033" y="1507"/>
                    <a:pt x="1519" y="1243"/>
                    <a:pt x="1049" y="1243"/>
                  </a:cubicBezTo>
                  <a:cubicBezTo>
                    <a:pt x="790" y="1243"/>
                    <a:pt x="545" y="1323"/>
                    <a:pt x="405" y="1569"/>
                  </a:cubicBezTo>
                  <a:cubicBezTo>
                    <a:pt x="1" y="2265"/>
                    <a:pt x="3209" y="3727"/>
                    <a:pt x="3209" y="3727"/>
                  </a:cubicBezTo>
                  <a:lnTo>
                    <a:pt x="4002" y="3045"/>
                  </a:lnTo>
                  <a:cubicBezTo>
                    <a:pt x="4002" y="3045"/>
                    <a:pt x="3466" y="540"/>
                    <a:pt x="2695" y="74"/>
                  </a:cubicBezTo>
                  <a:cubicBezTo>
                    <a:pt x="2610" y="23"/>
                    <a:pt x="2536" y="0"/>
                    <a:pt x="2471" y="0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331971" y="4518366"/>
              <a:ext cx="260438" cy="315476"/>
            </a:xfrm>
            <a:custGeom>
              <a:avLst/>
              <a:gdLst/>
              <a:ahLst/>
              <a:cxnLst/>
              <a:rect l="l" t="t" r="r" b="b"/>
              <a:pathLst>
                <a:path w="3213" h="3892" extrusionOk="0">
                  <a:moveTo>
                    <a:pt x="2272" y="0"/>
                  </a:moveTo>
                  <a:cubicBezTo>
                    <a:pt x="2272" y="0"/>
                    <a:pt x="171" y="1468"/>
                    <a:pt x="46" y="2358"/>
                  </a:cubicBezTo>
                  <a:cubicBezTo>
                    <a:pt x="0" y="2667"/>
                    <a:pt x="175" y="2767"/>
                    <a:pt x="423" y="2767"/>
                  </a:cubicBezTo>
                  <a:cubicBezTo>
                    <a:pt x="893" y="2767"/>
                    <a:pt x="1626" y="2407"/>
                    <a:pt x="1626" y="2407"/>
                  </a:cubicBezTo>
                  <a:lnTo>
                    <a:pt x="1626" y="2407"/>
                  </a:lnTo>
                  <a:cubicBezTo>
                    <a:pt x="1626" y="2407"/>
                    <a:pt x="1520" y="3793"/>
                    <a:pt x="2314" y="3890"/>
                  </a:cubicBezTo>
                  <a:cubicBezTo>
                    <a:pt x="2324" y="3891"/>
                    <a:pt x="2335" y="3891"/>
                    <a:pt x="2346" y="3891"/>
                  </a:cubicBezTo>
                  <a:cubicBezTo>
                    <a:pt x="3110" y="3891"/>
                    <a:pt x="3212" y="459"/>
                    <a:pt x="3212" y="459"/>
                  </a:cubicBezTo>
                  <a:lnTo>
                    <a:pt x="2272" y="0"/>
                  </a:ln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476661" y="4431957"/>
              <a:ext cx="172166" cy="172166"/>
            </a:xfrm>
            <a:custGeom>
              <a:avLst/>
              <a:gdLst/>
              <a:ahLst/>
              <a:cxnLst/>
              <a:rect l="l" t="t" r="r" b="b"/>
              <a:pathLst>
                <a:path w="2124" h="2124" extrusionOk="0">
                  <a:moveTo>
                    <a:pt x="1058" y="1"/>
                  </a:moveTo>
                  <a:cubicBezTo>
                    <a:pt x="474" y="1"/>
                    <a:pt x="1" y="482"/>
                    <a:pt x="1" y="1066"/>
                  </a:cubicBezTo>
                  <a:cubicBezTo>
                    <a:pt x="1" y="1651"/>
                    <a:pt x="474" y="2123"/>
                    <a:pt x="1058" y="2123"/>
                  </a:cubicBezTo>
                  <a:cubicBezTo>
                    <a:pt x="1643" y="2123"/>
                    <a:pt x="2124" y="1651"/>
                    <a:pt x="2124" y="1066"/>
                  </a:cubicBezTo>
                  <a:cubicBezTo>
                    <a:pt x="2124" y="482"/>
                    <a:pt x="1643" y="1"/>
                    <a:pt x="105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" name="Google Shape;65;p3"/>
          <p:cNvSpPr txBox="1">
            <a:spLocks noGrp="1"/>
          </p:cNvSpPr>
          <p:nvPr>
            <p:ph type="title"/>
          </p:nvPr>
        </p:nvSpPr>
        <p:spPr>
          <a:xfrm>
            <a:off x="1224900" y="1529375"/>
            <a:ext cx="3685200" cy="19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6" name="Google Shape;66;p3"/>
          <p:cNvSpPr txBox="1">
            <a:spLocks noGrp="1"/>
          </p:cNvSpPr>
          <p:nvPr>
            <p:ph type="title" idx="2" hasCustomPrompt="1"/>
          </p:nvPr>
        </p:nvSpPr>
        <p:spPr>
          <a:xfrm>
            <a:off x="2570250" y="511425"/>
            <a:ext cx="994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67" name="Google Shape;67;p3"/>
          <p:cNvSpPr txBox="1">
            <a:spLocks noGrp="1"/>
          </p:cNvSpPr>
          <p:nvPr>
            <p:ph type="subTitle" idx="1"/>
          </p:nvPr>
        </p:nvSpPr>
        <p:spPr>
          <a:xfrm>
            <a:off x="1800900" y="3750038"/>
            <a:ext cx="2533200" cy="71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"/>
          <p:cNvSpPr/>
          <p:nvPr/>
        </p:nvSpPr>
        <p:spPr>
          <a:xfrm flipH="1">
            <a:off x="-342502" y="994526"/>
            <a:ext cx="1879003" cy="572703"/>
          </a:xfrm>
          <a:custGeom>
            <a:avLst/>
            <a:gdLst/>
            <a:ahLst/>
            <a:cxnLst/>
            <a:rect l="l" t="t" r="r" b="b"/>
            <a:pathLst>
              <a:path w="24293" h="7405" extrusionOk="0">
                <a:moveTo>
                  <a:pt x="15711" y="0"/>
                </a:moveTo>
                <a:cubicBezTo>
                  <a:pt x="13606" y="0"/>
                  <a:pt x="11570" y="1578"/>
                  <a:pt x="11114" y="3641"/>
                </a:cubicBezTo>
                <a:cubicBezTo>
                  <a:pt x="10395" y="2995"/>
                  <a:pt x="9427" y="2640"/>
                  <a:pt x="8461" y="2640"/>
                </a:cubicBezTo>
                <a:cubicBezTo>
                  <a:pt x="8126" y="2640"/>
                  <a:pt x="7791" y="2683"/>
                  <a:pt x="7467" y="2771"/>
                </a:cubicBezTo>
                <a:cubicBezTo>
                  <a:pt x="6215" y="3118"/>
                  <a:pt x="5164" y="4135"/>
                  <a:pt x="4775" y="5372"/>
                </a:cubicBezTo>
                <a:cubicBezTo>
                  <a:pt x="4409" y="5161"/>
                  <a:pt x="3991" y="5066"/>
                  <a:pt x="3555" y="5066"/>
                </a:cubicBezTo>
                <a:cubicBezTo>
                  <a:pt x="2120" y="5066"/>
                  <a:pt x="503" y="6101"/>
                  <a:pt x="0" y="7405"/>
                </a:cubicBezTo>
                <a:lnTo>
                  <a:pt x="24167" y="7405"/>
                </a:lnTo>
                <a:cubicBezTo>
                  <a:pt x="24167" y="7405"/>
                  <a:pt x="24292" y="7328"/>
                  <a:pt x="24167" y="7078"/>
                </a:cubicBezTo>
                <a:cubicBezTo>
                  <a:pt x="23431" y="5645"/>
                  <a:pt x="21919" y="4608"/>
                  <a:pt x="20306" y="4588"/>
                </a:cubicBezTo>
                <a:cubicBezTo>
                  <a:pt x="20278" y="2333"/>
                  <a:pt x="18379" y="252"/>
                  <a:pt x="16131" y="22"/>
                </a:cubicBezTo>
                <a:cubicBezTo>
                  <a:pt x="15991" y="7"/>
                  <a:pt x="15851" y="0"/>
                  <a:pt x="1571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7636175" y="692899"/>
            <a:ext cx="2659537" cy="810681"/>
          </a:xfrm>
          <a:custGeom>
            <a:avLst/>
            <a:gdLst/>
            <a:ahLst/>
            <a:cxnLst/>
            <a:rect l="l" t="t" r="r" b="b"/>
            <a:pathLst>
              <a:path w="24293" h="7405" extrusionOk="0">
                <a:moveTo>
                  <a:pt x="15711" y="0"/>
                </a:moveTo>
                <a:cubicBezTo>
                  <a:pt x="13606" y="0"/>
                  <a:pt x="11570" y="1578"/>
                  <a:pt x="11114" y="3641"/>
                </a:cubicBezTo>
                <a:cubicBezTo>
                  <a:pt x="10395" y="2995"/>
                  <a:pt x="9427" y="2640"/>
                  <a:pt x="8461" y="2640"/>
                </a:cubicBezTo>
                <a:cubicBezTo>
                  <a:pt x="8126" y="2640"/>
                  <a:pt x="7791" y="2683"/>
                  <a:pt x="7467" y="2771"/>
                </a:cubicBezTo>
                <a:cubicBezTo>
                  <a:pt x="6215" y="3118"/>
                  <a:pt x="5164" y="4135"/>
                  <a:pt x="4775" y="5372"/>
                </a:cubicBezTo>
                <a:cubicBezTo>
                  <a:pt x="4409" y="5161"/>
                  <a:pt x="3991" y="5066"/>
                  <a:pt x="3555" y="5066"/>
                </a:cubicBezTo>
                <a:cubicBezTo>
                  <a:pt x="2120" y="5066"/>
                  <a:pt x="503" y="6101"/>
                  <a:pt x="0" y="7405"/>
                </a:cubicBezTo>
                <a:lnTo>
                  <a:pt x="24167" y="7405"/>
                </a:lnTo>
                <a:cubicBezTo>
                  <a:pt x="24167" y="7405"/>
                  <a:pt x="24292" y="7328"/>
                  <a:pt x="24167" y="7078"/>
                </a:cubicBezTo>
                <a:cubicBezTo>
                  <a:pt x="23431" y="5645"/>
                  <a:pt x="21919" y="4608"/>
                  <a:pt x="20306" y="4588"/>
                </a:cubicBezTo>
                <a:cubicBezTo>
                  <a:pt x="20278" y="2333"/>
                  <a:pt x="18379" y="252"/>
                  <a:pt x="16131" y="22"/>
                </a:cubicBezTo>
                <a:cubicBezTo>
                  <a:pt x="15991" y="7"/>
                  <a:pt x="15851" y="0"/>
                  <a:pt x="1571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-691350" y="2875901"/>
            <a:ext cx="2412352" cy="1820748"/>
          </a:xfrm>
          <a:custGeom>
            <a:avLst/>
            <a:gdLst/>
            <a:ahLst/>
            <a:cxnLst/>
            <a:rect l="l" t="t" r="r" b="b"/>
            <a:pathLst>
              <a:path w="29761" h="25212" extrusionOk="0">
                <a:moveTo>
                  <a:pt x="18503" y="1"/>
                </a:moveTo>
                <a:cubicBezTo>
                  <a:pt x="16171" y="1"/>
                  <a:pt x="14126" y="1267"/>
                  <a:pt x="13034" y="3145"/>
                </a:cubicBezTo>
                <a:cubicBezTo>
                  <a:pt x="11975" y="2352"/>
                  <a:pt x="10660" y="1879"/>
                  <a:pt x="9234" y="1879"/>
                </a:cubicBezTo>
                <a:cubicBezTo>
                  <a:pt x="5741" y="1879"/>
                  <a:pt x="2902" y="4718"/>
                  <a:pt x="2902" y="8212"/>
                </a:cubicBezTo>
                <a:cubicBezTo>
                  <a:pt x="2902" y="9333"/>
                  <a:pt x="3194" y="10383"/>
                  <a:pt x="3708" y="11295"/>
                </a:cubicBezTo>
                <a:cubicBezTo>
                  <a:pt x="1517" y="12289"/>
                  <a:pt x="1" y="14495"/>
                  <a:pt x="1" y="17057"/>
                </a:cubicBezTo>
                <a:cubicBezTo>
                  <a:pt x="1" y="20549"/>
                  <a:pt x="2831" y="23381"/>
                  <a:pt x="6325" y="23381"/>
                </a:cubicBezTo>
                <a:cubicBezTo>
                  <a:pt x="8977" y="23381"/>
                  <a:pt x="11245" y="21753"/>
                  <a:pt x="12192" y="19443"/>
                </a:cubicBezTo>
                <a:lnTo>
                  <a:pt x="15565" y="23994"/>
                </a:lnTo>
                <a:cubicBezTo>
                  <a:pt x="15677" y="23207"/>
                  <a:pt x="15767" y="22392"/>
                  <a:pt x="15754" y="21592"/>
                </a:cubicBezTo>
                <a:lnTo>
                  <a:pt x="15754" y="21592"/>
                </a:lnTo>
                <a:cubicBezTo>
                  <a:pt x="16512" y="22386"/>
                  <a:pt x="17431" y="23034"/>
                  <a:pt x="18461" y="23471"/>
                </a:cubicBezTo>
                <a:lnTo>
                  <a:pt x="19540" y="25211"/>
                </a:lnTo>
                <a:cubicBezTo>
                  <a:pt x="19456" y="24724"/>
                  <a:pt x="19365" y="24244"/>
                  <a:pt x="19254" y="23763"/>
                </a:cubicBezTo>
                <a:lnTo>
                  <a:pt x="19254" y="23763"/>
                </a:lnTo>
                <a:cubicBezTo>
                  <a:pt x="20013" y="23994"/>
                  <a:pt x="20812" y="24119"/>
                  <a:pt x="21641" y="24119"/>
                </a:cubicBezTo>
                <a:cubicBezTo>
                  <a:pt x="26128" y="24119"/>
                  <a:pt x="29760" y="20487"/>
                  <a:pt x="29760" y="15998"/>
                </a:cubicBezTo>
                <a:cubicBezTo>
                  <a:pt x="29760" y="12519"/>
                  <a:pt x="27569" y="9548"/>
                  <a:pt x="24486" y="8393"/>
                </a:cubicBezTo>
                <a:cubicBezTo>
                  <a:pt x="24709" y="7746"/>
                  <a:pt x="24834" y="7050"/>
                  <a:pt x="24834" y="6327"/>
                </a:cubicBezTo>
                <a:cubicBezTo>
                  <a:pt x="24834" y="2833"/>
                  <a:pt x="22003" y="1"/>
                  <a:pt x="1850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7978883" y="2972169"/>
            <a:ext cx="1559060" cy="1447444"/>
          </a:xfrm>
          <a:custGeom>
            <a:avLst/>
            <a:gdLst/>
            <a:ahLst/>
            <a:cxnLst/>
            <a:rect l="l" t="t" r="r" b="b"/>
            <a:pathLst>
              <a:path w="19234" h="17857" extrusionOk="0">
                <a:moveTo>
                  <a:pt x="8771" y="1"/>
                </a:moveTo>
                <a:cubicBezTo>
                  <a:pt x="6677" y="1"/>
                  <a:pt x="4821" y="1495"/>
                  <a:pt x="4426" y="3631"/>
                </a:cubicBezTo>
                <a:cubicBezTo>
                  <a:pt x="4230" y="4703"/>
                  <a:pt x="4439" y="5754"/>
                  <a:pt x="4940" y="6624"/>
                </a:cubicBezTo>
                <a:cubicBezTo>
                  <a:pt x="2769" y="7103"/>
                  <a:pt x="989" y="8828"/>
                  <a:pt x="565" y="11153"/>
                </a:cubicBezTo>
                <a:cubicBezTo>
                  <a:pt x="0" y="14236"/>
                  <a:pt x="2046" y="17200"/>
                  <a:pt x="5129" y="17763"/>
                </a:cubicBezTo>
                <a:cubicBezTo>
                  <a:pt x="5474" y="17826"/>
                  <a:pt x="5818" y="17856"/>
                  <a:pt x="6157" y="17856"/>
                </a:cubicBezTo>
                <a:cubicBezTo>
                  <a:pt x="7998" y="17856"/>
                  <a:pt x="9700" y="16962"/>
                  <a:pt x="10752" y="15517"/>
                </a:cubicBezTo>
                <a:cubicBezTo>
                  <a:pt x="11378" y="16580"/>
                  <a:pt x="12448" y="17380"/>
                  <a:pt x="13764" y="17624"/>
                </a:cubicBezTo>
                <a:cubicBezTo>
                  <a:pt x="14032" y="17673"/>
                  <a:pt x="14299" y="17697"/>
                  <a:pt x="14563" y="17697"/>
                </a:cubicBezTo>
                <a:cubicBezTo>
                  <a:pt x="16657" y="17697"/>
                  <a:pt x="18524" y="16200"/>
                  <a:pt x="18913" y="14062"/>
                </a:cubicBezTo>
                <a:cubicBezTo>
                  <a:pt x="19234" y="12302"/>
                  <a:pt x="18467" y="10597"/>
                  <a:pt x="17089" y="9636"/>
                </a:cubicBezTo>
                <a:cubicBezTo>
                  <a:pt x="17557" y="9072"/>
                  <a:pt x="17891" y="8384"/>
                  <a:pt x="18029" y="7611"/>
                </a:cubicBezTo>
                <a:cubicBezTo>
                  <a:pt x="18467" y="5211"/>
                  <a:pt x="16874" y="2900"/>
                  <a:pt x="14474" y="2462"/>
                </a:cubicBezTo>
                <a:cubicBezTo>
                  <a:pt x="14205" y="2414"/>
                  <a:pt x="13937" y="2391"/>
                  <a:pt x="13672" y="2391"/>
                </a:cubicBezTo>
                <a:cubicBezTo>
                  <a:pt x="13361" y="2391"/>
                  <a:pt x="13056" y="2423"/>
                  <a:pt x="12762" y="2482"/>
                </a:cubicBezTo>
                <a:cubicBezTo>
                  <a:pt x="12163" y="1265"/>
                  <a:pt x="11015" y="333"/>
                  <a:pt x="9583" y="76"/>
                </a:cubicBezTo>
                <a:cubicBezTo>
                  <a:pt x="9310" y="25"/>
                  <a:pt x="9039" y="1"/>
                  <a:pt x="877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3" name="Google Shape;73;p4"/>
          <p:cNvGrpSpPr/>
          <p:nvPr/>
        </p:nvGrpSpPr>
        <p:grpSpPr>
          <a:xfrm>
            <a:off x="-39600" y="3553125"/>
            <a:ext cx="9223200" cy="1348949"/>
            <a:chOff x="-39600" y="3553125"/>
            <a:chExt cx="9223200" cy="1348949"/>
          </a:xfrm>
        </p:grpSpPr>
        <p:sp>
          <p:nvSpPr>
            <p:cNvPr id="74" name="Google Shape;74;p4"/>
            <p:cNvSpPr/>
            <p:nvPr/>
          </p:nvSpPr>
          <p:spPr>
            <a:xfrm>
              <a:off x="5166699" y="3680208"/>
              <a:ext cx="4016901" cy="1221829"/>
            </a:xfrm>
            <a:custGeom>
              <a:avLst/>
              <a:gdLst/>
              <a:ahLst/>
              <a:cxnLst/>
              <a:rect l="l" t="t" r="r" b="b"/>
              <a:pathLst>
                <a:path w="43957" h="19958" extrusionOk="0">
                  <a:moveTo>
                    <a:pt x="36650" y="1"/>
                  </a:moveTo>
                  <a:cubicBezTo>
                    <a:pt x="36345" y="1"/>
                    <a:pt x="36644" y="864"/>
                    <a:pt x="36797" y="1253"/>
                  </a:cubicBezTo>
                  <a:cubicBezTo>
                    <a:pt x="31878" y="1963"/>
                    <a:pt x="27549" y="2993"/>
                    <a:pt x="23771" y="4211"/>
                  </a:cubicBezTo>
                  <a:cubicBezTo>
                    <a:pt x="23806" y="3897"/>
                    <a:pt x="23820" y="3424"/>
                    <a:pt x="23589" y="3369"/>
                  </a:cubicBezTo>
                  <a:cubicBezTo>
                    <a:pt x="23577" y="3366"/>
                    <a:pt x="23565" y="3364"/>
                    <a:pt x="23554" y="3364"/>
                  </a:cubicBezTo>
                  <a:cubicBezTo>
                    <a:pt x="23318" y="3364"/>
                    <a:pt x="23312" y="4037"/>
                    <a:pt x="23319" y="4356"/>
                  </a:cubicBezTo>
                  <a:cubicBezTo>
                    <a:pt x="23297" y="4363"/>
                    <a:pt x="23277" y="4371"/>
                    <a:pt x="23264" y="4371"/>
                  </a:cubicBezTo>
                  <a:cubicBezTo>
                    <a:pt x="23130" y="4111"/>
                    <a:pt x="22833" y="3566"/>
                    <a:pt x="22581" y="3566"/>
                  </a:cubicBezTo>
                  <a:cubicBezTo>
                    <a:pt x="22569" y="3566"/>
                    <a:pt x="22557" y="3567"/>
                    <a:pt x="22546" y="3570"/>
                  </a:cubicBezTo>
                  <a:cubicBezTo>
                    <a:pt x="22310" y="3626"/>
                    <a:pt x="22629" y="4183"/>
                    <a:pt x="22838" y="4517"/>
                  </a:cubicBezTo>
                  <a:cubicBezTo>
                    <a:pt x="5630" y="10327"/>
                    <a:pt x="1" y="19957"/>
                    <a:pt x="1" y="19957"/>
                  </a:cubicBezTo>
                  <a:lnTo>
                    <a:pt x="43888" y="19957"/>
                  </a:lnTo>
                  <a:lnTo>
                    <a:pt x="43957" y="488"/>
                  </a:lnTo>
                  <a:lnTo>
                    <a:pt x="43957" y="488"/>
                  </a:lnTo>
                  <a:cubicBezTo>
                    <a:pt x="41821" y="640"/>
                    <a:pt x="39782" y="849"/>
                    <a:pt x="37835" y="1106"/>
                  </a:cubicBezTo>
                  <a:cubicBezTo>
                    <a:pt x="37951" y="781"/>
                    <a:pt x="38140" y="168"/>
                    <a:pt x="37876" y="36"/>
                  </a:cubicBezTo>
                  <a:cubicBezTo>
                    <a:pt x="37853" y="24"/>
                    <a:pt x="37830" y="19"/>
                    <a:pt x="37808" y="19"/>
                  </a:cubicBezTo>
                  <a:cubicBezTo>
                    <a:pt x="37527" y="19"/>
                    <a:pt x="37350" y="912"/>
                    <a:pt x="37305" y="1177"/>
                  </a:cubicBezTo>
                  <a:cubicBezTo>
                    <a:pt x="37298" y="1177"/>
                    <a:pt x="37292" y="1183"/>
                    <a:pt x="37277" y="1183"/>
                  </a:cubicBezTo>
                  <a:cubicBezTo>
                    <a:pt x="37222" y="919"/>
                    <a:pt x="36991" y="1"/>
                    <a:pt x="366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5" name="Google Shape;75;p4"/>
            <p:cNvGrpSpPr/>
            <p:nvPr/>
          </p:nvGrpSpPr>
          <p:grpSpPr>
            <a:xfrm>
              <a:off x="461313" y="3784037"/>
              <a:ext cx="7860383" cy="1093152"/>
              <a:chOff x="-72870" y="2823347"/>
              <a:chExt cx="6972133" cy="1552332"/>
            </a:xfrm>
          </p:grpSpPr>
          <p:sp>
            <p:nvSpPr>
              <p:cNvPr id="76" name="Google Shape;76;p4"/>
              <p:cNvSpPr/>
              <p:nvPr/>
            </p:nvSpPr>
            <p:spPr>
              <a:xfrm>
                <a:off x="3480663" y="2823347"/>
                <a:ext cx="3418600" cy="1552332"/>
              </a:xfrm>
              <a:custGeom>
                <a:avLst/>
                <a:gdLst/>
                <a:ahLst/>
                <a:cxnLst/>
                <a:rect l="l" t="t" r="r" b="b"/>
                <a:pathLst>
                  <a:path w="42175" h="19151" extrusionOk="0">
                    <a:moveTo>
                      <a:pt x="7007" y="1"/>
                    </a:moveTo>
                    <a:cubicBezTo>
                      <a:pt x="6680" y="1"/>
                      <a:pt x="6458" y="884"/>
                      <a:pt x="6403" y="1135"/>
                    </a:cubicBezTo>
                    <a:cubicBezTo>
                      <a:pt x="6395" y="1135"/>
                      <a:pt x="6388" y="1128"/>
                      <a:pt x="6381" y="1128"/>
                    </a:cubicBezTo>
                    <a:cubicBezTo>
                      <a:pt x="6336" y="875"/>
                      <a:pt x="6164" y="14"/>
                      <a:pt x="5899" y="14"/>
                    </a:cubicBezTo>
                    <a:cubicBezTo>
                      <a:pt x="5880" y="14"/>
                      <a:pt x="5859" y="19"/>
                      <a:pt x="5838" y="29"/>
                    </a:cubicBezTo>
                    <a:cubicBezTo>
                      <a:pt x="5581" y="161"/>
                      <a:pt x="5755" y="746"/>
                      <a:pt x="5874" y="1058"/>
                    </a:cubicBezTo>
                    <a:cubicBezTo>
                      <a:pt x="4001" y="814"/>
                      <a:pt x="2046" y="614"/>
                      <a:pt x="0" y="467"/>
                    </a:cubicBezTo>
                    <a:lnTo>
                      <a:pt x="0" y="467"/>
                    </a:lnTo>
                    <a:lnTo>
                      <a:pt x="70" y="19151"/>
                    </a:lnTo>
                    <a:lnTo>
                      <a:pt x="42174" y="19151"/>
                    </a:lnTo>
                    <a:cubicBezTo>
                      <a:pt x="42174" y="19151"/>
                      <a:pt x="36177" y="8887"/>
                      <a:pt x="17508" y="3466"/>
                    </a:cubicBezTo>
                    <a:cubicBezTo>
                      <a:pt x="17709" y="3145"/>
                      <a:pt x="17959" y="2673"/>
                      <a:pt x="17751" y="2631"/>
                    </a:cubicBezTo>
                    <a:cubicBezTo>
                      <a:pt x="17738" y="2628"/>
                      <a:pt x="17726" y="2627"/>
                      <a:pt x="17713" y="2627"/>
                    </a:cubicBezTo>
                    <a:cubicBezTo>
                      <a:pt x="17486" y="2627"/>
                      <a:pt x="17222" y="3083"/>
                      <a:pt x="17091" y="3348"/>
                    </a:cubicBezTo>
                    <a:cubicBezTo>
                      <a:pt x="17063" y="3341"/>
                      <a:pt x="17034" y="3334"/>
                      <a:pt x="17007" y="3327"/>
                    </a:cubicBezTo>
                    <a:cubicBezTo>
                      <a:pt x="17014" y="3000"/>
                      <a:pt x="16994" y="2426"/>
                      <a:pt x="16779" y="2426"/>
                    </a:cubicBezTo>
                    <a:cubicBezTo>
                      <a:pt x="16769" y="2426"/>
                      <a:pt x="16759" y="2427"/>
                      <a:pt x="16749" y="2429"/>
                    </a:cubicBezTo>
                    <a:cubicBezTo>
                      <a:pt x="16540" y="2484"/>
                      <a:pt x="16540" y="2902"/>
                      <a:pt x="16575" y="3202"/>
                    </a:cubicBezTo>
                    <a:cubicBezTo>
                      <a:pt x="13646" y="2394"/>
                      <a:pt x="10424" y="1713"/>
                      <a:pt x="6869" y="1198"/>
                    </a:cubicBezTo>
                    <a:cubicBezTo>
                      <a:pt x="7014" y="829"/>
                      <a:pt x="7300" y="1"/>
                      <a:pt x="700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4"/>
              <p:cNvSpPr/>
              <p:nvPr/>
            </p:nvSpPr>
            <p:spPr>
              <a:xfrm>
                <a:off x="-72870" y="2825660"/>
                <a:ext cx="3654998" cy="1447504"/>
              </a:xfrm>
              <a:custGeom>
                <a:avLst/>
                <a:gdLst/>
                <a:ahLst/>
                <a:cxnLst/>
                <a:rect l="l" t="t" r="r" b="b"/>
                <a:pathLst>
                  <a:path w="43958" h="19958" extrusionOk="0">
                    <a:moveTo>
                      <a:pt x="36651" y="1"/>
                    </a:moveTo>
                    <a:cubicBezTo>
                      <a:pt x="36345" y="1"/>
                      <a:pt x="36644" y="864"/>
                      <a:pt x="36791" y="1253"/>
                    </a:cubicBezTo>
                    <a:cubicBezTo>
                      <a:pt x="31871" y="1963"/>
                      <a:pt x="27549" y="2993"/>
                      <a:pt x="23772" y="4211"/>
                    </a:cubicBezTo>
                    <a:cubicBezTo>
                      <a:pt x="23807" y="3897"/>
                      <a:pt x="23820" y="3424"/>
                      <a:pt x="23590" y="3369"/>
                    </a:cubicBezTo>
                    <a:cubicBezTo>
                      <a:pt x="23577" y="3366"/>
                      <a:pt x="23565" y="3364"/>
                      <a:pt x="23554" y="3364"/>
                    </a:cubicBezTo>
                    <a:cubicBezTo>
                      <a:pt x="23319" y="3364"/>
                      <a:pt x="23313" y="4037"/>
                      <a:pt x="23319" y="4356"/>
                    </a:cubicBezTo>
                    <a:cubicBezTo>
                      <a:pt x="23297" y="4363"/>
                      <a:pt x="23277" y="4371"/>
                      <a:pt x="23264" y="4371"/>
                    </a:cubicBezTo>
                    <a:cubicBezTo>
                      <a:pt x="23130" y="4111"/>
                      <a:pt x="22833" y="3566"/>
                      <a:pt x="22581" y="3566"/>
                    </a:cubicBezTo>
                    <a:cubicBezTo>
                      <a:pt x="22569" y="3566"/>
                      <a:pt x="22557" y="3567"/>
                      <a:pt x="22546" y="3570"/>
                    </a:cubicBezTo>
                    <a:cubicBezTo>
                      <a:pt x="22310" y="3626"/>
                      <a:pt x="22629" y="4183"/>
                      <a:pt x="22838" y="4517"/>
                    </a:cubicBezTo>
                    <a:cubicBezTo>
                      <a:pt x="5630" y="10327"/>
                      <a:pt x="1" y="19957"/>
                      <a:pt x="1" y="19957"/>
                    </a:cubicBezTo>
                    <a:lnTo>
                      <a:pt x="43889" y="19957"/>
                    </a:lnTo>
                    <a:lnTo>
                      <a:pt x="43957" y="488"/>
                    </a:lnTo>
                    <a:lnTo>
                      <a:pt x="43957" y="488"/>
                    </a:lnTo>
                    <a:cubicBezTo>
                      <a:pt x="41821" y="640"/>
                      <a:pt x="39782" y="849"/>
                      <a:pt x="37835" y="1106"/>
                    </a:cubicBezTo>
                    <a:cubicBezTo>
                      <a:pt x="37952" y="781"/>
                      <a:pt x="38140" y="168"/>
                      <a:pt x="37868" y="36"/>
                    </a:cubicBezTo>
                    <a:cubicBezTo>
                      <a:pt x="37846" y="24"/>
                      <a:pt x="37824" y="19"/>
                      <a:pt x="37802" y="19"/>
                    </a:cubicBezTo>
                    <a:cubicBezTo>
                      <a:pt x="37527" y="19"/>
                      <a:pt x="37350" y="912"/>
                      <a:pt x="37305" y="1177"/>
                    </a:cubicBezTo>
                    <a:cubicBezTo>
                      <a:pt x="37299" y="1177"/>
                      <a:pt x="37284" y="1183"/>
                      <a:pt x="37277" y="1183"/>
                    </a:cubicBezTo>
                    <a:cubicBezTo>
                      <a:pt x="37222" y="919"/>
                      <a:pt x="36991" y="1"/>
                      <a:pt x="3665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8" name="Google Shape;78;p4"/>
            <p:cNvSpPr/>
            <p:nvPr/>
          </p:nvSpPr>
          <p:spPr>
            <a:xfrm>
              <a:off x="-39600" y="3553125"/>
              <a:ext cx="3854697" cy="1348949"/>
            </a:xfrm>
            <a:custGeom>
              <a:avLst/>
              <a:gdLst/>
              <a:ahLst/>
              <a:cxnLst/>
              <a:rect l="l" t="t" r="r" b="b"/>
              <a:pathLst>
                <a:path w="42182" h="19151" extrusionOk="0">
                  <a:moveTo>
                    <a:pt x="7015" y="1"/>
                  </a:moveTo>
                  <a:cubicBezTo>
                    <a:pt x="6687" y="1"/>
                    <a:pt x="6465" y="884"/>
                    <a:pt x="6410" y="1135"/>
                  </a:cubicBezTo>
                  <a:cubicBezTo>
                    <a:pt x="6402" y="1135"/>
                    <a:pt x="6395" y="1128"/>
                    <a:pt x="6389" y="1128"/>
                  </a:cubicBezTo>
                  <a:cubicBezTo>
                    <a:pt x="6343" y="875"/>
                    <a:pt x="6171" y="14"/>
                    <a:pt x="5907" y="14"/>
                  </a:cubicBezTo>
                  <a:cubicBezTo>
                    <a:pt x="5887" y="14"/>
                    <a:pt x="5867" y="19"/>
                    <a:pt x="5846" y="29"/>
                  </a:cubicBezTo>
                  <a:cubicBezTo>
                    <a:pt x="5589" y="161"/>
                    <a:pt x="5762" y="746"/>
                    <a:pt x="5881" y="1058"/>
                  </a:cubicBezTo>
                  <a:cubicBezTo>
                    <a:pt x="4009" y="814"/>
                    <a:pt x="2053" y="614"/>
                    <a:pt x="1" y="467"/>
                  </a:cubicBezTo>
                  <a:lnTo>
                    <a:pt x="1" y="467"/>
                  </a:lnTo>
                  <a:lnTo>
                    <a:pt x="71" y="19151"/>
                  </a:lnTo>
                  <a:lnTo>
                    <a:pt x="42182" y="19151"/>
                  </a:lnTo>
                  <a:cubicBezTo>
                    <a:pt x="42182" y="19151"/>
                    <a:pt x="36185" y="8887"/>
                    <a:pt x="17516" y="3466"/>
                  </a:cubicBezTo>
                  <a:cubicBezTo>
                    <a:pt x="17716" y="3145"/>
                    <a:pt x="17967" y="2673"/>
                    <a:pt x="17758" y="2631"/>
                  </a:cubicBezTo>
                  <a:cubicBezTo>
                    <a:pt x="17746" y="2628"/>
                    <a:pt x="17733" y="2627"/>
                    <a:pt x="17721" y="2627"/>
                  </a:cubicBezTo>
                  <a:cubicBezTo>
                    <a:pt x="17493" y="2627"/>
                    <a:pt x="17230" y="3083"/>
                    <a:pt x="17098" y="3348"/>
                  </a:cubicBezTo>
                  <a:cubicBezTo>
                    <a:pt x="17070" y="3341"/>
                    <a:pt x="17041" y="3334"/>
                    <a:pt x="17015" y="3327"/>
                  </a:cubicBezTo>
                  <a:cubicBezTo>
                    <a:pt x="17021" y="3000"/>
                    <a:pt x="17002" y="2426"/>
                    <a:pt x="16786" y="2426"/>
                  </a:cubicBezTo>
                  <a:cubicBezTo>
                    <a:pt x="16776" y="2426"/>
                    <a:pt x="16766" y="2427"/>
                    <a:pt x="16756" y="2429"/>
                  </a:cubicBezTo>
                  <a:cubicBezTo>
                    <a:pt x="16540" y="2484"/>
                    <a:pt x="16547" y="2902"/>
                    <a:pt x="16582" y="3202"/>
                  </a:cubicBezTo>
                  <a:cubicBezTo>
                    <a:pt x="13653" y="2394"/>
                    <a:pt x="10425" y="1713"/>
                    <a:pt x="6876" y="1198"/>
                  </a:cubicBezTo>
                  <a:cubicBezTo>
                    <a:pt x="7021" y="829"/>
                    <a:pt x="7307" y="1"/>
                    <a:pt x="70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" name="Google Shape;79;p4"/>
          <p:cNvSpPr/>
          <p:nvPr/>
        </p:nvSpPr>
        <p:spPr>
          <a:xfrm>
            <a:off x="-108000" y="4762300"/>
            <a:ext cx="9360032" cy="519509"/>
          </a:xfrm>
          <a:custGeom>
            <a:avLst/>
            <a:gdLst/>
            <a:ahLst/>
            <a:cxnLst/>
            <a:rect l="l" t="t" r="r" b="b"/>
            <a:pathLst>
              <a:path w="112497" h="22095" extrusionOk="0">
                <a:moveTo>
                  <a:pt x="56127" y="0"/>
                </a:moveTo>
                <a:cubicBezTo>
                  <a:pt x="39493" y="0"/>
                  <a:pt x="20270" y="270"/>
                  <a:pt x="28" y="1079"/>
                </a:cubicBezTo>
                <a:cubicBezTo>
                  <a:pt x="0" y="1088"/>
                  <a:pt x="174" y="11183"/>
                  <a:pt x="180" y="13813"/>
                </a:cubicBezTo>
                <a:cubicBezTo>
                  <a:pt x="195" y="18247"/>
                  <a:pt x="222" y="22095"/>
                  <a:pt x="222" y="22095"/>
                </a:cubicBezTo>
                <a:lnTo>
                  <a:pt x="112497" y="22095"/>
                </a:lnTo>
                <a:lnTo>
                  <a:pt x="112308" y="1079"/>
                </a:lnTo>
                <a:cubicBezTo>
                  <a:pt x="112308" y="1079"/>
                  <a:pt x="89395" y="0"/>
                  <a:pt x="5612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" name="Google Shape;80;p4"/>
          <p:cNvGrpSpPr/>
          <p:nvPr/>
        </p:nvGrpSpPr>
        <p:grpSpPr>
          <a:xfrm>
            <a:off x="8423995" y="4483258"/>
            <a:ext cx="423690" cy="393456"/>
            <a:chOff x="7806882" y="4508558"/>
            <a:chExt cx="423690" cy="393456"/>
          </a:xfrm>
        </p:grpSpPr>
        <p:sp>
          <p:nvSpPr>
            <p:cNvPr id="81" name="Google Shape;81;p4"/>
            <p:cNvSpPr/>
            <p:nvPr/>
          </p:nvSpPr>
          <p:spPr>
            <a:xfrm>
              <a:off x="7997532" y="4685266"/>
              <a:ext cx="204832" cy="168113"/>
            </a:xfrm>
            <a:custGeom>
              <a:avLst/>
              <a:gdLst/>
              <a:ahLst/>
              <a:cxnLst/>
              <a:rect l="l" t="t" r="r" b="b"/>
              <a:pathLst>
                <a:path w="2527" h="2074" extrusionOk="0">
                  <a:moveTo>
                    <a:pt x="620" y="0"/>
                  </a:moveTo>
                  <a:lnTo>
                    <a:pt x="0" y="501"/>
                  </a:lnTo>
                  <a:cubicBezTo>
                    <a:pt x="25" y="526"/>
                    <a:pt x="672" y="2073"/>
                    <a:pt x="1318" y="2073"/>
                  </a:cubicBezTo>
                  <a:cubicBezTo>
                    <a:pt x="1410" y="2073"/>
                    <a:pt x="1503" y="2041"/>
                    <a:pt x="1593" y="1969"/>
                  </a:cubicBezTo>
                  <a:cubicBezTo>
                    <a:pt x="2527" y="1239"/>
                    <a:pt x="620" y="0"/>
                    <a:pt x="620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4"/>
            <p:cNvSpPr/>
            <p:nvPr/>
          </p:nvSpPr>
          <p:spPr>
            <a:xfrm>
              <a:off x="7984482" y="4508558"/>
              <a:ext cx="175571" cy="175165"/>
            </a:xfrm>
            <a:custGeom>
              <a:avLst/>
              <a:gdLst/>
              <a:ahLst/>
              <a:cxnLst/>
              <a:rect l="l" t="t" r="r" b="b"/>
              <a:pathLst>
                <a:path w="2166" h="2161" extrusionOk="0">
                  <a:moveTo>
                    <a:pt x="1027" y="0"/>
                  </a:moveTo>
                  <a:cubicBezTo>
                    <a:pt x="204" y="0"/>
                    <a:pt x="1" y="1833"/>
                    <a:pt x="1" y="1833"/>
                  </a:cubicBezTo>
                  <a:lnTo>
                    <a:pt x="726" y="2160"/>
                  </a:lnTo>
                  <a:cubicBezTo>
                    <a:pt x="739" y="2125"/>
                    <a:pt x="2165" y="468"/>
                    <a:pt x="1323" y="73"/>
                  </a:cubicBezTo>
                  <a:cubicBezTo>
                    <a:pt x="1216" y="23"/>
                    <a:pt x="1118" y="0"/>
                    <a:pt x="1027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4"/>
            <p:cNvSpPr/>
            <p:nvPr/>
          </p:nvSpPr>
          <p:spPr>
            <a:xfrm>
              <a:off x="7806882" y="4656571"/>
              <a:ext cx="195186" cy="113237"/>
            </a:xfrm>
            <a:custGeom>
              <a:avLst/>
              <a:gdLst/>
              <a:ahLst/>
              <a:cxnLst/>
              <a:rect l="l" t="t" r="r" b="b"/>
              <a:pathLst>
                <a:path w="2408" h="1397" extrusionOk="0">
                  <a:moveTo>
                    <a:pt x="2220" y="75"/>
                  </a:moveTo>
                  <a:cubicBezTo>
                    <a:pt x="2185" y="84"/>
                    <a:pt x="1" y="0"/>
                    <a:pt x="209" y="897"/>
                  </a:cubicBezTo>
                  <a:cubicBezTo>
                    <a:pt x="297" y="1270"/>
                    <a:pt x="557" y="1397"/>
                    <a:pt x="870" y="1397"/>
                  </a:cubicBezTo>
                  <a:cubicBezTo>
                    <a:pt x="1524" y="1397"/>
                    <a:pt x="2407" y="842"/>
                    <a:pt x="2407" y="842"/>
                  </a:cubicBezTo>
                  <a:lnTo>
                    <a:pt x="2220" y="75"/>
                  </a:ln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4"/>
            <p:cNvSpPr/>
            <p:nvPr/>
          </p:nvSpPr>
          <p:spPr>
            <a:xfrm>
              <a:off x="8001990" y="4571054"/>
              <a:ext cx="228582" cy="162763"/>
            </a:xfrm>
            <a:custGeom>
              <a:avLst/>
              <a:gdLst/>
              <a:ahLst/>
              <a:cxnLst/>
              <a:rect l="l" t="t" r="r" b="b"/>
              <a:pathLst>
                <a:path w="2820" h="2008" extrusionOk="0">
                  <a:moveTo>
                    <a:pt x="1952" y="1"/>
                  </a:moveTo>
                  <a:cubicBezTo>
                    <a:pt x="1392" y="1"/>
                    <a:pt x="0" y="1069"/>
                    <a:pt x="0" y="1069"/>
                  </a:cubicBezTo>
                  <a:lnTo>
                    <a:pt x="161" y="1743"/>
                  </a:lnTo>
                  <a:cubicBezTo>
                    <a:pt x="161" y="1743"/>
                    <a:pt x="1088" y="2007"/>
                    <a:pt x="1766" y="2007"/>
                  </a:cubicBezTo>
                  <a:cubicBezTo>
                    <a:pt x="1988" y="2007"/>
                    <a:pt x="2184" y="1979"/>
                    <a:pt x="2312" y="1904"/>
                  </a:cubicBezTo>
                  <a:cubicBezTo>
                    <a:pt x="2819" y="1598"/>
                    <a:pt x="1670" y="1069"/>
                    <a:pt x="1670" y="1069"/>
                  </a:cubicBezTo>
                  <a:cubicBezTo>
                    <a:pt x="1670" y="1069"/>
                    <a:pt x="2430" y="539"/>
                    <a:pt x="2145" y="87"/>
                  </a:cubicBezTo>
                  <a:cubicBezTo>
                    <a:pt x="2106" y="27"/>
                    <a:pt x="2039" y="1"/>
                    <a:pt x="1952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4"/>
            <p:cNvSpPr/>
            <p:nvPr/>
          </p:nvSpPr>
          <p:spPr>
            <a:xfrm>
              <a:off x="7820419" y="4516663"/>
              <a:ext cx="214964" cy="201428"/>
            </a:xfrm>
            <a:custGeom>
              <a:avLst/>
              <a:gdLst/>
              <a:ahLst/>
              <a:cxnLst/>
              <a:rect l="l" t="t" r="r" b="b"/>
              <a:pathLst>
                <a:path w="2652" h="2485" extrusionOk="0">
                  <a:moveTo>
                    <a:pt x="1642" y="0"/>
                  </a:moveTo>
                  <a:cubicBezTo>
                    <a:pt x="1289" y="0"/>
                    <a:pt x="1350" y="1008"/>
                    <a:pt x="1350" y="1008"/>
                  </a:cubicBezTo>
                  <a:cubicBezTo>
                    <a:pt x="1350" y="1008"/>
                    <a:pt x="1004" y="830"/>
                    <a:pt x="689" y="830"/>
                  </a:cubicBezTo>
                  <a:cubicBezTo>
                    <a:pt x="519" y="830"/>
                    <a:pt x="357" y="882"/>
                    <a:pt x="265" y="1043"/>
                  </a:cubicBezTo>
                  <a:cubicBezTo>
                    <a:pt x="1" y="1509"/>
                    <a:pt x="2130" y="2484"/>
                    <a:pt x="2130" y="2484"/>
                  </a:cubicBezTo>
                  <a:lnTo>
                    <a:pt x="2651" y="2025"/>
                  </a:lnTo>
                  <a:cubicBezTo>
                    <a:pt x="2651" y="2025"/>
                    <a:pt x="2297" y="362"/>
                    <a:pt x="1789" y="48"/>
                  </a:cubicBezTo>
                  <a:cubicBezTo>
                    <a:pt x="1734" y="15"/>
                    <a:pt x="1685" y="0"/>
                    <a:pt x="1642" y="0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4"/>
            <p:cNvSpPr/>
            <p:nvPr/>
          </p:nvSpPr>
          <p:spPr>
            <a:xfrm>
              <a:off x="7862650" y="4691993"/>
              <a:ext cx="172734" cy="210020"/>
            </a:xfrm>
            <a:custGeom>
              <a:avLst/>
              <a:gdLst/>
              <a:ahLst/>
              <a:cxnLst/>
              <a:rect l="l" t="t" r="r" b="b"/>
              <a:pathLst>
                <a:path w="2131" h="2591" extrusionOk="0">
                  <a:moveTo>
                    <a:pt x="1510" y="1"/>
                  </a:moveTo>
                  <a:cubicBezTo>
                    <a:pt x="1510" y="1"/>
                    <a:pt x="113" y="974"/>
                    <a:pt x="29" y="1567"/>
                  </a:cubicBezTo>
                  <a:cubicBezTo>
                    <a:pt x="0" y="1772"/>
                    <a:pt x="117" y="1839"/>
                    <a:pt x="283" y="1839"/>
                  </a:cubicBezTo>
                  <a:cubicBezTo>
                    <a:pt x="595" y="1839"/>
                    <a:pt x="1079" y="1601"/>
                    <a:pt x="1080" y="1601"/>
                  </a:cubicBezTo>
                  <a:lnTo>
                    <a:pt x="1080" y="1601"/>
                  </a:lnTo>
                  <a:cubicBezTo>
                    <a:pt x="1080" y="1601"/>
                    <a:pt x="1009" y="2519"/>
                    <a:pt x="1539" y="2589"/>
                  </a:cubicBezTo>
                  <a:cubicBezTo>
                    <a:pt x="1546" y="2590"/>
                    <a:pt x="1553" y="2590"/>
                    <a:pt x="1560" y="2590"/>
                  </a:cubicBezTo>
                  <a:cubicBezTo>
                    <a:pt x="2070" y="2590"/>
                    <a:pt x="2130" y="306"/>
                    <a:pt x="2130" y="306"/>
                  </a:cubicBezTo>
                  <a:lnTo>
                    <a:pt x="1510" y="1"/>
                  </a:ln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>
              <a:off x="7958624" y="4635009"/>
              <a:ext cx="114453" cy="114048"/>
            </a:xfrm>
            <a:custGeom>
              <a:avLst/>
              <a:gdLst/>
              <a:ahLst/>
              <a:cxnLst/>
              <a:rect l="l" t="t" r="r" b="b"/>
              <a:pathLst>
                <a:path w="1412" h="1407" extrusionOk="0">
                  <a:moveTo>
                    <a:pt x="702" y="1"/>
                  </a:moveTo>
                  <a:cubicBezTo>
                    <a:pt x="313" y="1"/>
                    <a:pt x="1" y="315"/>
                    <a:pt x="1" y="704"/>
                  </a:cubicBezTo>
                  <a:cubicBezTo>
                    <a:pt x="1" y="1093"/>
                    <a:pt x="313" y="1407"/>
                    <a:pt x="702" y="1407"/>
                  </a:cubicBezTo>
                  <a:cubicBezTo>
                    <a:pt x="1093" y="1407"/>
                    <a:pt x="1412" y="1093"/>
                    <a:pt x="1412" y="704"/>
                  </a:cubicBezTo>
                  <a:cubicBezTo>
                    <a:pt x="1412" y="315"/>
                    <a:pt x="1093" y="1"/>
                    <a:pt x="7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" name="Google Shape;88;p4"/>
          <p:cNvGrpSpPr/>
          <p:nvPr/>
        </p:nvGrpSpPr>
        <p:grpSpPr>
          <a:xfrm>
            <a:off x="198623" y="4419598"/>
            <a:ext cx="632416" cy="519502"/>
            <a:chOff x="8226523" y="3797510"/>
            <a:chExt cx="632416" cy="519502"/>
          </a:xfrm>
        </p:grpSpPr>
        <p:sp>
          <p:nvSpPr>
            <p:cNvPr id="89" name="Google Shape;89;p4"/>
            <p:cNvSpPr/>
            <p:nvPr/>
          </p:nvSpPr>
          <p:spPr>
            <a:xfrm>
              <a:off x="8440275" y="4064842"/>
              <a:ext cx="247144" cy="252170"/>
            </a:xfrm>
            <a:custGeom>
              <a:avLst/>
              <a:gdLst/>
              <a:ahLst/>
              <a:cxnLst/>
              <a:rect l="l" t="t" r="r" b="b"/>
              <a:pathLst>
                <a:path w="3049" h="3111" extrusionOk="0">
                  <a:moveTo>
                    <a:pt x="891" y="1"/>
                  </a:moveTo>
                  <a:cubicBezTo>
                    <a:pt x="891" y="49"/>
                    <a:pt x="1" y="3090"/>
                    <a:pt x="1343" y="3110"/>
                  </a:cubicBezTo>
                  <a:cubicBezTo>
                    <a:pt x="1349" y="3110"/>
                    <a:pt x="1355" y="3110"/>
                    <a:pt x="1361" y="3110"/>
                  </a:cubicBezTo>
                  <a:cubicBezTo>
                    <a:pt x="3048" y="3110"/>
                    <a:pt x="2040" y="1"/>
                    <a:pt x="2040" y="1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8561052" y="3872733"/>
              <a:ext cx="297886" cy="204508"/>
            </a:xfrm>
            <a:custGeom>
              <a:avLst/>
              <a:gdLst/>
              <a:ahLst/>
              <a:cxnLst/>
              <a:rect l="l" t="t" r="r" b="b"/>
              <a:pathLst>
                <a:path w="3675" h="2523" extrusionOk="0">
                  <a:moveTo>
                    <a:pt x="2355" y="0"/>
                  </a:moveTo>
                  <a:cubicBezTo>
                    <a:pt x="1375" y="0"/>
                    <a:pt x="0" y="1494"/>
                    <a:pt x="0" y="1494"/>
                  </a:cubicBezTo>
                  <a:lnTo>
                    <a:pt x="508" y="2522"/>
                  </a:lnTo>
                  <a:cubicBezTo>
                    <a:pt x="556" y="2496"/>
                    <a:pt x="3674" y="1709"/>
                    <a:pt x="3090" y="498"/>
                  </a:cubicBezTo>
                  <a:cubicBezTo>
                    <a:pt x="2915" y="138"/>
                    <a:pt x="2653" y="0"/>
                    <a:pt x="2355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8253597" y="3881893"/>
              <a:ext cx="304695" cy="204427"/>
            </a:xfrm>
            <a:custGeom>
              <a:avLst/>
              <a:gdLst/>
              <a:ahLst/>
              <a:cxnLst/>
              <a:rect l="l" t="t" r="r" b="b"/>
              <a:pathLst>
                <a:path w="3759" h="2522" extrusionOk="0">
                  <a:moveTo>
                    <a:pt x="1302" y="0"/>
                  </a:moveTo>
                  <a:cubicBezTo>
                    <a:pt x="1064" y="0"/>
                    <a:pt x="867" y="100"/>
                    <a:pt x="746" y="350"/>
                  </a:cubicBezTo>
                  <a:cubicBezTo>
                    <a:pt x="1" y="1895"/>
                    <a:pt x="3271" y="2521"/>
                    <a:pt x="3271" y="2521"/>
                  </a:cubicBezTo>
                  <a:lnTo>
                    <a:pt x="3758" y="1478"/>
                  </a:lnTo>
                  <a:cubicBezTo>
                    <a:pt x="3720" y="1462"/>
                    <a:pt x="2215" y="0"/>
                    <a:pt x="1302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4"/>
            <p:cNvSpPr/>
            <p:nvPr/>
          </p:nvSpPr>
          <p:spPr>
            <a:xfrm>
              <a:off x="8544111" y="4010127"/>
              <a:ext cx="310774" cy="247631"/>
            </a:xfrm>
            <a:custGeom>
              <a:avLst/>
              <a:gdLst/>
              <a:ahLst/>
              <a:cxnLst/>
              <a:rect l="l" t="t" r="r" b="b"/>
              <a:pathLst>
                <a:path w="3834" h="3055" extrusionOk="0">
                  <a:moveTo>
                    <a:pt x="445" y="1"/>
                  </a:moveTo>
                  <a:lnTo>
                    <a:pt x="1" y="904"/>
                  </a:lnTo>
                  <a:cubicBezTo>
                    <a:pt x="1" y="904"/>
                    <a:pt x="1420" y="2923"/>
                    <a:pt x="2275" y="3049"/>
                  </a:cubicBezTo>
                  <a:cubicBezTo>
                    <a:pt x="2305" y="3053"/>
                    <a:pt x="2332" y="3055"/>
                    <a:pt x="2358" y="3055"/>
                  </a:cubicBezTo>
                  <a:cubicBezTo>
                    <a:pt x="3077" y="3055"/>
                    <a:pt x="2317" y="1524"/>
                    <a:pt x="2317" y="1524"/>
                  </a:cubicBezTo>
                  <a:lnTo>
                    <a:pt x="2317" y="1524"/>
                  </a:lnTo>
                  <a:cubicBezTo>
                    <a:pt x="2317" y="1524"/>
                    <a:pt x="2371" y="1528"/>
                    <a:pt x="2459" y="1528"/>
                  </a:cubicBezTo>
                  <a:cubicBezTo>
                    <a:pt x="2806" y="1528"/>
                    <a:pt x="3671" y="1466"/>
                    <a:pt x="3743" y="856"/>
                  </a:cubicBezTo>
                  <a:cubicBezTo>
                    <a:pt x="3833" y="91"/>
                    <a:pt x="445" y="1"/>
                    <a:pt x="445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8392369" y="3797510"/>
              <a:ext cx="294482" cy="271867"/>
            </a:xfrm>
            <a:custGeom>
              <a:avLst/>
              <a:gdLst/>
              <a:ahLst/>
              <a:cxnLst/>
              <a:rect l="l" t="t" r="r" b="b"/>
              <a:pathLst>
                <a:path w="3633" h="3354" extrusionOk="0">
                  <a:moveTo>
                    <a:pt x="933" y="1"/>
                  </a:moveTo>
                  <a:cubicBezTo>
                    <a:pt x="863" y="1"/>
                    <a:pt x="791" y="13"/>
                    <a:pt x="717" y="42"/>
                  </a:cubicBezTo>
                  <a:cubicBezTo>
                    <a:pt x="1" y="319"/>
                    <a:pt x="1510" y="3354"/>
                    <a:pt x="1510" y="3354"/>
                  </a:cubicBezTo>
                  <a:lnTo>
                    <a:pt x="2519" y="3325"/>
                  </a:lnTo>
                  <a:cubicBezTo>
                    <a:pt x="2519" y="3325"/>
                    <a:pt x="3633" y="1128"/>
                    <a:pt x="3341" y="313"/>
                  </a:cubicBezTo>
                  <a:cubicBezTo>
                    <a:pt x="3278" y="138"/>
                    <a:pt x="3179" y="69"/>
                    <a:pt x="3063" y="69"/>
                  </a:cubicBezTo>
                  <a:cubicBezTo>
                    <a:pt x="2637" y="69"/>
                    <a:pt x="1976" y="987"/>
                    <a:pt x="1976" y="987"/>
                  </a:cubicBezTo>
                  <a:cubicBezTo>
                    <a:pt x="1976" y="987"/>
                    <a:pt x="1544" y="1"/>
                    <a:pt x="933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8226523" y="4031203"/>
              <a:ext cx="336794" cy="246415"/>
            </a:xfrm>
            <a:custGeom>
              <a:avLst/>
              <a:gdLst/>
              <a:ahLst/>
              <a:cxnLst/>
              <a:rect l="l" t="t" r="r" b="b"/>
              <a:pathLst>
                <a:path w="4155" h="3040" extrusionOk="0">
                  <a:moveTo>
                    <a:pt x="2942" y="1"/>
                  </a:moveTo>
                  <a:cubicBezTo>
                    <a:pt x="2164" y="1"/>
                    <a:pt x="1039" y="70"/>
                    <a:pt x="640" y="442"/>
                  </a:cubicBezTo>
                  <a:cubicBezTo>
                    <a:pt x="1" y="1027"/>
                    <a:pt x="1789" y="1438"/>
                    <a:pt x="1789" y="1438"/>
                  </a:cubicBezTo>
                  <a:cubicBezTo>
                    <a:pt x="1789" y="1438"/>
                    <a:pt x="871" y="2405"/>
                    <a:pt x="1405" y="2962"/>
                  </a:cubicBezTo>
                  <a:cubicBezTo>
                    <a:pt x="1457" y="3015"/>
                    <a:pt x="1524" y="3039"/>
                    <a:pt x="1604" y="3039"/>
                  </a:cubicBezTo>
                  <a:cubicBezTo>
                    <a:pt x="2348" y="3039"/>
                    <a:pt x="4154" y="943"/>
                    <a:pt x="4154" y="943"/>
                  </a:cubicBezTo>
                  <a:lnTo>
                    <a:pt x="3737" y="25"/>
                  </a:lnTo>
                  <a:cubicBezTo>
                    <a:pt x="3737" y="25"/>
                    <a:pt x="3399" y="1"/>
                    <a:pt x="2942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8470753" y="3978758"/>
              <a:ext cx="186189" cy="165682"/>
            </a:xfrm>
            <a:custGeom>
              <a:avLst/>
              <a:gdLst/>
              <a:ahLst/>
              <a:cxnLst/>
              <a:rect l="l" t="t" r="r" b="b"/>
              <a:pathLst>
                <a:path w="2297" h="2044" extrusionOk="0">
                  <a:moveTo>
                    <a:pt x="1153" y="0"/>
                  </a:moveTo>
                  <a:cubicBezTo>
                    <a:pt x="854" y="0"/>
                    <a:pt x="557" y="130"/>
                    <a:pt x="354" y="379"/>
                  </a:cubicBezTo>
                  <a:cubicBezTo>
                    <a:pt x="0" y="819"/>
                    <a:pt x="71" y="1458"/>
                    <a:pt x="508" y="1814"/>
                  </a:cubicBezTo>
                  <a:cubicBezTo>
                    <a:pt x="699" y="1968"/>
                    <a:pt x="928" y="2043"/>
                    <a:pt x="1154" y="2043"/>
                  </a:cubicBezTo>
                  <a:cubicBezTo>
                    <a:pt x="1449" y="2043"/>
                    <a:pt x="1741" y="1915"/>
                    <a:pt x="1941" y="1667"/>
                  </a:cubicBezTo>
                  <a:cubicBezTo>
                    <a:pt x="2297" y="1230"/>
                    <a:pt x="2233" y="582"/>
                    <a:pt x="1796" y="228"/>
                  </a:cubicBezTo>
                  <a:cubicBezTo>
                    <a:pt x="1607" y="74"/>
                    <a:pt x="1379" y="0"/>
                    <a:pt x="115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" name="Google Shape;9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b="1">
                <a:latin typeface="Grandstander"/>
                <a:ea typeface="Grandstander"/>
                <a:cs typeface="Grandstander"/>
                <a:sym typeface="Grandstand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4"/>
          <p:cNvSpPr txBox="1">
            <a:spLocks noGrp="1"/>
          </p:cNvSpPr>
          <p:nvPr>
            <p:ph type="body" idx="1"/>
          </p:nvPr>
        </p:nvSpPr>
        <p:spPr>
          <a:xfrm>
            <a:off x="720000" y="1338275"/>
            <a:ext cx="7704000" cy="4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accent1"/>
                </a:solidFill>
              </a:defRPr>
            </a:lvl1pPr>
            <a:lvl2pPr marL="914400" lvl="1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"/>
          <p:cNvSpPr/>
          <p:nvPr/>
        </p:nvSpPr>
        <p:spPr>
          <a:xfrm>
            <a:off x="1864457" y="3177363"/>
            <a:ext cx="2412433" cy="2043541"/>
          </a:xfrm>
          <a:custGeom>
            <a:avLst/>
            <a:gdLst/>
            <a:ahLst/>
            <a:cxnLst/>
            <a:rect l="l" t="t" r="r" b="b"/>
            <a:pathLst>
              <a:path w="29762" h="25211" extrusionOk="0">
                <a:moveTo>
                  <a:pt x="11253" y="0"/>
                </a:moveTo>
                <a:cubicBezTo>
                  <a:pt x="7759" y="0"/>
                  <a:pt x="4927" y="2833"/>
                  <a:pt x="4927" y="6326"/>
                </a:cubicBezTo>
                <a:cubicBezTo>
                  <a:pt x="4927" y="7056"/>
                  <a:pt x="5046" y="7746"/>
                  <a:pt x="5274" y="8399"/>
                </a:cubicBezTo>
                <a:cubicBezTo>
                  <a:pt x="2193" y="9548"/>
                  <a:pt x="1" y="12519"/>
                  <a:pt x="1" y="16006"/>
                </a:cubicBezTo>
                <a:cubicBezTo>
                  <a:pt x="1" y="20486"/>
                  <a:pt x="3633" y="24119"/>
                  <a:pt x="8113" y="24119"/>
                </a:cubicBezTo>
                <a:cubicBezTo>
                  <a:pt x="8948" y="24119"/>
                  <a:pt x="9750" y="23993"/>
                  <a:pt x="10508" y="23763"/>
                </a:cubicBezTo>
                <a:lnTo>
                  <a:pt x="10508" y="23763"/>
                </a:lnTo>
                <a:cubicBezTo>
                  <a:pt x="10396" y="24244"/>
                  <a:pt x="10299" y="24732"/>
                  <a:pt x="10223" y="25211"/>
                </a:cubicBezTo>
                <a:lnTo>
                  <a:pt x="11301" y="23471"/>
                </a:lnTo>
                <a:cubicBezTo>
                  <a:pt x="12324" y="23033"/>
                  <a:pt x="13242" y="22394"/>
                  <a:pt x="14000" y="21592"/>
                </a:cubicBezTo>
                <a:lnTo>
                  <a:pt x="14000" y="21592"/>
                </a:lnTo>
                <a:cubicBezTo>
                  <a:pt x="13994" y="22394"/>
                  <a:pt x="14077" y="23207"/>
                  <a:pt x="14196" y="24000"/>
                </a:cubicBezTo>
                <a:lnTo>
                  <a:pt x="17571" y="19449"/>
                </a:lnTo>
                <a:cubicBezTo>
                  <a:pt x="18509" y="21759"/>
                  <a:pt x="20779" y="23387"/>
                  <a:pt x="23429" y="23387"/>
                </a:cubicBezTo>
                <a:cubicBezTo>
                  <a:pt x="26929" y="23387"/>
                  <a:pt x="29762" y="20557"/>
                  <a:pt x="29762" y="17056"/>
                </a:cubicBezTo>
                <a:cubicBezTo>
                  <a:pt x="29762" y="14503"/>
                  <a:pt x="28237" y="12297"/>
                  <a:pt x="26053" y="11295"/>
                </a:cubicBezTo>
                <a:cubicBezTo>
                  <a:pt x="26560" y="10383"/>
                  <a:pt x="26853" y="9332"/>
                  <a:pt x="26853" y="8212"/>
                </a:cubicBezTo>
                <a:cubicBezTo>
                  <a:pt x="26853" y="4718"/>
                  <a:pt x="24020" y="1886"/>
                  <a:pt x="20528" y="1886"/>
                </a:cubicBezTo>
                <a:cubicBezTo>
                  <a:pt x="19102" y="1886"/>
                  <a:pt x="17786" y="2360"/>
                  <a:pt x="16729" y="3153"/>
                </a:cubicBezTo>
                <a:cubicBezTo>
                  <a:pt x="15628" y="1268"/>
                  <a:pt x="13591" y="0"/>
                  <a:pt x="1125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7"/>
          <p:cNvSpPr/>
          <p:nvPr/>
        </p:nvSpPr>
        <p:spPr>
          <a:xfrm>
            <a:off x="1463849" y="1421401"/>
            <a:ext cx="2604027" cy="793668"/>
          </a:xfrm>
          <a:custGeom>
            <a:avLst/>
            <a:gdLst/>
            <a:ahLst/>
            <a:cxnLst/>
            <a:rect l="l" t="t" r="r" b="b"/>
            <a:pathLst>
              <a:path w="24293" h="7405" extrusionOk="0">
                <a:moveTo>
                  <a:pt x="15711" y="0"/>
                </a:moveTo>
                <a:cubicBezTo>
                  <a:pt x="13606" y="0"/>
                  <a:pt x="11570" y="1578"/>
                  <a:pt x="11114" y="3641"/>
                </a:cubicBezTo>
                <a:cubicBezTo>
                  <a:pt x="10395" y="2995"/>
                  <a:pt x="9427" y="2640"/>
                  <a:pt x="8461" y="2640"/>
                </a:cubicBezTo>
                <a:cubicBezTo>
                  <a:pt x="8126" y="2640"/>
                  <a:pt x="7791" y="2683"/>
                  <a:pt x="7467" y="2771"/>
                </a:cubicBezTo>
                <a:cubicBezTo>
                  <a:pt x="6215" y="3118"/>
                  <a:pt x="5164" y="4135"/>
                  <a:pt x="4775" y="5372"/>
                </a:cubicBezTo>
                <a:cubicBezTo>
                  <a:pt x="4409" y="5161"/>
                  <a:pt x="3991" y="5066"/>
                  <a:pt x="3555" y="5066"/>
                </a:cubicBezTo>
                <a:cubicBezTo>
                  <a:pt x="2120" y="5066"/>
                  <a:pt x="503" y="6101"/>
                  <a:pt x="0" y="7405"/>
                </a:cubicBezTo>
                <a:lnTo>
                  <a:pt x="24167" y="7405"/>
                </a:lnTo>
                <a:cubicBezTo>
                  <a:pt x="24167" y="7405"/>
                  <a:pt x="24292" y="7328"/>
                  <a:pt x="24167" y="7078"/>
                </a:cubicBezTo>
                <a:cubicBezTo>
                  <a:pt x="23431" y="5645"/>
                  <a:pt x="21919" y="4608"/>
                  <a:pt x="20306" y="4588"/>
                </a:cubicBezTo>
                <a:cubicBezTo>
                  <a:pt x="20278" y="2333"/>
                  <a:pt x="18379" y="252"/>
                  <a:pt x="16131" y="22"/>
                </a:cubicBezTo>
                <a:cubicBezTo>
                  <a:pt x="15991" y="7"/>
                  <a:pt x="15851" y="0"/>
                  <a:pt x="1571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-72875" y="2618751"/>
            <a:ext cx="2412352" cy="1820748"/>
          </a:xfrm>
          <a:custGeom>
            <a:avLst/>
            <a:gdLst/>
            <a:ahLst/>
            <a:cxnLst/>
            <a:rect l="l" t="t" r="r" b="b"/>
            <a:pathLst>
              <a:path w="29761" h="25212" extrusionOk="0">
                <a:moveTo>
                  <a:pt x="18503" y="1"/>
                </a:moveTo>
                <a:cubicBezTo>
                  <a:pt x="16171" y="1"/>
                  <a:pt x="14126" y="1267"/>
                  <a:pt x="13034" y="3145"/>
                </a:cubicBezTo>
                <a:cubicBezTo>
                  <a:pt x="11975" y="2352"/>
                  <a:pt x="10660" y="1879"/>
                  <a:pt x="9234" y="1879"/>
                </a:cubicBezTo>
                <a:cubicBezTo>
                  <a:pt x="5741" y="1879"/>
                  <a:pt x="2902" y="4718"/>
                  <a:pt x="2902" y="8212"/>
                </a:cubicBezTo>
                <a:cubicBezTo>
                  <a:pt x="2902" y="9333"/>
                  <a:pt x="3194" y="10383"/>
                  <a:pt x="3708" y="11295"/>
                </a:cubicBezTo>
                <a:cubicBezTo>
                  <a:pt x="1517" y="12289"/>
                  <a:pt x="1" y="14495"/>
                  <a:pt x="1" y="17057"/>
                </a:cubicBezTo>
                <a:cubicBezTo>
                  <a:pt x="1" y="20549"/>
                  <a:pt x="2831" y="23381"/>
                  <a:pt x="6325" y="23381"/>
                </a:cubicBezTo>
                <a:cubicBezTo>
                  <a:pt x="8977" y="23381"/>
                  <a:pt x="11245" y="21753"/>
                  <a:pt x="12192" y="19443"/>
                </a:cubicBezTo>
                <a:lnTo>
                  <a:pt x="15565" y="23994"/>
                </a:lnTo>
                <a:cubicBezTo>
                  <a:pt x="15677" y="23207"/>
                  <a:pt x="15767" y="22392"/>
                  <a:pt x="15754" y="21592"/>
                </a:cubicBezTo>
                <a:lnTo>
                  <a:pt x="15754" y="21592"/>
                </a:lnTo>
                <a:cubicBezTo>
                  <a:pt x="16512" y="22386"/>
                  <a:pt x="17431" y="23034"/>
                  <a:pt x="18461" y="23471"/>
                </a:cubicBezTo>
                <a:lnTo>
                  <a:pt x="19540" y="25211"/>
                </a:lnTo>
                <a:cubicBezTo>
                  <a:pt x="19456" y="24724"/>
                  <a:pt x="19365" y="24244"/>
                  <a:pt x="19254" y="23763"/>
                </a:cubicBezTo>
                <a:lnTo>
                  <a:pt x="19254" y="23763"/>
                </a:lnTo>
                <a:cubicBezTo>
                  <a:pt x="20013" y="23994"/>
                  <a:pt x="20812" y="24119"/>
                  <a:pt x="21641" y="24119"/>
                </a:cubicBezTo>
                <a:cubicBezTo>
                  <a:pt x="26128" y="24119"/>
                  <a:pt x="29760" y="20487"/>
                  <a:pt x="29760" y="15998"/>
                </a:cubicBezTo>
                <a:cubicBezTo>
                  <a:pt x="29760" y="12519"/>
                  <a:pt x="27569" y="9548"/>
                  <a:pt x="24486" y="8393"/>
                </a:cubicBezTo>
                <a:cubicBezTo>
                  <a:pt x="24709" y="7746"/>
                  <a:pt x="24834" y="7050"/>
                  <a:pt x="24834" y="6327"/>
                </a:cubicBezTo>
                <a:cubicBezTo>
                  <a:pt x="24834" y="2833"/>
                  <a:pt x="22003" y="1"/>
                  <a:pt x="1850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7"/>
          <p:cNvSpPr/>
          <p:nvPr/>
        </p:nvSpPr>
        <p:spPr>
          <a:xfrm>
            <a:off x="-720918" y="2181008"/>
            <a:ext cx="1558979" cy="1447525"/>
          </a:xfrm>
          <a:custGeom>
            <a:avLst/>
            <a:gdLst/>
            <a:ahLst/>
            <a:cxnLst/>
            <a:rect l="l" t="t" r="r" b="b"/>
            <a:pathLst>
              <a:path w="19233" h="17858" extrusionOk="0">
                <a:moveTo>
                  <a:pt x="8776" y="1"/>
                </a:moveTo>
                <a:cubicBezTo>
                  <a:pt x="6682" y="1"/>
                  <a:pt x="4815" y="1497"/>
                  <a:pt x="4426" y="3629"/>
                </a:cubicBezTo>
                <a:cubicBezTo>
                  <a:pt x="4231" y="4701"/>
                  <a:pt x="4439" y="5752"/>
                  <a:pt x="4940" y="6628"/>
                </a:cubicBezTo>
                <a:cubicBezTo>
                  <a:pt x="2769" y="7101"/>
                  <a:pt x="987" y="8834"/>
                  <a:pt x="563" y="11157"/>
                </a:cubicBezTo>
                <a:cubicBezTo>
                  <a:pt x="0" y="14240"/>
                  <a:pt x="2039" y="17198"/>
                  <a:pt x="5129" y="17762"/>
                </a:cubicBezTo>
                <a:cubicBezTo>
                  <a:pt x="5476" y="17826"/>
                  <a:pt x="5822" y="17857"/>
                  <a:pt x="6162" y="17857"/>
                </a:cubicBezTo>
                <a:cubicBezTo>
                  <a:pt x="7999" y="17857"/>
                  <a:pt x="9693" y="16960"/>
                  <a:pt x="10744" y="15521"/>
                </a:cubicBezTo>
                <a:cubicBezTo>
                  <a:pt x="11376" y="16585"/>
                  <a:pt x="12442" y="17387"/>
                  <a:pt x="13756" y="17622"/>
                </a:cubicBezTo>
                <a:cubicBezTo>
                  <a:pt x="14029" y="17673"/>
                  <a:pt x="14300" y="17697"/>
                  <a:pt x="14567" y="17697"/>
                </a:cubicBezTo>
                <a:cubicBezTo>
                  <a:pt x="16662" y="17697"/>
                  <a:pt x="18518" y="16202"/>
                  <a:pt x="18913" y="14067"/>
                </a:cubicBezTo>
                <a:cubicBezTo>
                  <a:pt x="19232" y="12306"/>
                  <a:pt x="18461" y="10601"/>
                  <a:pt x="17083" y="9634"/>
                </a:cubicBezTo>
                <a:cubicBezTo>
                  <a:pt x="17549" y="9070"/>
                  <a:pt x="17883" y="8389"/>
                  <a:pt x="18030" y="7617"/>
                </a:cubicBezTo>
                <a:cubicBezTo>
                  <a:pt x="18467" y="5209"/>
                  <a:pt x="16874" y="2906"/>
                  <a:pt x="14466" y="2467"/>
                </a:cubicBezTo>
                <a:cubicBezTo>
                  <a:pt x="14196" y="2416"/>
                  <a:pt x="13928" y="2391"/>
                  <a:pt x="13663" y="2391"/>
                </a:cubicBezTo>
                <a:cubicBezTo>
                  <a:pt x="13354" y="2391"/>
                  <a:pt x="13050" y="2425"/>
                  <a:pt x="12754" y="2488"/>
                </a:cubicBezTo>
                <a:cubicBezTo>
                  <a:pt x="12163" y="1271"/>
                  <a:pt x="11016" y="337"/>
                  <a:pt x="9575" y="74"/>
                </a:cubicBezTo>
                <a:cubicBezTo>
                  <a:pt x="9306" y="24"/>
                  <a:pt x="9039" y="1"/>
                  <a:pt x="877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7"/>
          <p:cNvSpPr/>
          <p:nvPr/>
        </p:nvSpPr>
        <p:spPr>
          <a:xfrm>
            <a:off x="6172200" y="3628525"/>
            <a:ext cx="3011494" cy="1065558"/>
          </a:xfrm>
          <a:custGeom>
            <a:avLst/>
            <a:gdLst/>
            <a:ahLst/>
            <a:cxnLst/>
            <a:rect l="l" t="t" r="r" b="b"/>
            <a:pathLst>
              <a:path w="43957" h="19958" extrusionOk="0">
                <a:moveTo>
                  <a:pt x="36650" y="1"/>
                </a:moveTo>
                <a:cubicBezTo>
                  <a:pt x="36345" y="1"/>
                  <a:pt x="36644" y="864"/>
                  <a:pt x="36797" y="1253"/>
                </a:cubicBezTo>
                <a:cubicBezTo>
                  <a:pt x="31878" y="1963"/>
                  <a:pt x="27549" y="2993"/>
                  <a:pt x="23771" y="4211"/>
                </a:cubicBezTo>
                <a:cubicBezTo>
                  <a:pt x="23806" y="3897"/>
                  <a:pt x="23820" y="3424"/>
                  <a:pt x="23589" y="3369"/>
                </a:cubicBezTo>
                <a:cubicBezTo>
                  <a:pt x="23577" y="3366"/>
                  <a:pt x="23565" y="3364"/>
                  <a:pt x="23554" y="3364"/>
                </a:cubicBezTo>
                <a:cubicBezTo>
                  <a:pt x="23318" y="3364"/>
                  <a:pt x="23312" y="4037"/>
                  <a:pt x="23319" y="4356"/>
                </a:cubicBezTo>
                <a:cubicBezTo>
                  <a:pt x="23297" y="4363"/>
                  <a:pt x="23277" y="4371"/>
                  <a:pt x="23264" y="4371"/>
                </a:cubicBezTo>
                <a:cubicBezTo>
                  <a:pt x="23130" y="4111"/>
                  <a:pt x="22833" y="3566"/>
                  <a:pt x="22581" y="3566"/>
                </a:cubicBezTo>
                <a:cubicBezTo>
                  <a:pt x="22569" y="3566"/>
                  <a:pt x="22557" y="3567"/>
                  <a:pt x="22546" y="3570"/>
                </a:cubicBezTo>
                <a:cubicBezTo>
                  <a:pt x="22310" y="3626"/>
                  <a:pt x="22629" y="4183"/>
                  <a:pt x="22838" y="4517"/>
                </a:cubicBezTo>
                <a:cubicBezTo>
                  <a:pt x="5630" y="10327"/>
                  <a:pt x="1" y="19957"/>
                  <a:pt x="1" y="19957"/>
                </a:cubicBezTo>
                <a:lnTo>
                  <a:pt x="43888" y="19957"/>
                </a:lnTo>
                <a:lnTo>
                  <a:pt x="43957" y="488"/>
                </a:lnTo>
                <a:lnTo>
                  <a:pt x="43957" y="488"/>
                </a:lnTo>
                <a:cubicBezTo>
                  <a:pt x="41821" y="640"/>
                  <a:pt x="39782" y="849"/>
                  <a:pt x="37835" y="1106"/>
                </a:cubicBezTo>
                <a:cubicBezTo>
                  <a:pt x="37951" y="781"/>
                  <a:pt x="38140" y="168"/>
                  <a:pt x="37876" y="36"/>
                </a:cubicBezTo>
                <a:cubicBezTo>
                  <a:pt x="37853" y="24"/>
                  <a:pt x="37830" y="19"/>
                  <a:pt x="37808" y="19"/>
                </a:cubicBezTo>
                <a:cubicBezTo>
                  <a:pt x="37527" y="19"/>
                  <a:pt x="37350" y="912"/>
                  <a:pt x="37305" y="1177"/>
                </a:cubicBezTo>
                <a:cubicBezTo>
                  <a:pt x="37298" y="1177"/>
                  <a:pt x="37292" y="1183"/>
                  <a:pt x="37277" y="1183"/>
                </a:cubicBezTo>
                <a:cubicBezTo>
                  <a:pt x="37222" y="919"/>
                  <a:pt x="36991" y="1"/>
                  <a:pt x="3665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-72875" y="3301750"/>
            <a:ext cx="4086758" cy="1315003"/>
          </a:xfrm>
          <a:custGeom>
            <a:avLst/>
            <a:gdLst/>
            <a:ahLst/>
            <a:cxnLst/>
            <a:rect l="l" t="t" r="r" b="b"/>
            <a:pathLst>
              <a:path w="42175" h="19151" extrusionOk="0">
                <a:moveTo>
                  <a:pt x="7007" y="1"/>
                </a:moveTo>
                <a:cubicBezTo>
                  <a:pt x="6680" y="1"/>
                  <a:pt x="6458" y="884"/>
                  <a:pt x="6403" y="1135"/>
                </a:cubicBezTo>
                <a:cubicBezTo>
                  <a:pt x="6395" y="1135"/>
                  <a:pt x="6388" y="1128"/>
                  <a:pt x="6381" y="1128"/>
                </a:cubicBezTo>
                <a:cubicBezTo>
                  <a:pt x="6336" y="875"/>
                  <a:pt x="6164" y="14"/>
                  <a:pt x="5899" y="14"/>
                </a:cubicBezTo>
                <a:cubicBezTo>
                  <a:pt x="5880" y="14"/>
                  <a:pt x="5859" y="19"/>
                  <a:pt x="5838" y="29"/>
                </a:cubicBezTo>
                <a:cubicBezTo>
                  <a:pt x="5581" y="161"/>
                  <a:pt x="5755" y="746"/>
                  <a:pt x="5874" y="1058"/>
                </a:cubicBezTo>
                <a:cubicBezTo>
                  <a:pt x="4001" y="814"/>
                  <a:pt x="2046" y="614"/>
                  <a:pt x="0" y="467"/>
                </a:cubicBezTo>
                <a:lnTo>
                  <a:pt x="0" y="467"/>
                </a:lnTo>
                <a:lnTo>
                  <a:pt x="70" y="19151"/>
                </a:lnTo>
                <a:lnTo>
                  <a:pt x="42174" y="19151"/>
                </a:lnTo>
                <a:cubicBezTo>
                  <a:pt x="42174" y="19151"/>
                  <a:pt x="36177" y="8887"/>
                  <a:pt x="17508" y="3466"/>
                </a:cubicBezTo>
                <a:cubicBezTo>
                  <a:pt x="17709" y="3145"/>
                  <a:pt x="17959" y="2673"/>
                  <a:pt x="17751" y="2631"/>
                </a:cubicBezTo>
                <a:cubicBezTo>
                  <a:pt x="17738" y="2628"/>
                  <a:pt x="17726" y="2627"/>
                  <a:pt x="17713" y="2627"/>
                </a:cubicBezTo>
                <a:cubicBezTo>
                  <a:pt x="17486" y="2627"/>
                  <a:pt x="17222" y="3083"/>
                  <a:pt x="17091" y="3348"/>
                </a:cubicBezTo>
                <a:cubicBezTo>
                  <a:pt x="17063" y="3341"/>
                  <a:pt x="17034" y="3334"/>
                  <a:pt x="17007" y="3327"/>
                </a:cubicBezTo>
                <a:cubicBezTo>
                  <a:pt x="17014" y="3000"/>
                  <a:pt x="16994" y="2426"/>
                  <a:pt x="16779" y="2426"/>
                </a:cubicBezTo>
                <a:cubicBezTo>
                  <a:pt x="16769" y="2426"/>
                  <a:pt x="16759" y="2427"/>
                  <a:pt x="16749" y="2429"/>
                </a:cubicBezTo>
                <a:cubicBezTo>
                  <a:pt x="16540" y="2484"/>
                  <a:pt x="16540" y="2902"/>
                  <a:pt x="16575" y="3202"/>
                </a:cubicBezTo>
                <a:cubicBezTo>
                  <a:pt x="13646" y="2394"/>
                  <a:pt x="10424" y="1713"/>
                  <a:pt x="6869" y="1198"/>
                </a:cubicBezTo>
                <a:cubicBezTo>
                  <a:pt x="7014" y="829"/>
                  <a:pt x="7300" y="1"/>
                  <a:pt x="7007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7"/>
          <p:cNvSpPr/>
          <p:nvPr/>
        </p:nvSpPr>
        <p:spPr>
          <a:xfrm>
            <a:off x="-134588" y="4165300"/>
            <a:ext cx="9413186" cy="989911"/>
          </a:xfrm>
          <a:custGeom>
            <a:avLst/>
            <a:gdLst/>
            <a:ahLst/>
            <a:cxnLst/>
            <a:rect l="l" t="t" r="r" b="b"/>
            <a:pathLst>
              <a:path w="112497" h="22095" extrusionOk="0">
                <a:moveTo>
                  <a:pt x="56127" y="0"/>
                </a:moveTo>
                <a:cubicBezTo>
                  <a:pt x="39493" y="0"/>
                  <a:pt x="20270" y="270"/>
                  <a:pt x="28" y="1079"/>
                </a:cubicBezTo>
                <a:cubicBezTo>
                  <a:pt x="0" y="1088"/>
                  <a:pt x="174" y="11183"/>
                  <a:pt x="180" y="13813"/>
                </a:cubicBezTo>
                <a:cubicBezTo>
                  <a:pt x="195" y="18247"/>
                  <a:pt x="222" y="22095"/>
                  <a:pt x="222" y="22095"/>
                </a:cubicBezTo>
                <a:lnTo>
                  <a:pt x="112497" y="22095"/>
                </a:lnTo>
                <a:lnTo>
                  <a:pt x="112308" y="1079"/>
                </a:lnTo>
                <a:cubicBezTo>
                  <a:pt x="112308" y="1079"/>
                  <a:pt x="89395" y="0"/>
                  <a:pt x="5612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9" name="Google Shape;209;p7"/>
          <p:cNvGrpSpPr/>
          <p:nvPr/>
        </p:nvGrpSpPr>
        <p:grpSpPr>
          <a:xfrm>
            <a:off x="7004394" y="4528090"/>
            <a:ext cx="291160" cy="269967"/>
            <a:chOff x="247670" y="4242199"/>
            <a:chExt cx="638089" cy="591643"/>
          </a:xfrm>
        </p:grpSpPr>
        <p:sp>
          <p:nvSpPr>
            <p:cNvPr id="210" name="Google Shape;210;p7"/>
            <p:cNvSpPr/>
            <p:nvPr/>
          </p:nvSpPr>
          <p:spPr>
            <a:xfrm>
              <a:off x="535347" y="4508152"/>
              <a:ext cx="308019" cy="252899"/>
            </a:xfrm>
            <a:custGeom>
              <a:avLst/>
              <a:gdLst/>
              <a:ahLst/>
              <a:cxnLst/>
              <a:rect l="l" t="t" r="r" b="b"/>
              <a:pathLst>
                <a:path w="3800" h="3120" extrusionOk="0">
                  <a:moveTo>
                    <a:pt x="925" y="1"/>
                  </a:moveTo>
                  <a:lnTo>
                    <a:pt x="0" y="752"/>
                  </a:lnTo>
                  <a:cubicBezTo>
                    <a:pt x="31" y="789"/>
                    <a:pt x="1005" y="3119"/>
                    <a:pt x="1986" y="3119"/>
                  </a:cubicBezTo>
                  <a:cubicBezTo>
                    <a:pt x="2125" y="3119"/>
                    <a:pt x="2265" y="3072"/>
                    <a:pt x="2402" y="2965"/>
                  </a:cubicBezTo>
                  <a:cubicBezTo>
                    <a:pt x="3799" y="1865"/>
                    <a:pt x="925" y="1"/>
                    <a:pt x="925" y="1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7"/>
            <p:cNvSpPr/>
            <p:nvPr/>
          </p:nvSpPr>
          <p:spPr>
            <a:xfrm>
              <a:off x="515569" y="4242199"/>
              <a:ext cx="263518" cy="263194"/>
            </a:xfrm>
            <a:custGeom>
              <a:avLst/>
              <a:gdLst/>
              <a:ahLst/>
              <a:cxnLst/>
              <a:rect l="l" t="t" r="r" b="b"/>
              <a:pathLst>
                <a:path w="3251" h="3247" extrusionOk="0">
                  <a:moveTo>
                    <a:pt x="1544" y="0"/>
                  </a:moveTo>
                  <a:cubicBezTo>
                    <a:pt x="305" y="0"/>
                    <a:pt x="0" y="2752"/>
                    <a:pt x="0" y="2752"/>
                  </a:cubicBezTo>
                  <a:lnTo>
                    <a:pt x="1086" y="3247"/>
                  </a:lnTo>
                  <a:cubicBezTo>
                    <a:pt x="1107" y="3198"/>
                    <a:pt x="3250" y="700"/>
                    <a:pt x="1991" y="109"/>
                  </a:cubicBezTo>
                  <a:cubicBezTo>
                    <a:pt x="1830" y="34"/>
                    <a:pt x="1681" y="0"/>
                    <a:pt x="1544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7"/>
            <p:cNvSpPr/>
            <p:nvPr/>
          </p:nvSpPr>
          <p:spPr>
            <a:xfrm>
              <a:off x="247670" y="4464218"/>
              <a:ext cx="294482" cy="170950"/>
            </a:xfrm>
            <a:custGeom>
              <a:avLst/>
              <a:gdLst/>
              <a:ahLst/>
              <a:cxnLst/>
              <a:rect l="l" t="t" r="r" b="b"/>
              <a:pathLst>
                <a:path w="3633" h="2109" extrusionOk="0">
                  <a:moveTo>
                    <a:pt x="3340" y="119"/>
                  </a:moveTo>
                  <a:cubicBezTo>
                    <a:pt x="3292" y="132"/>
                    <a:pt x="0" y="0"/>
                    <a:pt x="321" y="1356"/>
                  </a:cubicBezTo>
                  <a:cubicBezTo>
                    <a:pt x="454" y="1918"/>
                    <a:pt x="846" y="2108"/>
                    <a:pt x="1317" y="2108"/>
                  </a:cubicBezTo>
                  <a:cubicBezTo>
                    <a:pt x="2303" y="2108"/>
                    <a:pt x="3633" y="1273"/>
                    <a:pt x="3633" y="1273"/>
                  </a:cubicBezTo>
                  <a:lnTo>
                    <a:pt x="3340" y="119"/>
                  </a:ln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7"/>
            <p:cNvSpPr/>
            <p:nvPr/>
          </p:nvSpPr>
          <p:spPr>
            <a:xfrm>
              <a:off x="542075" y="4336146"/>
              <a:ext cx="343684" cy="244794"/>
            </a:xfrm>
            <a:custGeom>
              <a:avLst/>
              <a:gdLst/>
              <a:ahLst/>
              <a:cxnLst/>
              <a:rect l="l" t="t" r="r" b="b"/>
              <a:pathLst>
                <a:path w="4240" h="3020" extrusionOk="0">
                  <a:moveTo>
                    <a:pt x="2928" y="1"/>
                  </a:moveTo>
                  <a:cubicBezTo>
                    <a:pt x="2084" y="1"/>
                    <a:pt x="1" y="1600"/>
                    <a:pt x="1" y="1600"/>
                  </a:cubicBezTo>
                  <a:lnTo>
                    <a:pt x="231" y="2624"/>
                  </a:lnTo>
                  <a:cubicBezTo>
                    <a:pt x="231" y="2624"/>
                    <a:pt x="1622" y="3020"/>
                    <a:pt x="2640" y="3020"/>
                  </a:cubicBezTo>
                  <a:cubicBezTo>
                    <a:pt x="2978" y="3020"/>
                    <a:pt x="3275" y="2976"/>
                    <a:pt x="3466" y="2859"/>
                  </a:cubicBezTo>
                  <a:cubicBezTo>
                    <a:pt x="4239" y="2400"/>
                    <a:pt x="2506" y="1600"/>
                    <a:pt x="2506" y="1600"/>
                  </a:cubicBezTo>
                  <a:cubicBezTo>
                    <a:pt x="2506" y="1600"/>
                    <a:pt x="3646" y="807"/>
                    <a:pt x="3222" y="132"/>
                  </a:cubicBezTo>
                  <a:cubicBezTo>
                    <a:pt x="3163" y="40"/>
                    <a:pt x="3061" y="1"/>
                    <a:pt x="2928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7"/>
            <p:cNvSpPr/>
            <p:nvPr/>
          </p:nvSpPr>
          <p:spPr>
            <a:xfrm>
              <a:off x="267935" y="4254601"/>
              <a:ext cx="324473" cy="302101"/>
            </a:xfrm>
            <a:custGeom>
              <a:avLst/>
              <a:gdLst/>
              <a:ahLst/>
              <a:cxnLst/>
              <a:rect l="l" t="t" r="r" b="b"/>
              <a:pathLst>
                <a:path w="4003" h="3727" extrusionOk="0">
                  <a:moveTo>
                    <a:pt x="2471" y="0"/>
                  </a:moveTo>
                  <a:cubicBezTo>
                    <a:pt x="1944" y="0"/>
                    <a:pt x="2033" y="1507"/>
                    <a:pt x="2033" y="1507"/>
                  </a:cubicBezTo>
                  <a:cubicBezTo>
                    <a:pt x="2033" y="1507"/>
                    <a:pt x="1519" y="1243"/>
                    <a:pt x="1049" y="1243"/>
                  </a:cubicBezTo>
                  <a:cubicBezTo>
                    <a:pt x="790" y="1243"/>
                    <a:pt x="545" y="1323"/>
                    <a:pt x="405" y="1569"/>
                  </a:cubicBezTo>
                  <a:cubicBezTo>
                    <a:pt x="1" y="2265"/>
                    <a:pt x="3209" y="3727"/>
                    <a:pt x="3209" y="3727"/>
                  </a:cubicBezTo>
                  <a:lnTo>
                    <a:pt x="4002" y="3045"/>
                  </a:lnTo>
                  <a:cubicBezTo>
                    <a:pt x="4002" y="3045"/>
                    <a:pt x="3466" y="540"/>
                    <a:pt x="2695" y="74"/>
                  </a:cubicBezTo>
                  <a:cubicBezTo>
                    <a:pt x="2610" y="23"/>
                    <a:pt x="2536" y="0"/>
                    <a:pt x="2471" y="0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7"/>
            <p:cNvSpPr/>
            <p:nvPr/>
          </p:nvSpPr>
          <p:spPr>
            <a:xfrm>
              <a:off x="331971" y="4518366"/>
              <a:ext cx="260438" cy="315476"/>
            </a:xfrm>
            <a:custGeom>
              <a:avLst/>
              <a:gdLst/>
              <a:ahLst/>
              <a:cxnLst/>
              <a:rect l="l" t="t" r="r" b="b"/>
              <a:pathLst>
                <a:path w="3213" h="3892" extrusionOk="0">
                  <a:moveTo>
                    <a:pt x="2272" y="0"/>
                  </a:moveTo>
                  <a:cubicBezTo>
                    <a:pt x="2272" y="0"/>
                    <a:pt x="171" y="1468"/>
                    <a:pt x="46" y="2358"/>
                  </a:cubicBezTo>
                  <a:cubicBezTo>
                    <a:pt x="0" y="2667"/>
                    <a:pt x="175" y="2767"/>
                    <a:pt x="423" y="2767"/>
                  </a:cubicBezTo>
                  <a:cubicBezTo>
                    <a:pt x="893" y="2767"/>
                    <a:pt x="1626" y="2407"/>
                    <a:pt x="1626" y="2407"/>
                  </a:cubicBezTo>
                  <a:lnTo>
                    <a:pt x="1626" y="2407"/>
                  </a:lnTo>
                  <a:cubicBezTo>
                    <a:pt x="1626" y="2407"/>
                    <a:pt x="1520" y="3793"/>
                    <a:pt x="2314" y="3890"/>
                  </a:cubicBezTo>
                  <a:cubicBezTo>
                    <a:pt x="2324" y="3891"/>
                    <a:pt x="2335" y="3891"/>
                    <a:pt x="2346" y="3891"/>
                  </a:cubicBezTo>
                  <a:cubicBezTo>
                    <a:pt x="3110" y="3891"/>
                    <a:pt x="3212" y="459"/>
                    <a:pt x="3212" y="459"/>
                  </a:cubicBezTo>
                  <a:lnTo>
                    <a:pt x="2272" y="0"/>
                  </a:ln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7"/>
            <p:cNvSpPr/>
            <p:nvPr/>
          </p:nvSpPr>
          <p:spPr>
            <a:xfrm>
              <a:off x="476661" y="4431957"/>
              <a:ext cx="172166" cy="172166"/>
            </a:xfrm>
            <a:custGeom>
              <a:avLst/>
              <a:gdLst/>
              <a:ahLst/>
              <a:cxnLst/>
              <a:rect l="l" t="t" r="r" b="b"/>
              <a:pathLst>
                <a:path w="2124" h="2124" extrusionOk="0">
                  <a:moveTo>
                    <a:pt x="1058" y="1"/>
                  </a:moveTo>
                  <a:cubicBezTo>
                    <a:pt x="474" y="1"/>
                    <a:pt x="1" y="482"/>
                    <a:pt x="1" y="1066"/>
                  </a:cubicBezTo>
                  <a:cubicBezTo>
                    <a:pt x="1" y="1651"/>
                    <a:pt x="474" y="2123"/>
                    <a:pt x="1058" y="2123"/>
                  </a:cubicBezTo>
                  <a:cubicBezTo>
                    <a:pt x="1643" y="2123"/>
                    <a:pt x="2124" y="1651"/>
                    <a:pt x="2124" y="1066"/>
                  </a:cubicBezTo>
                  <a:cubicBezTo>
                    <a:pt x="2124" y="482"/>
                    <a:pt x="1643" y="1"/>
                    <a:pt x="105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7" name="Google Shape;217;p7"/>
          <p:cNvGrpSpPr/>
          <p:nvPr/>
        </p:nvGrpSpPr>
        <p:grpSpPr>
          <a:xfrm>
            <a:off x="4265946" y="4418887"/>
            <a:ext cx="381194" cy="353447"/>
            <a:chOff x="247670" y="4242199"/>
            <a:chExt cx="638089" cy="591643"/>
          </a:xfrm>
        </p:grpSpPr>
        <p:sp>
          <p:nvSpPr>
            <p:cNvPr id="218" name="Google Shape;218;p7"/>
            <p:cNvSpPr/>
            <p:nvPr/>
          </p:nvSpPr>
          <p:spPr>
            <a:xfrm>
              <a:off x="535347" y="4508152"/>
              <a:ext cx="308019" cy="252899"/>
            </a:xfrm>
            <a:custGeom>
              <a:avLst/>
              <a:gdLst/>
              <a:ahLst/>
              <a:cxnLst/>
              <a:rect l="l" t="t" r="r" b="b"/>
              <a:pathLst>
                <a:path w="3800" h="3120" extrusionOk="0">
                  <a:moveTo>
                    <a:pt x="925" y="1"/>
                  </a:moveTo>
                  <a:lnTo>
                    <a:pt x="0" y="752"/>
                  </a:lnTo>
                  <a:cubicBezTo>
                    <a:pt x="31" y="789"/>
                    <a:pt x="1005" y="3119"/>
                    <a:pt x="1986" y="3119"/>
                  </a:cubicBezTo>
                  <a:cubicBezTo>
                    <a:pt x="2125" y="3119"/>
                    <a:pt x="2265" y="3072"/>
                    <a:pt x="2402" y="2965"/>
                  </a:cubicBezTo>
                  <a:cubicBezTo>
                    <a:pt x="3799" y="1865"/>
                    <a:pt x="925" y="1"/>
                    <a:pt x="925" y="1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7"/>
            <p:cNvSpPr/>
            <p:nvPr/>
          </p:nvSpPr>
          <p:spPr>
            <a:xfrm>
              <a:off x="515569" y="4242199"/>
              <a:ext cx="263518" cy="263194"/>
            </a:xfrm>
            <a:custGeom>
              <a:avLst/>
              <a:gdLst/>
              <a:ahLst/>
              <a:cxnLst/>
              <a:rect l="l" t="t" r="r" b="b"/>
              <a:pathLst>
                <a:path w="3251" h="3247" extrusionOk="0">
                  <a:moveTo>
                    <a:pt x="1544" y="0"/>
                  </a:moveTo>
                  <a:cubicBezTo>
                    <a:pt x="305" y="0"/>
                    <a:pt x="0" y="2752"/>
                    <a:pt x="0" y="2752"/>
                  </a:cubicBezTo>
                  <a:lnTo>
                    <a:pt x="1086" y="3247"/>
                  </a:lnTo>
                  <a:cubicBezTo>
                    <a:pt x="1107" y="3198"/>
                    <a:pt x="3250" y="700"/>
                    <a:pt x="1991" y="109"/>
                  </a:cubicBezTo>
                  <a:cubicBezTo>
                    <a:pt x="1830" y="34"/>
                    <a:pt x="1681" y="0"/>
                    <a:pt x="1544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7"/>
            <p:cNvSpPr/>
            <p:nvPr/>
          </p:nvSpPr>
          <p:spPr>
            <a:xfrm>
              <a:off x="247670" y="4464218"/>
              <a:ext cx="294482" cy="170950"/>
            </a:xfrm>
            <a:custGeom>
              <a:avLst/>
              <a:gdLst/>
              <a:ahLst/>
              <a:cxnLst/>
              <a:rect l="l" t="t" r="r" b="b"/>
              <a:pathLst>
                <a:path w="3633" h="2109" extrusionOk="0">
                  <a:moveTo>
                    <a:pt x="3340" y="119"/>
                  </a:moveTo>
                  <a:cubicBezTo>
                    <a:pt x="3292" y="132"/>
                    <a:pt x="0" y="0"/>
                    <a:pt x="321" y="1356"/>
                  </a:cubicBezTo>
                  <a:cubicBezTo>
                    <a:pt x="454" y="1918"/>
                    <a:pt x="846" y="2108"/>
                    <a:pt x="1317" y="2108"/>
                  </a:cubicBezTo>
                  <a:cubicBezTo>
                    <a:pt x="2303" y="2108"/>
                    <a:pt x="3633" y="1273"/>
                    <a:pt x="3633" y="1273"/>
                  </a:cubicBezTo>
                  <a:lnTo>
                    <a:pt x="3340" y="119"/>
                  </a:ln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7"/>
            <p:cNvSpPr/>
            <p:nvPr/>
          </p:nvSpPr>
          <p:spPr>
            <a:xfrm>
              <a:off x="542075" y="4336146"/>
              <a:ext cx="343684" cy="244794"/>
            </a:xfrm>
            <a:custGeom>
              <a:avLst/>
              <a:gdLst/>
              <a:ahLst/>
              <a:cxnLst/>
              <a:rect l="l" t="t" r="r" b="b"/>
              <a:pathLst>
                <a:path w="4240" h="3020" extrusionOk="0">
                  <a:moveTo>
                    <a:pt x="2928" y="1"/>
                  </a:moveTo>
                  <a:cubicBezTo>
                    <a:pt x="2084" y="1"/>
                    <a:pt x="1" y="1600"/>
                    <a:pt x="1" y="1600"/>
                  </a:cubicBezTo>
                  <a:lnTo>
                    <a:pt x="231" y="2624"/>
                  </a:lnTo>
                  <a:cubicBezTo>
                    <a:pt x="231" y="2624"/>
                    <a:pt x="1622" y="3020"/>
                    <a:pt x="2640" y="3020"/>
                  </a:cubicBezTo>
                  <a:cubicBezTo>
                    <a:pt x="2978" y="3020"/>
                    <a:pt x="3275" y="2976"/>
                    <a:pt x="3466" y="2859"/>
                  </a:cubicBezTo>
                  <a:cubicBezTo>
                    <a:pt x="4239" y="2400"/>
                    <a:pt x="2506" y="1600"/>
                    <a:pt x="2506" y="1600"/>
                  </a:cubicBezTo>
                  <a:cubicBezTo>
                    <a:pt x="2506" y="1600"/>
                    <a:pt x="3646" y="807"/>
                    <a:pt x="3222" y="132"/>
                  </a:cubicBezTo>
                  <a:cubicBezTo>
                    <a:pt x="3163" y="40"/>
                    <a:pt x="3061" y="1"/>
                    <a:pt x="2928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7"/>
            <p:cNvSpPr/>
            <p:nvPr/>
          </p:nvSpPr>
          <p:spPr>
            <a:xfrm>
              <a:off x="267935" y="4254601"/>
              <a:ext cx="324473" cy="302101"/>
            </a:xfrm>
            <a:custGeom>
              <a:avLst/>
              <a:gdLst/>
              <a:ahLst/>
              <a:cxnLst/>
              <a:rect l="l" t="t" r="r" b="b"/>
              <a:pathLst>
                <a:path w="4003" h="3727" extrusionOk="0">
                  <a:moveTo>
                    <a:pt x="2471" y="0"/>
                  </a:moveTo>
                  <a:cubicBezTo>
                    <a:pt x="1944" y="0"/>
                    <a:pt x="2033" y="1507"/>
                    <a:pt x="2033" y="1507"/>
                  </a:cubicBezTo>
                  <a:cubicBezTo>
                    <a:pt x="2033" y="1507"/>
                    <a:pt x="1519" y="1243"/>
                    <a:pt x="1049" y="1243"/>
                  </a:cubicBezTo>
                  <a:cubicBezTo>
                    <a:pt x="790" y="1243"/>
                    <a:pt x="545" y="1323"/>
                    <a:pt x="405" y="1569"/>
                  </a:cubicBezTo>
                  <a:cubicBezTo>
                    <a:pt x="1" y="2265"/>
                    <a:pt x="3209" y="3727"/>
                    <a:pt x="3209" y="3727"/>
                  </a:cubicBezTo>
                  <a:lnTo>
                    <a:pt x="4002" y="3045"/>
                  </a:lnTo>
                  <a:cubicBezTo>
                    <a:pt x="4002" y="3045"/>
                    <a:pt x="3466" y="540"/>
                    <a:pt x="2695" y="74"/>
                  </a:cubicBezTo>
                  <a:cubicBezTo>
                    <a:pt x="2610" y="23"/>
                    <a:pt x="2536" y="0"/>
                    <a:pt x="2471" y="0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7"/>
            <p:cNvSpPr/>
            <p:nvPr/>
          </p:nvSpPr>
          <p:spPr>
            <a:xfrm>
              <a:off x="331971" y="4518366"/>
              <a:ext cx="260438" cy="315476"/>
            </a:xfrm>
            <a:custGeom>
              <a:avLst/>
              <a:gdLst/>
              <a:ahLst/>
              <a:cxnLst/>
              <a:rect l="l" t="t" r="r" b="b"/>
              <a:pathLst>
                <a:path w="3213" h="3892" extrusionOk="0">
                  <a:moveTo>
                    <a:pt x="2272" y="0"/>
                  </a:moveTo>
                  <a:cubicBezTo>
                    <a:pt x="2272" y="0"/>
                    <a:pt x="171" y="1468"/>
                    <a:pt x="46" y="2358"/>
                  </a:cubicBezTo>
                  <a:cubicBezTo>
                    <a:pt x="0" y="2667"/>
                    <a:pt x="175" y="2767"/>
                    <a:pt x="423" y="2767"/>
                  </a:cubicBezTo>
                  <a:cubicBezTo>
                    <a:pt x="893" y="2767"/>
                    <a:pt x="1626" y="2407"/>
                    <a:pt x="1626" y="2407"/>
                  </a:cubicBezTo>
                  <a:lnTo>
                    <a:pt x="1626" y="2407"/>
                  </a:lnTo>
                  <a:cubicBezTo>
                    <a:pt x="1626" y="2407"/>
                    <a:pt x="1520" y="3793"/>
                    <a:pt x="2314" y="3890"/>
                  </a:cubicBezTo>
                  <a:cubicBezTo>
                    <a:pt x="2324" y="3891"/>
                    <a:pt x="2335" y="3891"/>
                    <a:pt x="2346" y="3891"/>
                  </a:cubicBezTo>
                  <a:cubicBezTo>
                    <a:pt x="3110" y="3891"/>
                    <a:pt x="3212" y="459"/>
                    <a:pt x="3212" y="459"/>
                  </a:cubicBezTo>
                  <a:lnTo>
                    <a:pt x="2272" y="0"/>
                  </a:ln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7"/>
            <p:cNvSpPr/>
            <p:nvPr/>
          </p:nvSpPr>
          <p:spPr>
            <a:xfrm>
              <a:off x="476661" y="4431957"/>
              <a:ext cx="172166" cy="172166"/>
            </a:xfrm>
            <a:custGeom>
              <a:avLst/>
              <a:gdLst/>
              <a:ahLst/>
              <a:cxnLst/>
              <a:rect l="l" t="t" r="r" b="b"/>
              <a:pathLst>
                <a:path w="2124" h="2124" extrusionOk="0">
                  <a:moveTo>
                    <a:pt x="1058" y="1"/>
                  </a:moveTo>
                  <a:cubicBezTo>
                    <a:pt x="474" y="1"/>
                    <a:pt x="1" y="482"/>
                    <a:pt x="1" y="1066"/>
                  </a:cubicBezTo>
                  <a:cubicBezTo>
                    <a:pt x="1" y="1651"/>
                    <a:pt x="474" y="2123"/>
                    <a:pt x="1058" y="2123"/>
                  </a:cubicBezTo>
                  <a:cubicBezTo>
                    <a:pt x="1643" y="2123"/>
                    <a:pt x="2124" y="1651"/>
                    <a:pt x="2124" y="1066"/>
                  </a:cubicBezTo>
                  <a:cubicBezTo>
                    <a:pt x="2124" y="482"/>
                    <a:pt x="1643" y="1"/>
                    <a:pt x="105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5" name="Google Shape;225;p7"/>
          <p:cNvSpPr/>
          <p:nvPr/>
        </p:nvSpPr>
        <p:spPr>
          <a:xfrm flipH="1">
            <a:off x="7547998" y="3927374"/>
            <a:ext cx="1635652" cy="1237902"/>
          </a:xfrm>
          <a:custGeom>
            <a:avLst/>
            <a:gdLst/>
            <a:ahLst/>
            <a:cxnLst/>
            <a:rect l="l" t="t" r="r" b="b"/>
            <a:pathLst>
              <a:path w="22638" h="17133" extrusionOk="0">
                <a:moveTo>
                  <a:pt x="4586" y="0"/>
                </a:moveTo>
                <a:cubicBezTo>
                  <a:pt x="2764" y="0"/>
                  <a:pt x="1128" y="787"/>
                  <a:pt x="0" y="2039"/>
                </a:cubicBezTo>
                <a:cubicBezTo>
                  <a:pt x="15" y="10112"/>
                  <a:pt x="42" y="17133"/>
                  <a:pt x="42" y="17133"/>
                </a:cubicBezTo>
                <a:lnTo>
                  <a:pt x="22616" y="17133"/>
                </a:lnTo>
                <a:cubicBezTo>
                  <a:pt x="22629" y="16966"/>
                  <a:pt x="22637" y="16806"/>
                  <a:pt x="22637" y="16639"/>
                </a:cubicBezTo>
                <a:cubicBezTo>
                  <a:pt x="22637" y="14140"/>
                  <a:pt x="21154" y="11991"/>
                  <a:pt x="19018" y="11016"/>
                </a:cubicBezTo>
                <a:cubicBezTo>
                  <a:pt x="19519" y="10126"/>
                  <a:pt x="19805" y="9102"/>
                  <a:pt x="19805" y="8010"/>
                </a:cubicBezTo>
                <a:cubicBezTo>
                  <a:pt x="19805" y="7871"/>
                  <a:pt x="19798" y="7732"/>
                  <a:pt x="19790" y="7599"/>
                </a:cubicBezTo>
                <a:cubicBezTo>
                  <a:pt x="19581" y="4377"/>
                  <a:pt x="16903" y="1837"/>
                  <a:pt x="13633" y="1837"/>
                </a:cubicBezTo>
                <a:cubicBezTo>
                  <a:pt x="12242" y="1837"/>
                  <a:pt x="10954" y="2296"/>
                  <a:pt x="9924" y="3076"/>
                </a:cubicBezTo>
                <a:cubicBezTo>
                  <a:pt x="8851" y="1233"/>
                  <a:pt x="6869" y="0"/>
                  <a:pt x="458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6" name="Google Shape;226;p7"/>
          <p:cNvGrpSpPr/>
          <p:nvPr/>
        </p:nvGrpSpPr>
        <p:grpSpPr>
          <a:xfrm>
            <a:off x="8116581" y="3851655"/>
            <a:ext cx="498475" cy="462191"/>
            <a:chOff x="247670" y="4242199"/>
            <a:chExt cx="638089" cy="591643"/>
          </a:xfrm>
        </p:grpSpPr>
        <p:sp>
          <p:nvSpPr>
            <p:cNvPr id="227" name="Google Shape;227;p7"/>
            <p:cNvSpPr/>
            <p:nvPr/>
          </p:nvSpPr>
          <p:spPr>
            <a:xfrm>
              <a:off x="535347" y="4508152"/>
              <a:ext cx="308019" cy="252899"/>
            </a:xfrm>
            <a:custGeom>
              <a:avLst/>
              <a:gdLst/>
              <a:ahLst/>
              <a:cxnLst/>
              <a:rect l="l" t="t" r="r" b="b"/>
              <a:pathLst>
                <a:path w="3800" h="3120" extrusionOk="0">
                  <a:moveTo>
                    <a:pt x="925" y="1"/>
                  </a:moveTo>
                  <a:lnTo>
                    <a:pt x="0" y="752"/>
                  </a:lnTo>
                  <a:cubicBezTo>
                    <a:pt x="31" y="789"/>
                    <a:pt x="1005" y="3119"/>
                    <a:pt x="1986" y="3119"/>
                  </a:cubicBezTo>
                  <a:cubicBezTo>
                    <a:pt x="2125" y="3119"/>
                    <a:pt x="2265" y="3072"/>
                    <a:pt x="2402" y="2965"/>
                  </a:cubicBezTo>
                  <a:cubicBezTo>
                    <a:pt x="3799" y="1865"/>
                    <a:pt x="925" y="1"/>
                    <a:pt x="925" y="1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7"/>
            <p:cNvSpPr/>
            <p:nvPr/>
          </p:nvSpPr>
          <p:spPr>
            <a:xfrm>
              <a:off x="515569" y="4242199"/>
              <a:ext cx="263518" cy="263194"/>
            </a:xfrm>
            <a:custGeom>
              <a:avLst/>
              <a:gdLst/>
              <a:ahLst/>
              <a:cxnLst/>
              <a:rect l="l" t="t" r="r" b="b"/>
              <a:pathLst>
                <a:path w="3251" h="3247" extrusionOk="0">
                  <a:moveTo>
                    <a:pt x="1544" y="0"/>
                  </a:moveTo>
                  <a:cubicBezTo>
                    <a:pt x="305" y="0"/>
                    <a:pt x="0" y="2752"/>
                    <a:pt x="0" y="2752"/>
                  </a:cubicBezTo>
                  <a:lnTo>
                    <a:pt x="1086" y="3247"/>
                  </a:lnTo>
                  <a:cubicBezTo>
                    <a:pt x="1107" y="3198"/>
                    <a:pt x="3250" y="700"/>
                    <a:pt x="1991" y="109"/>
                  </a:cubicBezTo>
                  <a:cubicBezTo>
                    <a:pt x="1830" y="34"/>
                    <a:pt x="1681" y="0"/>
                    <a:pt x="1544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7"/>
            <p:cNvSpPr/>
            <p:nvPr/>
          </p:nvSpPr>
          <p:spPr>
            <a:xfrm>
              <a:off x="247670" y="4464218"/>
              <a:ext cx="294482" cy="170950"/>
            </a:xfrm>
            <a:custGeom>
              <a:avLst/>
              <a:gdLst/>
              <a:ahLst/>
              <a:cxnLst/>
              <a:rect l="l" t="t" r="r" b="b"/>
              <a:pathLst>
                <a:path w="3633" h="2109" extrusionOk="0">
                  <a:moveTo>
                    <a:pt x="3340" y="119"/>
                  </a:moveTo>
                  <a:cubicBezTo>
                    <a:pt x="3292" y="132"/>
                    <a:pt x="0" y="0"/>
                    <a:pt x="321" y="1356"/>
                  </a:cubicBezTo>
                  <a:cubicBezTo>
                    <a:pt x="454" y="1918"/>
                    <a:pt x="846" y="2108"/>
                    <a:pt x="1317" y="2108"/>
                  </a:cubicBezTo>
                  <a:cubicBezTo>
                    <a:pt x="2303" y="2108"/>
                    <a:pt x="3633" y="1273"/>
                    <a:pt x="3633" y="1273"/>
                  </a:cubicBezTo>
                  <a:lnTo>
                    <a:pt x="3340" y="119"/>
                  </a:ln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7"/>
            <p:cNvSpPr/>
            <p:nvPr/>
          </p:nvSpPr>
          <p:spPr>
            <a:xfrm>
              <a:off x="542075" y="4336146"/>
              <a:ext cx="343684" cy="244794"/>
            </a:xfrm>
            <a:custGeom>
              <a:avLst/>
              <a:gdLst/>
              <a:ahLst/>
              <a:cxnLst/>
              <a:rect l="l" t="t" r="r" b="b"/>
              <a:pathLst>
                <a:path w="4240" h="3020" extrusionOk="0">
                  <a:moveTo>
                    <a:pt x="2928" y="1"/>
                  </a:moveTo>
                  <a:cubicBezTo>
                    <a:pt x="2084" y="1"/>
                    <a:pt x="1" y="1600"/>
                    <a:pt x="1" y="1600"/>
                  </a:cubicBezTo>
                  <a:lnTo>
                    <a:pt x="231" y="2624"/>
                  </a:lnTo>
                  <a:cubicBezTo>
                    <a:pt x="231" y="2624"/>
                    <a:pt x="1622" y="3020"/>
                    <a:pt x="2640" y="3020"/>
                  </a:cubicBezTo>
                  <a:cubicBezTo>
                    <a:pt x="2978" y="3020"/>
                    <a:pt x="3275" y="2976"/>
                    <a:pt x="3466" y="2859"/>
                  </a:cubicBezTo>
                  <a:cubicBezTo>
                    <a:pt x="4239" y="2400"/>
                    <a:pt x="2506" y="1600"/>
                    <a:pt x="2506" y="1600"/>
                  </a:cubicBezTo>
                  <a:cubicBezTo>
                    <a:pt x="2506" y="1600"/>
                    <a:pt x="3646" y="807"/>
                    <a:pt x="3222" y="132"/>
                  </a:cubicBezTo>
                  <a:cubicBezTo>
                    <a:pt x="3163" y="40"/>
                    <a:pt x="3061" y="1"/>
                    <a:pt x="2928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7"/>
            <p:cNvSpPr/>
            <p:nvPr/>
          </p:nvSpPr>
          <p:spPr>
            <a:xfrm>
              <a:off x="267935" y="4254601"/>
              <a:ext cx="324473" cy="302101"/>
            </a:xfrm>
            <a:custGeom>
              <a:avLst/>
              <a:gdLst/>
              <a:ahLst/>
              <a:cxnLst/>
              <a:rect l="l" t="t" r="r" b="b"/>
              <a:pathLst>
                <a:path w="4003" h="3727" extrusionOk="0">
                  <a:moveTo>
                    <a:pt x="2471" y="0"/>
                  </a:moveTo>
                  <a:cubicBezTo>
                    <a:pt x="1944" y="0"/>
                    <a:pt x="2033" y="1507"/>
                    <a:pt x="2033" y="1507"/>
                  </a:cubicBezTo>
                  <a:cubicBezTo>
                    <a:pt x="2033" y="1507"/>
                    <a:pt x="1519" y="1243"/>
                    <a:pt x="1049" y="1243"/>
                  </a:cubicBezTo>
                  <a:cubicBezTo>
                    <a:pt x="790" y="1243"/>
                    <a:pt x="545" y="1323"/>
                    <a:pt x="405" y="1569"/>
                  </a:cubicBezTo>
                  <a:cubicBezTo>
                    <a:pt x="1" y="2265"/>
                    <a:pt x="3209" y="3727"/>
                    <a:pt x="3209" y="3727"/>
                  </a:cubicBezTo>
                  <a:lnTo>
                    <a:pt x="4002" y="3045"/>
                  </a:lnTo>
                  <a:cubicBezTo>
                    <a:pt x="4002" y="3045"/>
                    <a:pt x="3466" y="540"/>
                    <a:pt x="2695" y="74"/>
                  </a:cubicBezTo>
                  <a:cubicBezTo>
                    <a:pt x="2610" y="23"/>
                    <a:pt x="2536" y="0"/>
                    <a:pt x="2471" y="0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7"/>
            <p:cNvSpPr/>
            <p:nvPr/>
          </p:nvSpPr>
          <p:spPr>
            <a:xfrm>
              <a:off x="331971" y="4518366"/>
              <a:ext cx="260438" cy="315476"/>
            </a:xfrm>
            <a:custGeom>
              <a:avLst/>
              <a:gdLst/>
              <a:ahLst/>
              <a:cxnLst/>
              <a:rect l="l" t="t" r="r" b="b"/>
              <a:pathLst>
                <a:path w="3213" h="3892" extrusionOk="0">
                  <a:moveTo>
                    <a:pt x="2272" y="0"/>
                  </a:moveTo>
                  <a:cubicBezTo>
                    <a:pt x="2272" y="0"/>
                    <a:pt x="171" y="1468"/>
                    <a:pt x="46" y="2358"/>
                  </a:cubicBezTo>
                  <a:cubicBezTo>
                    <a:pt x="0" y="2667"/>
                    <a:pt x="175" y="2767"/>
                    <a:pt x="423" y="2767"/>
                  </a:cubicBezTo>
                  <a:cubicBezTo>
                    <a:pt x="893" y="2767"/>
                    <a:pt x="1626" y="2407"/>
                    <a:pt x="1626" y="2407"/>
                  </a:cubicBezTo>
                  <a:lnTo>
                    <a:pt x="1626" y="2407"/>
                  </a:lnTo>
                  <a:cubicBezTo>
                    <a:pt x="1626" y="2407"/>
                    <a:pt x="1520" y="3793"/>
                    <a:pt x="2314" y="3890"/>
                  </a:cubicBezTo>
                  <a:cubicBezTo>
                    <a:pt x="2324" y="3891"/>
                    <a:pt x="2335" y="3891"/>
                    <a:pt x="2346" y="3891"/>
                  </a:cubicBezTo>
                  <a:cubicBezTo>
                    <a:pt x="3110" y="3891"/>
                    <a:pt x="3212" y="459"/>
                    <a:pt x="3212" y="459"/>
                  </a:cubicBezTo>
                  <a:lnTo>
                    <a:pt x="2272" y="0"/>
                  </a:ln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7"/>
            <p:cNvSpPr/>
            <p:nvPr/>
          </p:nvSpPr>
          <p:spPr>
            <a:xfrm>
              <a:off x="476661" y="4431957"/>
              <a:ext cx="172166" cy="172166"/>
            </a:xfrm>
            <a:custGeom>
              <a:avLst/>
              <a:gdLst/>
              <a:ahLst/>
              <a:cxnLst/>
              <a:rect l="l" t="t" r="r" b="b"/>
              <a:pathLst>
                <a:path w="2124" h="2124" extrusionOk="0">
                  <a:moveTo>
                    <a:pt x="1058" y="1"/>
                  </a:moveTo>
                  <a:cubicBezTo>
                    <a:pt x="474" y="1"/>
                    <a:pt x="1" y="482"/>
                    <a:pt x="1" y="1066"/>
                  </a:cubicBezTo>
                  <a:cubicBezTo>
                    <a:pt x="1" y="1651"/>
                    <a:pt x="474" y="2123"/>
                    <a:pt x="1058" y="2123"/>
                  </a:cubicBezTo>
                  <a:cubicBezTo>
                    <a:pt x="1643" y="2123"/>
                    <a:pt x="2124" y="1651"/>
                    <a:pt x="2124" y="1066"/>
                  </a:cubicBezTo>
                  <a:cubicBezTo>
                    <a:pt x="2124" y="482"/>
                    <a:pt x="1643" y="1"/>
                    <a:pt x="105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4" name="Google Shape;234;p7"/>
          <p:cNvGrpSpPr/>
          <p:nvPr/>
        </p:nvGrpSpPr>
        <p:grpSpPr>
          <a:xfrm>
            <a:off x="188469" y="4111565"/>
            <a:ext cx="291160" cy="269967"/>
            <a:chOff x="247670" y="4242199"/>
            <a:chExt cx="638089" cy="591643"/>
          </a:xfrm>
        </p:grpSpPr>
        <p:sp>
          <p:nvSpPr>
            <p:cNvPr id="235" name="Google Shape;235;p7"/>
            <p:cNvSpPr/>
            <p:nvPr/>
          </p:nvSpPr>
          <p:spPr>
            <a:xfrm>
              <a:off x="535347" y="4508152"/>
              <a:ext cx="308019" cy="252899"/>
            </a:xfrm>
            <a:custGeom>
              <a:avLst/>
              <a:gdLst/>
              <a:ahLst/>
              <a:cxnLst/>
              <a:rect l="l" t="t" r="r" b="b"/>
              <a:pathLst>
                <a:path w="3800" h="3120" extrusionOk="0">
                  <a:moveTo>
                    <a:pt x="925" y="1"/>
                  </a:moveTo>
                  <a:lnTo>
                    <a:pt x="0" y="752"/>
                  </a:lnTo>
                  <a:cubicBezTo>
                    <a:pt x="31" y="789"/>
                    <a:pt x="1005" y="3119"/>
                    <a:pt x="1986" y="3119"/>
                  </a:cubicBezTo>
                  <a:cubicBezTo>
                    <a:pt x="2125" y="3119"/>
                    <a:pt x="2265" y="3072"/>
                    <a:pt x="2402" y="2965"/>
                  </a:cubicBezTo>
                  <a:cubicBezTo>
                    <a:pt x="3799" y="1865"/>
                    <a:pt x="925" y="1"/>
                    <a:pt x="925" y="1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7"/>
            <p:cNvSpPr/>
            <p:nvPr/>
          </p:nvSpPr>
          <p:spPr>
            <a:xfrm>
              <a:off x="515569" y="4242199"/>
              <a:ext cx="263518" cy="263194"/>
            </a:xfrm>
            <a:custGeom>
              <a:avLst/>
              <a:gdLst/>
              <a:ahLst/>
              <a:cxnLst/>
              <a:rect l="l" t="t" r="r" b="b"/>
              <a:pathLst>
                <a:path w="3251" h="3247" extrusionOk="0">
                  <a:moveTo>
                    <a:pt x="1544" y="0"/>
                  </a:moveTo>
                  <a:cubicBezTo>
                    <a:pt x="305" y="0"/>
                    <a:pt x="0" y="2752"/>
                    <a:pt x="0" y="2752"/>
                  </a:cubicBezTo>
                  <a:lnTo>
                    <a:pt x="1086" y="3247"/>
                  </a:lnTo>
                  <a:cubicBezTo>
                    <a:pt x="1107" y="3198"/>
                    <a:pt x="3250" y="700"/>
                    <a:pt x="1991" y="109"/>
                  </a:cubicBezTo>
                  <a:cubicBezTo>
                    <a:pt x="1830" y="34"/>
                    <a:pt x="1681" y="0"/>
                    <a:pt x="1544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7"/>
            <p:cNvSpPr/>
            <p:nvPr/>
          </p:nvSpPr>
          <p:spPr>
            <a:xfrm>
              <a:off x="247670" y="4464218"/>
              <a:ext cx="294482" cy="170950"/>
            </a:xfrm>
            <a:custGeom>
              <a:avLst/>
              <a:gdLst/>
              <a:ahLst/>
              <a:cxnLst/>
              <a:rect l="l" t="t" r="r" b="b"/>
              <a:pathLst>
                <a:path w="3633" h="2109" extrusionOk="0">
                  <a:moveTo>
                    <a:pt x="3340" y="119"/>
                  </a:moveTo>
                  <a:cubicBezTo>
                    <a:pt x="3292" y="132"/>
                    <a:pt x="0" y="0"/>
                    <a:pt x="321" y="1356"/>
                  </a:cubicBezTo>
                  <a:cubicBezTo>
                    <a:pt x="454" y="1918"/>
                    <a:pt x="846" y="2108"/>
                    <a:pt x="1317" y="2108"/>
                  </a:cubicBezTo>
                  <a:cubicBezTo>
                    <a:pt x="2303" y="2108"/>
                    <a:pt x="3633" y="1273"/>
                    <a:pt x="3633" y="1273"/>
                  </a:cubicBezTo>
                  <a:lnTo>
                    <a:pt x="3340" y="119"/>
                  </a:ln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7"/>
            <p:cNvSpPr/>
            <p:nvPr/>
          </p:nvSpPr>
          <p:spPr>
            <a:xfrm>
              <a:off x="542075" y="4336146"/>
              <a:ext cx="343684" cy="244794"/>
            </a:xfrm>
            <a:custGeom>
              <a:avLst/>
              <a:gdLst/>
              <a:ahLst/>
              <a:cxnLst/>
              <a:rect l="l" t="t" r="r" b="b"/>
              <a:pathLst>
                <a:path w="4240" h="3020" extrusionOk="0">
                  <a:moveTo>
                    <a:pt x="2928" y="1"/>
                  </a:moveTo>
                  <a:cubicBezTo>
                    <a:pt x="2084" y="1"/>
                    <a:pt x="1" y="1600"/>
                    <a:pt x="1" y="1600"/>
                  </a:cubicBezTo>
                  <a:lnTo>
                    <a:pt x="231" y="2624"/>
                  </a:lnTo>
                  <a:cubicBezTo>
                    <a:pt x="231" y="2624"/>
                    <a:pt x="1622" y="3020"/>
                    <a:pt x="2640" y="3020"/>
                  </a:cubicBezTo>
                  <a:cubicBezTo>
                    <a:pt x="2978" y="3020"/>
                    <a:pt x="3275" y="2976"/>
                    <a:pt x="3466" y="2859"/>
                  </a:cubicBezTo>
                  <a:cubicBezTo>
                    <a:pt x="4239" y="2400"/>
                    <a:pt x="2506" y="1600"/>
                    <a:pt x="2506" y="1600"/>
                  </a:cubicBezTo>
                  <a:cubicBezTo>
                    <a:pt x="2506" y="1600"/>
                    <a:pt x="3646" y="807"/>
                    <a:pt x="3222" y="132"/>
                  </a:cubicBezTo>
                  <a:cubicBezTo>
                    <a:pt x="3163" y="40"/>
                    <a:pt x="3061" y="1"/>
                    <a:pt x="2928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7"/>
            <p:cNvSpPr/>
            <p:nvPr/>
          </p:nvSpPr>
          <p:spPr>
            <a:xfrm>
              <a:off x="267935" y="4254601"/>
              <a:ext cx="324473" cy="302101"/>
            </a:xfrm>
            <a:custGeom>
              <a:avLst/>
              <a:gdLst/>
              <a:ahLst/>
              <a:cxnLst/>
              <a:rect l="l" t="t" r="r" b="b"/>
              <a:pathLst>
                <a:path w="4003" h="3727" extrusionOk="0">
                  <a:moveTo>
                    <a:pt x="2471" y="0"/>
                  </a:moveTo>
                  <a:cubicBezTo>
                    <a:pt x="1944" y="0"/>
                    <a:pt x="2033" y="1507"/>
                    <a:pt x="2033" y="1507"/>
                  </a:cubicBezTo>
                  <a:cubicBezTo>
                    <a:pt x="2033" y="1507"/>
                    <a:pt x="1519" y="1243"/>
                    <a:pt x="1049" y="1243"/>
                  </a:cubicBezTo>
                  <a:cubicBezTo>
                    <a:pt x="790" y="1243"/>
                    <a:pt x="545" y="1323"/>
                    <a:pt x="405" y="1569"/>
                  </a:cubicBezTo>
                  <a:cubicBezTo>
                    <a:pt x="1" y="2265"/>
                    <a:pt x="3209" y="3727"/>
                    <a:pt x="3209" y="3727"/>
                  </a:cubicBezTo>
                  <a:lnTo>
                    <a:pt x="4002" y="3045"/>
                  </a:lnTo>
                  <a:cubicBezTo>
                    <a:pt x="4002" y="3045"/>
                    <a:pt x="3466" y="540"/>
                    <a:pt x="2695" y="74"/>
                  </a:cubicBezTo>
                  <a:cubicBezTo>
                    <a:pt x="2610" y="23"/>
                    <a:pt x="2536" y="0"/>
                    <a:pt x="2471" y="0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7"/>
            <p:cNvSpPr/>
            <p:nvPr/>
          </p:nvSpPr>
          <p:spPr>
            <a:xfrm>
              <a:off x="331971" y="4518366"/>
              <a:ext cx="260438" cy="315476"/>
            </a:xfrm>
            <a:custGeom>
              <a:avLst/>
              <a:gdLst/>
              <a:ahLst/>
              <a:cxnLst/>
              <a:rect l="l" t="t" r="r" b="b"/>
              <a:pathLst>
                <a:path w="3213" h="3892" extrusionOk="0">
                  <a:moveTo>
                    <a:pt x="2272" y="0"/>
                  </a:moveTo>
                  <a:cubicBezTo>
                    <a:pt x="2272" y="0"/>
                    <a:pt x="171" y="1468"/>
                    <a:pt x="46" y="2358"/>
                  </a:cubicBezTo>
                  <a:cubicBezTo>
                    <a:pt x="0" y="2667"/>
                    <a:pt x="175" y="2767"/>
                    <a:pt x="423" y="2767"/>
                  </a:cubicBezTo>
                  <a:cubicBezTo>
                    <a:pt x="893" y="2767"/>
                    <a:pt x="1626" y="2407"/>
                    <a:pt x="1626" y="2407"/>
                  </a:cubicBezTo>
                  <a:lnTo>
                    <a:pt x="1626" y="2407"/>
                  </a:lnTo>
                  <a:cubicBezTo>
                    <a:pt x="1626" y="2407"/>
                    <a:pt x="1520" y="3793"/>
                    <a:pt x="2314" y="3890"/>
                  </a:cubicBezTo>
                  <a:cubicBezTo>
                    <a:pt x="2324" y="3891"/>
                    <a:pt x="2335" y="3891"/>
                    <a:pt x="2346" y="3891"/>
                  </a:cubicBezTo>
                  <a:cubicBezTo>
                    <a:pt x="3110" y="3891"/>
                    <a:pt x="3212" y="459"/>
                    <a:pt x="3212" y="459"/>
                  </a:cubicBezTo>
                  <a:lnTo>
                    <a:pt x="2272" y="0"/>
                  </a:ln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7"/>
            <p:cNvSpPr/>
            <p:nvPr/>
          </p:nvSpPr>
          <p:spPr>
            <a:xfrm>
              <a:off x="476661" y="4431957"/>
              <a:ext cx="172166" cy="172166"/>
            </a:xfrm>
            <a:custGeom>
              <a:avLst/>
              <a:gdLst/>
              <a:ahLst/>
              <a:cxnLst/>
              <a:rect l="l" t="t" r="r" b="b"/>
              <a:pathLst>
                <a:path w="2124" h="2124" extrusionOk="0">
                  <a:moveTo>
                    <a:pt x="1058" y="1"/>
                  </a:moveTo>
                  <a:cubicBezTo>
                    <a:pt x="474" y="1"/>
                    <a:pt x="1" y="482"/>
                    <a:pt x="1" y="1066"/>
                  </a:cubicBezTo>
                  <a:cubicBezTo>
                    <a:pt x="1" y="1651"/>
                    <a:pt x="474" y="2123"/>
                    <a:pt x="1058" y="2123"/>
                  </a:cubicBezTo>
                  <a:cubicBezTo>
                    <a:pt x="1643" y="2123"/>
                    <a:pt x="2124" y="1651"/>
                    <a:pt x="2124" y="1066"/>
                  </a:cubicBezTo>
                  <a:cubicBezTo>
                    <a:pt x="2124" y="482"/>
                    <a:pt x="1643" y="1"/>
                    <a:pt x="105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2" name="Google Shape;242;p7"/>
          <p:cNvSpPr/>
          <p:nvPr/>
        </p:nvSpPr>
        <p:spPr>
          <a:xfrm>
            <a:off x="7489597" y="293524"/>
            <a:ext cx="2169001" cy="661081"/>
          </a:xfrm>
          <a:custGeom>
            <a:avLst/>
            <a:gdLst/>
            <a:ahLst/>
            <a:cxnLst/>
            <a:rect l="l" t="t" r="r" b="b"/>
            <a:pathLst>
              <a:path w="24293" h="7405" extrusionOk="0">
                <a:moveTo>
                  <a:pt x="15711" y="0"/>
                </a:moveTo>
                <a:cubicBezTo>
                  <a:pt x="13606" y="0"/>
                  <a:pt x="11570" y="1578"/>
                  <a:pt x="11114" y="3641"/>
                </a:cubicBezTo>
                <a:cubicBezTo>
                  <a:pt x="10395" y="2995"/>
                  <a:pt x="9427" y="2640"/>
                  <a:pt x="8461" y="2640"/>
                </a:cubicBezTo>
                <a:cubicBezTo>
                  <a:pt x="8126" y="2640"/>
                  <a:pt x="7791" y="2683"/>
                  <a:pt x="7467" y="2771"/>
                </a:cubicBezTo>
                <a:cubicBezTo>
                  <a:pt x="6215" y="3118"/>
                  <a:pt x="5164" y="4135"/>
                  <a:pt x="4775" y="5372"/>
                </a:cubicBezTo>
                <a:cubicBezTo>
                  <a:pt x="4409" y="5161"/>
                  <a:pt x="3991" y="5066"/>
                  <a:pt x="3555" y="5066"/>
                </a:cubicBezTo>
                <a:cubicBezTo>
                  <a:pt x="2120" y="5066"/>
                  <a:pt x="503" y="6101"/>
                  <a:pt x="0" y="7405"/>
                </a:cubicBezTo>
                <a:lnTo>
                  <a:pt x="24167" y="7405"/>
                </a:lnTo>
                <a:cubicBezTo>
                  <a:pt x="24167" y="7405"/>
                  <a:pt x="24292" y="7328"/>
                  <a:pt x="24167" y="7078"/>
                </a:cubicBezTo>
                <a:cubicBezTo>
                  <a:pt x="23431" y="5645"/>
                  <a:pt x="21919" y="4608"/>
                  <a:pt x="20306" y="4588"/>
                </a:cubicBezTo>
                <a:cubicBezTo>
                  <a:pt x="20278" y="2333"/>
                  <a:pt x="18379" y="252"/>
                  <a:pt x="16131" y="22"/>
                </a:cubicBezTo>
                <a:cubicBezTo>
                  <a:pt x="15991" y="7"/>
                  <a:pt x="15851" y="0"/>
                  <a:pt x="1571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7"/>
          <p:cNvSpPr/>
          <p:nvPr/>
        </p:nvSpPr>
        <p:spPr>
          <a:xfrm flipH="1">
            <a:off x="-370253" y="804675"/>
            <a:ext cx="1559003" cy="475160"/>
          </a:xfrm>
          <a:custGeom>
            <a:avLst/>
            <a:gdLst/>
            <a:ahLst/>
            <a:cxnLst/>
            <a:rect l="l" t="t" r="r" b="b"/>
            <a:pathLst>
              <a:path w="24293" h="7405" extrusionOk="0">
                <a:moveTo>
                  <a:pt x="15711" y="0"/>
                </a:moveTo>
                <a:cubicBezTo>
                  <a:pt x="13606" y="0"/>
                  <a:pt x="11570" y="1578"/>
                  <a:pt x="11114" y="3641"/>
                </a:cubicBezTo>
                <a:cubicBezTo>
                  <a:pt x="10395" y="2995"/>
                  <a:pt x="9427" y="2640"/>
                  <a:pt x="8461" y="2640"/>
                </a:cubicBezTo>
                <a:cubicBezTo>
                  <a:pt x="8126" y="2640"/>
                  <a:pt x="7791" y="2683"/>
                  <a:pt x="7467" y="2771"/>
                </a:cubicBezTo>
                <a:cubicBezTo>
                  <a:pt x="6215" y="3118"/>
                  <a:pt x="5164" y="4135"/>
                  <a:pt x="4775" y="5372"/>
                </a:cubicBezTo>
                <a:cubicBezTo>
                  <a:pt x="4409" y="5161"/>
                  <a:pt x="3991" y="5066"/>
                  <a:pt x="3555" y="5066"/>
                </a:cubicBezTo>
                <a:cubicBezTo>
                  <a:pt x="2120" y="5066"/>
                  <a:pt x="503" y="6101"/>
                  <a:pt x="0" y="7405"/>
                </a:cubicBezTo>
                <a:lnTo>
                  <a:pt x="24167" y="7405"/>
                </a:lnTo>
                <a:cubicBezTo>
                  <a:pt x="24167" y="7405"/>
                  <a:pt x="24292" y="7328"/>
                  <a:pt x="24167" y="7078"/>
                </a:cubicBezTo>
                <a:cubicBezTo>
                  <a:pt x="23431" y="5645"/>
                  <a:pt x="21919" y="4608"/>
                  <a:pt x="20306" y="4588"/>
                </a:cubicBezTo>
                <a:cubicBezTo>
                  <a:pt x="20278" y="2333"/>
                  <a:pt x="18379" y="252"/>
                  <a:pt x="16131" y="22"/>
                </a:cubicBezTo>
                <a:cubicBezTo>
                  <a:pt x="15991" y="7"/>
                  <a:pt x="15851" y="0"/>
                  <a:pt x="1571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7"/>
          <p:cNvSpPr txBox="1">
            <a:spLocks noGrp="1"/>
          </p:cNvSpPr>
          <p:nvPr>
            <p:ph type="body" idx="1"/>
          </p:nvPr>
        </p:nvSpPr>
        <p:spPr>
          <a:xfrm>
            <a:off x="4511700" y="1329300"/>
            <a:ext cx="3912300" cy="24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●"/>
              <a:defRPr/>
            </a:lvl1pPr>
            <a:lvl2pPr marL="914400" lvl="1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4"/>
          <p:cNvSpPr/>
          <p:nvPr/>
        </p:nvSpPr>
        <p:spPr>
          <a:xfrm>
            <a:off x="-805699" y="1655778"/>
            <a:ext cx="2218315" cy="676206"/>
          </a:xfrm>
          <a:custGeom>
            <a:avLst/>
            <a:gdLst/>
            <a:ahLst/>
            <a:cxnLst/>
            <a:rect l="l" t="t" r="r" b="b"/>
            <a:pathLst>
              <a:path w="24293" h="7405" extrusionOk="0">
                <a:moveTo>
                  <a:pt x="15711" y="0"/>
                </a:moveTo>
                <a:cubicBezTo>
                  <a:pt x="13606" y="0"/>
                  <a:pt x="11570" y="1578"/>
                  <a:pt x="11114" y="3641"/>
                </a:cubicBezTo>
                <a:cubicBezTo>
                  <a:pt x="10395" y="2995"/>
                  <a:pt x="9427" y="2640"/>
                  <a:pt x="8461" y="2640"/>
                </a:cubicBezTo>
                <a:cubicBezTo>
                  <a:pt x="8126" y="2640"/>
                  <a:pt x="7791" y="2683"/>
                  <a:pt x="7467" y="2771"/>
                </a:cubicBezTo>
                <a:cubicBezTo>
                  <a:pt x="6215" y="3118"/>
                  <a:pt x="5164" y="4135"/>
                  <a:pt x="4775" y="5372"/>
                </a:cubicBezTo>
                <a:cubicBezTo>
                  <a:pt x="4409" y="5161"/>
                  <a:pt x="3991" y="5066"/>
                  <a:pt x="3555" y="5066"/>
                </a:cubicBezTo>
                <a:cubicBezTo>
                  <a:pt x="2120" y="5066"/>
                  <a:pt x="503" y="6101"/>
                  <a:pt x="0" y="7405"/>
                </a:cubicBezTo>
                <a:lnTo>
                  <a:pt x="24167" y="7405"/>
                </a:lnTo>
                <a:cubicBezTo>
                  <a:pt x="24167" y="7405"/>
                  <a:pt x="24292" y="7328"/>
                  <a:pt x="24167" y="7078"/>
                </a:cubicBezTo>
                <a:cubicBezTo>
                  <a:pt x="23431" y="5645"/>
                  <a:pt x="21919" y="4608"/>
                  <a:pt x="20306" y="4588"/>
                </a:cubicBezTo>
                <a:cubicBezTo>
                  <a:pt x="20278" y="2333"/>
                  <a:pt x="18379" y="252"/>
                  <a:pt x="16131" y="22"/>
                </a:cubicBezTo>
                <a:cubicBezTo>
                  <a:pt x="15991" y="7"/>
                  <a:pt x="15851" y="0"/>
                  <a:pt x="1571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14"/>
          <p:cNvSpPr/>
          <p:nvPr/>
        </p:nvSpPr>
        <p:spPr>
          <a:xfrm>
            <a:off x="-127137" y="4039667"/>
            <a:ext cx="3418600" cy="1315003"/>
          </a:xfrm>
          <a:custGeom>
            <a:avLst/>
            <a:gdLst/>
            <a:ahLst/>
            <a:cxnLst/>
            <a:rect l="l" t="t" r="r" b="b"/>
            <a:pathLst>
              <a:path w="42175" h="19151" extrusionOk="0">
                <a:moveTo>
                  <a:pt x="7007" y="1"/>
                </a:moveTo>
                <a:cubicBezTo>
                  <a:pt x="6680" y="1"/>
                  <a:pt x="6458" y="884"/>
                  <a:pt x="6403" y="1135"/>
                </a:cubicBezTo>
                <a:cubicBezTo>
                  <a:pt x="6395" y="1135"/>
                  <a:pt x="6388" y="1128"/>
                  <a:pt x="6381" y="1128"/>
                </a:cubicBezTo>
                <a:cubicBezTo>
                  <a:pt x="6336" y="875"/>
                  <a:pt x="6164" y="14"/>
                  <a:pt x="5899" y="14"/>
                </a:cubicBezTo>
                <a:cubicBezTo>
                  <a:pt x="5880" y="14"/>
                  <a:pt x="5859" y="19"/>
                  <a:pt x="5838" y="29"/>
                </a:cubicBezTo>
                <a:cubicBezTo>
                  <a:pt x="5581" y="161"/>
                  <a:pt x="5755" y="746"/>
                  <a:pt x="5874" y="1058"/>
                </a:cubicBezTo>
                <a:cubicBezTo>
                  <a:pt x="4001" y="814"/>
                  <a:pt x="2046" y="614"/>
                  <a:pt x="0" y="467"/>
                </a:cubicBezTo>
                <a:lnTo>
                  <a:pt x="0" y="467"/>
                </a:lnTo>
                <a:lnTo>
                  <a:pt x="70" y="19151"/>
                </a:lnTo>
                <a:lnTo>
                  <a:pt x="42174" y="19151"/>
                </a:lnTo>
                <a:cubicBezTo>
                  <a:pt x="42174" y="19151"/>
                  <a:pt x="36177" y="8887"/>
                  <a:pt x="17508" y="3466"/>
                </a:cubicBezTo>
                <a:cubicBezTo>
                  <a:pt x="17709" y="3145"/>
                  <a:pt x="17959" y="2673"/>
                  <a:pt x="17751" y="2631"/>
                </a:cubicBezTo>
                <a:cubicBezTo>
                  <a:pt x="17738" y="2628"/>
                  <a:pt x="17726" y="2627"/>
                  <a:pt x="17713" y="2627"/>
                </a:cubicBezTo>
                <a:cubicBezTo>
                  <a:pt x="17486" y="2627"/>
                  <a:pt x="17222" y="3083"/>
                  <a:pt x="17091" y="3348"/>
                </a:cubicBezTo>
                <a:cubicBezTo>
                  <a:pt x="17063" y="3341"/>
                  <a:pt x="17034" y="3334"/>
                  <a:pt x="17007" y="3327"/>
                </a:cubicBezTo>
                <a:cubicBezTo>
                  <a:pt x="17014" y="3000"/>
                  <a:pt x="16994" y="2426"/>
                  <a:pt x="16779" y="2426"/>
                </a:cubicBezTo>
                <a:cubicBezTo>
                  <a:pt x="16769" y="2426"/>
                  <a:pt x="16759" y="2427"/>
                  <a:pt x="16749" y="2429"/>
                </a:cubicBezTo>
                <a:cubicBezTo>
                  <a:pt x="16540" y="2484"/>
                  <a:pt x="16540" y="2902"/>
                  <a:pt x="16575" y="3202"/>
                </a:cubicBezTo>
                <a:cubicBezTo>
                  <a:pt x="13646" y="2394"/>
                  <a:pt x="10424" y="1713"/>
                  <a:pt x="6869" y="1198"/>
                </a:cubicBezTo>
                <a:cubicBezTo>
                  <a:pt x="7014" y="829"/>
                  <a:pt x="7300" y="1"/>
                  <a:pt x="700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14"/>
          <p:cNvSpPr/>
          <p:nvPr/>
        </p:nvSpPr>
        <p:spPr>
          <a:xfrm>
            <a:off x="-91050" y="4440520"/>
            <a:ext cx="9321501" cy="778683"/>
          </a:xfrm>
          <a:custGeom>
            <a:avLst/>
            <a:gdLst/>
            <a:ahLst/>
            <a:cxnLst/>
            <a:rect l="l" t="t" r="r" b="b"/>
            <a:pathLst>
              <a:path w="112497" h="22095" extrusionOk="0">
                <a:moveTo>
                  <a:pt x="56127" y="0"/>
                </a:moveTo>
                <a:cubicBezTo>
                  <a:pt x="39493" y="0"/>
                  <a:pt x="20270" y="270"/>
                  <a:pt x="28" y="1079"/>
                </a:cubicBezTo>
                <a:cubicBezTo>
                  <a:pt x="0" y="1088"/>
                  <a:pt x="174" y="11183"/>
                  <a:pt x="180" y="13813"/>
                </a:cubicBezTo>
                <a:cubicBezTo>
                  <a:pt x="195" y="18247"/>
                  <a:pt x="222" y="22095"/>
                  <a:pt x="222" y="22095"/>
                </a:cubicBezTo>
                <a:lnTo>
                  <a:pt x="112497" y="22095"/>
                </a:lnTo>
                <a:lnTo>
                  <a:pt x="112308" y="1079"/>
                </a:lnTo>
                <a:cubicBezTo>
                  <a:pt x="112308" y="1079"/>
                  <a:pt x="89395" y="0"/>
                  <a:pt x="5612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14"/>
          <p:cNvSpPr/>
          <p:nvPr/>
        </p:nvSpPr>
        <p:spPr>
          <a:xfrm flipH="1">
            <a:off x="6137513" y="4039667"/>
            <a:ext cx="3418600" cy="1315003"/>
          </a:xfrm>
          <a:custGeom>
            <a:avLst/>
            <a:gdLst/>
            <a:ahLst/>
            <a:cxnLst/>
            <a:rect l="l" t="t" r="r" b="b"/>
            <a:pathLst>
              <a:path w="42175" h="19151" extrusionOk="0">
                <a:moveTo>
                  <a:pt x="7007" y="1"/>
                </a:moveTo>
                <a:cubicBezTo>
                  <a:pt x="6680" y="1"/>
                  <a:pt x="6458" y="884"/>
                  <a:pt x="6403" y="1135"/>
                </a:cubicBezTo>
                <a:cubicBezTo>
                  <a:pt x="6395" y="1135"/>
                  <a:pt x="6388" y="1128"/>
                  <a:pt x="6381" y="1128"/>
                </a:cubicBezTo>
                <a:cubicBezTo>
                  <a:pt x="6336" y="875"/>
                  <a:pt x="6164" y="14"/>
                  <a:pt x="5899" y="14"/>
                </a:cubicBezTo>
                <a:cubicBezTo>
                  <a:pt x="5880" y="14"/>
                  <a:pt x="5859" y="19"/>
                  <a:pt x="5838" y="29"/>
                </a:cubicBezTo>
                <a:cubicBezTo>
                  <a:pt x="5581" y="161"/>
                  <a:pt x="5755" y="746"/>
                  <a:pt x="5874" y="1058"/>
                </a:cubicBezTo>
                <a:cubicBezTo>
                  <a:pt x="4001" y="814"/>
                  <a:pt x="2046" y="614"/>
                  <a:pt x="0" y="467"/>
                </a:cubicBezTo>
                <a:lnTo>
                  <a:pt x="0" y="467"/>
                </a:lnTo>
                <a:lnTo>
                  <a:pt x="70" y="19151"/>
                </a:lnTo>
                <a:lnTo>
                  <a:pt x="42174" y="19151"/>
                </a:lnTo>
                <a:cubicBezTo>
                  <a:pt x="42174" y="19151"/>
                  <a:pt x="36177" y="8887"/>
                  <a:pt x="17508" y="3466"/>
                </a:cubicBezTo>
                <a:cubicBezTo>
                  <a:pt x="17709" y="3145"/>
                  <a:pt x="17959" y="2673"/>
                  <a:pt x="17751" y="2631"/>
                </a:cubicBezTo>
                <a:cubicBezTo>
                  <a:pt x="17738" y="2628"/>
                  <a:pt x="17726" y="2627"/>
                  <a:pt x="17713" y="2627"/>
                </a:cubicBezTo>
                <a:cubicBezTo>
                  <a:pt x="17486" y="2627"/>
                  <a:pt x="17222" y="3083"/>
                  <a:pt x="17091" y="3348"/>
                </a:cubicBezTo>
                <a:cubicBezTo>
                  <a:pt x="17063" y="3341"/>
                  <a:pt x="17034" y="3334"/>
                  <a:pt x="17007" y="3327"/>
                </a:cubicBezTo>
                <a:cubicBezTo>
                  <a:pt x="17014" y="3000"/>
                  <a:pt x="16994" y="2426"/>
                  <a:pt x="16779" y="2426"/>
                </a:cubicBezTo>
                <a:cubicBezTo>
                  <a:pt x="16769" y="2426"/>
                  <a:pt x="16759" y="2427"/>
                  <a:pt x="16749" y="2429"/>
                </a:cubicBezTo>
                <a:cubicBezTo>
                  <a:pt x="16540" y="2484"/>
                  <a:pt x="16540" y="2902"/>
                  <a:pt x="16575" y="3202"/>
                </a:cubicBezTo>
                <a:cubicBezTo>
                  <a:pt x="13646" y="2394"/>
                  <a:pt x="10424" y="1713"/>
                  <a:pt x="6869" y="1198"/>
                </a:cubicBezTo>
                <a:cubicBezTo>
                  <a:pt x="7014" y="829"/>
                  <a:pt x="7300" y="1"/>
                  <a:pt x="7007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14"/>
          <p:cNvSpPr/>
          <p:nvPr/>
        </p:nvSpPr>
        <p:spPr>
          <a:xfrm flipH="1">
            <a:off x="8039956" y="772002"/>
            <a:ext cx="1993180" cy="607580"/>
          </a:xfrm>
          <a:custGeom>
            <a:avLst/>
            <a:gdLst/>
            <a:ahLst/>
            <a:cxnLst/>
            <a:rect l="l" t="t" r="r" b="b"/>
            <a:pathLst>
              <a:path w="24293" h="7405" extrusionOk="0">
                <a:moveTo>
                  <a:pt x="15711" y="0"/>
                </a:moveTo>
                <a:cubicBezTo>
                  <a:pt x="13606" y="0"/>
                  <a:pt x="11570" y="1578"/>
                  <a:pt x="11114" y="3641"/>
                </a:cubicBezTo>
                <a:cubicBezTo>
                  <a:pt x="10395" y="2995"/>
                  <a:pt x="9427" y="2640"/>
                  <a:pt x="8461" y="2640"/>
                </a:cubicBezTo>
                <a:cubicBezTo>
                  <a:pt x="8126" y="2640"/>
                  <a:pt x="7791" y="2683"/>
                  <a:pt x="7467" y="2771"/>
                </a:cubicBezTo>
                <a:cubicBezTo>
                  <a:pt x="6215" y="3118"/>
                  <a:pt x="5164" y="4135"/>
                  <a:pt x="4775" y="5372"/>
                </a:cubicBezTo>
                <a:cubicBezTo>
                  <a:pt x="4409" y="5161"/>
                  <a:pt x="3991" y="5066"/>
                  <a:pt x="3555" y="5066"/>
                </a:cubicBezTo>
                <a:cubicBezTo>
                  <a:pt x="2120" y="5066"/>
                  <a:pt x="503" y="6101"/>
                  <a:pt x="0" y="7405"/>
                </a:cubicBezTo>
                <a:lnTo>
                  <a:pt x="24167" y="7405"/>
                </a:lnTo>
                <a:cubicBezTo>
                  <a:pt x="24167" y="7405"/>
                  <a:pt x="24292" y="7328"/>
                  <a:pt x="24167" y="7078"/>
                </a:cubicBezTo>
                <a:cubicBezTo>
                  <a:pt x="23431" y="5645"/>
                  <a:pt x="21919" y="4608"/>
                  <a:pt x="20306" y="4588"/>
                </a:cubicBezTo>
                <a:cubicBezTo>
                  <a:pt x="20278" y="2333"/>
                  <a:pt x="18379" y="252"/>
                  <a:pt x="16131" y="22"/>
                </a:cubicBezTo>
                <a:cubicBezTo>
                  <a:pt x="15991" y="7"/>
                  <a:pt x="15851" y="0"/>
                  <a:pt x="1571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5" name="Google Shape;485;p14"/>
          <p:cNvGrpSpPr/>
          <p:nvPr/>
        </p:nvGrpSpPr>
        <p:grpSpPr>
          <a:xfrm>
            <a:off x="449793" y="4633377"/>
            <a:ext cx="424177" cy="392970"/>
            <a:chOff x="1098868" y="3880677"/>
            <a:chExt cx="424177" cy="392970"/>
          </a:xfrm>
        </p:grpSpPr>
        <p:sp>
          <p:nvSpPr>
            <p:cNvPr id="486" name="Google Shape;486;p14"/>
            <p:cNvSpPr/>
            <p:nvPr/>
          </p:nvSpPr>
          <p:spPr>
            <a:xfrm>
              <a:off x="1290004" y="4057547"/>
              <a:ext cx="204913" cy="167870"/>
            </a:xfrm>
            <a:custGeom>
              <a:avLst/>
              <a:gdLst/>
              <a:ahLst/>
              <a:cxnLst/>
              <a:rect l="l" t="t" r="r" b="b"/>
              <a:pathLst>
                <a:path w="2528" h="2071" extrusionOk="0">
                  <a:moveTo>
                    <a:pt x="613" y="0"/>
                  </a:moveTo>
                  <a:lnTo>
                    <a:pt x="0" y="493"/>
                  </a:lnTo>
                  <a:cubicBezTo>
                    <a:pt x="19" y="518"/>
                    <a:pt x="668" y="2071"/>
                    <a:pt x="1320" y="2071"/>
                  </a:cubicBezTo>
                  <a:cubicBezTo>
                    <a:pt x="1411" y="2071"/>
                    <a:pt x="1503" y="2040"/>
                    <a:pt x="1594" y="1969"/>
                  </a:cubicBezTo>
                  <a:cubicBezTo>
                    <a:pt x="2527" y="1238"/>
                    <a:pt x="613" y="0"/>
                    <a:pt x="613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14"/>
            <p:cNvSpPr/>
            <p:nvPr/>
          </p:nvSpPr>
          <p:spPr>
            <a:xfrm>
              <a:off x="1277035" y="3880677"/>
              <a:ext cx="174922" cy="175165"/>
            </a:xfrm>
            <a:custGeom>
              <a:avLst/>
              <a:gdLst/>
              <a:ahLst/>
              <a:cxnLst/>
              <a:rect l="l" t="t" r="r" b="b"/>
              <a:pathLst>
                <a:path w="2158" h="2161" extrusionOk="0">
                  <a:moveTo>
                    <a:pt x="1019" y="0"/>
                  </a:moveTo>
                  <a:cubicBezTo>
                    <a:pt x="198" y="0"/>
                    <a:pt x="0" y="1827"/>
                    <a:pt x="0" y="1827"/>
                  </a:cubicBezTo>
                  <a:lnTo>
                    <a:pt x="716" y="2161"/>
                  </a:lnTo>
                  <a:cubicBezTo>
                    <a:pt x="731" y="2126"/>
                    <a:pt x="2158" y="462"/>
                    <a:pt x="1316" y="73"/>
                  </a:cubicBezTo>
                  <a:cubicBezTo>
                    <a:pt x="1209" y="23"/>
                    <a:pt x="1110" y="0"/>
                    <a:pt x="1019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14"/>
            <p:cNvSpPr/>
            <p:nvPr/>
          </p:nvSpPr>
          <p:spPr>
            <a:xfrm>
              <a:off x="1098868" y="4028123"/>
              <a:ext cx="195673" cy="113643"/>
            </a:xfrm>
            <a:custGeom>
              <a:avLst/>
              <a:gdLst/>
              <a:ahLst/>
              <a:cxnLst/>
              <a:rect l="l" t="t" r="r" b="b"/>
              <a:pathLst>
                <a:path w="2414" h="1402" extrusionOk="0">
                  <a:moveTo>
                    <a:pt x="2220" y="78"/>
                  </a:moveTo>
                  <a:cubicBezTo>
                    <a:pt x="2185" y="91"/>
                    <a:pt x="0" y="1"/>
                    <a:pt x="216" y="906"/>
                  </a:cubicBezTo>
                  <a:cubicBezTo>
                    <a:pt x="303" y="1276"/>
                    <a:pt x="563" y="1402"/>
                    <a:pt x="875" y="1402"/>
                  </a:cubicBezTo>
                  <a:cubicBezTo>
                    <a:pt x="1529" y="1402"/>
                    <a:pt x="2413" y="849"/>
                    <a:pt x="2413" y="849"/>
                  </a:cubicBezTo>
                  <a:lnTo>
                    <a:pt x="2220" y="78"/>
                  </a:ln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14"/>
            <p:cNvSpPr/>
            <p:nvPr/>
          </p:nvSpPr>
          <p:spPr>
            <a:xfrm>
              <a:off x="1294462" y="3943092"/>
              <a:ext cx="228582" cy="162520"/>
            </a:xfrm>
            <a:custGeom>
              <a:avLst/>
              <a:gdLst/>
              <a:ahLst/>
              <a:cxnLst/>
              <a:rect l="l" t="t" r="r" b="b"/>
              <a:pathLst>
                <a:path w="2820" h="2005" extrusionOk="0">
                  <a:moveTo>
                    <a:pt x="1943" y="1"/>
                  </a:moveTo>
                  <a:cubicBezTo>
                    <a:pt x="1385" y="1"/>
                    <a:pt x="0" y="1063"/>
                    <a:pt x="0" y="1063"/>
                  </a:cubicBezTo>
                  <a:lnTo>
                    <a:pt x="154" y="1746"/>
                  </a:lnTo>
                  <a:cubicBezTo>
                    <a:pt x="154" y="1746"/>
                    <a:pt x="1076" y="2004"/>
                    <a:pt x="1752" y="2004"/>
                  </a:cubicBezTo>
                  <a:cubicBezTo>
                    <a:pt x="1979" y="2004"/>
                    <a:pt x="2177" y="1975"/>
                    <a:pt x="2305" y="1898"/>
                  </a:cubicBezTo>
                  <a:cubicBezTo>
                    <a:pt x="2819" y="1593"/>
                    <a:pt x="1664" y="1063"/>
                    <a:pt x="1664" y="1063"/>
                  </a:cubicBezTo>
                  <a:cubicBezTo>
                    <a:pt x="1664" y="1063"/>
                    <a:pt x="2422" y="536"/>
                    <a:pt x="2138" y="90"/>
                  </a:cubicBezTo>
                  <a:cubicBezTo>
                    <a:pt x="2100" y="28"/>
                    <a:pt x="2032" y="1"/>
                    <a:pt x="1943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14"/>
            <p:cNvSpPr/>
            <p:nvPr/>
          </p:nvSpPr>
          <p:spPr>
            <a:xfrm>
              <a:off x="1112405" y="3888702"/>
              <a:ext cx="215451" cy="201023"/>
            </a:xfrm>
            <a:custGeom>
              <a:avLst/>
              <a:gdLst/>
              <a:ahLst/>
              <a:cxnLst/>
              <a:rect l="l" t="t" r="r" b="b"/>
              <a:pathLst>
                <a:path w="2658" h="2480" extrusionOk="0">
                  <a:moveTo>
                    <a:pt x="1640" y="1"/>
                  </a:moveTo>
                  <a:cubicBezTo>
                    <a:pt x="1294" y="1"/>
                    <a:pt x="1350" y="1005"/>
                    <a:pt x="1350" y="1005"/>
                  </a:cubicBezTo>
                  <a:cubicBezTo>
                    <a:pt x="1350" y="1005"/>
                    <a:pt x="1008" y="831"/>
                    <a:pt x="694" y="831"/>
                  </a:cubicBezTo>
                  <a:cubicBezTo>
                    <a:pt x="522" y="831"/>
                    <a:pt x="358" y="883"/>
                    <a:pt x="264" y="1046"/>
                  </a:cubicBezTo>
                  <a:cubicBezTo>
                    <a:pt x="0" y="1506"/>
                    <a:pt x="2130" y="2479"/>
                    <a:pt x="2130" y="2479"/>
                  </a:cubicBezTo>
                  <a:lnTo>
                    <a:pt x="2657" y="2027"/>
                  </a:lnTo>
                  <a:cubicBezTo>
                    <a:pt x="2657" y="2027"/>
                    <a:pt x="2303" y="357"/>
                    <a:pt x="1787" y="51"/>
                  </a:cubicBezTo>
                  <a:cubicBezTo>
                    <a:pt x="1731" y="16"/>
                    <a:pt x="1682" y="1"/>
                    <a:pt x="1640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14"/>
            <p:cNvSpPr/>
            <p:nvPr/>
          </p:nvSpPr>
          <p:spPr>
            <a:xfrm>
              <a:off x="1154555" y="4064275"/>
              <a:ext cx="173301" cy="209372"/>
            </a:xfrm>
            <a:custGeom>
              <a:avLst/>
              <a:gdLst/>
              <a:ahLst/>
              <a:cxnLst/>
              <a:rect l="l" t="t" r="r" b="b"/>
              <a:pathLst>
                <a:path w="2138" h="2583" extrusionOk="0">
                  <a:moveTo>
                    <a:pt x="1511" y="1"/>
                  </a:moveTo>
                  <a:cubicBezTo>
                    <a:pt x="1511" y="1"/>
                    <a:pt x="120" y="974"/>
                    <a:pt x="30" y="1566"/>
                  </a:cubicBezTo>
                  <a:cubicBezTo>
                    <a:pt x="1" y="1771"/>
                    <a:pt x="118" y="1838"/>
                    <a:pt x="284" y="1838"/>
                  </a:cubicBezTo>
                  <a:cubicBezTo>
                    <a:pt x="597" y="1838"/>
                    <a:pt x="1080" y="1601"/>
                    <a:pt x="1080" y="1601"/>
                  </a:cubicBezTo>
                  <a:lnTo>
                    <a:pt x="1080" y="1601"/>
                  </a:lnTo>
                  <a:cubicBezTo>
                    <a:pt x="1080" y="1601"/>
                    <a:pt x="1010" y="2519"/>
                    <a:pt x="1539" y="2581"/>
                  </a:cubicBezTo>
                  <a:cubicBezTo>
                    <a:pt x="1546" y="2582"/>
                    <a:pt x="1553" y="2582"/>
                    <a:pt x="1560" y="2582"/>
                  </a:cubicBezTo>
                  <a:cubicBezTo>
                    <a:pt x="2071" y="2582"/>
                    <a:pt x="2137" y="306"/>
                    <a:pt x="2137" y="306"/>
                  </a:cubicBezTo>
                  <a:lnTo>
                    <a:pt x="1511" y="1"/>
                  </a:ln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14"/>
            <p:cNvSpPr/>
            <p:nvPr/>
          </p:nvSpPr>
          <p:spPr>
            <a:xfrm>
              <a:off x="1251177" y="4006804"/>
              <a:ext cx="113886" cy="114453"/>
            </a:xfrm>
            <a:custGeom>
              <a:avLst/>
              <a:gdLst/>
              <a:ahLst/>
              <a:cxnLst/>
              <a:rect l="l" t="t" r="r" b="b"/>
              <a:pathLst>
                <a:path w="1405" h="1412" extrusionOk="0">
                  <a:moveTo>
                    <a:pt x="701" y="0"/>
                  </a:moveTo>
                  <a:cubicBezTo>
                    <a:pt x="312" y="0"/>
                    <a:pt x="0" y="319"/>
                    <a:pt x="0" y="710"/>
                  </a:cubicBezTo>
                  <a:cubicBezTo>
                    <a:pt x="0" y="1099"/>
                    <a:pt x="312" y="1411"/>
                    <a:pt x="701" y="1411"/>
                  </a:cubicBezTo>
                  <a:cubicBezTo>
                    <a:pt x="1092" y="1411"/>
                    <a:pt x="1405" y="1099"/>
                    <a:pt x="1405" y="710"/>
                  </a:cubicBezTo>
                  <a:cubicBezTo>
                    <a:pt x="1405" y="319"/>
                    <a:pt x="1092" y="0"/>
                    <a:pt x="701" y="0"/>
                  </a:cubicBezTo>
                  <a:close/>
                </a:path>
              </a:pathLst>
            </a:custGeom>
            <a:solidFill>
              <a:srgbClr val="FFB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3" name="Google Shape;493;p14"/>
          <p:cNvGrpSpPr/>
          <p:nvPr/>
        </p:nvGrpSpPr>
        <p:grpSpPr>
          <a:xfrm>
            <a:off x="2682326" y="4290584"/>
            <a:ext cx="370009" cy="342787"/>
            <a:chOff x="1098868" y="3880677"/>
            <a:chExt cx="424177" cy="392970"/>
          </a:xfrm>
        </p:grpSpPr>
        <p:sp>
          <p:nvSpPr>
            <p:cNvPr id="494" name="Google Shape;494;p14"/>
            <p:cNvSpPr/>
            <p:nvPr/>
          </p:nvSpPr>
          <p:spPr>
            <a:xfrm>
              <a:off x="1290004" y="4057547"/>
              <a:ext cx="204913" cy="167870"/>
            </a:xfrm>
            <a:custGeom>
              <a:avLst/>
              <a:gdLst/>
              <a:ahLst/>
              <a:cxnLst/>
              <a:rect l="l" t="t" r="r" b="b"/>
              <a:pathLst>
                <a:path w="2528" h="2071" extrusionOk="0">
                  <a:moveTo>
                    <a:pt x="613" y="0"/>
                  </a:moveTo>
                  <a:lnTo>
                    <a:pt x="0" y="493"/>
                  </a:lnTo>
                  <a:cubicBezTo>
                    <a:pt x="19" y="518"/>
                    <a:pt x="668" y="2071"/>
                    <a:pt x="1320" y="2071"/>
                  </a:cubicBezTo>
                  <a:cubicBezTo>
                    <a:pt x="1411" y="2071"/>
                    <a:pt x="1503" y="2040"/>
                    <a:pt x="1594" y="1969"/>
                  </a:cubicBezTo>
                  <a:cubicBezTo>
                    <a:pt x="2527" y="1238"/>
                    <a:pt x="613" y="0"/>
                    <a:pt x="613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14"/>
            <p:cNvSpPr/>
            <p:nvPr/>
          </p:nvSpPr>
          <p:spPr>
            <a:xfrm>
              <a:off x="1277035" y="3880677"/>
              <a:ext cx="174922" cy="175165"/>
            </a:xfrm>
            <a:custGeom>
              <a:avLst/>
              <a:gdLst/>
              <a:ahLst/>
              <a:cxnLst/>
              <a:rect l="l" t="t" r="r" b="b"/>
              <a:pathLst>
                <a:path w="2158" h="2161" extrusionOk="0">
                  <a:moveTo>
                    <a:pt x="1019" y="0"/>
                  </a:moveTo>
                  <a:cubicBezTo>
                    <a:pt x="198" y="0"/>
                    <a:pt x="0" y="1827"/>
                    <a:pt x="0" y="1827"/>
                  </a:cubicBezTo>
                  <a:lnTo>
                    <a:pt x="716" y="2161"/>
                  </a:lnTo>
                  <a:cubicBezTo>
                    <a:pt x="731" y="2126"/>
                    <a:pt x="2158" y="462"/>
                    <a:pt x="1316" y="73"/>
                  </a:cubicBezTo>
                  <a:cubicBezTo>
                    <a:pt x="1209" y="23"/>
                    <a:pt x="1110" y="0"/>
                    <a:pt x="1019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14"/>
            <p:cNvSpPr/>
            <p:nvPr/>
          </p:nvSpPr>
          <p:spPr>
            <a:xfrm>
              <a:off x="1098868" y="4028123"/>
              <a:ext cx="195673" cy="113643"/>
            </a:xfrm>
            <a:custGeom>
              <a:avLst/>
              <a:gdLst/>
              <a:ahLst/>
              <a:cxnLst/>
              <a:rect l="l" t="t" r="r" b="b"/>
              <a:pathLst>
                <a:path w="2414" h="1402" extrusionOk="0">
                  <a:moveTo>
                    <a:pt x="2220" y="78"/>
                  </a:moveTo>
                  <a:cubicBezTo>
                    <a:pt x="2185" y="91"/>
                    <a:pt x="0" y="1"/>
                    <a:pt x="216" y="906"/>
                  </a:cubicBezTo>
                  <a:cubicBezTo>
                    <a:pt x="303" y="1276"/>
                    <a:pt x="563" y="1402"/>
                    <a:pt x="875" y="1402"/>
                  </a:cubicBezTo>
                  <a:cubicBezTo>
                    <a:pt x="1529" y="1402"/>
                    <a:pt x="2413" y="849"/>
                    <a:pt x="2413" y="849"/>
                  </a:cubicBezTo>
                  <a:lnTo>
                    <a:pt x="2220" y="78"/>
                  </a:ln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14"/>
            <p:cNvSpPr/>
            <p:nvPr/>
          </p:nvSpPr>
          <p:spPr>
            <a:xfrm>
              <a:off x="1294462" y="3943092"/>
              <a:ext cx="228582" cy="162520"/>
            </a:xfrm>
            <a:custGeom>
              <a:avLst/>
              <a:gdLst/>
              <a:ahLst/>
              <a:cxnLst/>
              <a:rect l="l" t="t" r="r" b="b"/>
              <a:pathLst>
                <a:path w="2820" h="2005" extrusionOk="0">
                  <a:moveTo>
                    <a:pt x="1943" y="1"/>
                  </a:moveTo>
                  <a:cubicBezTo>
                    <a:pt x="1385" y="1"/>
                    <a:pt x="0" y="1063"/>
                    <a:pt x="0" y="1063"/>
                  </a:cubicBezTo>
                  <a:lnTo>
                    <a:pt x="154" y="1746"/>
                  </a:lnTo>
                  <a:cubicBezTo>
                    <a:pt x="154" y="1746"/>
                    <a:pt x="1076" y="2004"/>
                    <a:pt x="1752" y="2004"/>
                  </a:cubicBezTo>
                  <a:cubicBezTo>
                    <a:pt x="1979" y="2004"/>
                    <a:pt x="2177" y="1975"/>
                    <a:pt x="2305" y="1898"/>
                  </a:cubicBezTo>
                  <a:cubicBezTo>
                    <a:pt x="2819" y="1593"/>
                    <a:pt x="1664" y="1063"/>
                    <a:pt x="1664" y="1063"/>
                  </a:cubicBezTo>
                  <a:cubicBezTo>
                    <a:pt x="1664" y="1063"/>
                    <a:pt x="2422" y="536"/>
                    <a:pt x="2138" y="90"/>
                  </a:cubicBezTo>
                  <a:cubicBezTo>
                    <a:pt x="2100" y="28"/>
                    <a:pt x="2032" y="1"/>
                    <a:pt x="1943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14"/>
            <p:cNvSpPr/>
            <p:nvPr/>
          </p:nvSpPr>
          <p:spPr>
            <a:xfrm>
              <a:off x="1112405" y="3888702"/>
              <a:ext cx="215451" cy="201023"/>
            </a:xfrm>
            <a:custGeom>
              <a:avLst/>
              <a:gdLst/>
              <a:ahLst/>
              <a:cxnLst/>
              <a:rect l="l" t="t" r="r" b="b"/>
              <a:pathLst>
                <a:path w="2658" h="2480" extrusionOk="0">
                  <a:moveTo>
                    <a:pt x="1640" y="1"/>
                  </a:moveTo>
                  <a:cubicBezTo>
                    <a:pt x="1294" y="1"/>
                    <a:pt x="1350" y="1005"/>
                    <a:pt x="1350" y="1005"/>
                  </a:cubicBezTo>
                  <a:cubicBezTo>
                    <a:pt x="1350" y="1005"/>
                    <a:pt x="1008" y="831"/>
                    <a:pt x="694" y="831"/>
                  </a:cubicBezTo>
                  <a:cubicBezTo>
                    <a:pt x="522" y="831"/>
                    <a:pt x="358" y="883"/>
                    <a:pt x="264" y="1046"/>
                  </a:cubicBezTo>
                  <a:cubicBezTo>
                    <a:pt x="0" y="1506"/>
                    <a:pt x="2130" y="2479"/>
                    <a:pt x="2130" y="2479"/>
                  </a:cubicBezTo>
                  <a:lnTo>
                    <a:pt x="2657" y="2027"/>
                  </a:lnTo>
                  <a:cubicBezTo>
                    <a:pt x="2657" y="2027"/>
                    <a:pt x="2303" y="357"/>
                    <a:pt x="1787" y="51"/>
                  </a:cubicBezTo>
                  <a:cubicBezTo>
                    <a:pt x="1731" y="16"/>
                    <a:pt x="1682" y="1"/>
                    <a:pt x="1640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14"/>
            <p:cNvSpPr/>
            <p:nvPr/>
          </p:nvSpPr>
          <p:spPr>
            <a:xfrm>
              <a:off x="1154555" y="4064275"/>
              <a:ext cx="173301" cy="209372"/>
            </a:xfrm>
            <a:custGeom>
              <a:avLst/>
              <a:gdLst/>
              <a:ahLst/>
              <a:cxnLst/>
              <a:rect l="l" t="t" r="r" b="b"/>
              <a:pathLst>
                <a:path w="2138" h="2583" extrusionOk="0">
                  <a:moveTo>
                    <a:pt x="1511" y="1"/>
                  </a:moveTo>
                  <a:cubicBezTo>
                    <a:pt x="1511" y="1"/>
                    <a:pt x="120" y="974"/>
                    <a:pt x="30" y="1566"/>
                  </a:cubicBezTo>
                  <a:cubicBezTo>
                    <a:pt x="1" y="1771"/>
                    <a:pt x="118" y="1838"/>
                    <a:pt x="284" y="1838"/>
                  </a:cubicBezTo>
                  <a:cubicBezTo>
                    <a:pt x="597" y="1838"/>
                    <a:pt x="1080" y="1601"/>
                    <a:pt x="1080" y="1601"/>
                  </a:cubicBezTo>
                  <a:lnTo>
                    <a:pt x="1080" y="1601"/>
                  </a:lnTo>
                  <a:cubicBezTo>
                    <a:pt x="1080" y="1601"/>
                    <a:pt x="1010" y="2519"/>
                    <a:pt x="1539" y="2581"/>
                  </a:cubicBezTo>
                  <a:cubicBezTo>
                    <a:pt x="1546" y="2582"/>
                    <a:pt x="1553" y="2582"/>
                    <a:pt x="1560" y="2582"/>
                  </a:cubicBezTo>
                  <a:cubicBezTo>
                    <a:pt x="2071" y="2582"/>
                    <a:pt x="2137" y="306"/>
                    <a:pt x="2137" y="306"/>
                  </a:cubicBezTo>
                  <a:lnTo>
                    <a:pt x="1511" y="1"/>
                  </a:ln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14"/>
            <p:cNvSpPr/>
            <p:nvPr/>
          </p:nvSpPr>
          <p:spPr>
            <a:xfrm>
              <a:off x="1251177" y="4006804"/>
              <a:ext cx="113886" cy="114453"/>
            </a:xfrm>
            <a:custGeom>
              <a:avLst/>
              <a:gdLst/>
              <a:ahLst/>
              <a:cxnLst/>
              <a:rect l="l" t="t" r="r" b="b"/>
              <a:pathLst>
                <a:path w="1405" h="1412" extrusionOk="0">
                  <a:moveTo>
                    <a:pt x="701" y="0"/>
                  </a:moveTo>
                  <a:cubicBezTo>
                    <a:pt x="312" y="0"/>
                    <a:pt x="0" y="319"/>
                    <a:pt x="0" y="710"/>
                  </a:cubicBezTo>
                  <a:cubicBezTo>
                    <a:pt x="0" y="1099"/>
                    <a:pt x="312" y="1411"/>
                    <a:pt x="701" y="1411"/>
                  </a:cubicBezTo>
                  <a:cubicBezTo>
                    <a:pt x="1092" y="1411"/>
                    <a:pt x="1405" y="1099"/>
                    <a:pt x="1405" y="710"/>
                  </a:cubicBezTo>
                  <a:cubicBezTo>
                    <a:pt x="1405" y="319"/>
                    <a:pt x="1092" y="0"/>
                    <a:pt x="701" y="0"/>
                  </a:cubicBezTo>
                  <a:close/>
                </a:path>
              </a:pathLst>
            </a:custGeom>
            <a:solidFill>
              <a:srgbClr val="FFB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1" name="Google Shape;501;p14"/>
          <p:cNvGrpSpPr/>
          <p:nvPr/>
        </p:nvGrpSpPr>
        <p:grpSpPr>
          <a:xfrm>
            <a:off x="5042579" y="4597028"/>
            <a:ext cx="502607" cy="465669"/>
            <a:chOff x="1098868" y="3880677"/>
            <a:chExt cx="424177" cy="392970"/>
          </a:xfrm>
        </p:grpSpPr>
        <p:sp>
          <p:nvSpPr>
            <p:cNvPr id="502" name="Google Shape;502;p14"/>
            <p:cNvSpPr/>
            <p:nvPr/>
          </p:nvSpPr>
          <p:spPr>
            <a:xfrm>
              <a:off x="1290004" y="4057547"/>
              <a:ext cx="204913" cy="167870"/>
            </a:xfrm>
            <a:custGeom>
              <a:avLst/>
              <a:gdLst/>
              <a:ahLst/>
              <a:cxnLst/>
              <a:rect l="l" t="t" r="r" b="b"/>
              <a:pathLst>
                <a:path w="2528" h="2071" extrusionOk="0">
                  <a:moveTo>
                    <a:pt x="613" y="0"/>
                  </a:moveTo>
                  <a:lnTo>
                    <a:pt x="0" y="493"/>
                  </a:lnTo>
                  <a:cubicBezTo>
                    <a:pt x="19" y="518"/>
                    <a:pt x="668" y="2071"/>
                    <a:pt x="1320" y="2071"/>
                  </a:cubicBezTo>
                  <a:cubicBezTo>
                    <a:pt x="1411" y="2071"/>
                    <a:pt x="1503" y="2040"/>
                    <a:pt x="1594" y="1969"/>
                  </a:cubicBezTo>
                  <a:cubicBezTo>
                    <a:pt x="2527" y="1238"/>
                    <a:pt x="613" y="0"/>
                    <a:pt x="613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14"/>
            <p:cNvSpPr/>
            <p:nvPr/>
          </p:nvSpPr>
          <p:spPr>
            <a:xfrm>
              <a:off x="1277035" y="3880677"/>
              <a:ext cx="174922" cy="175165"/>
            </a:xfrm>
            <a:custGeom>
              <a:avLst/>
              <a:gdLst/>
              <a:ahLst/>
              <a:cxnLst/>
              <a:rect l="l" t="t" r="r" b="b"/>
              <a:pathLst>
                <a:path w="2158" h="2161" extrusionOk="0">
                  <a:moveTo>
                    <a:pt x="1019" y="0"/>
                  </a:moveTo>
                  <a:cubicBezTo>
                    <a:pt x="198" y="0"/>
                    <a:pt x="0" y="1827"/>
                    <a:pt x="0" y="1827"/>
                  </a:cubicBezTo>
                  <a:lnTo>
                    <a:pt x="716" y="2161"/>
                  </a:lnTo>
                  <a:cubicBezTo>
                    <a:pt x="731" y="2126"/>
                    <a:pt x="2158" y="462"/>
                    <a:pt x="1316" y="73"/>
                  </a:cubicBezTo>
                  <a:cubicBezTo>
                    <a:pt x="1209" y="23"/>
                    <a:pt x="1110" y="0"/>
                    <a:pt x="1019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14"/>
            <p:cNvSpPr/>
            <p:nvPr/>
          </p:nvSpPr>
          <p:spPr>
            <a:xfrm>
              <a:off x="1098868" y="4028123"/>
              <a:ext cx="195673" cy="113643"/>
            </a:xfrm>
            <a:custGeom>
              <a:avLst/>
              <a:gdLst/>
              <a:ahLst/>
              <a:cxnLst/>
              <a:rect l="l" t="t" r="r" b="b"/>
              <a:pathLst>
                <a:path w="2414" h="1402" extrusionOk="0">
                  <a:moveTo>
                    <a:pt x="2220" y="78"/>
                  </a:moveTo>
                  <a:cubicBezTo>
                    <a:pt x="2185" y="91"/>
                    <a:pt x="0" y="1"/>
                    <a:pt x="216" y="906"/>
                  </a:cubicBezTo>
                  <a:cubicBezTo>
                    <a:pt x="303" y="1276"/>
                    <a:pt x="563" y="1402"/>
                    <a:pt x="875" y="1402"/>
                  </a:cubicBezTo>
                  <a:cubicBezTo>
                    <a:pt x="1529" y="1402"/>
                    <a:pt x="2413" y="849"/>
                    <a:pt x="2413" y="849"/>
                  </a:cubicBezTo>
                  <a:lnTo>
                    <a:pt x="2220" y="78"/>
                  </a:ln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14"/>
            <p:cNvSpPr/>
            <p:nvPr/>
          </p:nvSpPr>
          <p:spPr>
            <a:xfrm>
              <a:off x="1294462" y="3943092"/>
              <a:ext cx="228582" cy="162520"/>
            </a:xfrm>
            <a:custGeom>
              <a:avLst/>
              <a:gdLst/>
              <a:ahLst/>
              <a:cxnLst/>
              <a:rect l="l" t="t" r="r" b="b"/>
              <a:pathLst>
                <a:path w="2820" h="2005" extrusionOk="0">
                  <a:moveTo>
                    <a:pt x="1943" y="1"/>
                  </a:moveTo>
                  <a:cubicBezTo>
                    <a:pt x="1385" y="1"/>
                    <a:pt x="0" y="1063"/>
                    <a:pt x="0" y="1063"/>
                  </a:cubicBezTo>
                  <a:lnTo>
                    <a:pt x="154" y="1746"/>
                  </a:lnTo>
                  <a:cubicBezTo>
                    <a:pt x="154" y="1746"/>
                    <a:pt x="1076" y="2004"/>
                    <a:pt x="1752" y="2004"/>
                  </a:cubicBezTo>
                  <a:cubicBezTo>
                    <a:pt x="1979" y="2004"/>
                    <a:pt x="2177" y="1975"/>
                    <a:pt x="2305" y="1898"/>
                  </a:cubicBezTo>
                  <a:cubicBezTo>
                    <a:pt x="2819" y="1593"/>
                    <a:pt x="1664" y="1063"/>
                    <a:pt x="1664" y="1063"/>
                  </a:cubicBezTo>
                  <a:cubicBezTo>
                    <a:pt x="1664" y="1063"/>
                    <a:pt x="2422" y="536"/>
                    <a:pt x="2138" y="90"/>
                  </a:cubicBezTo>
                  <a:cubicBezTo>
                    <a:pt x="2100" y="28"/>
                    <a:pt x="2032" y="1"/>
                    <a:pt x="1943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14"/>
            <p:cNvSpPr/>
            <p:nvPr/>
          </p:nvSpPr>
          <p:spPr>
            <a:xfrm>
              <a:off x="1112405" y="3888702"/>
              <a:ext cx="215451" cy="201023"/>
            </a:xfrm>
            <a:custGeom>
              <a:avLst/>
              <a:gdLst/>
              <a:ahLst/>
              <a:cxnLst/>
              <a:rect l="l" t="t" r="r" b="b"/>
              <a:pathLst>
                <a:path w="2658" h="2480" extrusionOk="0">
                  <a:moveTo>
                    <a:pt x="1640" y="1"/>
                  </a:moveTo>
                  <a:cubicBezTo>
                    <a:pt x="1294" y="1"/>
                    <a:pt x="1350" y="1005"/>
                    <a:pt x="1350" y="1005"/>
                  </a:cubicBezTo>
                  <a:cubicBezTo>
                    <a:pt x="1350" y="1005"/>
                    <a:pt x="1008" y="831"/>
                    <a:pt x="694" y="831"/>
                  </a:cubicBezTo>
                  <a:cubicBezTo>
                    <a:pt x="522" y="831"/>
                    <a:pt x="358" y="883"/>
                    <a:pt x="264" y="1046"/>
                  </a:cubicBezTo>
                  <a:cubicBezTo>
                    <a:pt x="0" y="1506"/>
                    <a:pt x="2130" y="2479"/>
                    <a:pt x="2130" y="2479"/>
                  </a:cubicBezTo>
                  <a:lnTo>
                    <a:pt x="2657" y="2027"/>
                  </a:lnTo>
                  <a:cubicBezTo>
                    <a:pt x="2657" y="2027"/>
                    <a:pt x="2303" y="357"/>
                    <a:pt x="1787" y="51"/>
                  </a:cubicBezTo>
                  <a:cubicBezTo>
                    <a:pt x="1731" y="16"/>
                    <a:pt x="1682" y="1"/>
                    <a:pt x="1640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14"/>
            <p:cNvSpPr/>
            <p:nvPr/>
          </p:nvSpPr>
          <p:spPr>
            <a:xfrm>
              <a:off x="1154555" y="4064275"/>
              <a:ext cx="173301" cy="209372"/>
            </a:xfrm>
            <a:custGeom>
              <a:avLst/>
              <a:gdLst/>
              <a:ahLst/>
              <a:cxnLst/>
              <a:rect l="l" t="t" r="r" b="b"/>
              <a:pathLst>
                <a:path w="2138" h="2583" extrusionOk="0">
                  <a:moveTo>
                    <a:pt x="1511" y="1"/>
                  </a:moveTo>
                  <a:cubicBezTo>
                    <a:pt x="1511" y="1"/>
                    <a:pt x="120" y="974"/>
                    <a:pt x="30" y="1566"/>
                  </a:cubicBezTo>
                  <a:cubicBezTo>
                    <a:pt x="1" y="1771"/>
                    <a:pt x="118" y="1838"/>
                    <a:pt x="284" y="1838"/>
                  </a:cubicBezTo>
                  <a:cubicBezTo>
                    <a:pt x="597" y="1838"/>
                    <a:pt x="1080" y="1601"/>
                    <a:pt x="1080" y="1601"/>
                  </a:cubicBezTo>
                  <a:lnTo>
                    <a:pt x="1080" y="1601"/>
                  </a:lnTo>
                  <a:cubicBezTo>
                    <a:pt x="1080" y="1601"/>
                    <a:pt x="1010" y="2519"/>
                    <a:pt x="1539" y="2581"/>
                  </a:cubicBezTo>
                  <a:cubicBezTo>
                    <a:pt x="1546" y="2582"/>
                    <a:pt x="1553" y="2582"/>
                    <a:pt x="1560" y="2582"/>
                  </a:cubicBezTo>
                  <a:cubicBezTo>
                    <a:pt x="2071" y="2582"/>
                    <a:pt x="2137" y="306"/>
                    <a:pt x="2137" y="306"/>
                  </a:cubicBezTo>
                  <a:lnTo>
                    <a:pt x="1511" y="1"/>
                  </a:ln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14"/>
            <p:cNvSpPr/>
            <p:nvPr/>
          </p:nvSpPr>
          <p:spPr>
            <a:xfrm>
              <a:off x="1251177" y="4006804"/>
              <a:ext cx="113886" cy="114453"/>
            </a:xfrm>
            <a:custGeom>
              <a:avLst/>
              <a:gdLst/>
              <a:ahLst/>
              <a:cxnLst/>
              <a:rect l="l" t="t" r="r" b="b"/>
              <a:pathLst>
                <a:path w="1405" h="1412" extrusionOk="0">
                  <a:moveTo>
                    <a:pt x="701" y="0"/>
                  </a:moveTo>
                  <a:cubicBezTo>
                    <a:pt x="312" y="0"/>
                    <a:pt x="0" y="319"/>
                    <a:pt x="0" y="710"/>
                  </a:cubicBezTo>
                  <a:cubicBezTo>
                    <a:pt x="0" y="1099"/>
                    <a:pt x="312" y="1411"/>
                    <a:pt x="701" y="1411"/>
                  </a:cubicBezTo>
                  <a:cubicBezTo>
                    <a:pt x="1092" y="1411"/>
                    <a:pt x="1405" y="1099"/>
                    <a:pt x="1405" y="710"/>
                  </a:cubicBezTo>
                  <a:cubicBezTo>
                    <a:pt x="1405" y="319"/>
                    <a:pt x="1092" y="0"/>
                    <a:pt x="701" y="0"/>
                  </a:cubicBezTo>
                  <a:close/>
                </a:path>
              </a:pathLst>
            </a:custGeom>
            <a:solidFill>
              <a:srgbClr val="FFB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9" name="Google Shape;509;p14"/>
          <p:cNvGrpSpPr/>
          <p:nvPr/>
        </p:nvGrpSpPr>
        <p:grpSpPr>
          <a:xfrm>
            <a:off x="8199505" y="4359860"/>
            <a:ext cx="655820" cy="607570"/>
            <a:chOff x="1098868" y="3880677"/>
            <a:chExt cx="424177" cy="392970"/>
          </a:xfrm>
        </p:grpSpPr>
        <p:sp>
          <p:nvSpPr>
            <p:cNvPr id="510" name="Google Shape;510;p14"/>
            <p:cNvSpPr/>
            <p:nvPr/>
          </p:nvSpPr>
          <p:spPr>
            <a:xfrm>
              <a:off x="1290004" y="4057547"/>
              <a:ext cx="204913" cy="167870"/>
            </a:xfrm>
            <a:custGeom>
              <a:avLst/>
              <a:gdLst/>
              <a:ahLst/>
              <a:cxnLst/>
              <a:rect l="l" t="t" r="r" b="b"/>
              <a:pathLst>
                <a:path w="2528" h="2071" extrusionOk="0">
                  <a:moveTo>
                    <a:pt x="613" y="0"/>
                  </a:moveTo>
                  <a:lnTo>
                    <a:pt x="0" y="493"/>
                  </a:lnTo>
                  <a:cubicBezTo>
                    <a:pt x="19" y="518"/>
                    <a:pt x="668" y="2071"/>
                    <a:pt x="1320" y="2071"/>
                  </a:cubicBezTo>
                  <a:cubicBezTo>
                    <a:pt x="1411" y="2071"/>
                    <a:pt x="1503" y="2040"/>
                    <a:pt x="1594" y="1969"/>
                  </a:cubicBezTo>
                  <a:cubicBezTo>
                    <a:pt x="2527" y="1238"/>
                    <a:pt x="613" y="0"/>
                    <a:pt x="613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14"/>
            <p:cNvSpPr/>
            <p:nvPr/>
          </p:nvSpPr>
          <p:spPr>
            <a:xfrm>
              <a:off x="1277035" y="3880677"/>
              <a:ext cx="174922" cy="175165"/>
            </a:xfrm>
            <a:custGeom>
              <a:avLst/>
              <a:gdLst/>
              <a:ahLst/>
              <a:cxnLst/>
              <a:rect l="l" t="t" r="r" b="b"/>
              <a:pathLst>
                <a:path w="2158" h="2161" extrusionOk="0">
                  <a:moveTo>
                    <a:pt x="1019" y="0"/>
                  </a:moveTo>
                  <a:cubicBezTo>
                    <a:pt x="198" y="0"/>
                    <a:pt x="0" y="1827"/>
                    <a:pt x="0" y="1827"/>
                  </a:cubicBezTo>
                  <a:lnTo>
                    <a:pt x="716" y="2161"/>
                  </a:lnTo>
                  <a:cubicBezTo>
                    <a:pt x="731" y="2126"/>
                    <a:pt x="2158" y="462"/>
                    <a:pt x="1316" y="73"/>
                  </a:cubicBezTo>
                  <a:cubicBezTo>
                    <a:pt x="1209" y="23"/>
                    <a:pt x="1110" y="0"/>
                    <a:pt x="1019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14"/>
            <p:cNvSpPr/>
            <p:nvPr/>
          </p:nvSpPr>
          <p:spPr>
            <a:xfrm>
              <a:off x="1098868" y="4028123"/>
              <a:ext cx="195673" cy="113643"/>
            </a:xfrm>
            <a:custGeom>
              <a:avLst/>
              <a:gdLst/>
              <a:ahLst/>
              <a:cxnLst/>
              <a:rect l="l" t="t" r="r" b="b"/>
              <a:pathLst>
                <a:path w="2414" h="1402" extrusionOk="0">
                  <a:moveTo>
                    <a:pt x="2220" y="78"/>
                  </a:moveTo>
                  <a:cubicBezTo>
                    <a:pt x="2185" y="91"/>
                    <a:pt x="0" y="1"/>
                    <a:pt x="216" y="906"/>
                  </a:cubicBezTo>
                  <a:cubicBezTo>
                    <a:pt x="303" y="1276"/>
                    <a:pt x="563" y="1402"/>
                    <a:pt x="875" y="1402"/>
                  </a:cubicBezTo>
                  <a:cubicBezTo>
                    <a:pt x="1529" y="1402"/>
                    <a:pt x="2413" y="849"/>
                    <a:pt x="2413" y="849"/>
                  </a:cubicBezTo>
                  <a:lnTo>
                    <a:pt x="2220" y="78"/>
                  </a:ln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14"/>
            <p:cNvSpPr/>
            <p:nvPr/>
          </p:nvSpPr>
          <p:spPr>
            <a:xfrm>
              <a:off x="1294462" y="3943092"/>
              <a:ext cx="228582" cy="162520"/>
            </a:xfrm>
            <a:custGeom>
              <a:avLst/>
              <a:gdLst/>
              <a:ahLst/>
              <a:cxnLst/>
              <a:rect l="l" t="t" r="r" b="b"/>
              <a:pathLst>
                <a:path w="2820" h="2005" extrusionOk="0">
                  <a:moveTo>
                    <a:pt x="1943" y="1"/>
                  </a:moveTo>
                  <a:cubicBezTo>
                    <a:pt x="1385" y="1"/>
                    <a:pt x="0" y="1063"/>
                    <a:pt x="0" y="1063"/>
                  </a:cubicBezTo>
                  <a:lnTo>
                    <a:pt x="154" y="1746"/>
                  </a:lnTo>
                  <a:cubicBezTo>
                    <a:pt x="154" y="1746"/>
                    <a:pt x="1076" y="2004"/>
                    <a:pt x="1752" y="2004"/>
                  </a:cubicBezTo>
                  <a:cubicBezTo>
                    <a:pt x="1979" y="2004"/>
                    <a:pt x="2177" y="1975"/>
                    <a:pt x="2305" y="1898"/>
                  </a:cubicBezTo>
                  <a:cubicBezTo>
                    <a:pt x="2819" y="1593"/>
                    <a:pt x="1664" y="1063"/>
                    <a:pt x="1664" y="1063"/>
                  </a:cubicBezTo>
                  <a:cubicBezTo>
                    <a:pt x="1664" y="1063"/>
                    <a:pt x="2422" y="536"/>
                    <a:pt x="2138" y="90"/>
                  </a:cubicBezTo>
                  <a:cubicBezTo>
                    <a:pt x="2100" y="28"/>
                    <a:pt x="2032" y="1"/>
                    <a:pt x="1943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14"/>
            <p:cNvSpPr/>
            <p:nvPr/>
          </p:nvSpPr>
          <p:spPr>
            <a:xfrm>
              <a:off x="1112405" y="3888702"/>
              <a:ext cx="215451" cy="201023"/>
            </a:xfrm>
            <a:custGeom>
              <a:avLst/>
              <a:gdLst/>
              <a:ahLst/>
              <a:cxnLst/>
              <a:rect l="l" t="t" r="r" b="b"/>
              <a:pathLst>
                <a:path w="2658" h="2480" extrusionOk="0">
                  <a:moveTo>
                    <a:pt x="1640" y="1"/>
                  </a:moveTo>
                  <a:cubicBezTo>
                    <a:pt x="1294" y="1"/>
                    <a:pt x="1350" y="1005"/>
                    <a:pt x="1350" y="1005"/>
                  </a:cubicBezTo>
                  <a:cubicBezTo>
                    <a:pt x="1350" y="1005"/>
                    <a:pt x="1008" y="831"/>
                    <a:pt x="694" y="831"/>
                  </a:cubicBezTo>
                  <a:cubicBezTo>
                    <a:pt x="522" y="831"/>
                    <a:pt x="358" y="883"/>
                    <a:pt x="264" y="1046"/>
                  </a:cubicBezTo>
                  <a:cubicBezTo>
                    <a:pt x="0" y="1506"/>
                    <a:pt x="2130" y="2479"/>
                    <a:pt x="2130" y="2479"/>
                  </a:cubicBezTo>
                  <a:lnTo>
                    <a:pt x="2657" y="2027"/>
                  </a:lnTo>
                  <a:cubicBezTo>
                    <a:pt x="2657" y="2027"/>
                    <a:pt x="2303" y="357"/>
                    <a:pt x="1787" y="51"/>
                  </a:cubicBezTo>
                  <a:cubicBezTo>
                    <a:pt x="1731" y="16"/>
                    <a:pt x="1682" y="1"/>
                    <a:pt x="1640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14"/>
            <p:cNvSpPr/>
            <p:nvPr/>
          </p:nvSpPr>
          <p:spPr>
            <a:xfrm>
              <a:off x="1154555" y="4064275"/>
              <a:ext cx="173301" cy="209372"/>
            </a:xfrm>
            <a:custGeom>
              <a:avLst/>
              <a:gdLst/>
              <a:ahLst/>
              <a:cxnLst/>
              <a:rect l="l" t="t" r="r" b="b"/>
              <a:pathLst>
                <a:path w="2138" h="2583" extrusionOk="0">
                  <a:moveTo>
                    <a:pt x="1511" y="1"/>
                  </a:moveTo>
                  <a:cubicBezTo>
                    <a:pt x="1511" y="1"/>
                    <a:pt x="120" y="974"/>
                    <a:pt x="30" y="1566"/>
                  </a:cubicBezTo>
                  <a:cubicBezTo>
                    <a:pt x="1" y="1771"/>
                    <a:pt x="118" y="1838"/>
                    <a:pt x="284" y="1838"/>
                  </a:cubicBezTo>
                  <a:cubicBezTo>
                    <a:pt x="597" y="1838"/>
                    <a:pt x="1080" y="1601"/>
                    <a:pt x="1080" y="1601"/>
                  </a:cubicBezTo>
                  <a:lnTo>
                    <a:pt x="1080" y="1601"/>
                  </a:lnTo>
                  <a:cubicBezTo>
                    <a:pt x="1080" y="1601"/>
                    <a:pt x="1010" y="2519"/>
                    <a:pt x="1539" y="2581"/>
                  </a:cubicBezTo>
                  <a:cubicBezTo>
                    <a:pt x="1546" y="2582"/>
                    <a:pt x="1553" y="2582"/>
                    <a:pt x="1560" y="2582"/>
                  </a:cubicBezTo>
                  <a:cubicBezTo>
                    <a:pt x="2071" y="2582"/>
                    <a:pt x="2137" y="306"/>
                    <a:pt x="2137" y="306"/>
                  </a:cubicBezTo>
                  <a:lnTo>
                    <a:pt x="1511" y="1"/>
                  </a:ln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14"/>
            <p:cNvSpPr/>
            <p:nvPr/>
          </p:nvSpPr>
          <p:spPr>
            <a:xfrm>
              <a:off x="1251177" y="4006804"/>
              <a:ext cx="113886" cy="114453"/>
            </a:xfrm>
            <a:custGeom>
              <a:avLst/>
              <a:gdLst/>
              <a:ahLst/>
              <a:cxnLst/>
              <a:rect l="l" t="t" r="r" b="b"/>
              <a:pathLst>
                <a:path w="1405" h="1412" extrusionOk="0">
                  <a:moveTo>
                    <a:pt x="701" y="0"/>
                  </a:moveTo>
                  <a:cubicBezTo>
                    <a:pt x="312" y="0"/>
                    <a:pt x="0" y="319"/>
                    <a:pt x="0" y="710"/>
                  </a:cubicBezTo>
                  <a:cubicBezTo>
                    <a:pt x="0" y="1099"/>
                    <a:pt x="312" y="1411"/>
                    <a:pt x="701" y="1411"/>
                  </a:cubicBezTo>
                  <a:cubicBezTo>
                    <a:pt x="1092" y="1411"/>
                    <a:pt x="1405" y="1099"/>
                    <a:pt x="1405" y="710"/>
                  </a:cubicBezTo>
                  <a:cubicBezTo>
                    <a:pt x="1405" y="319"/>
                    <a:pt x="1092" y="0"/>
                    <a:pt x="701" y="0"/>
                  </a:cubicBezTo>
                  <a:close/>
                </a:path>
              </a:pathLst>
            </a:custGeom>
            <a:solidFill>
              <a:srgbClr val="FFB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7" name="Google Shape;517;p14"/>
          <p:cNvSpPr/>
          <p:nvPr/>
        </p:nvSpPr>
        <p:spPr>
          <a:xfrm flipH="1">
            <a:off x="1020249" y="142024"/>
            <a:ext cx="1289169" cy="392983"/>
          </a:xfrm>
          <a:custGeom>
            <a:avLst/>
            <a:gdLst/>
            <a:ahLst/>
            <a:cxnLst/>
            <a:rect l="l" t="t" r="r" b="b"/>
            <a:pathLst>
              <a:path w="24293" h="7405" extrusionOk="0">
                <a:moveTo>
                  <a:pt x="15711" y="0"/>
                </a:moveTo>
                <a:cubicBezTo>
                  <a:pt x="13606" y="0"/>
                  <a:pt x="11570" y="1578"/>
                  <a:pt x="11114" y="3641"/>
                </a:cubicBezTo>
                <a:cubicBezTo>
                  <a:pt x="10395" y="2995"/>
                  <a:pt x="9427" y="2640"/>
                  <a:pt x="8461" y="2640"/>
                </a:cubicBezTo>
                <a:cubicBezTo>
                  <a:pt x="8126" y="2640"/>
                  <a:pt x="7791" y="2683"/>
                  <a:pt x="7467" y="2771"/>
                </a:cubicBezTo>
                <a:cubicBezTo>
                  <a:pt x="6215" y="3118"/>
                  <a:pt x="5164" y="4135"/>
                  <a:pt x="4775" y="5372"/>
                </a:cubicBezTo>
                <a:cubicBezTo>
                  <a:pt x="4409" y="5161"/>
                  <a:pt x="3991" y="5066"/>
                  <a:pt x="3555" y="5066"/>
                </a:cubicBezTo>
                <a:cubicBezTo>
                  <a:pt x="2120" y="5066"/>
                  <a:pt x="503" y="6101"/>
                  <a:pt x="0" y="7405"/>
                </a:cubicBezTo>
                <a:lnTo>
                  <a:pt x="24167" y="7405"/>
                </a:lnTo>
                <a:cubicBezTo>
                  <a:pt x="24167" y="7405"/>
                  <a:pt x="24292" y="7328"/>
                  <a:pt x="24167" y="7078"/>
                </a:cubicBezTo>
                <a:cubicBezTo>
                  <a:pt x="23431" y="5645"/>
                  <a:pt x="21919" y="4608"/>
                  <a:pt x="20306" y="4588"/>
                </a:cubicBezTo>
                <a:cubicBezTo>
                  <a:pt x="20278" y="2333"/>
                  <a:pt x="18379" y="252"/>
                  <a:pt x="16131" y="22"/>
                </a:cubicBezTo>
                <a:cubicBezTo>
                  <a:pt x="15991" y="7"/>
                  <a:pt x="15851" y="0"/>
                  <a:pt x="1571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72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_ONLY_1_1_1_1"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17"/>
          <p:cNvSpPr/>
          <p:nvPr/>
        </p:nvSpPr>
        <p:spPr>
          <a:xfrm>
            <a:off x="-1036725" y="3214701"/>
            <a:ext cx="2412352" cy="1820748"/>
          </a:xfrm>
          <a:custGeom>
            <a:avLst/>
            <a:gdLst/>
            <a:ahLst/>
            <a:cxnLst/>
            <a:rect l="l" t="t" r="r" b="b"/>
            <a:pathLst>
              <a:path w="29761" h="25212" extrusionOk="0">
                <a:moveTo>
                  <a:pt x="18503" y="1"/>
                </a:moveTo>
                <a:cubicBezTo>
                  <a:pt x="16171" y="1"/>
                  <a:pt x="14126" y="1267"/>
                  <a:pt x="13034" y="3145"/>
                </a:cubicBezTo>
                <a:cubicBezTo>
                  <a:pt x="11975" y="2352"/>
                  <a:pt x="10660" y="1879"/>
                  <a:pt x="9234" y="1879"/>
                </a:cubicBezTo>
                <a:cubicBezTo>
                  <a:pt x="5741" y="1879"/>
                  <a:pt x="2902" y="4718"/>
                  <a:pt x="2902" y="8212"/>
                </a:cubicBezTo>
                <a:cubicBezTo>
                  <a:pt x="2902" y="9333"/>
                  <a:pt x="3194" y="10383"/>
                  <a:pt x="3708" y="11295"/>
                </a:cubicBezTo>
                <a:cubicBezTo>
                  <a:pt x="1517" y="12289"/>
                  <a:pt x="1" y="14495"/>
                  <a:pt x="1" y="17057"/>
                </a:cubicBezTo>
                <a:cubicBezTo>
                  <a:pt x="1" y="20549"/>
                  <a:pt x="2831" y="23381"/>
                  <a:pt x="6325" y="23381"/>
                </a:cubicBezTo>
                <a:cubicBezTo>
                  <a:pt x="8977" y="23381"/>
                  <a:pt x="11245" y="21753"/>
                  <a:pt x="12192" y="19443"/>
                </a:cubicBezTo>
                <a:lnTo>
                  <a:pt x="15565" y="23994"/>
                </a:lnTo>
                <a:cubicBezTo>
                  <a:pt x="15677" y="23207"/>
                  <a:pt x="15767" y="22392"/>
                  <a:pt x="15754" y="21592"/>
                </a:cubicBezTo>
                <a:lnTo>
                  <a:pt x="15754" y="21592"/>
                </a:lnTo>
                <a:cubicBezTo>
                  <a:pt x="16512" y="22386"/>
                  <a:pt x="17431" y="23034"/>
                  <a:pt x="18461" y="23471"/>
                </a:cubicBezTo>
                <a:lnTo>
                  <a:pt x="19540" y="25211"/>
                </a:lnTo>
                <a:cubicBezTo>
                  <a:pt x="19456" y="24724"/>
                  <a:pt x="19365" y="24244"/>
                  <a:pt x="19254" y="23763"/>
                </a:cubicBezTo>
                <a:lnTo>
                  <a:pt x="19254" y="23763"/>
                </a:lnTo>
                <a:cubicBezTo>
                  <a:pt x="20013" y="23994"/>
                  <a:pt x="20812" y="24119"/>
                  <a:pt x="21641" y="24119"/>
                </a:cubicBezTo>
                <a:cubicBezTo>
                  <a:pt x="26128" y="24119"/>
                  <a:pt x="29760" y="20487"/>
                  <a:pt x="29760" y="15998"/>
                </a:cubicBezTo>
                <a:cubicBezTo>
                  <a:pt x="29760" y="12519"/>
                  <a:pt x="27569" y="9548"/>
                  <a:pt x="24486" y="8393"/>
                </a:cubicBezTo>
                <a:cubicBezTo>
                  <a:pt x="24709" y="7746"/>
                  <a:pt x="24834" y="7050"/>
                  <a:pt x="24834" y="6327"/>
                </a:cubicBezTo>
                <a:cubicBezTo>
                  <a:pt x="24834" y="2833"/>
                  <a:pt x="22003" y="1"/>
                  <a:pt x="1850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17"/>
          <p:cNvSpPr/>
          <p:nvPr/>
        </p:nvSpPr>
        <p:spPr>
          <a:xfrm>
            <a:off x="-91050" y="4155325"/>
            <a:ext cx="9321501" cy="1063874"/>
          </a:xfrm>
          <a:custGeom>
            <a:avLst/>
            <a:gdLst/>
            <a:ahLst/>
            <a:cxnLst/>
            <a:rect l="l" t="t" r="r" b="b"/>
            <a:pathLst>
              <a:path w="112497" h="22095" extrusionOk="0">
                <a:moveTo>
                  <a:pt x="56127" y="0"/>
                </a:moveTo>
                <a:cubicBezTo>
                  <a:pt x="39493" y="0"/>
                  <a:pt x="20270" y="270"/>
                  <a:pt x="28" y="1079"/>
                </a:cubicBezTo>
                <a:cubicBezTo>
                  <a:pt x="0" y="1088"/>
                  <a:pt x="174" y="11183"/>
                  <a:pt x="180" y="13813"/>
                </a:cubicBezTo>
                <a:cubicBezTo>
                  <a:pt x="195" y="18247"/>
                  <a:pt x="222" y="22095"/>
                  <a:pt x="222" y="22095"/>
                </a:cubicBezTo>
                <a:lnTo>
                  <a:pt x="112497" y="22095"/>
                </a:lnTo>
                <a:lnTo>
                  <a:pt x="112308" y="1079"/>
                </a:lnTo>
                <a:cubicBezTo>
                  <a:pt x="112308" y="1079"/>
                  <a:pt x="89395" y="0"/>
                  <a:pt x="5612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07" name="Google Shape;607;p17"/>
          <p:cNvGrpSpPr/>
          <p:nvPr/>
        </p:nvGrpSpPr>
        <p:grpSpPr>
          <a:xfrm>
            <a:off x="6380047" y="4539492"/>
            <a:ext cx="371409" cy="344084"/>
            <a:chOff x="1098868" y="3880677"/>
            <a:chExt cx="424177" cy="392970"/>
          </a:xfrm>
        </p:grpSpPr>
        <p:sp>
          <p:nvSpPr>
            <p:cNvPr id="608" name="Google Shape;608;p17"/>
            <p:cNvSpPr/>
            <p:nvPr/>
          </p:nvSpPr>
          <p:spPr>
            <a:xfrm>
              <a:off x="1290004" y="4057547"/>
              <a:ext cx="204913" cy="167870"/>
            </a:xfrm>
            <a:custGeom>
              <a:avLst/>
              <a:gdLst/>
              <a:ahLst/>
              <a:cxnLst/>
              <a:rect l="l" t="t" r="r" b="b"/>
              <a:pathLst>
                <a:path w="2528" h="2071" extrusionOk="0">
                  <a:moveTo>
                    <a:pt x="613" y="0"/>
                  </a:moveTo>
                  <a:lnTo>
                    <a:pt x="0" y="493"/>
                  </a:lnTo>
                  <a:cubicBezTo>
                    <a:pt x="19" y="518"/>
                    <a:pt x="668" y="2071"/>
                    <a:pt x="1320" y="2071"/>
                  </a:cubicBezTo>
                  <a:cubicBezTo>
                    <a:pt x="1411" y="2071"/>
                    <a:pt x="1503" y="2040"/>
                    <a:pt x="1594" y="1969"/>
                  </a:cubicBezTo>
                  <a:cubicBezTo>
                    <a:pt x="2527" y="1238"/>
                    <a:pt x="613" y="0"/>
                    <a:pt x="613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17"/>
            <p:cNvSpPr/>
            <p:nvPr/>
          </p:nvSpPr>
          <p:spPr>
            <a:xfrm>
              <a:off x="1277035" y="3880677"/>
              <a:ext cx="174922" cy="175165"/>
            </a:xfrm>
            <a:custGeom>
              <a:avLst/>
              <a:gdLst/>
              <a:ahLst/>
              <a:cxnLst/>
              <a:rect l="l" t="t" r="r" b="b"/>
              <a:pathLst>
                <a:path w="2158" h="2161" extrusionOk="0">
                  <a:moveTo>
                    <a:pt x="1019" y="0"/>
                  </a:moveTo>
                  <a:cubicBezTo>
                    <a:pt x="198" y="0"/>
                    <a:pt x="0" y="1827"/>
                    <a:pt x="0" y="1827"/>
                  </a:cubicBezTo>
                  <a:lnTo>
                    <a:pt x="716" y="2161"/>
                  </a:lnTo>
                  <a:cubicBezTo>
                    <a:pt x="731" y="2126"/>
                    <a:pt x="2158" y="462"/>
                    <a:pt x="1316" y="73"/>
                  </a:cubicBezTo>
                  <a:cubicBezTo>
                    <a:pt x="1209" y="23"/>
                    <a:pt x="1110" y="0"/>
                    <a:pt x="1019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17"/>
            <p:cNvSpPr/>
            <p:nvPr/>
          </p:nvSpPr>
          <p:spPr>
            <a:xfrm>
              <a:off x="1098868" y="4028123"/>
              <a:ext cx="195673" cy="113643"/>
            </a:xfrm>
            <a:custGeom>
              <a:avLst/>
              <a:gdLst/>
              <a:ahLst/>
              <a:cxnLst/>
              <a:rect l="l" t="t" r="r" b="b"/>
              <a:pathLst>
                <a:path w="2414" h="1402" extrusionOk="0">
                  <a:moveTo>
                    <a:pt x="2220" y="78"/>
                  </a:moveTo>
                  <a:cubicBezTo>
                    <a:pt x="2185" y="91"/>
                    <a:pt x="0" y="1"/>
                    <a:pt x="216" y="906"/>
                  </a:cubicBezTo>
                  <a:cubicBezTo>
                    <a:pt x="303" y="1276"/>
                    <a:pt x="563" y="1402"/>
                    <a:pt x="875" y="1402"/>
                  </a:cubicBezTo>
                  <a:cubicBezTo>
                    <a:pt x="1529" y="1402"/>
                    <a:pt x="2413" y="849"/>
                    <a:pt x="2413" y="849"/>
                  </a:cubicBezTo>
                  <a:lnTo>
                    <a:pt x="2220" y="78"/>
                  </a:ln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17"/>
            <p:cNvSpPr/>
            <p:nvPr/>
          </p:nvSpPr>
          <p:spPr>
            <a:xfrm>
              <a:off x="1294462" y="3943092"/>
              <a:ext cx="228582" cy="162520"/>
            </a:xfrm>
            <a:custGeom>
              <a:avLst/>
              <a:gdLst/>
              <a:ahLst/>
              <a:cxnLst/>
              <a:rect l="l" t="t" r="r" b="b"/>
              <a:pathLst>
                <a:path w="2820" h="2005" extrusionOk="0">
                  <a:moveTo>
                    <a:pt x="1943" y="1"/>
                  </a:moveTo>
                  <a:cubicBezTo>
                    <a:pt x="1385" y="1"/>
                    <a:pt x="0" y="1063"/>
                    <a:pt x="0" y="1063"/>
                  </a:cubicBezTo>
                  <a:lnTo>
                    <a:pt x="154" y="1746"/>
                  </a:lnTo>
                  <a:cubicBezTo>
                    <a:pt x="154" y="1746"/>
                    <a:pt x="1076" y="2004"/>
                    <a:pt x="1752" y="2004"/>
                  </a:cubicBezTo>
                  <a:cubicBezTo>
                    <a:pt x="1979" y="2004"/>
                    <a:pt x="2177" y="1975"/>
                    <a:pt x="2305" y="1898"/>
                  </a:cubicBezTo>
                  <a:cubicBezTo>
                    <a:pt x="2819" y="1593"/>
                    <a:pt x="1664" y="1063"/>
                    <a:pt x="1664" y="1063"/>
                  </a:cubicBezTo>
                  <a:cubicBezTo>
                    <a:pt x="1664" y="1063"/>
                    <a:pt x="2422" y="536"/>
                    <a:pt x="2138" y="90"/>
                  </a:cubicBezTo>
                  <a:cubicBezTo>
                    <a:pt x="2100" y="28"/>
                    <a:pt x="2032" y="1"/>
                    <a:pt x="1943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17"/>
            <p:cNvSpPr/>
            <p:nvPr/>
          </p:nvSpPr>
          <p:spPr>
            <a:xfrm>
              <a:off x="1112405" y="3888702"/>
              <a:ext cx="215451" cy="201023"/>
            </a:xfrm>
            <a:custGeom>
              <a:avLst/>
              <a:gdLst/>
              <a:ahLst/>
              <a:cxnLst/>
              <a:rect l="l" t="t" r="r" b="b"/>
              <a:pathLst>
                <a:path w="2658" h="2480" extrusionOk="0">
                  <a:moveTo>
                    <a:pt x="1640" y="1"/>
                  </a:moveTo>
                  <a:cubicBezTo>
                    <a:pt x="1294" y="1"/>
                    <a:pt x="1350" y="1005"/>
                    <a:pt x="1350" y="1005"/>
                  </a:cubicBezTo>
                  <a:cubicBezTo>
                    <a:pt x="1350" y="1005"/>
                    <a:pt x="1008" y="831"/>
                    <a:pt x="694" y="831"/>
                  </a:cubicBezTo>
                  <a:cubicBezTo>
                    <a:pt x="522" y="831"/>
                    <a:pt x="358" y="883"/>
                    <a:pt x="264" y="1046"/>
                  </a:cubicBezTo>
                  <a:cubicBezTo>
                    <a:pt x="0" y="1506"/>
                    <a:pt x="2130" y="2479"/>
                    <a:pt x="2130" y="2479"/>
                  </a:cubicBezTo>
                  <a:lnTo>
                    <a:pt x="2657" y="2027"/>
                  </a:lnTo>
                  <a:cubicBezTo>
                    <a:pt x="2657" y="2027"/>
                    <a:pt x="2303" y="357"/>
                    <a:pt x="1787" y="51"/>
                  </a:cubicBezTo>
                  <a:cubicBezTo>
                    <a:pt x="1731" y="16"/>
                    <a:pt x="1682" y="1"/>
                    <a:pt x="1640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17"/>
            <p:cNvSpPr/>
            <p:nvPr/>
          </p:nvSpPr>
          <p:spPr>
            <a:xfrm>
              <a:off x="1154555" y="4064275"/>
              <a:ext cx="173301" cy="209372"/>
            </a:xfrm>
            <a:custGeom>
              <a:avLst/>
              <a:gdLst/>
              <a:ahLst/>
              <a:cxnLst/>
              <a:rect l="l" t="t" r="r" b="b"/>
              <a:pathLst>
                <a:path w="2138" h="2583" extrusionOk="0">
                  <a:moveTo>
                    <a:pt x="1511" y="1"/>
                  </a:moveTo>
                  <a:cubicBezTo>
                    <a:pt x="1511" y="1"/>
                    <a:pt x="120" y="974"/>
                    <a:pt x="30" y="1566"/>
                  </a:cubicBezTo>
                  <a:cubicBezTo>
                    <a:pt x="1" y="1771"/>
                    <a:pt x="118" y="1838"/>
                    <a:pt x="284" y="1838"/>
                  </a:cubicBezTo>
                  <a:cubicBezTo>
                    <a:pt x="597" y="1838"/>
                    <a:pt x="1080" y="1601"/>
                    <a:pt x="1080" y="1601"/>
                  </a:cubicBezTo>
                  <a:lnTo>
                    <a:pt x="1080" y="1601"/>
                  </a:lnTo>
                  <a:cubicBezTo>
                    <a:pt x="1080" y="1601"/>
                    <a:pt x="1010" y="2519"/>
                    <a:pt x="1539" y="2581"/>
                  </a:cubicBezTo>
                  <a:cubicBezTo>
                    <a:pt x="1546" y="2582"/>
                    <a:pt x="1553" y="2582"/>
                    <a:pt x="1560" y="2582"/>
                  </a:cubicBezTo>
                  <a:cubicBezTo>
                    <a:pt x="2071" y="2582"/>
                    <a:pt x="2137" y="306"/>
                    <a:pt x="2137" y="306"/>
                  </a:cubicBezTo>
                  <a:lnTo>
                    <a:pt x="1511" y="1"/>
                  </a:ln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17"/>
            <p:cNvSpPr/>
            <p:nvPr/>
          </p:nvSpPr>
          <p:spPr>
            <a:xfrm>
              <a:off x="1251177" y="4006804"/>
              <a:ext cx="113886" cy="114453"/>
            </a:xfrm>
            <a:custGeom>
              <a:avLst/>
              <a:gdLst/>
              <a:ahLst/>
              <a:cxnLst/>
              <a:rect l="l" t="t" r="r" b="b"/>
              <a:pathLst>
                <a:path w="1405" h="1412" extrusionOk="0">
                  <a:moveTo>
                    <a:pt x="701" y="0"/>
                  </a:moveTo>
                  <a:cubicBezTo>
                    <a:pt x="312" y="0"/>
                    <a:pt x="0" y="319"/>
                    <a:pt x="0" y="710"/>
                  </a:cubicBezTo>
                  <a:cubicBezTo>
                    <a:pt x="0" y="1099"/>
                    <a:pt x="312" y="1411"/>
                    <a:pt x="701" y="1411"/>
                  </a:cubicBezTo>
                  <a:cubicBezTo>
                    <a:pt x="1092" y="1411"/>
                    <a:pt x="1405" y="1099"/>
                    <a:pt x="1405" y="710"/>
                  </a:cubicBezTo>
                  <a:cubicBezTo>
                    <a:pt x="1405" y="319"/>
                    <a:pt x="1092" y="0"/>
                    <a:pt x="701" y="0"/>
                  </a:cubicBezTo>
                  <a:close/>
                </a:path>
              </a:pathLst>
            </a:custGeom>
            <a:solidFill>
              <a:srgbClr val="FFB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5" name="Google Shape;615;p17"/>
          <p:cNvGrpSpPr/>
          <p:nvPr/>
        </p:nvGrpSpPr>
        <p:grpSpPr>
          <a:xfrm>
            <a:off x="174418" y="4048227"/>
            <a:ext cx="424177" cy="392970"/>
            <a:chOff x="1098868" y="3880677"/>
            <a:chExt cx="424177" cy="392970"/>
          </a:xfrm>
        </p:grpSpPr>
        <p:sp>
          <p:nvSpPr>
            <p:cNvPr id="616" name="Google Shape;616;p17"/>
            <p:cNvSpPr/>
            <p:nvPr/>
          </p:nvSpPr>
          <p:spPr>
            <a:xfrm>
              <a:off x="1290004" y="4057547"/>
              <a:ext cx="204913" cy="167870"/>
            </a:xfrm>
            <a:custGeom>
              <a:avLst/>
              <a:gdLst/>
              <a:ahLst/>
              <a:cxnLst/>
              <a:rect l="l" t="t" r="r" b="b"/>
              <a:pathLst>
                <a:path w="2528" h="2071" extrusionOk="0">
                  <a:moveTo>
                    <a:pt x="613" y="0"/>
                  </a:moveTo>
                  <a:lnTo>
                    <a:pt x="0" y="493"/>
                  </a:lnTo>
                  <a:cubicBezTo>
                    <a:pt x="19" y="518"/>
                    <a:pt x="668" y="2071"/>
                    <a:pt x="1320" y="2071"/>
                  </a:cubicBezTo>
                  <a:cubicBezTo>
                    <a:pt x="1411" y="2071"/>
                    <a:pt x="1503" y="2040"/>
                    <a:pt x="1594" y="1969"/>
                  </a:cubicBezTo>
                  <a:cubicBezTo>
                    <a:pt x="2527" y="1238"/>
                    <a:pt x="613" y="0"/>
                    <a:pt x="613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17"/>
            <p:cNvSpPr/>
            <p:nvPr/>
          </p:nvSpPr>
          <p:spPr>
            <a:xfrm>
              <a:off x="1277035" y="3880677"/>
              <a:ext cx="174922" cy="175165"/>
            </a:xfrm>
            <a:custGeom>
              <a:avLst/>
              <a:gdLst/>
              <a:ahLst/>
              <a:cxnLst/>
              <a:rect l="l" t="t" r="r" b="b"/>
              <a:pathLst>
                <a:path w="2158" h="2161" extrusionOk="0">
                  <a:moveTo>
                    <a:pt x="1019" y="0"/>
                  </a:moveTo>
                  <a:cubicBezTo>
                    <a:pt x="198" y="0"/>
                    <a:pt x="0" y="1827"/>
                    <a:pt x="0" y="1827"/>
                  </a:cubicBezTo>
                  <a:lnTo>
                    <a:pt x="716" y="2161"/>
                  </a:lnTo>
                  <a:cubicBezTo>
                    <a:pt x="731" y="2126"/>
                    <a:pt x="2158" y="462"/>
                    <a:pt x="1316" y="73"/>
                  </a:cubicBezTo>
                  <a:cubicBezTo>
                    <a:pt x="1209" y="23"/>
                    <a:pt x="1110" y="0"/>
                    <a:pt x="1019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17"/>
            <p:cNvSpPr/>
            <p:nvPr/>
          </p:nvSpPr>
          <p:spPr>
            <a:xfrm>
              <a:off x="1098868" y="4028123"/>
              <a:ext cx="195673" cy="113643"/>
            </a:xfrm>
            <a:custGeom>
              <a:avLst/>
              <a:gdLst/>
              <a:ahLst/>
              <a:cxnLst/>
              <a:rect l="l" t="t" r="r" b="b"/>
              <a:pathLst>
                <a:path w="2414" h="1402" extrusionOk="0">
                  <a:moveTo>
                    <a:pt x="2220" y="78"/>
                  </a:moveTo>
                  <a:cubicBezTo>
                    <a:pt x="2185" y="91"/>
                    <a:pt x="0" y="1"/>
                    <a:pt x="216" y="906"/>
                  </a:cubicBezTo>
                  <a:cubicBezTo>
                    <a:pt x="303" y="1276"/>
                    <a:pt x="563" y="1402"/>
                    <a:pt x="875" y="1402"/>
                  </a:cubicBezTo>
                  <a:cubicBezTo>
                    <a:pt x="1529" y="1402"/>
                    <a:pt x="2413" y="849"/>
                    <a:pt x="2413" y="849"/>
                  </a:cubicBezTo>
                  <a:lnTo>
                    <a:pt x="2220" y="78"/>
                  </a:ln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17"/>
            <p:cNvSpPr/>
            <p:nvPr/>
          </p:nvSpPr>
          <p:spPr>
            <a:xfrm>
              <a:off x="1294462" y="3943092"/>
              <a:ext cx="228582" cy="162520"/>
            </a:xfrm>
            <a:custGeom>
              <a:avLst/>
              <a:gdLst/>
              <a:ahLst/>
              <a:cxnLst/>
              <a:rect l="l" t="t" r="r" b="b"/>
              <a:pathLst>
                <a:path w="2820" h="2005" extrusionOk="0">
                  <a:moveTo>
                    <a:pt x="1943" y="1"/>
                  </a:moveTo>
                  <a:cubicBezTo>
                    <a:pt x="1385" y="1"/>
                    <a:pt x="0" y="1063"/>
                    <a:pt x="0" y="1063"/>
                  </a:cubicBezTo>
                  <a:lnTo>
                    <a:pt x="154" y="1746"/>
                  </a:lnTo>
                  <a:cubicBezTo>
                    <a:pt x="154" y="1746"/>
                    <a:pt x="1076" y="2004"/>
                    <a:pt x="1752" y="2004"/>
                  </a:cubicBezTo>
                  <a:cubicBezTo>
                    <a:pt x="1979" y="2004"/>
                    <a:pt x="2177" y="1975"/>
                    <a:pt x="2305" y="1898"/>
                  </a:cubicBezTo>
                  <a:cubicBezTo>
                    <a:pt x="2819" y="1593"/>
                    <a:pt x="1664" y="1063"/>
                    <a:pt x="1664" y="1063"/>
                  </a:cubicBezTo>
                  <a:cubicBezTo>
                    <a:pt x="1664" y="1063"/>
                    <a:pt x="2422" y="536"/>
                    <a:pt x="2138" y="90"/>
                  </a:cubicBezTo>
                  <a:cubicBezTo>
                    <a:pt x="2100" y="28"/>
                    <a:pt x="2032" y="1"/>
                    <a:pt x="1943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17"/>
            <p:cNvSpPr/>
            <p:nvPr/>
          </p:nvSpPr>
          <p:spPr>
            <a:xfrm>
              <a:off x="1112405" y="3888702"/>
              <a:ext cx="215451" cy="201023"/>
            </a:xfrm>
            <a:custGeom>
              <a:avLst/>
              <a:gdLst/>
              <a:ahLst/>
              <a:cxnLst/>
              <a:rect l="l" t="t" r="r" b="b"/>
              <a:pathLst>
                <a:path w="2658" h="2480" extrusionOk="0">
                  <a:moveTo>
                    <a:pt x="1640" y="1"/>
                  </a:moveTo>
                  <a:cubicBezTo>
                    <a:pt x="1294" y="1"/>
                    <a:pt x="1350" y="1005"/>
                    <a:pt x="1350" y="1005"/>
                  </a:cubicBezTo>
                  <a:cubicBezTo>
                    <a:pt x="1350" y="1005"/>
                    <a:pt x="1008" y="831"/>
                    <a:pt x="694" y="831"/>
                  </a:cubicBezTo>
                  <a:cubicBezTo>
                    <a:pt x="522" y="831"/>
                    <a:pt x="358" y="883"/>
                    <a:pt x="264" y="1046"/>
                  </a:cubicBezTo>
                  <a:cubicBezTo>
                    <a:pt x="0" y="1506"/>
                    <a:pt x="2130" y="2479"/>
                    <a:pt x="2130" y="2479"/>
                  </a:cubicBezTo>
                  <a:lnTo>
                    <a:pt x="2657" y="2027"/>
                  </a:lnTo>
                  <a:cubicBezTo>
                    <a:pt x="2657" y="2027"/>
                    <a:pt x="2303" y="357"/>
                    <a:pt x="1787" y="51"/>
                  </a:cubicBezTo>
                  <a:cubicBezTo>
                    <a:pt x="1731" y="16"/>
                    <a:pt x="1682" y="1"/>
                    <a:pt x="1640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17"/>
            <p:cNvSpPr/>
            <p:nvPr/>
          </p:nvSpPr>
          <p:spPr>
            <a:xfrm>
              <a:off x="1154555" y="4064275"/>
              <a:ext cx="173301" cy="209372"/>
            </a:xfrm>
            <a:custGeom>
              <a:avLst/>
              <a:gdLst/>
              <a:ahLst/>
              <a:cxnLst/>
              <a:rect l="l" t="t" r="r" b="b"/>
              <a:pathLst>
                <a:path w="2138" h="2583" extrusionOk="0">
                  <a:moveTo>
                    <a:pt x="1511" y="1"/>
                  </a:moveTo>
                  <a:cubicBezTo>
                    <a:pt x="1511" y="1"/>
                    <a:pt x="120" y="974"/>
                    <a:pt x="30" y="1566"/>
                  </a:cubicBezTo>
                  <a:cubicBezTo>
                    <a:pt x="1" y="1771"/>
                    <a:pt x="118" y="1838"/>
                    <a:pt x="284" y="1838"/>
                  </a:cubicBezTo>
                  <a:cubicBezTo>
                    <a:pt x="597" y="1838"/>
                    <a:pt x="1080" y="1601"/>
                    <a:pt x="1080" y="1601"/>
                  </a:cubicBezTo>
                  <a:lnTo>
                    <a:pt x="1080" y="1601"/>
                  </a:lnTo>
                  <a:cubicBezTo>
                    <a:pt x="1080" y="1601"/>
                    <a:pt x="1010" y="2519"/>
                    <a:pt x="1539" y="2581"/>
                  </a:cubicBezTo>
                  <a:cubicBezTo>
                    <a:pt x="1546" y="2582"/>
                    <a:pt x="1553" y="2582"/>
                    <a:pt x="1560" y="2582"/>
                  </a:cubicBezTo>
                  <a:cubicBezTo>
                    <a:pt x="2071" y="2582"/>
                    <a:pt x="2137" y="306"/>
                    <a:pt x="2137" y="306"/>
                  </a:cubicBezTo>
                  <a:lnTo>
                    <a:pt x="1511" y="1"/>
                  </a:ln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17"/>
            <p:cNvSpPr/>
            <p:nvPr/>
          </p:nvSpPr>
          <p:spPr>
            <a:xfrm>
              <a:off x="1251177" y="4006804"/>
              <a:ext cx="113886" cy="114453"/>
            </a:xfrm>
            <a:custGeom>
              <a:avLst/>
              <a:gdLst/>
              <a:ahLst/>
              <a:cxnLst/>
              <a:rect l="l" t="t" r="r" b="b"/>
              <a:pathLst>
                <a:path w="1405" h="1412" extrusionOk="0">
                  <a:moveTo>
                    <a:pt x="701" y="0"/>
                  </a:moveTo>
                  <a:cubicBezTo>
                    <a:pt x="312" y="0"/>
                    <a:pt x="0" y="319"/>
                    <a:pt x="0" y="710"/>
                  </a:cubicBezTo>
                  <a:cubicBezTo>
                    <a:pt x="0" y="1099"/>
                    <a:pt x="312" y="1411"/>
                    <a:pt x="701" y="1411"/>
                  </a:cubicBezTo>
                  <a:cubicBezTo>
                    <a:pt x="1092" y="1411"/>
                    <a:pt x="1405" y="1099"/>
                    <a:pt x="1405" y="710"/>
                  </a:cubicBezTo>
                  <a:cubicBezTo>
                    <a:pt x="1405" y="319"/>
                    <a:pt x="1092" y="0"/>
                    <a:pt x="701" y="0"/>
                  </a:cubicBezTo>
                  <a:close/>
                </a:path>
              </a:pathLst>
            </a:custGeom>
            <a:solidFill>
              <a:srgbClr val="FFB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3" name="Google Shape;623;p17"/>
          <p:cNvGrpSpPr/>
          <p:nvPr/>
        </p:nvGrpSpPr>
        <p:grpSpPr>
          <a:xfrm>
            <a:off x="1375637" y="4804905"/>
            <a:ext cx="493360" cy="457063"/>
            <a:chOff x="1098868" y="3880677"/>
            <a:chExt cx="424177" cy="392970"/>
          </a:xfrm>
        </p:grpSpPr>
        <p:sp>
          <p:nvSpPr>
            <p:cNvPr id="624" name="Google Shape;624;p17"/>
            <p:cNvSpPr/>
            <p:nvPr/>
          </p:nvSpPr>
          <p:spPr>
            <a:xfrm>
              <a:off x="1290004" y="4057547"/>
              <a:ext cx="204913" cy="167870"/>
            </a:xfrm>
            <a:custGeom>
              <a:avLst/>
              <a:gdLst/>
              <a:ahLst/>
              <a:cxnLst/>
              <a:rect l="l" t="t" r="r" b="b"/>
              <a:pathLst>
                <a:path w="2528" h="2071" extrusionOk="0">
                  <a:moveTo>
                    <a:pt x="613" y="0"/>
                  </a:moveTo>
                  <a:lnTo>
                    <a:pt x="0" y="493"/>
                  </a:lnTo>
                  <a:cubicBezTo>
                    <a:pt x="19" y="518"/>
                    <a:pt x="668" y="2071"/>
                    <a:pt x="1320" y="2071"/>
                  </a:cubicBezTo>
                  <a:cubicBezTo>
                    <a:pt x="1411" y="2071"/>
                    <a:pt x="1503" y="2040"/>
                    <a:pt x="1594" y="1969"/>
                  </a:cubicBezTo>
                  <a:cubicBezTo>
                    <a:pt x="2527" y="1238"/>
                    <a:pt x="613" y="0"/>
                    <a:pt x="613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17"/>
            <p:cNvSpPr/>
            <p:nvPr/>
          </p:nvSpPr>
          <p:spPr>
            <a:xfrm>
              <a:off x="1277035" y="3880677"/>
              <a:ext cx="174922" cy="175165"/>
            </a:xfrm>
            <a:custGeom>
              <a:avLst/>
              <a:gdLst/>
              <a:ahLst/>
              <a:cxnLst/>
              <a:rect l="l" t="t" r="r" b="b"/>
              <a:pathLst>
                <a:path w="2158" h="2161" extrusionOk="0">
                  <a:moveTo>
                    <a:pt x="1019" y="0"/>
                  </a:moveTo>
                  <a:cubicBezTo>
                    <a:pt x="198" y="0"/>
                    <a:pt x="0" y="1827"/>
                    <a:pt x="0" y="1827"/>
                  </a:cubicBezTo>
                  <a:lnTo>
                    <a:pt x="716" y="2161"/>
                  </a:lnTo>
                  <a:cubicBezTo>
                    <a:pt x="731" y="2126"/>
                    <a:pt x="2158" y="462"/>
                    <a:pt x="1316" y="73"/>
                  </a:cubicBezTo>
                  <a:cubicBezTo>
                    <a:pt x="1209" y="23"/>
                    <a:pt x="1110" y="0"/>
                    <a:pt x="1019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17"/>
            <p:cNvSpPr/>
            <p:nvPr/>
          </p:nvSpPr>
          <p:spPr>
            <a:xfrm>
              <a:off x="1098868" y="4028123"/>
              <a:ext cx="195673" cy="113643"/>
            </a:xfrm>
            <a:custGeom>
              <a:avLst/>
              <a:gdLst/>
              <a:ahLst/>
              <a:cxnLst/>
              <a:rect l="l" t="t" r="r" b="b"/>
              <a:pathLst>
                <a:path w="2414" h="1402" extrusionOk="0">
                  <a:moveTo>
                    <a:pt x="2220" y="78"/>
                  </a:moveTo>
                  <a:cubicBezTo>
                    <a:pt x="2185" y="91"/>
                    <a:pt x="0" y="1"/>
                    <a:pt x="216" y="906"/>
                  </a:cubicBezTo>
                  <a:cubicBezTo>
                    <a:pt x="303" y="1276"/>
                    <a:pt x="563" y="1402"/>
                    <a:pt x="875" y="1402"/>
                  </a:cubicBezTo>
                  <a:cubicBezTo>
                    <a:pt x="1529" y="1402"/>
                    <a:pt x="2413" y="849"/>
                    <a:pt x="2413" y="849"/>
                  </a:cubicBezTo>
                  <a:lnTo>
                    <a:pt x="2220" y="78"/>
                  </a:ln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17"/>
            <p:cNvSpPr/>
            <p:nvPr/>
          </p:nvSpPr>
          <p:spPr>
            <a:xfrm>
              <a:off x="1294462" y="3943092"/>
              <a:ext cx="228582" cy="162520"/>
            </a:xfrm>
            <a:custGeom>
              <a:avLst/>
              <a:gdLst/>
              <a:ahLst/>
              <a:cxnLst/>
              <a:rect l="l" t="t" r="r" b="b"/>
              <a:pathLst>
                <a:path w="2820" h="2005" extrusionOk="0">
                  <a:moveTo>
                    <a:pt x="1943" y="1"/>
                  </a:moveTo>
                  <a:cubicBezTo>
                    <a:pt x="1385" y="1"/>
                    <a:pt x="0" y="1063"/>
                    <a:pt x="0" y="1063"/>
                  </a:cubicBezTo>
                  <a:lnTo>
                    <a:pt x="154" y="1746"/>
                  </a:lnTo>
                  <a:cubicBezTo>
                    <a:pt x="154" y="1746"/>
                    <a:pt x="1076" y="2004"/>
                    <a:pt x="1752" y="2004"/>
                  </a:cubicBezTo>
                  <a:cubicBezTo>
                    <a:pt x="1979" y="2004"/>
                    <a:pt x="2177" y="1975"/>
                    <a:pt x="2305" y="1898"/>
                  </a:cubicBezTo>
                  <a:cubicBezTo>
                    <a:pt x="2819" y="1593"/>
                    <a:pt x="1664" y="1063"/>
                    <a:pt x="1664" y="1063"/>
                  </a:cubicBezTo>
                  <a:cubicBezTo>
                    <a:pt x="1664" y="1063"/>
                    <a:pt x="2422" y="536"/>
                    <a:pt x="2138" y="90"/>
                  </a:cubicBezTo>
                  <a:cubicBezTo>
                    <a:pt x="2100" y="28"/>
                    <a:pt x="2032" y="1"/>
                    <a:pt x="1943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17"/>
            <p:cNvSpPr/>
            <p:nvPr/>
          </p:nvSpPr>
          <p:spPr>
            <a:xfrm>
              <a:off x="1112405" y="3888702"/>
              <a:ext cx="215451" cy="201023"/>
            </a:xfrm>
            <a:custGeom>
              <a:avLst/>
              <a:gdLst/>
              <a:ahLst/>
              <a:cxnLst/>
              <a:rect l="l" t="t" r="r" b="b"/>
              <a:pathLst>
                <a:path w="2658" h="2480" extrusionOk="0">
                  <a:moveTo>
                    <a:pt x="1640" y="1"/>
                  </a:moveTo>
                  <a:cubicBezTo>
                    <a:pt x="1294" y="1"/>
                    <a:pt x="1350" y="1005"/>
                    <a:pt x="1350" y="1005"/>
                  </a:cubicBezTo>
                  <a:cubicBezTo>
                    <a:pt x="1350" y="1005"/>
                    <a:pt x="1008" y="831"/>
                    <a:pt x="694" y="831"/>
                  </a:cubicBezTo>
                  <a:cubicBezTo>
                    <a:pt x="522" y="831"/>
                    <a:pt x="358" y="883"/>
                    <a:pt x="264" y="1046"/>
                  </a:cubicBezTo>
                  <a:cubicBezTo>
                    <a:pt x="0" y="1506"/>
                    <a:pt x="2130" y="2479"/>
                    <a:pt x="2130" y="2479"/>
                  </a:cubicBezTo>
                  <a:lnTo>
                    <a:pt x="2657" y="2027"/>
                  </a:lnTo>
                  <a:cubicBezTo>
                    <a:pt x="2657" y="2027"/>
                    <a:pt x="2303" y="357"/>
                    <a:pt x="1787" y="51"/>
                  </a:cubicBezTo>
                  <a:cubicBezTo>
                    <a:pt x="1731" y="16"/>
                    <a:pt x="1682" y="1"/>
                    <a:pt x="1640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17"/>
            <p:cNvSpPr/>
            <p:nvPr/>
          </p:nvSpPr>
          <p:spPr>
            <a:xfrm>
              <a:off x="1154555" y="4064275"/>
              <a:ext cx="173301" cy="209372"/>
            </a:xfrm>
            <a:custGeom>
              <a:avLst/>
              <a:gdLst/>
              <a:ahLst/>
              <a:cxnLst/>
              <a:rect l="l" t="t" r="r" b="b"/>
              <a:pathLst>
                <a:path w="2138" h="2583" extrusionOk="0">
                  <a:moveTo>
                    <a:pt x="1511" y="1"/>
                  </a:moveTo>
                  <a:cubicBezTo>
                    <a:pt x="1511" y="1"/>
                    <a:pt x="120" y="974"/>
                    <a:pt x="30" y="1566"/>
                  </a:cubicBezTo>
                  <a:cubicBezTo>
                    <a:pt x="1" y="1771"/>
                    <a:pt x="118" y="1838"/>
                    <a:pt x="284" y="1838"/>
                  </a:cubicBezTo>
                  <a:cubicBezTo>
                    <a:pt x="597" y="1838"/>
                    <a:pt x="1080" y="1601"/>
                    <a:pt x="1080" y="1601"/>
                  </a:cubicBezTo>
                  <a:lnTo>
                    <a:pt x="1080" y="1601"/>
                  </a:lnTo>
                  <a:cubicBezTo>
                    <a:pt x="1080" y="1601"/>
                    <a:pt x="1010" y="2519"/>
                    <a:pt x="1539" y="2581"/>
                  </a:cubicBezTo>
                  <a:cubicBezTo>
                    <a:pt x="1546" y="2582"/>
                    <a:pt x="1553" y="2582"/>
                    <a:pt x="1560" y="2582"/>
                  </a:cubicBezTo>
                  <a:cubicBezTo>
                    <a:pt x="2071" y="2582"/>
                    <a:pt x="2137" y="306"/>
                    <a:pt x="2137" y="306"/>
                  </a:cubicBezTo>
                  <a:lnTo>
                    <a:pt x="1511" y="1"/>
                  </a:ln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17"/>
            <p:cNvSpPr/>
            <p:nvPr/>
          </p:nvSpPr>
          <p:spPr>
            <a:xfrm>
              <a:off x="1251177" y="4006804"/>
              <a:ext cx="113886" cy="114453"/>
            </a:xfrm>
            <a:custGeom>
              <a:avLst/>
              <a:gdLst/>
              <a:ahLst/>
              <a:cxnLst/>
              <a:rect l="l" t="t" r="r" b="b"/>
              <a:pathLst>
                <a:path w="1405" h="1412" extrusionOk="0">
                  <a:moveTo>
                    <a:pt x="701" y="0"/>
                  </a:moveTo>
                  <a:cubicBezTo>
                    <a:pt x="312" y="0"/>
                    <a:pt x="0" y="319"/>
                    <a:pt x="0" y="710"/>
                  </a:cubicBezTo>
                  <a:cubicBezTo>
                    <a:pt x="0" y="1099"/>
                    <a:pt x="312" y="1411"/>
                    <a:pt x="701" y="1411"/>
                  </a:cubicBezTo>
                  <a:cubicBezTo>
                    <a:pt x="1092" y="1411"/>
                    <a:pt x="1405" y="1099"/>
                    <a:pt x="1405" y="710"/>
                  </a:cubicBezTo>
                  <a:cubicBezTo>
                    <a:pt x="1405" y="319"/>
                    <a:pt x="1092" y="0"/>
                    <a:pt x="701" y="0"/>
                  </a:cubicBezTo>
                  <a:close/>
                </a:path>
              </a:pathLst>
            </a:custGeom>
            <a:solidFill>
              <a:srgbClr val="FFB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1" name="Google Shape;631;p17"/>
          <p:cNvSpPr/>
          <p:nvPr/>
        </p:nvSpPr>
        <p:spPr>
          <a:xfrm>
            <a:off x="8040358" y="639978"/>
            <a:ext cx="1969130" cy="600231"/>
          </a:xfrm>
          <a:custGeom>
            <a:avLst/>
            <a:gdLst/>
            <a:ahLst/>
            <a:cxnLst/>
            <a:rect l="l" t="t" r="r" b="b"/>
            <a:pathLst>
              <a:path w="24293" h="7405" extrusionOk="0">
                <a:moveTo>
                  <a:pt x="15711" y="0"/>
                </a:moveTo>
                <a:cubicBezTo>
                  <a:pt x="13606" y="0"/>
                  <a:pt x="11570" y="1578"/>
                  <a:pt x="11114" y="3641"/>
                </a:cubicBezTo>
                <a:cubicBezTo>
                  <a:pt x="10395" y="2995"/>
                  <a:pt x="9427" y="2640"/>
                  <a:pt x="8461" y="2640"/>
                </a:cubicBezTo>
                <a:cubicBezTo>
                  <a:pt x="8126" y="2640"/>
                  <a:pt x="7791" y="2683"/>
                  <a:pt x="7467" y="2771"/>
                </a:cubicBezTo>
                <a:cubicBezTo>
                  <a:pt x="6215" y="3118"/>
                  <a:pt x="5164" y="4135"/>
                  <a:pt x="4775" y="5372"/>
                </a:cubicBezTo>
                <a:cubicBezTo>
                  <a:pt x="4409" y="5161"/>
                  <a:pt x="3991" y="5066"/>
                  <a:pt x="3555" y="5066"/>
                </a:cubicBezTo>
                <a:cubicBezTo>
                  <a:pt x="2120" y="5066"/>
                  <a:pt x="503" y="6101"/>
                  <a:pt x="0" y="7405"/>
                </a:cubicBezTo>
                <a:lnTo>
                  <a:pt x="24167" y="7405"/>
                </a:lnTo>
                <a:cubicBezTo>
                  <a:pt x="24167" y="7405"/>
                  <a:pt x="24292" y="7328"/>
                  <a:pt x="24167" y="7078"/>
                </a:cubicBezTo>
                <a:cubicBezTo>
                  <a:pt x="23431" y="5645"/>
                  <a:pt x="21919" y="4608"/>
                  <a:pt x="20306" y="4588"/>
                </a:cubicBezTo>
                <a:cubicBezTo>
                  <a:pt x="20278" y="2333"/>
                  <a:pt x="18379" y="252"/>
                  <a:pt x="16131" y="22"/>
                </a:cubicBezTo>
                <a:cubicBezTo>
                  <a:pt x="15991" y="7"/>
                  <a:pt x="15851" y="0"/>
                  <a:pt x="1571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17"/>
          <p:cNvSpPr/>
          <p:nvPr/>
        </p:nvSpPr>
        <p:spPr>
          <a:xfrm flipH="1">
            <a:off x="-309275" y="1685290"/>
            <a:ext cx="1499546" cy="457074"/>
          </a:xfrm>
          <a:custGeom>
            <a:avLst/>
            <a:gdLst/>
            <a:ahLst/>
            <a:cxnLst/>
            <a:rect l="l" t="t" r="r" b="b"/>
            <a:pathLst>
              <a:path w="24293" h="7405" extrusionOk="0">
                <a:moveTo>
                  <a:pt x="15711" y="0"/>
                </a:moveTo>
                <a:cubicBezTo>
                  <a:pt x="13606" y="0"/>
                  <a:pt x="11570" y="1578"/>
                  <a:pt x="11114" y="3641"/>
                </a:cubicBezTo>
                <a:cubicBezTo>
                  <a:pt x="10395" y="2995"/>
                  <a:pt x="9427" y="2640"/>
                  <a:pt x="8461" y="2640"/>
                </a:cubicBezTo>
                <a:cubicBezTo>
                  <a:pt x="8126" y="2640"/>
                  <a:pt x="7791" y="2683"/>
                  <a:pt x="7467" y="2771"/>
                </a:cubicBezTo>
                <a:cubicBezTo>
                  <a:pt x="6215" y="3118"/>
                  <a:pt x="5164" y="4135"/>
                  <a:pt x="4775" y="5372"/>
                </a:cubicBezTo>
                <a:cubicBezTo>
                  <a:pt x="4409" y="5161"/>
                  <a:pt x="3991" y="5066"/>
                  <a:pt x="3555" y="5066"/>
                </a:cubicBezTo>
                <a:cubicBezTo>
                  <a:pt x="2120" y="5066"/>
                  <a:pt x="503" y="6101"/>
                  <a:pt x="0" y="7405"/>
                </a:cubicBezTo>
                <a:lnTo>
                  <a:pt x="24167" y="7405"/>
                </a:lnTo>
                <a:cubicBezTo>
                  <a:pt x="24167" y="7405"/>
                  <a:pt x="24292" y="7328"/>
                  <a:pt x="24167" y="7078"/>
                </a:cubicBezTo>
                <a:cubicBezTo>
                  <a:pt x="23431" y="5645"/>
                  <a:pt x="21919" y="4608"/>
                  <a:pt x="20306" y="4588"/>
                </a:cubicBezTo>
                <a:cubicBezTo>
                  <a:pt x="20278" y="2333"/>
                  <a:pt x="18379" y="252"/>
                  <a:pt x="16131" y="22"/>
                </a:cubicBezTo>
                <a:cubicBezTo>
                  <a:pt x="15991" y="7"/>
                  <a:pt x="15851" y="0"/>
                  <a:pt x="1571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" name="Google Shape;633;p17"/>
          <p:cNvSpPr/>
          <p:nvPr/>
        </p:nvSpPr>
        <p:spPr>
          <a:xfrm flipH="1">
            <a:off x="1549446" y="-150079"/>
            <a:ext cx="1952428" cy="595103"/>
          </a:xfrm>
          <a:custGeom>
            <a:avLst/>
            <a:gdLst/>
            <a:ahLst/>
            <a:cxnLst/>
            <a:rect l="l" t="t" r="r" b="b"/>
            <a:pathLst>
              <a:path w="24293" h="7405" extrusionOk="0">
                <a:moveTo>
                  <a:pt x="15711" y="0"/>
                </a:moveTo>
                <a:cubicBezTo>
                  <a:pt x="13606" y="0"/>
                  <a:pt x="11570" y="1578"/>
                  <a:pt x="11114" y="3641"/>
                </a:cubicBezTo>
                <a:cubicBezTo>
                  <a:pt x="10395" y="2995"/>
                  <a:pt x="9427" y="2640"/>
                  <a:pt x="8461" y="2640"/>
                </a:cubicBezTo>
                <a:cubicBezTo>
                  <a:pt x="8126" y="2640"/>
                  <a:pt x="7791" y="2683"/>
                  <a:pt x="7467" y="2771"/>
                </a:cubicBezTo>
                <a:cubicBezTo>
                  <a:pt x="6215" y="3118"/>
                  <a:pt x="5164" y="4135"/>
                  <a:pt x="4775" y="5372"/>
                </a:cubicBezTo>
                <a:cubicBezTo>
                  <a:pt x="4409" y="5161"/>
                  <a:pt x="3991" y="5066"/>
                  <a:pt x="3555" y="5066"/>
                </a:cubicBezTo>
                <a:cubicBezTo>
                  <a:pt x="2120" y="5066"/>
                  <a:pt x="503" y="6101"/>
                  <a:pt x="0" y="7405"/>
                </a:cubicBezTo>
                <a:lnTo>
                  <a:pt x="24167" y="7405"/>
                </a:lnTo>
                <a:cubicBezTo>
                  <a:pt x="24167" y="7405"/>
                  <a:pt x="24292" y="7328"/>
                  <a:pt x="24167" y="7078"/>
                </a:cubicBezTo>
                <a:cubicBezTo>
                  <a:pt x="23431" y="5645"/>
                  <a:pt x="21919" y="4608"/>
                  <a:pt x="20306" y="4588"/>
                </a:cubicBezTo>
                <a:cubicBezTo>
                  <a:pt x="20278" y="2333"/>
                  <a:pt x="18379" y="252"/>
                  <a:pt x="16131" y="22"/>
                </a:cubicBezTo>
                <a:cubicBezTo>
                  <a:pt x="15991" y="7"/>
                  <a:pt x="15851" y="0"/>
                  <a:pt x="1571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4" name="Google Shape;634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635" name="Google Shape;635;p17"/>
          <p:cNvGrpSpPr/>
          <p:nvPr/>
        </p:nvGrpSpPr>
        <p:grpSpPr>
          <a:xfrm>
            <a:off x="7137778" y="4021171"/>
            <a:ext cx="2170416" cy="1155800"/>
            <a:chOff x="6705057" y="3790702"/>
            <a:chExt cx="2603042" cy="1386184"/>
          </a:xfrm>
        </p:grpSpPr>
        <p:sp>
          <p:nvSpPr>
            <p:cNvPr id="636" name="Google Shape;636;p17"/>
            <p:cNvSpPr/>
            <p:nvPr/>
          </p:nvSpPr>
          <p:spPr>
            <a:xfrm>
              <a:off x="6705057" y="4233701"/>
              <a:ext cx="1746789" cy="943185"/>
            </a:xfrm>
            <a:custGeom>
              <a:avLst/>
              <a:gdLst/>
              <a:ahLst/>
              <a:cxnLst/>
              <a:rect l="l" t="t" r="r" b="b"/>
              <a:pathLst>
                <a:path w="21550" h="11636" extrusionOk="0">
                  <a:moveTo>
                    <a:pt x="8175" y="1"/>
                  </a:moveTo>
                  <a:cubicBezTo>
                    <a:pt x="5636" y="1"/>
                    <a:pt x="3575" y="2053"/>
                    <a:pt x="3575" y="4593"/>
                  </a:cubicBezTo>
                  <a:cubicBezTo>
                    <a:pt x="3575" y="5116"/>
                    <a:pt x="3666" y="5624"/>
                    <a:pt x="3833" y="6090"/>
                  </a:cubicBezTo>
                  <a:cubicBezTo>
                    <a:pt x="1593" y="6931"/>
                    <a:pt x="0" y="9089"/>
                    <a:pt x="0" y="11614"/>
                  </a:cubicBezTo>
                  <a:lnTo>
                    <a:pt x="0" y="11636"/>
                  </a:lnTo>
                  <a:lnTo>
                    <a:pt x="21550" y="11636"/>
                  </a:lnTo>
                  <a:cubicBezTo>
                    <a:pt x="21299" y="10098"/>
                    <a:pt x="20291" y="8824"/>
                    <a:pt x="18920" y="8197"/>
                  </a:cubicBezTo>
                  <a:cubicBezTo>
                    <a:pt x="19289" y="7538"/>
                    <a:pt x="19497" y="6771"/>
                    <a:pt x="19497" y="5958"/>
                  </a:cubicBezTo>
                  <a:cubicBezTo>
                    <a:pt x="19497" y="3424"/>
                    <a:pt x="17443" y="1365"/>
                    <a:pt x="14905" y="1365"/>
                  </a:cubicBezTo>
                  <a:cubicBezTo>
                    <a:pt x="13868" y="1365"/>
                    <a:pt x="12914" y="1706"/>
                    <a:pt x="12149" y="2284"/>
                  </a:cubicBezTo>
                  <a:cubicBezTo>
                    <a:pt x="11495" y="1163"/>
                    <a:pt x="10381" y="342"/>
                    <a:pt x="9066" y="84"/>
                  </a:cubicBezTo>
                  <a:cubicBezTo>
                    <a:pt x="8774" y="29"/>
                    <a:pt x="8482" y="1"/>
                    <a:pt x="81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17"/>
            <p:cNvSpPr/>
            <p:nvPr/>
          </p:nvSpPr>
          <p:spPr>
            <a:xfrm>
              <a:off x="7509271" y="3790702"/>
              <a:ext cx="1798828" cy="1367278"/>
            </a:xfrm>
            <a:custGeom>
              <a:avLst/>
              <a:gdLst/>
              <a:ahLst/>
              <a:cxnLst/>
              <a:rect l="l" t="t" r="r" b="b"/>
              <a:pathLst>
                <a:path w="22192" h="16868" extrusionOk="0">
                  <a:moveTo>
                    <a:pt x="18050" y="1"/>
                  </a:moveTo>
                  <a:cubicBezTo>
                    <a:pt x="15775" y="1"/>
                    <a:pt x="13785" y="1232"/>
                    <a:pt x="12714" y="3075"/>
                  </a:cubicBezTo>
                  <a:cubicBezTo>
                    <a:pt x="11684" y="2297"/>
                    <a:pt x="10396" y="1838"/>
                    <a:pt x="9005" y="1838"/>
                  </a:cubicBezTo>
                  <a:cubicBezTo>
                    <a:pt x="6562" y="1838"/>
                    <a:pt x="4454" y="3257"/>
                    <a:pt x="3452" y="5316"/>
                  </a:cubicBezTo>
                  <a:cubicBezTo>
                    <a:pt x="3055" y="6131"/>
                    <a:pt x="2833" y="7042"/>
                    <a:pt x="2833" y="8010"/>
                  </a:cubicBezTo>
                  <a:cubicBezTo>
                    <a:pt x="2833" y="9102"/>
                    <a:pt x="3118" y="10131"/>
                    <a:pt x="3619" y="11023"/>
                  </a:cubicBezTo>
                  <a:cubicBezTo>
                    <a:pt x="1484" y="11990"/>
                    <a:pt x="1" y="14139"/>
                    <a:pt x="1" y="16637"/>
                  </a:cubicBezTo>
                  <a:cubicBezTo>
                    <a:pt x="1" y="16714"/>
                    <a:pt x="1" y="16791"/>
                    <a:pt x="7" y="16868"/>
                  </a:cubicBezTo>
                  <a:lnTo>
                    <a:pt x="22192" y="16868"/>
                  </a:lnTo>
                  <a:lnTo>
                    <a:pt x="22192" y="1594"/>
                  </a:lnTo>
                  <a:cubicBezTo>
                    <a:pt x="21098" y="599"/>
                    <a:pt x="19645" y="1"/>
                    <a:pt x="1805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8" name="Google Shape;638;p17"/>
          <p:cNvGrpSpPr/>
          <p:nvPr/>
        </p:nvGrpSpPr>
        <p:grpSpPr>
          <a:xfrm>
            <a:off x="8479247" y="3866317"/>
            <a:ext cx="558598" cy="517502"/>
            <a:chOff x="1098868" y="3880677"/>
            <a:chExt cx="424177" cy="392970"/>
          </a:xfrm>
        </p:grpSpPr>
        <p:sp>
          <p:nvSpPr>
            <p:cNvPr id="639" name="Google Shape;639;p17"/>
            <p:cNvSpPr/>
            <p:nvPr/>
          </p:nvSpPr>
          <p:spPr>
            <a:xfrm>
              <a:off x="1290004" y="4057547"/>
              <a:ext cx="204913" cy="167870"/>
            </a:xfrm>
            <a:custGeom>
              <a:avLst/>
              <a:gdLst/>
              <a:ahLst/>
              <a:cxnLst/>
              <a:rect l="l" t="t" r="r" b="b"/>
              <a:pathLst>
                <a:path w="2528" h="2071" extrusionOk="0">
                  <a:moveTo>
                    <a:pt x="613" y="0"/>
                  </a:moveTo>
                  <a:lnTo>
                    <a:pt x="0" y="493"/>
                  </a:lnTo>
                  <a:cubicBezTo>
                    <a:pt x="19" y="518"/>
                    <a:pt x="668" y="2071"/>
                    <a:pt x="1320" y="2071"/>
                  </a:cubicBezTo>
                  <a:cubicBezTo>
                    <a:pt x="1411" y="2071"/>
                    <a:pt x="1503" y="2040"/>
                    <a:pt x="1594" y="1969"/>
                  </a:cubicBezTo>
                  <a:cubicBezTo>
                    <a:pt x="2527" y="1238"/>
                    <a:pt x="613" y="0"/>
                    <a:pt x="613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17"/>
            <p:cNvSpPr/>
            <p:nvPr/>
          </p:nvSpPr>
          <p:spPr>
            <a:xfrm>
              <a:off x="1277035" y="3880677"/>
              <a:ext cx="174922" cy="175165"/>
            </a:xfrm>
            <a:custGeom>
              <a:avLst/>
              <a:gdLst/>
              <a:ahLst/>
              <a:cxnLst/>
              <a:rect l="l" t="t" r="r" b="b"/>
              <a:pathLst>
                <a:path w="2158" h="2161" extrusionOk="0">
                  <a:moveTo>
                    <a:pt x="1019" y="0"/>
                  </a:moveTo>
                  <a:cubicBezTo>
                    <a:pt x="198" y="0"/>
                    <a:pt x="0" y="1827"/>
                    <a:pt x="0" y="1827"/>
                  </a:cubicBezTo>
                  <a:lnTo>
                    <a:pt x="716" y="2161"/>
                  </a:lnTo>
                  <a:cubicBezTo>
                    <a:pt x="731" y="2126"/>
                    <a:pt x="2158" y="462"/>
                    <a:pt x="1316" y="73"/>
                  </a:cubicBezTo>
                  <a:cubicBezTo>
                    <a:pt x="1209" y="23"/>
                    <a:pt x="1110" y="0"/>
                    <a:pt x="1019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17"/>
            <p:cNvSpPr/>
            <p:nvPr/>
          </p:nvSpPr>
          <p:spPr>
            <a:xfrm>
              <a:off x="1098868" y="4028123"/>
              <a:ext cx="195673" cy="113643"/>
            </a:xfrm>
            <a:custGeom>
              <a:avLst/>
              <a:gdLst/>
              <a:ahLst/>
              <a:cxnLst/>
              <a:rect l="l" t="t" r="r" b="b"/>
              <a:pathLst>
                <a:path w="2414" h="1402" extrusionOk="0">
                  <a:moveTo>
                    <a:pt x="2220" y="78"/>
                  </a:moveTo>
                  <a:cubicBezTo>
                    <a:pt x="2185" y="91"/>
                    <a:pt x="0" y="1"/>
                    <a:pt x="216" y="906"/>
                  </a:cubicBezTo>
                  <a:cubicBezTo>
                    <a:pt x="303" y="1276"/>
                    <a:pt x="563" y="1402"/>
                    <a:pt x="875" y="1402"/>
                  </a:cubicBezTo>
                  <a:cubicBezTo>
                    <a:pt x="1529" y="1402"/>
                    <a:pt x="2413" y="849"/>
                    <a:pt x="2413" y="849"/>
                  </a:cubicBezTo>
                  <a:lnTo>
                    <a:pt x="2220" y="78"/>
                  </a:ln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17"/>
            <p:cNvSpPr/>
            <p:nvPr/>
          </p:nvSpPr>
          <p:spPr>
            <a:xfrm>
              <a:off x="1294462" y="3943092"/>
              <a:ext cx="228582" cy="162520"/>
            </a:xfrm>
            <a:custGeom>
              <a:avLst/>
              <a:gdLst/>
              <a:ahLst/>
              <a:cxnLst/>
              <a:rect l="l" t="t" r="r" b="b"/>
              <a:pathLst>
                <a:path w="2820" h="2005" extrusionOk="0">
                  <a:moveTo>
                    <a:pt x="1943" y="1"/>
                  </a:moveTo>
                  <a:cubicBezTo>
                    <a:pt x="1385" y="1"/>
                    <a:pt x="0" y="1063"/>
                    <a:pt x="0" y="1063"/>
                  </a:cubicBezTo>
                  <a:lnTo>
                    <a:pt x="154" y="1746"/>
                  </a:lnTo>
                  <a:cubicBezTo>
                    <a:pt x="154" y="1746"/>
                    <a:pt x="1076" y="2004"/>
                    <a:pt x="1752" y="2004"/>
                  </a:cubicBezTo>
                  <a:cubicBezTo>
                    <a:pt x="1979" y="2004"/>
                    <a:pt x="2177" y="1975"/>
                    <a:pt x="2305" y="1898"/>
                  </a:cubicBezTo>
                  <a:cubicBezTo>
                    <a:pt x="2819" y="1593"/>
                    <a:pt x="1664" y="1063"/>
                    <a:pt x="1664" y="1063"/>
                  </a:cubicBezTo>
                  <a:cubicBezTo>
                    <a:pt x="1664" y="1063"/>
                    <a:pt x="2422" y="536"/>
                    <a:pt x="2138" y="90"/>
                  </a:cubicBezTo>
                  <a:cubicBezTo>
                    <a:pt x="2100" y="28"/>
                    <a:pt x="2032" y="1"/>
                    <a:pt x="1943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17"/>
            <p:cNvSpPr/>
            <p:nvPr/>
          </p:nvSpPr>
          <p:spPr>
            <a:xfrm>
              <a:off x="1112405" y="3888702"/>
              <a:ext cx="215451" cy="201023"/>
            </a:xfrm>
            <a:custGeom>
              <a:avLst/>
              <a:gdLst/>
              <a:ahLst/>
              <a:cxnLst/>
              <a:rect l="l" t="t" r="r" b="b"/>
              <a:pathLst>
                <a:path w="2658" h="2480" extrusionOk="0">
                  <a:moveTo>
                    <a:pt x="1640" y="1"/>
                  </a:moveTo>
                  <a:cubicBezTo>
                    <a:pt x="1294" y="1"/>
                    <a:pt x="1350" y="1005"/>
                    <a:pt x="1350" y="1005"/>
                  </a:cubicBezTo>
                  <a:cubicBezTo>
                    <a:pt x="1350" y="1005"/>
                    <a:pt x="1008" y="831"/>
                    <a:pt x="694" y="831"/>
                  </a:cubicBezTo>
                  <a:cubicBezTo>
                    <a:pt x="522" y="831"/>
                    <a:pt x="358" y="883"/>
                    <a:pt x="264" y="1046"/>
                  </a:cubicBezTo>
                  <a:cubicBezTo>
                    <a:pt x="0" y="1506"/>
                    <a:pt x="2130" y="2479"/>
                    <a:pt x="2130" y="2479"/>
                  </a:cubicBezTo>
                  <a:lnTo>
                    <a:pt x="2657" y="2027"/>
                  </a:lnTo>
                  <a:cubicBezTo>
                    <a:pt x="2657" y="2027"/>
                    <a:pt x="2303" y="357"/>
                    <a:pt x="1787" y="51"/>
                  </a:cubicBezTo>
                  <a:cubicBezTo>
                    <a:pt x="1731" y="16"/>
                    <a:pt x="1682" y="1"/>
                    <a:pt x="1640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17"/>
            <p:cNvSpPr/>
            <p:nvPr/>
          </p:nvSpPr>
          <p:spPr>
            <a:xfrm>
              <a:off x="1154555" y="4064275"/>
              <a:ext cx="173301" cy="209372"/>
            </a:xfrm>
            <a:custGeom>
              <a:avLst/>
              <a:gdLst/>
              <a:ahLst/>
              <a:cxnLst/>
              <a:rect l="l" t="t" r="r" b="b"/>
              <a:pathLst>
                <a:path w="2138" h="2583" extrusionOk="0">
                  <a:moveTo>
                    <a:pt x="1511" y="1"/>
                  </a:moveTo>
                  <a:cubicBezTo>
                    <a:pt x="1511" y="1"/>
                    <a:pt x="120" y="974"/>
                    <a:pt x="30" y="1566"/>
                  </a:cubicBezTo>
                  <a:cubicBezTo>
                    <a:pt x="1" y="1771"/>
                    <a:pt x="118" y="1838"/>
                    <a:pt x="284" y="1838"/>
                  </a:cubicBezTo>
                  <a:cubicBezTo>
                    <a:pt x="597" y="1838"/>
                    <a:pt x="1080" y="1601"/>
                    <a:pt x="1080" y="1601"/>
                  </a:cubicBezTo>
                  <a:lnTo>
                    <a:pt x="1080" y="1601"/>
                  </a:lnTo>
                  <a:cubicBezTo>
                    <a:pt x="1080" y="1601"/>
                    <a:pt x="1010" y="2519"/>
                    <a:pt x="1539" y="2581"/>
                  </a:cubicBezTo>
                  <a:cubicBezTo>
                    <a:pt x="1546" y="2582"/>
                    <a:pt x="1553" y="2582"/>
                    <a:pt x="1560" y="2582"/>
                  </a:cubicBezTo>
                  <a:cubicBezTo>
                    <a:pt x="2071" y="2582"/>
                    <a:pt x="2137" y="306"/>
                    <a:pt x="2137" y="306"/>
                  </a:cubicBezTo>
                  <a:lnTo>
                    <a:pt x="1511" y="1"/>
                  </a:ln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17"/>
            <p:cNvSpPr/>
            <p:nvPr/>
          </p:nvSpPr>
          <p:spPr>
            <a:xfrm>
              <a:off x="1251177" y="4006804"/>
              <a:ext cx="113886" cy="114453"/>
            </a:xfrm>
            <a:custGeom>
              <a:avLst/>
              <a:gdLst/>
              <a:ahLst/>
              <a:cxnLst/>
              <a:rect l="l" t="t" r="r" b="b"/>
              <a:pathLst>
                <a:path w="1405" h="1412" extrusionOk="0">
                  <a:moveTo>
                    <a:pt x="701" y="0"/>
                  </a:moveTo>
                  <a:cubicBezTo>
                    <a:pt x="312" y="0"/>
                    <a:pt x="0" y="319"/>
                    <a:pt x="0" y="710"/>
                  </a:cubicBezTo>
                  <a:cubicBezTo>
                    <a:pt x="0" y="1099"/>
                    <a:pt x="312" y="1411"/>
                    <a:pt x="701" y="1411"/>
                  </a:cubicBezTo>
                  <a:cubicBezTo>
                    <a:pt x="1092" y="1411"/>
                    <a:pt x="1405" y="1099"/>
                    <a:pt x="1405" y="710"/>
                  </a:cubicBezTo>
                  <a:cubicBezTo>
                    <a:pt x="1405" y="319"/>
                    <a:pt x="1092" y="0"/>
                    <a:pt x="701" y="0"/>
                  </a:cubicBezTo>
                  <a:close/>
                </a:path>
              </a:pathLst>
            </a:custGeom>
            <a:solidFill>
              <a:srgbClr val="FFB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_ONLY_1_1_1_1_1"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8800" cy="80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48" name="Google Shape;648;p18"/>
          <p:cNvSpPr/>
          <p:nvPr/>
        </p:nvSpPr>
        <p:spPr>
          <a:xfrm>
            <a:off x="-889200" y="3829910"/>
            <a:ext cx="1840569" cy="1389244"/>
          </a:xfrm>
          <a:custGeom>
            <a:avLst/>
            <a:gdLst/>
            <a:ahLst/>
            <a:cxnLst/>
            <a:rect l="l" t="t" r="r" b="b"/>
            <a:pathLst>
              <a:path w="29761" h="25212" extrusionOk="0">
                <a:moveTo>
                  <a:pt x="18503" y="1"/>
                </a:moveTo>
                <a:cubicBezTo>
                  <a:pt x="16171" y="1"/>
                  <a:pt x="14126" y="1267"/>
                  <a:pt x="13034" y="3145"/>
                </a:cubicBezTo>
                <a:cubicBezTo>
                  <a:pt x="11975" y="2352"/>
                  <a:pt x="10660" y="1879"/>
                  <a:pt x="9234" y="1879"/>
                </a:cubicBezTo>
                <a:cubicBezTo>
                  <a:pt x="5741" y="1879"/>
                  <a:pt x="2902" y="4718"/>
                  <a:pt x="2902" y="8212"/>
                </a:cubicBezTo>
                <a:cubicBezTo>
                  <a:pt x="2902" y="9333"/>
                  <a:pt x="3194" y="10383"/>
                  <a:pt x="3708" y="11295"/>
                </a:cubicBezTo>
                <a:cubicBezTo>
                  <a:pt x="1517" y="12289"/>
                  <a:pt x="1" y="14495"/>
                  <a:pt x="1" y="17057"/>
                </a:cubicBezTo>
                <a:cubicBezTo>
                  <a:pt x="1" y="20549"/>
                  <a:pt x="2831" y="23381"/>
                  <a:pt x="6325" y="23381"/>
                </a:cubicBezTo>
                <a:cubicBezTo>
                  <a:pt x="8977" y="23381"/>
                  <a:pt x="11245" y="21753"/>
                  <a:pt x="12192" y="19443"/>
                </a:cubicBezTo>
                <a:lnTo>
                  <a:pt x="15565" y="23994"/>
                </a:lnTo>
                <a:cubicBezTo>
                  <a:pt x="15677" y="23207"/>
                  <a:pt x="15767" y="22392"/>
                  <a:pt x="15754" y="21592"/>
                </a:cubicBezTo>
                <a:lnTo>
                  <a:pt x="15754" y="21592"/>
                </a:lnTo>
                <a:cubicBezTo>
                  <a:pt x="16512" y="22386"/>
                  <a:pt x="17431" y="23034"/>
                  <a:pt x="18461" y="23471"/>
                </a:cubicBezTo>
                <a:lnTo>
                  <a:pt x="19540" y="25211"/>
                </a:lnTo>
                <a:cubicBezTo>
                  <a:pt x="19456" y="24724"/>
                  <a:pt x="19365" y="24244"/>
                  <a:pt x="19254" y="23763"/>
                </a:cubicBezTo>
                <a:lnTo>
                  <a:pt x="19254" y="23763"/>
                </a:lnTo>
                <a:cubicBezTo>
                  <a:pt x="20013" y="23994"/>
                  <a:pt x="20812" y="24119"/>
                  <a:pt x="21641" y="24119"/>
                </a:cubicBezTo>
                <a:cubicBezTo>
                  <a:pt x="26128" y="24119"/>
                  <a:pt x="29760" y="20487"/>
                  <a:pt x="29760" y="15998"/>
                </a:cubicBezTo>
                <a:cubicBezTo>
                  <a:pt x="29760" y="12519"/>
                  <a:pt x="27569" y="9548"/>
                  <a:pt x="24486" y="8393"/>
                </a:cubicBezTo>
                <a:cubicBezTo>
                  <a:pt x="24709" y="7746"/>
                  <a:pt x="24834" y="7050"/>
                  <a:pt x="24834" y="6327"/>
                </a:cubicBezTo>
                <a:cubicBezTo>
                  <a:pt x="24834" y="2833"/>
                  <a:pt x="22003" y="1"/>
                  <a:pt x="1850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" name="Google Shape;649;p18"/>
          <p:cNvSpPr/>
          <p:nvPr/>
        </p:nvSpPr>
        <p:spPr>
          <a:xfrm>
            <a:off x="-91050" y="4410349"/>
            <a:ext cx="9321501" cy="808787"/>
          </a:xfrm>
          <a:custGeom>
            <a:avLst/>
            <a:gdLst/>
            <a:ahLst/>
            <a:cxnLst/>
            <a:rect l="l" t="t" r="r" b="b"/>
            <a:pathLst>
              <a:path w="112497" h="22095" extrusionOk="0">
                <a:moveTo>
                  <a:pt x="56127" y="0"/>
                </a:moveTo>
                <a:cubicBezTo>
                  <a:pt x="39493" y="0"/>
                  <a:pt x="20270" y="270"/>
                  <a:pt x="28" y="1079"/>
                </a:cubicBezTo>
                <a:cubicBezTo>
                  <a:pt x="0" y="1088"/>
                  <a:pt x="174" y="11183"/>
                  <a:pt x="180" y="13813"/>
                </a:cubicBezTo>
                <a:cubicBezTo>
                  <a:pt x="195" y="18247"/>
                  <a:pt x="222" y="22095"/>
                  <a:pt x="222" y="22095"/>
                </a:cubicBezTo>
                <a:lnTo>
                  <a:pt x="112497" y="22095"/>
                </a:lnTo>
                <a:lnTo>
                  <a:pt x="112308" y="1079"/>
                </a:lnTo>
                <a:cubicBezTo>
                  <a:pt x="112308" y="1079"/>
                  <a:pt x="89395" y="0"/>
                  <a:pt x="5612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" name="Google Shape;650;p18"/>
          <p:cNvSpPr/>
          <p:nvPr/>
        </p:nvSpPr>
        <p:spPr>
          <a:xfrm>
            <a:off x="8282305" y="4378277"/>
            <a:ext cx="1025770" cy="779681"/>
          </a:xfrm>
          <a:custGeom>
            <a:avLst/>
            <a:gdLst/>
            <a:ahLst/>
            <a:cxnLst/>
            <a:rect l="l" t="t" r="r" b="b"/>
            <a:pathLst>
              <a:path w="22192" h="16868" extrusionOk="0">
                <a:moveTo>
                  <a:pt x="18050" y="1"/>
                </a:moveTo>
                <a:cubicBezTo>
                  <a:pt x="15775" y="1"/>
                  <a:pt x="13785" y="1232"/>
                  <a:pt x="12714" y="3075"/>
                </a:cubicBezTo>
                <a:cubicBezTo>
                  <a:pt x="11684" y="2297"/>
                  <a:pt x="10396" y="1838"/>
                  <a:pt x="9005" y="1838"/>
                </a:cubicBezTo>
                <a:cubicBezTo>
                  <a:pt x="6562" y="1838"/>
                  <a:pt x="4454" y="3257"/>
                  <a:pt x="3452" y="5316"/>
                </a:cubicBezTo>
                <a:cubicBezTo>
                  <a:pt x="3055" y="6131"/>
                  <a:pt x="2833" y="7042"/>
                  <a:pt x="2833" y="8010"/>
                </a:cubicBezTo>
                <a:cubicBezTo>
                  <a:pt x="2833" y="9102"/>
                  <a:pt x="3118" y="10131"/>
                  <a:pt x="3619" y="11023"/>
                </a:cubicBezTo>
                <a:cubicBezTo>
                  <a:pt x="1484" y="11990"/>
                  <a:pt x="1" y="14139"/>
                  <a:pt x="1" y="16637"/>
                </a:cubicBezTo>
                <a:cubicBezTo>
                  <a:pt x="1" y="16714"/>
                  <a:pt x="1" y="16791"/>
                  <a:pt x="7" y="16868"/>
                </a:cubicBezTo>
                <a:lnTo>
                  <a:pt x="22192" y="16868"/>
                </a:lnTo>
                <a:lnTo>
                  <a:pt x="22192" y="1594"/>
                </a:lnTo>
                <a:cubicBezTo>
                  <a:pt x="21098" y="599"/>
                  <a:pt x="19645" y="1"/>
                  <a:pt x="1805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1" name="Google Shape;651;p18"/>
          <p:cNvGrpSpPr/>
          <p:nvPr/>
        </p:nvGrpSpPr>
        <p:grpSpPr>
          <a:xfrm>
            <a:off x="164593" y="3747152"/>
            <a:ext cx="424177" cy="392970"/>
            <a:chOff x="1098868" y="3880677"/>
            <a:chExt cx="424177" cy="392970"/>
          </a:xfrm>
        </p:grpSpPr>
        <p:sp>
          <p:nvSpPr>
            <p:cNvPr id="652" name="Google Shape;652;p18"/>
            <p:cNvSpPr/>
            <p:nvPr/>
          </p:nvSpPr>
          <p:spPr>
            <a:xfrm>
              <a:off x="1290004" y="4057547"/>
              <a:ext cx="204913" cy="167870"/>
            </a:xfrm>
            <a:custGeom>
              <a:avLst/>
              <a:gdLst/>
              <a:ahLst/>
              <a:cxnLst/>
              <a:rect l="l" t="t" r="r" b="b"/>
              <a:pathLst>
                <a:path w="2528" h="2071" extrusionOk="0">
                  <a:moveTo>
                    <a:pt x="613" y="0"/>
                  </a:moveTo>
                  <a:lnTo>
                    <a:pt x="0" y="493"/>
                  </a:lnTo>
                  <a:cubicBezTo>
                    <a:pt x="19" y="518"/>
                    <a:pt x="668" y="2071"/>
                    <a:pt x="1320" y="2071"/>
                  </a:cubicBezTo>
                  <a:cubicBezTo>
                    <a:pt x="1411" y="2071"/>
                    <a:pt x="1503" y="2040"/>
                    <a:pt x="1594" y="1969"/>
                  </a:cubicBezTo>
                  <a:cubicBezTo>
                    <a:pt x="2527" y="1238"/>
                    <a:pt x="613" y="0"/>
                    <a:pt x="613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18"/>
            <p:cNvSpPr/>
            <p:nvPr/>
          </p:nvSpPr>
          <p:spPr>
            <a:xfrm>
              <a:off x="1277035" y="3880677"/>
              <a:ext cx="174922" cy="175165"/>
            </a:xfrm>
            <a:custGeom>
              <a:avLst/>
              <a:gdLst/>
              <a:ahLst/>
              <a:cxnLst/>
              <a:rect l="l" t="t" r="r" b="b"/>
              <a:pathLst>
                <a:path w="2158" h="2161" extrusionOk="0">
                  <a:moveTo>
                    <a:pt x="1019" y="0"/>
                  </a:moveTo>
                  <a:cubicBezTo>
                    <a:pt x="198" y="0"/>
                    <a:pt x="0" y="1827"/>
                    <a:pt x="0" y="1827"/>
                  </a:cubicBezTo>
                  <a:lnTo>
                    <a:pt x="716" y="2161"/>
                  </a:lnTo>
                  <a:cubicBezTo>
                    <a:pt x="731" y="2126"/>
                    <a:pt x="2158" y="462"/>
                    <a:pt x="1316" y="73"/>
                  </a:cubicBezTo>
                  <a:cubicBezTo>
                    <a:pt x="1209" y="23"/>
                    <a:pt x="1110" y="0"/>
                    <a:pt x="1019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18"/>
            <p:cNvSpPr/>
            <p:nvPr/>
          </p:nvSpPr>
          <p:spPr>
            <a:xfrm>
              <a:off x="1098868" y="4028123"/>
              <a:ext cx="195673" cy="113643"/>
            </a:xfrm>
            <a:custGeom>
              <a:avLst/>
              <a:gdLst/>
              <a:ahLst/>
              <a:cxnLst/>
              <a:rect l="l" t="t" r="r" b="b"/>
              <a:pathLst>
                <a:path w="2414" h="1402" extrusionOk="0">
                  <a:moveTo>
                    <a:pt x="2220" y="78"/>
                  </a:moveTo>
                  <a:cubicBezTo>
                    <a:pt x="2185" y="91"/>
                    <a:pt x="0" y="1"/>
                    <a:pt x="216" y="906"/>
                  </a:cubicBezTo>
                  <a:cubicBezTo>
                    <a:pt x="303" y="1276"/>
                    <a:pt x="563" y="1402"/>
                    <a:pt x="875" y="1402"/>
                  </a:cubicBezTo>
                  <a:cubicBezTo>
                    <a:pt x="1529" y="1402"/>
                    <a:pt x="2413" y="849"/>
                    <a:pt x="2413" y="849"/>
                  </a:cubicBezTo>
                  <a:lnTo>
                    <a:pt x="2220" y="78"/>
                  </a:ln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18"/>
            <p:cNvSpPr/>
            <p:nvPr/>
          </p:nvSpPr>
          <p:spPr>
            <a:xfrm>
              <a:off x="1294462" y="3943092"/>
              <a:ext cx="228582" cy="162520"/>
            </a:xfrm>
            <a:custGeom>
              <a:avLst/>
              <a:gdLst/>
              <a:ahLst/>
              <a:cxnLst/>
              <a:rect l="l" t="t" r="r" b="b"/>
              <a:pathLst>
                <a:path w="2820" h="2005" extrusionOk="0">
                  <a:moveTo>
                    <a:pt x="1943" y="1"/>
                  </a:moveTo>
                  <a:cubicBezTo>
                    <a:pt x="1385" y="1"/>
                    <a:pt x="0" y="1063"/>
                    <a:pt x="0" y="1063"/>
                  </a:cubicBezTo>
                  <a:lnTo>
                    <a:pt x="154" y="1746"/>
                  </a:lnTo>
                  <a:cubicBezTo>
                    <a:pt x="154" y="1746"/>
                    <a:pt x="1076" y="2004"/>
                    <a:pt x="1752" y="2004"/>
                  </a:cubicBezTo>
                  <a:cubicBezTo>
                    <a:pt x="1979" y="2004"/>
                    <a:pt x="2177" y="1975"/>
                    <a:pt x="2305" y="1898"/>
                  </a:cubicBezTo>
                  <a:cubicBezTo>
                    <a:pt x="2819" y="1593"/>
                    <a:pt x="1664" y="1063"/>
                    <a:pt x="1664" y="1063"/>
                  </a:cubicBezTo>
                  <a:cubicBezTo>
                    <a:pt x="1664" y="1063"/>
                    <a:pt x="2422" y="536"/>
                    <a:pt x="2138" y="90"/>
                  </a:cubicBezTo>
                  <a:cubicBezTo>
                    <a:pt x="2100" y="28"/>
                    <a:pt x="2032" y="1"/>
                    <a:pt x="1943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18"/>
            <p:cNvSpPr/>
            <p:nvPr/>
          </p:nvSpPr>
          <p:spPr>
            <a:xfrm>
              <a:off x="1112405" y="3888702"/>
              <a:ext cx="215451" cy="201023"/>
            </a:xfrm>
            <a:custGeom>
              <a:avLst/>
              <a:gdLst/>
              <a:ahLst/>
              <a:cxnLst/>
              <a:rect l="l" t="t" r="r" b="b"/>
              <a:pathLst>
                <a:path w="2658" h="2480" extrusionOk="0">
                  <a:moveTo>
                    <a:pt x="1640" y="1"/>
                  </a:moveTo>
                  <a:cubicBezTo>
                    <a:pt x="1294" y="1"/>
                    <a:pt x="1350" y="1005"/>
                    <a:pt x="1350" y="1005"/>
                  </a:cubicBezTo>
                  <a:cubicBezTo>
                    <a:pt x="1350" y="1005"/>
                    <a:pt x="1008" y="831"/>
                    <a:pt x="694" y="831"/>
                  </a:cubicBezTo>
                  <a:cubicBezTo>
                    <a:pt x="522" y="831"/>
                    <a:pt x="358" y="883"/>
                    <a:pt x="264" y="1046"/>
                  </a:cubicBezTo>
                  <a:cubicBezTo>
                    <a:pt x="0" y="1506"/>
                    <a:pt x="2130" y="2479"/>
                    <a:pt x="2130" y="2479"/>
                  </a:cubicBezTo>
                  <a:lnTo>
                    <a:pt x="2657" y="2027"/>
                  </a:lnTo>
                  <a:cubicBezTo>
                    <a:pt x="2657" y="2027"/>
                    <a:pt x="2303" y="357"/>
                    <a:pt x="1787" y="51"/>
                  </a:cubicBezTo>
                  <a:cubicBezTo>
                    <a:pt x="1731" y="16"/>
                    <a:pt x="1682" y="1"/>
                    <a:pt x="1640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18"/>
            <p:cNvSpPr/>
            <p:nvPr/>
          </p:nvSpPr>
          <p:spPr>
            <a:xfrm>
              <a:off x="1154555" y="4064275"/>
              <a:ext cx="173301" cy="209372"/>
            </a:xfrm>
            <a:custGeom>
              <a:avLst/>
              <a:gdLst/>
              <a:ahLst/>
              <a:cxnLst/>
              <a:rect l="l" t="t" r="r" b="b"/>
              <a:pathLst>
                <a:path w="2138" h="2583" extrusionOk="0">
                  <a:moveTo>
                    <a:pt x="1511" y="1"/>
                  </a:moveTo>
                  <a:cubicBezTo>
                    <a:pt x="1511" y="1"/>
                    <a:pt x="120" y="974"/>
                    <a:pt x="30" y="1566"/>
                  </a:cubicBezTo>
                  <a:cubicBezTo>
                    <a:pt x="1" y="1771"/>
                    <a:pt x="118" y="1838"/>
                    <a:pt x="284" y="1838"/>
                  </a:cubicBezTo>
                  <a:cubicBezTo>
                    <a:pt x="597" y="1838"/>
                    <a:pt x="1080" y="1601"/>
                    <a:pt x="1080" y="1601"/>
                  </a:cubicBezTo>
                  <a:lnTo>
                    <a:pt x="1080" y="1601"/>
                  </a:lnTo>
                  <a:cubicBezTo>
                    <a:pt x="1080" y="1601"/>
                    <a:pt x="1010" y="2519"/>
                    <a:pt x="1539" y="2581"/>
                  </a:cubicBezTo>
                  <a:cubicBezTo>
                    <a:pt x="1546" y="2582"/>
                    <a:pt x="1553" y="2582"/>
                    <a:pt x="1560" y="2582"/>
                  </a:cubicBezTo>
                  <a:cubicBezTo>
                    <a:pt x="2071" y="2582"/>
                    <a:pt x="2137" y="306"/>
                    <a:pt x="2137" y="306"/>
                  </a:cubicBezTo>
                  <a:lnTo>
                    <a:pt x="1511" y="1"/>
                  </a:ln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18"/>
            <p:cNvSpPr/>
            <p:nvPr/>
          </p:nvSpPr>
          <p:spPr>
            <a:xfrm>
              <a:off x="1251177" y="4006804"/>
              <a:ext cx="113886" cy="114453"/>
            </a:xfrm>
            <a:custGeom>
              <a:avLst/>
              <a:gdLst/>
              <a:ahLst/>
              <a:cxnLst/>
              <a:rect l="l" t="t" r="r" b="b"/>
              <a:pathLst>
                <a:path w="1405" h="1412" extrusionOk="0">
                  <a:moveTo>
                    <a:pt x="701" y="0"/>
                  </a:moveTo>
                  <a:cubicBezTo>
                    <a:pt x="312" y="0"/>
                    <a:pt x="0" y="319"/>
                    <a:pt x="0" y="710"/>
                  </a:cubicBezTo>
                  <a:cubicBezTo>
                    <a:pt x="0" y="1099"/>
                    <a:pt x="312" y="1411"/>
                    <a:pt x="701" y="1411"/>
                  </a:cubicBezTo>
                  <a:cubicBezTo>
                    <a:pt x="1092" y="1411"/>
                    <a:pt x="1405" y="1099"/>
                    <a:pt x="1405" y="710"/>
                  </a:cubicBezTo>
                  <a:cubicBezTo>
                    <a:pt x="1405" y="319"/>
                    <a:pt x="1092" y="0"/>
                    <a:pt x="701" y="0"/>
                  </a:cubicBezTo>
                  <a:close/>
                </a:path>
              </a:pathLst>
            </a:custGeom>
            <a:solidFill>
              <a:srgbClr val="FFB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9" name="Google Shape;659;p18"/>
          <p:cNvGrpSpPr/>
          <p:nvPr/>
        </p:nvGrpSpPr>
        <p:grpSpPr>
          <a:xfrm>
            <a:off x="1934794" y="4644341"/>
            <a:ext cx="267189" cy="247532"/>
            <a:chOff x="1098868" y="3880677"/>
            <a:chExt cx="424177" cy="392970"/>
          </a:xfrm>
        </p:grpSpPr>
        <p:sp>
          <p:nvSpPr>
            <p:cNvPr id="660" name="Google Shape;660;p18"/>
            <p:cNvSpPr/>
            <p:nvPr/>
          </p:nvSpPr>
          <p:spPr>
            <a:xfrm>
              <a:off x="1290004" y="4057547"/>
              <a:ext cx="204913" cy="167870"/>
            </a:xfrm>
            <a:custGeom>
              <a:avLst/>
              <a:gdLst/>
              <a:ahLst/>
              <a:cxnLst/>
              <a:rect l="l" t="t" r="r" b="b"/>
              <a:pathLst>
                <a:path w="2528" h="2071" extrusionOk="0">
                  <a:moveTo>
                    <a:pt x="613" y="0"/>
                  </a:moveTo>
                  <a:lnTo>
                    <a:pt x="0" y="493"/>
                  </a:lnTo>
                  <a:cubicBezTo>
                    <a:pt x="19" y="518"/>
                    <a:pt x="668" y="2071"/>
                    <a:pt x="1320" y="2071"/>
                  </a:cubicBezTo>
                  <a:cubicBezTo>
                    <a:pt x="1411" y="2071"/>
                    <a:pt x="1503" y="2040"/>
                    <a:pt x="1594" y="1969"/>
                  </a:cubicBezTo>
                  <a:cubicBezTo>
                    <a:pt x="2527" y="1238"/>
                    <a:pt x="613" y="0"/>
                    <a:pt x="613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18"/>
            <p:cNvSpPr/>
            <p:nvPr/>
          </p:nvSpPr>
          <p:spPr>
            <a:xfrm>
              <a:off x="1277035" y="3880677"/>
              <a:ext cx="174922" cy="175165"/>
            </a:xfrm>
            <a:custGeom>
              <a:avLst/>
              <a:gdLst/>
              <a:ahLst/>
              <a:cxnLst/>
              <a:rect l="l" t="t" r="r" b="b"/>
              <a:pathLst>
                <a:path w="2158" h="2161" extrusionOk="0">
                  <a:moveTo>
                    <a:pt x="1019" y="0"/>
                  </a:moveTo>
                  <a:cubicBezTo>
                    <a:pt x="198" y="0"/>
                    <a:pt x="0" y="1827"/>
                    <a:pt x="0" y="1827"/>
                  </a:cubicBezTo>
                  <a:lnTo>
                    <a:pt x="716" y="2161"/>
                  </a:lnTo>
                  <a:cubicBezTo>
                    <a:pt x="731" y="2126"/>
                    <a:pt x="2158" y="462"/>
                    <a:pt x="1316" y="73"/>
                  </a:cubicBezTo>
                  <a:cubicBezTo>
                    <a:pt x="1209" y="23"/>
                    <a:pt x="1110" y="0"/>
                    <a:pt x="1019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18"/>
            <p:cNvSpPr/>
            <p:nvPr/>
          </p:nvSpPr>
          <p:spPr>
            <a:xfrm>
              <a:off x="1098868" y="4028123"/>
              <a:ext cx="195673" cy="113643"/>
            </a:xfrm>
            <a:custGeom>
              <a:avLst/>
              <a:gdLst/>
              <a:ahLst/>
              <a:cxnLst/>
              <a:rect l="l" t="t" r="r" b="b"/>
              <a:pathLst>
                <a:path w="2414" h="1402" extrusionOk="0">
                  <a:moveTo>
                    <a:pt x="2220" y="78"/>
                  </a:moveTo>
                  <a:cubicBezTo>
                    <a:pt x="2185" y="91"/>
                    <a:pt x="0" y="1"/>
                    <a:pt x="216" y="906"/>
                  </a:cubicBezTo>
                  <a:cubicBezTo>
                    <a:pt x="303" y="1276"/>
                    <a:pt x="563" y="1402"/>
                    <a:pt x="875" y="1402"/>
                  </a:cubicBezTo>
                  <a:cubicBezTo>
                    <a:pt x="1529" y="1402"/>
                    <a:pt x="2413" y="849"/>
                    <a:pt x="2413" y="849"/>
                  </a:cubicBezTo>
                  <a:lnTo>
                    <a:pt x="2220" y="78"/>
                  </a:ln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18"/>
            <p:cNvSpPr/>
            <p:nvPr/>
          </p:nvSpPr>
          <p:spPr>
            <a:xfrm>
              <a:off x="1294462" y="3943092"/>
              <a:ext cx="228582" cy="162520"/>
            </a:xfrm>
            <a:custGeom>
              <a:avLst/>
              <a:gdLst/>
              <a:ahLst/>
              <a:cxnLst/>
              <a:rect l="l" t="t" r="r" b="b"/>
              <a:pathLst>
                <a:path w="2820" h="2005" extrusionOk="0">
                  <a:moveTo>
                    <a:pt x="1943" y="1"/>
                  </a:moveTo>
                  <a:cubicBezTo>
                    <a:pt x="1385" y="1"/>
                    <a:pt x="0" y="1063"/>
                    <a:pt x="0" y="1063"/>
                  </a:cubicBezTo>
                  <a:lnTo>
                    <a:pt x="154" y="1746"/>
                  </a:lnTo>
                  <a:cubicBezTo>
                    <a:pt x="154" y="1746"/>
                    <a:pt x="1076" y="2004"/>
                    <a:pt x="1752" y="2004"/>
                  </a:cubicBezTo>
                  <a:cubicBezTo>
                    <a:pt x="1979" y="2004"/>
                    <a:pt x="2177" y="1975"/>
                    <a:pt x="2305" y="1898"/>
                  </a:cubicBezTo>
                  <a:cubicBezTo>
                    <a:pt x="2819" y="1593"/>
                    <a:pt x="1664" y="1063"/>
                    <a:pt x="1664" y="1063"/>
                  </a:cubicBezTo>
                  <a:cubicBezTo>
                    <a:pt x="1664" y="1063"/>
                    <a:pt x="2422" y="536"/>
                    <a:pt x="2138" y="90"/>
                  </a:cubicBezTo>
                  <a:cubicBezTo>
                    <a:pt x="2100" y="28"/>
                    <a:pt x="2032" y="1"/>
                    <a:pt x="1943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18"/>
            <p:cNvSpPr/>
            <p:nvPr/>
          </p:nvSpPr>
          <p:spPr>
            <a:xfrm>
              <a:off x="1112405" y="3888702"/>
              <a:ext cx="215451" cy="201023"/>
            </a:xfrm>
            <a:custGeom>
              <a:avLst/>
              <a:gdLst/>
              <a:ahLst/>
              <a:cxnLst/>
              <a:rect l="l" t="t" r="r" b="b"/>
              <a:pathLst>
                <a:path w="2658" h="2480" extrusionOk="0">
                  <a:moveTo>
                    <a:pt x="1640" y="1"/>
                  </a:moveTo>
                  <a:cubicBezTo>
                    <a:pt x="1294" y="1"/>
                    <a:pt x="1350" y="1005"/>
                    <a:pt x="1350" y="1005"/>
                  </a:cubicBezTo>
                  <a:cubicBezTo>
                    <a:pt x="1350" y="1005"/>
                    <a:pt x="1008" y="831"/>
                    <a:pt x="694" y="831"/>
                  </a:cubicBezTo>
                  <a:cubicBezTo>
                    <a:pt x="522" y="831"/>
                    <a:pt x="358" y="883"/>
                    <a:pt x="264" y="1046"/>
                  </a:cubicBezTo>
                  <a:cubicBezTo>
                    <a:pt x="0" y="1506"/>
                    <a:pt x="2130" y="2479"/>
                    <a:pt x="2130" y="2479"/>
                  </a:cubicBezTo>
                  <a:lnTo>
                    <a:pt x="2657" y="2027"/>
                  </a:lnTo>
                  <a:cubicBezTo>
                    <a:pt x="2657" y="2027"/>
                    <a:pt x="2303" y="357"/>
                    <a:pt x="1787" y="51"/>
                  </a:cubicBezTo>
                  <a:cubicBezTo>
                    <a:pt x="1731" y="16"/>
                    <a:pt x="1682" y="1"/>
                    <a:pt x="1640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18"/>
            <p:cNvSpPr/>
            <p:nvPr/>
          </p:nvSpPr>
          <p:spPr>
            <a:xfrm>
              <a:off x="1154555" y="4064275"/>
              <a:ext cx="173301" cy="209372"/>
            </a:xfrm>
            <a:custGeom>
              <a:avLst/>
              <a:gdLst/>
              <a:ahLst/>
              <a:cxnLst/>
              <a:rect l="l" t="t" r="r" b="b"/>
              <a:pathLst>
                <a:path w="2138" h="2583" extrusionOk="0">
                  <a:moveTo>
                    <a:pt x="1511" y="1"/>
                  </a:moveTo>
                  <a:cubicBezTo>
                    <a:pt x="1511" y="1"/>
                    <a:pt x="120" y="974"/>
                    <a:pt x="30" y="1566"/>
                  </a:cubicBezTo>
                  <a:cubicBezTo>
                    <a:pt x="1" y="1771"/>
                    <a:pt x="118" y="1838"/>
                    <a:pt x="284" y="1838"/>
                  </a:cubicBezTo>
                  <a:cubicBezTo>
                    <a:pt x="597" y="1838"/>
                    <a:pt x="1080" y="1601"/>
                    <a:pt x="1080" y="1601"/>
                  </a:cubicBezTo>
                  <a:lnTo>
                    <a:pt x="1080" y="1601"/>
                  </a:lnTo>
                  <a:cubicBezTo>
                    <a:pt x="1080" y="1601"/>
                    <a:pt x="1010" y="2519"/>
                    <a:pt x="1539" y="2581"/>
                  </a:cubicBezTo>
                  <a:cubicBezTo>
                    <a:pt x="1546" y="2582"/>
                    <a:pt x="1553" y="2582"/>
                    <a:pt x="1560" y="2582"/>
                  </a:cubicBezTo>
                  <a:cubicBezTo>
                    <a:pt x="2071" y="2582"/>
                    <a:pt x="2137" y="306"/>
                    <a:pt x="2137" y="306"/>
                  </a:cubicBezTo>
                  <a:lnTo>
                    <a:pt x="1511" y="1"/>
                  </a:ln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18"/>
            <p:cNvSpPr/>
            <p:nvPr/>
          </p:nvSpPr>
          <p:spPr>
            <a:xfrm>
              <a:off x="1251177" y="4006804"/>
              <a:ext cx="113886" cy="114453"/>
            </a:xfrm>
            <a:custGeom>
              <a:avLst/>
              <a:gdLst/>
              <a:ahLst/>
              <a:cxnLst/>
              <a:rect l="l" t="t" r="r" b="b"/>
              <a:pathLst>
                <a:path w="1405" h="1412" extrusionOk="0">
                  <a:moveTo>
                    <a:pt x="701" y="0"/>
                  </a:moveTo>
                  <a:cubicBezTo>
                    <a:pt x="312" y="0"/>
                    <a:pt x="0" y="319"/>
                    <a:pt x="0" y="710"/>
                  </a:cubicBezTo>
                  <a:cubicBezTo>
                    <a:pt x="0" y="1099"/>
                    <a:pt x="312" y="1411"/>
                    <a:pt x="701" y="1411"/>
                  </a:cubicBezTo>
                  <a:cubicBezTo>
                    <a:pt x="1092" y="1411"/>
                    <a:pt x="1405" y="1099"/>
                    <a:pt x="1405" y="710"/>
                  </a:cubicBezTo>
                  <a:cubicBezTo>
                    <a:pt x="1405" y="319"/>
                    <a:pt x="1092" y="0"/>
                    <a:pt x="701" y="0"/>
                  </a:cubicBezTo>
                  <a:close/>
                </a:path>
              </a:pathLst>
            </a:custGeom>
            <a:solidFill>
              <a:srgbClr val="FFB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7" name="Google Shape;667;p18"/>
          <p:cNvGrpSpPr/>
          <p:nvPr/>
        </p:nvGrpSpPr>
        <p:grpSpPr>
          <a:xfrm>
            <a:off x="3893008" y="4891864"/>
            <a:ext cx="424177" cy="392970"/>
            <a:chOff x="1098868" y="3880677"/>
            <a:chExt cx="424177" cy="392970"/>
          </a:xfrm>
        </p:grpSpPr>
        <p:sp>
          <p:nvSpPr>
            <p:cNvPr id="668" name="Google Shape;668;p18"/>
            <p:cNvSpPr/>
            <p:nvPr/>
          </p:nvSpPr>
          <p:spPr>
            <a:xfrm>
              <a:off x="1290004" y="4057547"/>
              <a:ext cx="204913" cy="167870"/>
            </a:xfrm>
            <a:custGeom>
              <a:avLst/>
              <a:gdLst/>
              <a:ahLst/>
              <a:cxnLst/>
              <a:rect l="l" t="t" r="r" b="b"/>
              <a:pathLst>
                <a:path w="2528" h="2071" extrusionOk="0">
                  <a:moveTo>
                    <a:pt x="613" y="0"/>
                  </a:moveTo>
                  <a:lnTo>
                    <a:pt x="0" y="493"/>
                  </a:lnTo>
                  <a:cubicBezTo>
                    <a:pt x="19" y="518"/>
                    <a:pt x="668" y="2071"/>
                    <a:pt x="1320" y="2071"/>
                  </a:cubicBezTo>
                  <a:cubicBezTo>
                    <a:pt x="1411" y="2071"/>
                    <a:pt x="1503" y="2040"/>
                    <a:pt x="1594" y="1969"/>
                  </a:cubicBezTo>
                  <a:cubicBezTo>
                    <a:pt x="2527" y="1238"/>
                    <a:pt x="613" y="0"/>
                    <a:pt x="613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18"/>
            <p:cNvSpPr/>
            <p:nvPr/>
          </p:nvSpPr>
          <p:spPr>
            <a:xfrm>
              <a:off x="1277035" y="3880677"/>
              <a:ext cx="174922" cy="175165"/>
            </a:xfrm>
            <a:custGeom>
              <a:avLst/>
              <a:gdLst/>
              <a:ahLst/>
              <a:cxnLst/>
              <a:rect l="l" t="t" r="r" b="b"/>
              <a:pathLst>
                <a:path w="2158" h="2161" extrusionOk="0">
                  <a:moveTo>
                    <a:pt x="1019" y="0"/>
                  </a:moveTo>
                  <a:cubicBezTo>
                    <a:pt x="198" y="0"/>
                    <a:pt x="0" y="1827"/>
                    <a:pt x="0" y="1827"/>
                  </a:cubicBezTo>
                  <a:lnTo>
                    <a:pt x="716" y="2161"/>
                  </a:lnTo>
                  <a:cubicBezTo>
                    <a:pt x="731" y="2126"/>
                    <a:pt x="2158" y="462"/>
                    <a:pt x="1316" y="73"/>
                  </a:cubicBezTo>
                  <a:cubicBezTo>
                    <a:pt x="1209" y="23"/>
                    <a:pt x="1110" y="0"/>
                    <a:pt x="1019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18"/>
            <p:cNvSpPr/>
            <p:nvPr/>
          </p:nvSpPr>
          <p:spPr>
            <a:xfrm>
              <a:off x="1098868" y="4028123"/>
              <a:ext cx="195673" cy="113643"/>
            </a:xfrm>
            <a:custGeom>
              <a:avLst/>
              <a:gdLst/>
              <a:ahLst/>
              <a:cxnLst/>
              <a:rect l="l" t="t" r="r" b="b"/>
              <a:pathLst>
                <a:path w="2414" h="1402" extrusionOk="0">
                  <a:moveTo>
                    <a:pt x="2220" y="78"/>
                  </a:moveTo>
                  <a:cubicBezTo>
                    <a:pt x="2185" y="91"/>
                    <a:pt x="0" y="1"/>
                    <a:pt x="216" y="906"/>
                  </a:cubicBezTo>
                  <a:cubicBezTo>
                    <a:pt x="303" y="1276"/>
                    <a:pt x="563" y="1402"/>
                    <a:pt x="875" y="1402"/>
                  </a:cubicBezTo>
                  <a:cubicBezTo>
                    <a:pt x="1529" y="1402"/>
                    <a:pt x="2413" y="849"/>
                    <a:pt x="2413" y="849"/>
                  </a:cubicBezTo>
                  <a:lnTo>
                    <a:pt x="2220" y="78"/>
                  </a:ln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18"/>
            <p:cNvSpPr/>
            <p:nvPr/>
          </p:nvSpPr>
          <p:spPr>
            <a:xfrm>
              <a:off x="1294462" y="3943092"/>
              <a:ext cx="228582" cy="162520"/>
            </a:xfrm>
            <a:custGeom>
              <a:avLst/>
              <a:gdLst/>
              <a:ahLst/>
              <a:cxnLst/>
              <a:rect l="l" t="t" r="r" b="b"/>
              <a:pathLst>
                <a:path w="2820" h="2005" extrusionOk="0">
                  <a:moveTo>
                    <a:pt x="1943" y="1"/>
                  </a:moveTo>
                  <a:cubicBezTo>
                    <a:pt x="1385" y="1"/>
                    <a:pt x="0" y="1063"/>
                    <a:pt x="0" y="1063"/>
                  </a:cubicBezTo>
                  <a:lnTo>
                    <a:pt x="154" y="1746"/>
                  </a:lnTo>
                  <a:cubicBezTo>
                    <a:pt x="154" y="1746"/>
                    <a:pt x="1076" y="2004"/>
                    <a:pt x="1752" y="2004"/>
                  </a:cubicBezTo>
                  <a:cubicBezTo>
                    <a:pt x="1979" y="2004"/>
                    <a:pt x="2177" y="1975"/>
                    <a:pt x="2305" y="1898"/>
                  </a:cubicBezTo>
                  <a:cubicBezTo>
                    <a:pt x="2819" y="1593"/>
                    <a:pt x="1664" y="1063"/>
                    <a:pt x="1664" y="1063"/>
                  </a:cubicBezTo>
                  <a:cubicBezTo>
                    <a:pt x="1664" y="1063"/>
                    <a:pt x="2422" y="536"/>
                    <a:pt x="2138" y="90"/>
                  </a:cubicBezTo>
                  <a:cubicBezTo>
                    <a:pt x="2100" y="28"/>
                    <a:pt x="2032" y="1"/>
                    <a:pt x="1943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18"/>
            <p:cNvSpPr/>
            <p:nvPr/>
          </p:nvSpPr>
          <p:spPr>
            <a:xfrm>
              <a:off x="1112405" y="3888702"/>
              <a:ext cx="215451" cy="201023"/>
            </a:xfrm>
            <a:custGeom>
              <a:avLst/>
              <a:gdLst/>
              <a:ahLst/>
              <a:cxnLst/>
              <a:rect l="l" t="t" r="r" b="b"/>
              <a:pathLst>
                <a:path w="2658" h="2480" extrusionOk="0">
                  <a:moveTo>
                    <a:pt x="1640" y="1"/>
                  </a:moveTo>
                  <a:cubicBezTo>
                    <a:pt x="1294" y="1"/>
                    <a:pt x="1350" y="1005"/>
                    <a:pt x="1350" y="1005"/>
                  </a:cubicBezTo>
                  <a:cubicBezTo>
                    <a:pt x="1350" y="1005"/>
                    <a:pt x="1008" y="831"/>
                    <a:pt x="694" y="831"/>
                  </a:cubicBezTo>
                  <a:cubicBezTo>
                    <a:pt x="522" y="831"/>
                    <a:pt x="358" y="883"/>
                    <a:pt x="264" y="1046"/>
                  </a:cubicBezTo>
                  <a:cubicBezTo>
                    <a:pt x="0" y="1506"/>
                    <a:pt x="2130" y="2479"/>
                    <a:pt x="2130" y="2479"/>
                  </a:cubicBezTo>
                  <a:lnTo>
                    <a:pt x="2657" y="2027"/>
                  </a:lnTo>
                  <a:cubicBezTo>
                    <a:pt x="2657" y="2027"/>
                    <a:pt x="2303" y="357"/>
                    <a:pt x="1787" y="51"/>
                  </a:cubicBezTo>
                  <a:cubicBezTo>
                    <a:pt x="1731" y="16"/>
                    <a:pt x="1682" y="1"/>
                    <a:pt x="1640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18"/>
            <p:cNvSpPr/>
            <p:nvPr/>
          </p:nvSpPr>
          <p:spPr>
            <a:xfrm>
              <a:off x="1154555" y="4064275"/>
              <a:ext cx="173301" cy="209372"/>
            </a:xfrm>
            <a:custGeom>
              <a:avLst/>
              <a:gdLst/>
              <a:ahLst/>
              <a:cxnLst/>
              <a:rect l="l" t="t" r="r" b="b"/>
              <a:pathLst>
                <a:path w="2138" h="2583" extrusionOk="0">
                  <a:moveTo>
                    <a:pt x="1511" y="1"/>
                  </a:moveTo>
                  <a:cubicBezTo>
                    <a:pt x="1511" y="1"/>
                    <a:pt x="120" y="974"/>
                    <a:pt x="30" y="1566"/>
                  </a:cubicBezTo>
                  <a:cubicBezTo>
                    <a:pt x="1" y="1771"/>
                    <a:pt x="118" y="1838"/>
                    <a:pt x="284" y="1838"/>
                  </a:cubicBezTo>
                  <a:cubicBezTo>
                    <a:pt x="597" y="1838"/>
                    <a:pt x="1080" y="1601"/>
                    <a:pt x="1080" y="1601"/>
                  </a:cubicBezTo>
                  <a:lnTo>
                    <a:pt x="1080" y="1601"/>
                  </a:lnTo>
                  <a:cubicBezTo>
                    <a:pt x="1080" y="1601"/>
                    <a:pt x="1010" y="2519"/>
                    <a:pt x="1539" y="2581"/>
                  </a:cubicBezTo>
                  <a:cubicBezTo>
                    <a:pt x="1546" y="2582"/>
                    <a:pt x="1553" y="2582"/>
                    <a:pt x="1560" y="2582"/>
                  </a:cubicBezTo>
                  <a:cubicBezTo>
                    <a:pt x="2071" y="2582"/>
                    <a:pt x="2137" y="306"/>
                    <a:pt x="2137" y="306"/>
                  </a:cubicBezTo>
                  <a:lnTo>
                    <a:pt x="1511" y="1"/>
                  </a:ln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18"/>
            <p:cNvSpPr/>
            <p:nvPr/>
          </p:nvSpPr>
          <p:spPr>
            <a:xfrm>
              <a:off x="1251177" y="4006804"/>
              <a:ext cx="113886" cy="114453"/>
            </a:xfrm>
            <a:custGeom>
              <a:avLst/>
              <a:gdLst/>
              <a:ahLst/>
              <a:cxnLst/>
              <a:rect l="l" t="t" r="r" b="b"/>
              <a:pathLst>
                <a:path w="1405" h="1412" extrusionOk="0">
                  <a:moveTo>
                    <a:pt x="701" y="0"/>
                  </a:moveTo>
                  <a:cubicBezTo>
                    <a:pt x="312" y="0"/>
                    <a:pt x="0" y="319"/>
                    <a:pt x="0" y="710"/>
                  </a:cubicBezTo>
                  <a:cubicBezTo>
                    <a:pt x="0" y="1099"/>
                    <a:pt x="312" y="1411"/>
                    <a:pt x="701" y="1411"/>
                  </a:cubicBezTo>
                  <a:cubicBezTo>
                    <a:pt x="1092" y="1411"/>
                    <a:pt x="1405" y="1099"/>
                    <a:pt x="1405" y="710"/>
                  </a:cubicBezTo>
                  <a:cubicBezTo>
                    <a:pt x="1405" y="319"/>
                    <a:pt x="1092" y="0"/>
                    <a:pt x="701" y="0"/>
                  </a:cubicBezTo>
                  <a:close/>
                </a:path>
              </a:pathLst>
            </a:custGeom>
            <a:solidFill>
              <a:srgbClr val="FFB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5" name="Google Shape;675;p18"/>
          <p:cNvGrpSpPr/>
          <p:nvPr/>
        </p:nvGrpSpPr>
        <p:grpSpPr>
          <a:xfrm>
            <a:off x="7658544" y="4693516"/>
            <a:ext cx="267189" cy="247532"/>
            <a:chOff x="1098868" y="3880677"/>
            <a:chExt cx="424177" cy="392970"/>
          </a:xfrm>
        </p:grpSpPr>
        <p:sp>
          <p:nvSpPr>
            <p:cNvPr id="676" name="Google Shape;676;p18"/>
            <p:cNvSpPr/>
            <p:nvPr/>
          </p:nvSpPr>
          <p:spPr>
            <a:xfrm>
              <a:off x="1290004" y="4057547"/>
              <a:ext cx="204913" cy="167870"/>
            </a:xfrm>
            <a:custGeom>
              <a:avLst/>
              <a:gdLst/>
              <a:ahLst/>
              <a:cxnLst/>
              <a:rect l="l" t="t" r="r" b="b"/>
              <a:pathLst>
                <a:path w="2528" h="2071" extrusionOk="0">
                  <a:moveTo>
                    <a:pt x="613" y="0"/>
                  </a:moveTo>
                  <a:lnTo>
                    <a:pt x="0" y="493"/>
                  </a:lnTo>
                  <a:cubicBezTo>
                    <a:pt x="19" y="518"/>
                    <a:pt x="668" y="2071"/>
                    <a:pt x="1320" y="2071"/>
                  </a:cubicBezTo>
                  <a:cubicBezTo>
                    <a:pt x="1411" y="2071"/>
                    <a:pt x="1503" y="2040"/>
                    <a:pt x="1594" y="1969"/>
                  </a:cubicBezTo>
                  <a:cubicBezTo>
                    <a:pt x="2527" y="1238"/>
                    <a:pt x="613" y="0"/>
                    <a:pt x="613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18"/>
            <p:cNvSpPr/>
            <p:nvPr/>
          </p:nvSpPr>
          <p:spPr>
            <a:xfrm>
              <a:off x="1277035" y="3880677"/>
              <a:ext cx="174922" cy="175165"/>
            </a:xfrm>
            <a:custGeom>
              <a:avLst/>
              <a:gdLst/>
              <a:ahLst/>
              <a:cxnLst/>
              <a:rect l="l" t="t" r="r" b="b"/>
              <a:pathLst>
                <a:path w="2158" h="2161" extrusionOk="0">
                  <a:moveTo>
                    <a:pt x="1019" y="0"/>
                  </a:moveTo>
                  <a:cubicBezTo>
                    <a:pt x="198" y="0"/>
                    <a:pt x="0" y="1827"/>
                    <a:pt x="0" y="1827"/>
                  </a:cubicBezTo>
                  <a:lnTo>
                    <a:pt x="716" y="2161"/>
                  </a:lnTo>
                  <a:cubicBezTo>
                    <a:pt x="731" y="2126"/>
                    <a:pt x="2158" y="462"/>
                    <a:pt x="1316" y="73"/>
                  </a:cubicBezTo>
                  <a:cubicBezTo>
                    <a:pt x="1209" y="23"/>
                    <a:pt x="1110" y="0"/>
                    <a:pt x="1019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18"/>
            <p:cNvSpPr/>
            <p:nvPr/>
          </p:nvSpPr>
          <p:spPr>
            <a:xfrm>
              <a:off x="1098868" y="4028123"/>
              <a:ext cx="195673" cy="113643"/>
            </a:xfrm>
            <a:custGeom>
              <a:avLst/>
              <a:gdLst/>
              <a:ahLst/>
              <a:cxnLst/>
              <a:rect l="l" t="t" r="r" b="b"/>
              <a:pathLst>
                <a:path w="2414" h="1402" extrusionOk="0">
                  <a:moveTo>
                    <a:pt x="2220" y="78"/>
                  </a:moveTo>
                  <a:cubicBezTo>
                    <a:pt x="2185" y="91"/>
                    <a:pt x="0" y="1"/>
                    <a:pt x="216" y="906"/>
                  </a:cubicBezTo>
                  <a:cubicBezTo>
                    <a:pt x="303" y="1276"/>
                    <a:pt x="563" y="1402"/>
                    <a:pt x="875" y="1402"/>
                  </a:cubicBezTo>
                  <a:cubicBezTo>
                    <a:pt x="1529" y="1402"/>
                    <a:pt x="2413" y="849"/>
                    <a:pt x="2413" y="849"/>
                  </a:cubicBezTo>
                  <a:lnTo>
                    <a:pt x="2220" y="78"/>
                  </a:ln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18"/>
            <p:cNvSpPr/>
            <p:nvPr/>
          </p:nvSpPr>
          <p:spPr>
            <a:xfrm>
              <a:off x="1294462" y="3943092"/>
              <a:ext cx="228582" cy="162520"/>
            </a:xfrm>
            <a:custGeom>
              <a:avLst/>
              <a:gdLst/>
              <a:ahLst/>
              <a:cxnLst/>
              <a:rect l="l" t="t" r="r" b="b"/>
              <a:pathLst>
                <a:path w="2820" h="2005" extrusionOk="0">
                  <a:moveTo>
                    <a:pt x="1943" y="1"/>
                  </a:moveTo>
                  <a:cubicBezTo>
                    <a:pt x="1385" y="1"/>
                    <a:pt x="0" y="1063"/>
                    <a:pt x="0" y="1063"/>
                  </a:cubicBezTo>
                  <a:lnTo>
                    <a:pt x="154" y="1746"/>
                  </a:lnTo>
                  <a:cubicBezTo>
                    <a:pt x="154" y="1746"/>
                    <a:pt x="1076" y="2004"/>
                    <a:pt x="1752" y="2004"/>
                  </a:cubicBezTo>
                  <a:cubicBezTo>
                    <a:pt x="1979" y="2004"/>
                    <a:pt x="2177" y="1975"/>
                    <a:pt x="2305" y="1898"/>
                  </a:cubicBezTo>
                  <a:cubicBezTo>
                    <a:pt x="2819" y="1593"/>
                    <a:pt x="1664" y="1063"/>
                    <a:pt x="1664" y="1063"/>
                  </a:cubicBezTo>
                  <a:cubicBezTo>
                    <a:pt x="1664" y="1063"/>
                    <a:pt x="2422" y="536"/>
                    <a:pt x="2138" y="90"/>
                  </a:cubicBezTo>
                  <a:cubicBezTo>
                    <a:pt x="2100" y="28"/>
                    <a:pt x="2032" y="1"/>
                    <a:pt x="1943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18"/>
            <p:cNvSpPr/>
            <p:nvPr/>
          </p:nvSpPr>
          <p:spPr>
            <a:xfrm>
              <a:off x="1112405" y="3888702"/>
              <a:ext cx="215451" cy="201023"/>
            </a:xfrm>
            <a:custGeom>
              <a:avLst/>
              <a:gdLst/>
              <a:ahLst/>
              <a:cxnLst/>
              <a:rect l="l" t="t" r="r" b="b"/>
              <a:pathLst>
                <a:path w="2658" h="2480" extrusionOk="0">
                  <a:moveTo>
                    <a:pt x="1640" y="1"/>
                  </a:moveTo>
                  <a:cubicBezTo>
                    <a:pt x="1294" y="1"/>
                    <a:pt x="1350" y="1005"/>
                    <a:pt x="1350" y="1005"/>
                  </a:cubicBezTo>
                  <a:cubicBezTo>
                    <a:pt x="1350" y="1005"/>
                    <a:pt x="1008" y="831"/>
                    <a:pt x="694" y="831"/>
                  </a:cubicBezTo>
                  <a:cubicBezTo>
                    <a:pt x="522" y="831"/>
                    <a:pt x="358" y="883"/>
                    <a:pt x="264" y="1046"/>
                  </a:cubicBezTo>
                  <a:cubicBezTo>
                    <a:pt x="0" y="1506"/>
                    <a:pt x="2130" y="2479"/>
                    <a:pt x="2130" y="2479"/>
                  </a:cubicBezTo>
                  <a:lnTo>
                    <a:pt x="2657" y="2027"/>
                  </a:lnTo>
                  <a:cubicBezTo>
                    <a:pt x="2657" y="2027"/>
                    <a:pt x="2303" y="357"/>
                    <a:pt x="1787" y="51"/>
                  </a:cubicBezTo>
                  <a:cubicBezTo>
                    <a:pt x="1731" y="16"/>
                    <a:pt x="1682" y="1"/>
                    <a:pt x="1640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18"/>
            <p:cNvSpPr/>
            <p:nvPr/>
          </p:nvSpPr>
          <p:spPr>
            <a:xfrm>
              <a:off x="1154555" y="4064275"/>
              <a:ext cx="173301" cy="209372"/>
            </a:xfrm>
            <a:custGeom>
              <a:avLst/>
              <a:gdLst/>
              <a:ahLst/>
              <a:cxnLst/>
              <a:rect l="l" t="t" r="r" b="b"/>
              <a:pathLst>
                <a:path w="2138" h="2583" extrusionOk="0">
                  <a:moveTo>
                    <a:pt x="1511" y="1"/>
                  </a:moveTo>
                  <a:cubicBezTo>
                    <a:pt x="1511" y="1"/>
                    <a:pt x="120" y="974"/>
                    <a:pt x="30" y="1566"/>
                  </a:cubicBezTo>
                  <a:cubicBezTo>
                    <a:pt x="1" y="1771"/>
                    <a:pt x="118" y="1838"/>
                    <a:pt x="284" y="1838"/>
                  </a:cubicBezTo>
                  <a:cubicBezTo>
                    <a:pt x="597" y="1838"/>
                    <a:pt x="1080" y="1601"/>
                    <a:pt x="1080" y="1601"/>
                  </a:cubicBezTo>
                  <a:lnTo>
                    <a:pt x="1080" y="1601"/>
                  </a:lnTo>
                  <a:cubicBezTo>
                    <a:pt x="1080" y="1601"/>
                    <a:pt x="1010" y="2519"/>
                    <a:pt x="1539" y="2581"/>
                  </a:cubicBezTo>
                  <a:cubicBezTo>
                    <a:pt x="1546" y="2582"/>
                    <a:pt x="1553" y="2582"/>
                    <a:pt x="1560" y="2582"/>
                  </a:cubicBezTo>
                  <a:cubicBezTo>
                    <a:pt x="2071" y="2582"/>
                    <a:pt x="2137" y="306"/>
                    <a:pt x="2137" y="306"/>
                  </a:cubicBezTo>
                  <a:lnTo>
                    <a:pt x="1511" y="1"/>
                  </a:ln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18"/>
            <p:cNvSpPr/>
            <p:nvPr/>
          </p:nvSpPr>
          <p:spPr>
            <a:xfrm>
              <a:off x="1251177" y="4006804"/>
              <a:ext cx="113886" cy="114453"/>
            </a:xfrm>
            <a:custGeom>
              <a:avLst/>
              <a:gdLst/>
              <a:ahLst/>
              <a:cxnLst/>
              <a:rect l="l" t="t" r="r" b="b"/>
              <a:pathLst>
                <a:path w="1405" h="1412" extrusionOk="0">
                  <a:moveTo>
                    <a:pt x="701" y="0"/>
                  </a:moveTo>
                  <a:cubicBezTo>
                    <a:pt x="312" y="0"/>
                    <a:pt x="0" y="319"/>
                    <a:pt x="0" y="710"/>
                  </a:cubicBezTo>
                  <a:cubicBezTo>
                    <a:pt x="0" y="1099"/>
                    <a:pt x="312" y="1411"/>
                    <a:pt x="701" y="1411"/>
                  </a:cubicBezTo>
                  <a:cubicBezTo>
                    <a:pt x="1092" y="1411"/>
                    <a:pt x="1405" y="1099"/>
                    <a:pt x="1405" y="710"/>
                  </a:cubicBezTo>
                  <a:cubicBezTo>
                    <a:pt x="1405" y="319"/>
                    <a:pt x="1092" y="0"/>
                    <a:pt x="701" y="0"/>
                  </a:cubicBezTo>
                  <a:close/>
                </a:path>
              </a:pathLst>
            </a:custGeom>
            <a:solidFill>
              <a:srgbClr val="FFB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83" name="Google Shape;683;p18"/>
          <p:cNvSpPr/>
          <p:nvPr/>
        </p:nvSpPr>
        <p:spPr>
          <a:xfrm>
            <a:off x="8266583" y="2398266"/>
            <a:ext cx="1969130" cy="600231"/>
          </a:xfrm>
          <a:custGeom>
            <a:avLst/>
            <a:gdLst/>
            <a:ahLst/>
            <a:cxnLst/>
            <a:rect l="l" t="t" r="r" b="b"/>
            <a:pathLst>
              <a:path w="24293" h="7405" extrusionOk="0">
                <a:moveTo>
                  <a:pt x="15711" y="0"/>
                </a:moveTo>
                <a:cubicBezTo>
                  <a:pt x="13606" y="0"/>
                  <a:pt x="11570" y="1578"/>
                  <a:pt x="11114" y="3641"/>
                </a:cubicBezTo>
                <a:cubicBezTo>
                  <a:pt x="10395" y="2995"/>
                  <a:pt x="9427" y="2640"/>
                  <a:pt x="8461" y="2640"/>
                </a:cubicBezTo>
                <a:cubicBezTo>
                  <a:pt x="8126" y="2640"/>
                  <a:pt x="7791" y="2683"/>
                  <a:pt x="7467" y="2771"/>
                </a:cubicBezTo>
                <a:cubicBezTo>
                  <a:pt x="6215" y="3118"/>
                  <a:pt x="5164" y="4135"/>
                  <a:pt x="4775" y="5372"/>
                </a:cubicBezTo>
                <a:cubicBezTo>
                  <a:pt x="4409" y="5161"/>
                  <a:pt x="3991" y="5066"/>
                  <a:pt x="3555" y="5066"/>
                </a:cubicBezTo>
                <a:cubicBezTo>
                  <a:pt x="2120" y="5066"/>
                  <a:pt x="503" y="6101"/>
                  <a:pt x="0" y="7405"/>
                </a:cubicBezTo>
                <a:lnTo>
                  <a:pt x="24167" y="7405"/>
                </a:lnTo>
                <a:cubicBezTo>
                  <a:pt x="24167" y="7405"/>
                  <a:pt x="24292" y="7328"/>
                  <a:pt x="24167" y="7078"/>
                </a:cubicBezTo>
                <a:cubicBezTo>
                  <a:pt x="23431" y="5645"/>
                  <a:pt x="21919" y="4608"/>
                  <a:pt x="20306" y="4588"/>
                </a:cubicBezTo>
                <a:cubicBezTo>
                  <a:pt x="20278" y="2333"/>
                  <a:pt x="18379" y="252"/>
                  <a:pt x="16131" y="22"/>
                </a:cubicBezTo>
                <a:cubicBezTo>
                  <a:pt x="15991" y="7"/>
                  <a:pt x="15851" y="0"/>
                  <a:pt x="1571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p18"/>
          <p:cNvSpPr/>
          <p:nvPr/>
        </p:nvSpPr>
        <p:spPr>
          <a:xfrm flipH="1">
            <a:off x="-309249" y="633023"/>
            <a:ext cx="1419926" cy="432804"/>
          </a:xfrm>
          <a:custGeom>
            <a:avLst/>
            <a:gdLst/>
            <a:ahLst/>
            <a:cxnLst/>
            <a:rect l="l" t="t" r="r" b="b"/>
            <a:pathLst>
              <a:path w="24293" h="7405" extrusionOk="0">
                <a:moveTo>
                  <a:pt x="15711" y="0"/>
                </a:moveTo>
                <a:cubicBezTo>
                  <a:pt x="13606" y="0"/>
                  <a:pt x="11570" y="1578"/>
                  <a:pt x="11114" y="3641"/>
                </a:cubicBezTo>
                <a:cubicBezTo>
                  <a:pt x="10395" y="2995"/>
                  <a:pt x="9427" y="2640"/>
                  <a:pt x="8461" y="2640"/>
                </a:cubicBezTo>
                <a:cubicBezTo>
                  <a:pt x="8126" y="2640"/>
                  <a:pt x="7791" y="2683"/>
                  <a:pt x="7467" y="2771"/>
                </a:cubicBezTo>
                <a:cubicBezTo>
                  <a:pt x="6215" y="3118"/>
                  <a:pt x="5164" y="4135"/>
                  <a:pt x="4775" y="5372"/>
                </a:cubicBezTo>
                <a:cubicBezTo>
                  <a:pt x="4409" y="5161"/>
                  <a:pt x="3991" y="5066"/>
                  <a:pt x="3555" y="5066"/>
                </a:cubicBezTo>
                <a:cubicBezTo>
                  <a:pt x="2120" y="5066"/>
                  <a:pt x="503" y="6101"/>
                  <a:pt x="0" y="7405"/>
                </a:cubicBezTo>
                <a:lnTo>
                  <a:pt x="24167" y="7405"/>
                </a:lnTo>
                <a:cubicBezTo>
                  <a:pt x="24167" y="7405"/>
                  <a:pt x="24292" y="7328"/>
                  <a:pt x="24167" y="7078"/>
                </a:cubicBezTo>
                <a:cubicBezTo>
                  <a:pt x="23431" y="5645"/>
                  <a:pt x="21919" y="4608"/>
                  <a:pt x="20306" y="4588"/>
                </a:cubicBezTo>
                <a:cubicBezTo>
                  <a:pt x="20278" y="2333"/>
                  <a:pt x="18379" y="252"/>
                  <a:pt x="16131" y="22"/>
                </a:cubicBezTo>
                <a:cubicBezTo>
                  <a:pt x="15991" y="7"/>
                  <a:pt x="15851" y="0"/>
                  <a:pt x="1571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5" name="Google Shape;685;p18"/>
          <p:cNvSpPr/>
          <p:nvPr/>
        </p:nvSpPr>
        <p:spPr>
          <a:xfrm>
            <a:off x="4224558" y="-355434"/>
            <a:ext cx="1969130" cy="600231"/>
          </a:xfrm>
          <a:custGeom>
            <a:avLst/>
            <a:gdLst/>
            <a:ahLst/>
            <a:cxnLst/>
            <a:rect l="l" t="t" r="r" b="b"/>
            <a:pathLst>
              <a:path w="24293" h="7405" extrusionOk="0">
                <a:moveTo>
                  <a:pt x="15711" y="0"/>
                </a:moveTo>
                <a:cubicBezTo>
                  <a:pt x="13606" y="0"/>
                  <a:pt x="11570" y="1578"/>
                  <a:pt x="11114" y="3641"/>
                </a:cubicBezTo>
                <a:cubicBezTo>
                  <a:pt x="10395" y="2995"/>
                  <a:pt x="9427" y="2640"/>
                  <a:pt x="8461" y="2640"/>
                </a:cubicBezTo>
                <a:cubicBezTo>
                  <a:pt x="8126" y="2640"/>
                  <a:pt x="7791" y="2683"/>
                  <a:pt x="7467" y="2771"/>
                </a:cubicBezTo>
                <a:cubicBezTo>
                  <a:pt x="6215" y="3118"/>
                  <a:pt x="5164" y="4135"/>
                  <a:pt x="4775" y="5372"/>
                </a:cubicBezTo>
                <a:cubicBezTo>
                  <a:pt x="4409" y="5161"/>
                  <a:pt x="3991" y="5066"/>
                  <a:pt x="3555" y="5066"/>
                </a:cubicBezTo>
                <a:cubicBezTo>
                  <a:pt x="2120" y="5066"/>
                  <a:pt x="503" y="6101"/>
                  <a:pt x="0" y="7405"/>
                </a:cubicBezTo>
                <a:lnTo>
                  <a:pt x="24167" y="7405"/>
                </a:lnTo>
                <a:cubicBezTo>
                  <a:pt x="24167" y="7405"/>
                  <a:pt x="24292" y="7328"/>
                  <a:pt x="24167" y="7078"/>
                </a:cubicBezTo>
                <a:cubicBezTo>
                  <a:pt x="23431" y="5645"/>
                  <a:pt x="21919" y="4608"/>
                  <a:pt x="20306" y="4588"/>
                </a:cubicBezTo>
                <a:cubicBezTo>
                  <a:pt x="20278" y="2333"/>
                  <a:pt x="18379" y="252"/>
                  <a:pt x="16131" y="22"/>
                </a:cubicBezTo>
                <a:cubicBezTo>
                  <a:pt x="15991" y="7"/>
                  <a:pt x="15851" y="0"/>
                  <a:pt x="1571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TITLE_ONLY_1_1_1_1_1_1"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19"/>
          <p:cNvSpPr/>
          <p:nvPr/>
        </p:nvSpPr>
        <p:spPr>
          <a:xfrm>
            <a:off x="7401735" y="1063462"/>
            <a:ext cx="2493859" cy="760160"/>
          </a:xfrm>
          <a:custGeom>
            <a:avLst/>
            <a:gdLst/>
            <a:ahLst/>
            <a:cxnLst/>
            <a:rect l="l" t="t" r="r" b="b"/>
            <a:pathLst>
              <a:path w="24293" h="7405" extrusionOk="0">
                <a:moveTo>
                  <a:pt x="15711" y="0"/>
                </a:moveTo>
                <a:cubicBezTo>
                  <a:pt x="13606" y="0"/>
                  <a:pt x="11570" y="1578"/>
                  <a:pt x="11114" y="3641"/>
                </a:cubicBezTo>
                <a:cubicBezTo>
                  <a:pt x="10395" y="2995"/>
                  <a:pt x="9427" y="2640"/>
                  <a:pt x="8461" y="2640"/>
                </a:cubicBezTo>
                <a:cubicBezTo>
                  <a:pt x="8126" y="2640"/>
                  <a:pt x="7791" y="2683"/>
                  <a:pt x="7467" y="2771"/>
                </a:cubicBezTo>
                <a:cubicBezTo>
                  <a:pt x="6215" y="3118"/>
                  <a:pt x="5164" y="4135"/>
                  <a:pt x="4775" y="5372"/>
                </a:cubicBezTo>
                <a:cubicBezTo>
                  <a:pt x="4409" y="5161"/>
                  <a:pt x="3991" y="5066"/>
                  <a:pt x="3555" y="5066"/>
                </a:cubicBezTo>
                <a:cubicBezTo>
                  <a:pt x="2120" y="5066"/>
                  <a:pt x="503" y="6101"/>
                  <a:pt x="0" y="7405"/>
                </a:cubicBezTo>
                <a:lnTo>
                  <a:pt x="24167" y="7405"/>
                </a:lnTo>
                <a:cubicBezTo>
                  <a:pt x="24167" y="7405"/>
                  <a:pt x="24292" y="7328"/>
                  <a:pt x="24167" y="7078"/>
                </a:cubicBezTo>
                <a:cubicBezTo>
                  <a:pt x="23431" y="5645"/>
                  <a:pt x="21919" y="4608"/>
                  <a:pt x="20306" y="4588"/>
                </a:cubicBezTo>
                <a:cubicBezTo>
                  <a:pt x="20278" y="2333"/>
                  <a:pt x="18379" y="252"/>
                  <a:pt x="16131" y="22"/>
                </a:cubicBezTo>
                <a:cubicBezTo>
                  <a:pt x="15991" y="7"/>
                  <a:pt x="15851" y="0"/>
                  <a:pt x="1571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19"/>
          <p:cNvSpPr/>
          <p:nvPr/>
        </p:nvSpPr>
        <p:spPr>
          <a:xfrm>
            <a:off x="-859675" y="3955077"/>
            <a:ext cx="1868396" cy="1410170"/>
          </a:xfrm>
          <a:custGeom>
            <a:avLst/>
            <a:gdLst/>
            <a:ahLst/>
            <a:cxnLst/>
            <a:rect l="l" t="t" r="r" b="b"/>
            <a:pathLst>
              <a:path w="29761" h="25212" extrusionOk="0">
                <a:moveTo>
                  <a:pt x="18503" y="1"/>
                </a:moveTo>
                <a:cubicBezTo>
                  <a:pt x="16171" y="1"/>
                  <a:pt x="14126" y="1267"/>
                  <a:pt x="13034" y="3145"/>
                </a:cubicBezTo>
                <a:cubicBezTo>
                  <a:pt x="11975" y="2352"/>
                  <a:pt x="10660" y="1879"/>
                  <a:pt x="9234" y="1879"/>
                </a:cubicBezTo>
                <a:cubicBezTo>
                  <a:pt x="5741" y="1879"/>
                  <a:pt x="2902" y="4718"/>
                  <a:pt x="2902" y="8212"/>
                </a:cubicBezTo>
                <a:cubicBezTo>
                  <a:pt x="2902" y="9333"/>
                  <a:pt x="3194" y="10383"/>
                  <a:pt x="3708" y="11295"/>
                </a:cubicBezTo>
                <a:cubicBezTo>
                  <a:pt x="1517" y="12289"/>
                  <a:pt x="1" y="14495"/>
                  <a:pt x="1" y="17057"/>
                </a:cubicBezTo>
                <a:cubicBezTo>
                  <a:pt x="1" y="20549"/>
                  <a:pt x="2831" y="23381"/>
                  <a:pt x="6325" y="23381"/>
                </a:cubicBezTo>
                <a:cubicBezTo>
                  <a:pt x="8977" y="23381"/>
                  <a:pt x="11245" y="21753"/>
                  <a:pt x="12192" y="19443"/>
                </a:cubicBezTo>
                <a:lnTo>
                  <a:pt x="15565" y="23994"/>
                </a:lnTo>
                <a:cubicBezTo>
                  <a:pt x="15677" y="23207"/>
                  <a:pt x="15767" y="22392"/>
                  <a:pt x="15754" y="21592"/>
                </a:cubicBezTo>
                <a:lnTo>
                  <a:pt x="15754" y="21592"/>
                </a:lnTo>
                <a:cubicBezTo>
                  <a:pt x="16512" y="22386"/>
                  <a:pt x="17431" y="23034"/>
                  <a:pt x="18461" y="23471"/>
                </a:cubicBezTo>
                <a:lnTo>
                  <a:pt x="19540" y="25211"/>
                </a:lnTo>
                <a:cubicBezTo>
                  <a:pt x="19456" y="24724"/>
                  <a:pt x="19365" y="24244"/>
                  <a:pt x="19254" y="23763"/>
                </a:cubicBezTo>
                <a:lnTo>
                  <a:pt x="19254" y="23763"/>
                </a:lnTo>
                <a:cubicBezTo>
                  <a:pt x="20013" y="23994"/>
                  <a:pt x="20812" y="24119"/>
                  <a:pt x="21641" y="24119"/>
                </a:cubicBezTo>
                <a:cubicBezTo>
                  <a:pt x="26128" y="24119"/>
                  <a:pt x="29760" y="20487"/>
                  <a:pt x="29760" y="15998"/>
                </a:cubicBezTo>
                <a:cubicBezTo>
                  <a:pt x="29760" y="12519"/>
                  <a:pt x="27569" y="9548"/>
                  <a:pt x="24486" y="8393"/>
                </a:cubicBezTo>
                <a:cubicBezTo>
                  <a:pt x="24709" y="7746"/>
                  <a:pt x="24834" y="7050"/>
                  <a:pt x="24834" y="6327"/>
                </a:cubicBezTo>
                <a:cubicBezTo>
                  <a:pt x="24834" y="2833"/>
                  <a:pt x="22003" y="1"/>
                  <a:pt x="1850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19"/>
          <p:cNvSpPr/>
          <p:nvPr/>
        </p:nvSpPr>
        <p:spPr>
          <a:xfrm>
            <a:off x="-91050" y="4794475"/>
            <a:ext cx="9321501" cy="662187"/>
          </a:xfrm>
          <a:custGeom>
            <a:avLst/>
            <a:gdLst/>
            <a:ahLst/>
            <a:cxnLst/>
            <a:rect l="l" t="t" r="r" b="b"/>
            <a:pathLst>
              <a:path w="112497" h="22095" extrusionOk="0">
                <a:moveTo>
                  <a:pt x="56127" y="0"/>
                </a:moveTo>
                <a:cubicBezTo>
                  <a:pt x="39493" y="0"/>
                  <a:pt x="20270" y="270"/>
                  <a:pt x="28" y="1079"/>
                </a:cubicBezTo>
                <a:cubicBezTo>
                  <a:pt x="0" y="1088"/>
                  <a:pt x="174" y="11183"/>
                  <a:pt x="180" y="13813"/>
                </a:cubicBezTo>
                <a:cubicBezTo>
                  <a:pt x="195" y="18247"/>
                  <a:pt x="222" y="22095"/>
                  <a:pt x="222" y="22095"/>
                </a:cubicBezTo>
                <a:lnTo>
                  <a:pt x="112497" y="22095"/>
                </a:lnTo>
                <a:lnTo>
                  <a:pt x="112308" y="1079"/>
                </a:lnTo>
                <a:cubicBezTo>
                  <a:pt x="112308" y="1079"/>
                  <a:pt x="89395" y="0"/>
                  <a:pt x="5612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0" name="Google Shape;690;p19"/>
          <p:cNvGrpSpPr/>
          <p:nvPr/>
        </p:nvGrpSpPr>
        <p:grpSpPr>
          <a:xfrm>
            <a:off x="6736599" y="4252403"/>
            <a:ext cx="2493839" cy="1170910"/>
            <a:chOff x="6355762" y="3790702"/>
            <a:chExt cx="2952337" cy="1386184"/>
          </a:xfrm>
        </p:grpSpPr>
        <p:sp>
          <p:nvSpPr>
            <p:cNvPr id="691" name="Google Shape;691;p19"/>
            <p:cNvSpPr/>
            <p:nvPr/>
          </p:nvSpPr>
          <p:spPr>
            <a:xfrm>
              <a:off x="6355762" y="4233701"/>
              <a:ext cx="1746789" cy="943185"/>
            </a:xfrm>
            <a:custGeom>
              <a:avLst/>
              <a:gdLst/>
              <a:ahLst/>
              <a:cxnLst/>
              <a:rect l="l" t="t" r="r" b="b"/>
              <a:pathLst>
                <a:path w="21550" h="11636" extrusionOk="0">
                  <a:moveTo>
                    <a:pt x="8175" y="1"/>
                  </a:moveTo>
                  <a:cubicBezTo>
                    <a:pt x="5636" y="1"/>
                    <a:pt x="3575" y="2053"/>
                    <a:pt x="3575" y="4593"/>
                  </a:cubicBezTo>
                  <a:cubicBezTo>
                    <a:pt x="3575" y="5116"/>
                    <a:pt x="3666" y="5624"/>
                    <a:pt x="3833" y="6090"/>
                  </a:cubicBezTo>
                  <a:cubicBezTo>
                    <a:pt x="1593" y="6931"/>
                    <a:pt x="0" y="9089"/>
                    <a:pt x="0" y="11614"/>
                  </a:cubicBezTo>
                  <a:lnTo>
                    <a:pt x="0" y="11636"/>
                  </a:lnTo>
                  <a:lnTo>
                    <a:pt x="21550" y="11636"/>
                  </a:lnTo>
                  <a:cubicBezTo>
                    <a:pt x="21299" y="10098"/>
                    <a:pt x="20291" y="8824"/>
                    <a:pt x="18920" y="8197"/>
                  </a:cubicBezTo>
                  <a:cubicBezTo>
                    <a:pt x="19289" y="7538"/>
                    <a:pt x="19497" y="6771"/>
                    <a:pt x="19497" y="5958"/>
                  </a:cubicBezTo>
                  <a:cubicBezTo>
                    <a:pt x="19497" y="3424"/>
                    <a:pt x="17443" y="1365"/>
                    <a:pt x="14905" y="1365"/>
                  </a:cubicBezTo>
                  <a:cubicBezTo>
                    <a:pt x="13868" y="1365"/>
                    <a:pt x="12914" y="1706"/>
                    <a:pt x="12149" y="2284"/>
                  </a:cubicBezTo>
                  <a:cubicBezTo>
                    <a:pt x="11495" y="1163"/>
                    <a:pt x="10381" y="342"/>
                    <a:pt x="9066" y="84"/>
                  </a:cubicBezTo>
                  <a:cubicBezTo>
                    <a:pt x="8774" y="29"/>
                    <a:pt x="8482" y="1"/>
                    <a:pt x="81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19"/>
            <p:cNvSpPr/>
            <p:nvPr/>
          </p:nvSpPr>
          <p:spPr>
            <a:xfrm>
              <a:off x="7509271" y="3790702"/>
              <a:ext cx="1798828" cy="1367278"/>
            </a:xfrm>
            <a:custGeom>
              <a:avLst/>
              <a:gdLst/>
              <a:ahLst/>
              <a:cxnLst/>
              <a:rect l="l" t="t" r="r" b="b"/>
              <a:pathLst>
                <a:path w="22192" h="16868" extrusionOk="0">
                  <a:moveTo>
                    <a:pt x="18050" y="1"/>
                  </a:moveTo>
                  <a:cubicBezTo>
                    <a:pt x="15775" y="1"/>
                    <a:pt x="13785" y="1232"/>
                    <a:pt x="12714" y="3075"/>
                  </a:cubicBezTo>
                  <a:cubicBezTo>
                    <a:pt x="11684" y="2297"/>
                    <a:pt x="10396" y="1838"/>
                    <a:pt x="9005" y="1838"/>
                  </a:cubicBezTo>
                  <a:cubicBezTo>
                    <a:pt x="6562" y="1838"/>
                    <a:pt x="4454" y="3257"/>
                    <a:pt x="3452" y="5316"/>
                  </a:cubicBezTo>
                  <a:cubicBezTo>
                    <a:pt x="3055" y="6131"/>
                    <a:pt x="2833" y="7042"/>
                    <a:pt x="2833" y="8010"/>
                  </a:cubicBezTo>
                  <a:cubicBezTo>
                    <a:pt x="2833" y="9102"/>
                    <a:pt x="3118" y="10131"/>
                    <a:pt x="3619" y="11023"/>
                  </a:cubicBezTo>
                  <a:cubicBezTo>
                    <a:pt x="1484" y="11990"/>
                    <a:pt x="1" y="14139"/>
                    <a:pt x="1" y="16637"/>
                  </a:cubicBezTo>
                  <a:cubicBezTo>
                    <a:pt x="1" y="16714"/>
                    <a:pt x="1" y="16791"/>
                    <a:pt x="7" y="16868"/>
                  </a:cubicBezTo>
                  <a:lnTo>
                    <a:pt x="22192" y="16868"/>
                  </a:lnTo>
                  <a:lnTo>
                    <a:pt x="22192" y="1594"/>
                  </a:lnTo>
                  <a:cubicBezTo>
                    <a:pt x="21098" y="599"/>
                    <a:pt x="19645" y="1"/>
                    <a:pt x="1805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3" name="Google Shape;693;p19"/>
          <p:cNvGrpSpPr/>
          <p:nvPr/>
        </p:nvGrpSpPr>
        <p:grpSpPr>
          <a:xfrm>
            <a:off x="109969" y="4252405"/>
            <a:ext cx="472314" cy="437934"/>
            <a:chOff x="247670" y="4242199"/>
            <a:chExt cx="638089" cy="591643"/>
          </a:xfrm>
        </p:grpSpPr>
        <p:sp>
          <p:nvSpPr>
            <p:cNvPr id="694" name="Google Shape;694;p19"/>
            <p:cNvSpPr/>
            <p:nvPr/>
          </p:nvSpPr>
          <p:spPr>
            <a:xfrm>
              <a:off x="535347" y="4508152"/>
              <a:ext cx="308019" cy="252899"/>
            </a:xfrm>
            <a:custGeom>
              <a:avLst/>
              <a:gdLst/>
              <a:ahLst/>
              <a:cxnLst/>
              <a:rect l="l" t="t" r="r" b="b"/>
              <a:pathLst>
                <a:path w="3800" h="3120" extrusionOk="0">
                  <a:moveTo>
                    <a:pt x="925" y="1"/>
                  </a:moveTo>
                  <a:lnTo>
                    <a:pt x="0" y="752"/>
                  </a:lnTo>
                  <a:cubicBezTo>
                    <a:pt x="31" y="789"/>
                    <a:pt x="1005" y="3119"/>
                    <a:pt x="1986" y="3119"/>
                  </a:cubicBezTo>
                  <a:cubicBezTo>
                    <a:pt x="2125" y="3119"/>
                    <a:pt x="2265" y="3072"/>
                    <a:pt x="2402" y="2965"/>
                  </a:cubicBezTo>
                  <a:cubicBezTo>
                    <a:pt x="3799" y="1865"/>
                    <a:pt x="925" y="1"/>
                    <a:pt x="925" y="1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19"/>
            <p:cNvSpPr/>
            <p:nvPr/>
          </p:nvSpPr>
          <p:spPr>
            <a:xfrm>
              <a:off x="515569" y="4242199"/>
              <a:ext cx="263518" cy="263194"/>
            </a:xfrm>
            <a:custGeom>
              <a:avLst/>
              <a:gdLst/>
              <a:ahLst/>
              <a:cxnLst/>
              <a:rect l="l" t="t" r="r" b="b"/>
              <a:pathLst>
                <a:path w="3251" h="3247" extrusionOk="0">
                  <a:moveTo>
                    <a:pt x="1544" y="0"/>
                  </a:moveTo>
                  <a:cubicBezTo>
                    <a:pt x="305" y="0"/>
                    <a:pt x="0" y="2752"/>
                    <a:pt x="0" y="2752"/>
                  </a:cubicBezTo>
                  <a:lnTo>
                    <a:pt x="1086" y="3247"/>
                  </a:lnTo>
                  <a:cubicBezTo>
                    <a:pt x="1107" y="3198"/>
                    <a:pt x="3250" y="700"/>
                    <a:pt x="1991" y="109"/>
                  </a:cubicBezTo>
                  <a:cubicBezTo>
                    <a:pt x="1830" y="34"/>
                    <a:pt x="1681" y="0"/>
                    <a:pt x="1544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19"/>
            <p:cNvSpPr/>
            <p:nvPr/>
          </p:nvSpPr>
          <p:spPr>
            <a:xfrm>
              <a:off x="247670" y="4464218"/>
              <a:ext cx="294482" cy="170950"/>
            </a:xfrm>
            <a:custGeom>
              <a:avLst/>
              <a:gdLst/>
              <a:ahLst/>
              <a:cxnLst/>
              <a:rect l="l" t="t" r="r" b="b"/>
              <a:pathLst>
                <a:path w="3633" h="2109" extrusionOk="0">
                  <a:moveTo>
                    <a:pt x="3340" y="119"/>
                  </a:moveTo>
                  <a:cubicBezTo>
                    <a:pt x="3292" y="132"/>
                    <a:pt x="0" y="0"/>
                    <a:pt x="321" y="1356"/>
                  </a:cubicBezTo>
                  <a:cubicBezTo>
                    <a:pt x="454" y="1918"/>
                    <a:pt x="846" y="2108"/>
                    <a:pt x="1317" y="2108"/>
                  </a:cubicBezTo>
                  <a:cubicBezTo>
                    <a:pt x="2303" y="2108"/>
                    <a:pt x="3633" y="1273"/>
                    <a:pt x="3633" y="1273"/>
                  </a:cubicBezTo>
                  <a:lnTo>
                    <a:pt x="3340" y="119"/>
                  </a:ln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19"/>
            <p:cNvSpPr/>
            <p:nvPr/>
          </p:nvSpPr>
          <p:spPr>
            <a:xfrm>
              <a:off x="542075" y="4336146"/>
              <a:ext cx="343684" cy="244794"/>
            </a:xfrm>
            <a:custGeom>
              <a:avLst/>
              <a:gdLst/>
              <a:ahLst/>
              <a:cxnLst/>
              <a:rect l="l" t="t" r="r" b="b"/>
              <a:pathLst>
                <a:path w="4240" h="3020" extrusionOk="0">
                  <a:moveTo>
                    <a:pt x="2928" y="1"/>
                  </a:moveTo>
                  <a:cubicBezTo>
                    <a:pt x="2084" y="1"/>
                    <a:pt x="1" y="1600"/>
                    <a:pt x="1" y="1600"/>
                  </a:cubicBezTo>
                  <a:lnTo>
                    <a:pt x="231" y="2624"/>
                  </a:lnTo>
                  <a:cubicBezTo>
                    <a:pt x="231" y="2624"/>
                    <a:pt x="1622" y="3020"/>
                    <a:pt x="2640" y="3020"/>
                  </a:cubicBezTo>
                  <a:cubicBezTo>
                    <a:pt x="2978" y="3020"/>
                    <a:pt x="3275" y="2976"/>
                    <a:pt x="3466" y="2859"/>
                  </a:cubicBezTo>
                  <a:cubicBezTo>
                    <a:pt x="4239" y="2400"/>
                    <a:pt x="2506" y="1600"/>
                    <a:pt x="2506" y="1600"/>
                  </a:cubicBezTo>
                  <a:cubicBezTo>
                    <a:pt x="2506" y="1600"/>
                    <a:pt x="3646" y="807"/>
                    <a:pt x="3222" y="132"/>
                  </a:cubicBezTo>
                  <a:cubicBezTo>
                    <a:pt x="3163" y="40"/>
                    <a:pt x="3061" y="1"/>
                    <a:pt x="2928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19"/>
            <p:cNvSpPr/>
            <p:nvPr/>
          </p:nvSpPr>
          <p:spPr>
            <a:xfrm>
              <a:off x="267935" y="4254601"/>
              <a:ext cx="324473" cy="302101"/>
            </a:xfrm>
            <a:custGeom>
              <a:avLst/>
              <a:gdLst/>
              <a:ahLst/>
              <a:cxnLst/>
              <a:rect l="l" t="t" r="r" b="b"/>
              <a:pathLst>
                <a:path w="4003" h="3727" extrusionOk="0">
                  <a:moveTo>
                    <a:pt x="2471" y="0"/>
                  </a:moveTo>
                  <a:cubicBezTo>
                    <a:pt x="1944" y="0"/>
                    <a:pt x="2033" y="1507"/>
                    <a:pt x="2033" y="1507"/>
                  </a:cubicBezTo>
                  <a:cubicBezTo>
                    <a:pt x="2033" y="1507"/>
                    <a:pt x="1519" y="1243"/>
                    <a:pt x="1049" y="1243"/>
                  </a:cubicBezTo>
                  <a:cubicBezTo>
                    <a:pt x="790" y="1243"/>
                    <a:pt x="545" y="1323"/>
                    <a:pt x="405" y="1569"/>
                  </a:cubicBezTo>
                  <a:cubicBezTo>
                    <a:pt x="1" y="2265"/>
                    <a:pt x="3209" y="3727"/>
                    <a:pt x="3209" y="3727"/>
                  </a:cubicBezTo>
                  <a:lnTo>
                    <a:pt x="4002" y="3045"/>
                  </a:lnTo>
                  <a:cubicBezTo>
                    <a:pt x="4002" y="3045"/>
                    <a:pt x="3466" y="540"/>
                    <a:pt x="2695" y="74"/>
                  </a:cubicBezTo>
                  <a:cubicBezTo>
                    <a:pt x="2610" y="23"/>
                    <a:pt x="2536" y="0"/>
                    <a:pt x="2471" y="0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19"/>
            <p:cNvSpPr/>
            <p:nvPr/>
          </p:nvSpPr>
          <p:spPr>
            <a:xfrm>
              <a:off x="331971" y="4518366"/>
              <a:ext cx="260438" cy="315476"/>
            </a:xfrm>
            <a:custGeom>
              <a:avLst/>
              <a:gdLst/>
              <a:ahLst/>
              <a:cxnLst/>
              <a:rect l="l" t="t" r="r" b="b"/>
              <a:pathLst>
                <a:path w="3213" h="3892" extrusionOk="0">
                  <a:moveTo>
                    <a:pt x="2272" y="0"/>
                  </a:moveTo>
                  <a:cubicBezTo>
                    <a:pt x="2272" y="0"/>
                    <a:pt x="171" y="1468"/>
                    <a:pt x="46" y="2358"/>
                  </a:cubicBezTo>
                  <a:cubicBezTo>
                    <a:pt x="0" y="2667"/>
                    <a:pt x="175" y="2767"/>
                    <a:pt x="423" y="2767"/>
                  </a:cubicBezTo>
                  <a:cubicBezTo>
                    <a:pt x="893" y="2767"/>
                    <a:pt x="1626" y="2407"/>
                    <a:pt x="1626" y="2407"/>
                  </a:cubicBezTo>
                  <a:lnTo>
                    <a:pt x="1626" y="2407"/>
                  </a:lnTo>
                  <a:cubicBezTo>
                    <a:pt x="1626" y="2407"/>
                    <a:pt x="1520" y="3793"/>
                    <a:pt x="2314" y="3890"/>
                  </a:cubicBezTo>
                  <a:cubicBezTo>
                    <a:pt x="2324" y="3891"/>
                    <a:pt x="2335" y="3891"/>
                    <a:pt x="2346" y="3891"/>
                  </a:cubicBezTo>
                  <a:cubicBezTo>
                    <a:pt x="3110" y="3891"/>
                    <a:pt x="3212" y="459"/>
                    <a:pt x="3212" y="459"/>
                  </a:cubicBezTo>
                  <a:lnTo>
                    <a:pt x="2272" y="0"/>
                  </a:ln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9"/>
            <p:cNvSpPr/>
            <p:nvPr/>
          </p:nvSpPr>
          <p:spPr>
            <a:xfrm>
              <a:off x="476661" y="4431957"/>
              <a:ext cx="172166" cy="172166"/>
            </a:xfrm>
            <a:custGeom>
              <a:avLst/>
              <a:gdLst/>
              <a:ahLst/>
              <a:cxnLst/>
              <a:rect l="l" t="t" r="r" b="b"/>
              <a:pathLst>
                <a:path w="2124" h="2124" extrusionOk="0">
                  <a:moveTo>
                    <a:pt x="1058" y="1"/>
                  </a:moveTo>
                  <a:cubicBezTo>
                    <a:pt x="474" y="1"/>
                    <a:pt x="1" y="482"/>
                    <a:pt x="1" y="1066"/>
                  </a:cubicBezTo>
                  <a:cubicBezTo>
                    <a:pt x="1" y="1651"/>
                    <a:pt x="474" y="2123"/>
                    <a:pt x="1058" y="2123"/>
                  </a:cubicBezTo>
                  <a:cubicBezTo>
                    <a:pt x="1643" y="2123"/>
                    <a:pt x="2124" y="1651"/>
                    <a:pt x="2124" y="1066"/>
                  </a:cubicBezTo>
                  <a:cubicBezTo>
                    <a:pt x="2124" y="482"/>
                    <a:pt x="1643" y="1"/>
                    <a:pt x="1058" y="1"/>
                  </a:cubicBezTo>
                  <a:close/>
                </a:path>
              </a:pathLst>
            </a:custGeom>
            <a:solidFill>
              <a:srgbClr val="FFB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1" name="Google Shape;701;p19"/>
          <p:cNvGrpSpPr/>
          <p:nvPr/>
        </p:nvGrpSpPr>
        <p:grpSpPr>
          <a:xfrm>
            <a:off x="1968712" y="5030390"/>
            <a:ext cx="361095" cy="334870"/>
            <a:chOff x="247670" y="4242199"/>
            <a:chExt cx="638089" cy="591643"/>
          </a:xfrm>
        </p:grpSpPr>
        <p:sp>
          <p:nvSpPr>
            <p:cNvPr id="702" name="Google Shape;702;p19"/>
            <p:cNvSpPr/>
            <p:nvPr/>
          </p:nvSpPr>
          <p:spPr>
            <a:xfrm>
              <a:off x="535347" y="4508152"/>
              <a:ext cx="308019" cy="252899"/>
            </a:xfrm>
            <a:custGeom>
              <a:avLst/>
              <a:gdLst/>
              <a:ahLst/>
              <a:cxnLst/>
              <a:rect l="l" t="t" r="r" b="b"/>
              <a:pathLst>
                <a:path w="3800" h="3120" extrusionOk="0">
                  <a:moveTo>
                    <a:pt x="925" y="1"/>
                  </a:moveTo>
                  <a:lnTo>
                    <a:pt x="0" y="752"/>
                  </a:lnTo>
                  <a:cubicBezTo>
                    <a:pt x="31" y="789"/>
                    <a:pt x="1005" y="3119"/>
                    <a:pt x="1986" y="3119"/>
                  </a:cubicBezTo>
                  <a:cubicBezTo>
                    <a:pt x="2125" y="3119"/>
                    <a:pt x="2265" y="3072"/>
                    <a:pt x="2402" y="2965"/>
                  </a:cubicBezTo>
                  <a:cubicBezTo>
                    <a:pt x="3799" y="1865"/>
                    <a:pt x="925" y="1"/>
                    <a:pt x="925" y="1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19"/>
            <p:cNvSpPr/>
            <p:nvPr/>
          </p:nvSpPr>
          <p:spPr>
            <a:xfrm>
              <a:off x="515569" y="4242199"/>
              <a:ext cx="263518" cy="263194"/>
            </a:xfrm>
            <a:custGeom>
              <a:avLst/>
              <a:gdLst/>
              <a:ahLst/>
              <a:cxnLst/>
              <a:rect l="l" t="t" r="r" b="b"/>
              <a:pathLst>
                <a:path w="3251" h="3247" extrusionOk="0">
                  <a:moveTo>
                    <a:pt x="1544" y="0"/>
                  </a:moveTo>
                  <a:cubicBezTo>
                    <a:pt x="305" y="0"/>
                    <a:pt x="0" y="2752"/>
                    <a:pt x="0" y="2752"/>
                  </a:cubicBezTo>
                  <a:lnTo>
                    <a:pt x="1086" y="3247"/>
                  </a:lnTo>
                  <a:cubicBezTo>
                    <a:pt x="1107" y="3198"/>
                    <a:pt x="3250" y="700"/>
                    <a:pt x="1991" y="109"/>
                  </a:cubicBezTo>
                  <a:cubicBezTo>
                    <a:pt x="1830" y="34"/>
                    <a:pt x="1681" y="0"/>
                    <a:pt x="1544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19"/>
            <p:cNvSpPr/>
            <p:nvPr/>
          </p:nvSpPr>
          <p:spPr>
            <a:xfrm>
              <a:off x="247670" y="4464218"/>
              <a:ext cx="294482" cy="170950"/>
            </a:xfrm>
            <a:custGeom>
              <a:avLst/>
              <a:gdLst/>
              <a:ahLst/>
              <a:cxnLst/>
              <a:rect l="l" t="t" r="r" b="b"/>
              <a:pathLst>
                <a:path w="3633" h="2109" extrusionOk="0">
                  <a:moveTo>
                    <a:pt x="3340" y="119"/>
                  </a:moveTo>
                  <a:cubicBezTo>
                    <a:pt x="3292" y="132"/>
                    <a:pt x="0" y="0"/>
                    <a:pt x="321" y="1356"/>
                  </a:cubicBezTo>
                  <a:cubicBezTo>
                    <a:pt x="454" y="1918"/>
                    <a:pt x="846" y="2108"/>
                    <a:pt x="1317" y="2108"/>
                  </a:cubicBezTo>
                  <a:cubicBezTo>
                    <a:pt x="2303" y="2108"/>
                    <a:pt x="3633" y="1273"/>
                    <a:pt x="3633" y="1273"/>
                  </a:cubicBezTo>
                  <a:lnTo>
                    <a:pt x="3340" y="119"/>
                  </a:ln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19"/>
            <p:cNvSpPr/>
            <p:nvPr/>
          </p:nvSpPr>
          <p:spPr>
            <a:xfrm>
              <a:off x="542075" y="4336146"/>
              <a:ext cx="343684" cy="244794"/>
            </a:xfrm>
            <a:custGeom>
              <a:avLst/>
              <a:gdLst/>
              <a:ahLst/>
              <a:cxnLst/>
              <a:rect l="l" t="t" r="r" b="b"/>
              <a:pathLst>
                <a:path w="4240" h="3020" extrusionOk="0">
                  <a:moveTo>
                    <a:pt x="2928" y="1"/>
                  </a:moveTo>
                  <a:cubicBezTo>
                    <a:pt x="2084" y="1"/>
                    <a:pt x="1" y="1600"/>
                    <a:pt x="1" y="1600"/>
                  </a:cubicBezTo>
                  <a:lnTo>
                    <a:pt x="231" y="2624"/>
                  </a:lnTo>
                  <a:cubicBezTo>
                    <a:pt x="231" y="2624"/>
                    <a:pt x="1622" y="3020"/>
                    <a:pt x="2640" y="3020"/>
                  </a:cubicBezTo>
                  <a:cubicBezTo>
                    <a:pt x="2978" y="3020"/>
                    <a:pt x="3275" y="2976"/>
                    <a:pt x="3466" y="2859"/>
                  </a:cubicBezTo>
                  <a:cubicBezTo>
                    <a:pt x="4239" y="2400"/>
                    <a:pt x="2506" y="1600"/>
                    <a:pt x="2506" y="1600"/>
                  </a:cubicBezTo>
                  <a:cubicBezTo>
                    <a:pt x="2506" y="1600"/>
                    <a:pt x="3646" y="807"/>
                    <a:pt x="3222" y="132"/>
                  </a:cubicBezTo>
                  <a:cubicBezTo>
                    <a:pt x="3163" y="40"/>
                    <a:pt x="3061" y="1"/>
                    <a:pt x="2928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19"/>
            <p:cNvSpPr/>
            <p:nvPr/>
          </p:nvSpPr>
          <p:spPr>
            <a:xfrm>
              <a:off x="267935" y="4254601"/>
              <a:ext cx="324473" cy="302101"/>
            </a:xfrm>
            <a:custGeom>
              <a:avLst/>
              <a:gdLst/>
              <a:ahLst/>
              <a:cxnLst/>
              <a:rect l="l" t="t" r="r" b="b"/>
              <a:pathLst>
                <a:path w="4003" h="3727" extrusionOk="0">
                  <a:moveTo>
                    <a:pt x="2471" y="0"/>
                  </a:moveTo>
                  <a:cubicBezTo>
                    <a:pt x="1944" y="0"/>
                    <a:pt x="2033" y="1507"/>
                    <a:pt x="2033" y="1507"/>
                  </a:cubicBezTo>
                  <a:cubicBezTo>
                    <a:pt x="2033" y="1507"/>
                    <a:pt x="1519" y="1243"/>
                    <a:pt x="1049" y="1243"/>
                  </a:cubicBezTo>
                  <a:cubicBezTo>
                    <a:pt x="790" y="1243"/>
                    <a:pt x="545" y="1323"/>
                    <a:pt x="405" y="1569"/>
                  </a:cubicBezTo>
                  <a:cubicBezTo>
                    <a:pt x="1" y="2265"/>
                    <a:pt x="3209" y="3727"/>
                    <a:pt x="3209" y="3727"/>
                  </a:cubicBezTo>
                  <a:lnTo>
                    <a:pt x="4002" y="3045"/>
                  </a:lnTo>
                  <a:cubicBezTo>
                    <a:pt x="4002" y="3045"/>
                    <a:pt x="3466" y="540"/>
                    <a:pt x="2695" y="74"/>
                  </a:cubicBezTo>
                  <a:cubicBezTo>
                    <a:pt x="2610" y="23"/>
                    <a:pt x="2536" y="0"/>
                    <a:pt x="2471" y="0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19"/>
            <p:cNvSpPr/>
            <p:nvPr/>
          </p:nvSpPr>
          <p:spPr>
            <a:xfrm>
              <a:off x="331971" y="4518366"/>
              <a:ext cx="260438" cy="315476"/>
            </a:xfrm>
            <a:custGeom>
              <a:avLst/>
              <a:gdLst/>
              <a:ahLst/>
              <a:cxnLst/>
              <a:rect l="l" t="t" r="r" b="b"/>
              <a:pathLst>
                <a:path w="3213" h="3892" extrusionOk="0">
                  <a:moveTo>
                    <a:pt x="2272" y="0"/>
                  </a:moveTo>
                  <a:cubicBezTo>
                    <a:pt x="2272" y="0"/>
                    <a:pt x="171" y="1468"/>
                    <a:pt x="46" y="2358"/>
                  </a:cubicBezTo>
                  <a:cubicBezTo>
                    <a:pt x="0" y="2667"/>
                    <a:pt x="175" y="2767"/>
                    <a:pt x="423" y="2767"/>
                  </a:cubicBezTo>
                  <a:cubicBezTo>
                    <a:pt x="893" y="2767"/>
                    <a:pt x="1626" y="2407"/>
                    <a:pt x="1626" y="2407"/>
                  </a:cubicBezTo>
                  <a:lnTo>
                    <a:pt x="1626" y="2407"/>
                  </a:lnTo>
                  <a:cubicBezTo>
                    <a:pt x="1626" y="2407"/>
                    <a:pt x="1520" y="3793"/>
                    <a:pt x="2314" y="3890"/>
                  </a:cubicBezTo>
                  <a:cubicBezTo>
                    <a:pt x="2324" y="3891"/>
                    <a:pt x="2335" y="3891"/>
                    <a:pt x="2346" y="3891"/>
                  </a:cubicBezTo>
                  <a:cubicBezTo>
                    <a:pt x="3110" y="3891"/>
                    <a:pt x="3212" y="459"/>
                    <a:pt x="3212" y="459"/>
                  </a:cubicBezTo>
                  <a:lnTo>
                    <a:pt x="2272" y="0"/>
                  </a:ln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19"/>
            <p:cNvSpPr/>
            <p:nvPr/>
          </p:nvSpPr>
          <p:spPr>
            <a:xfrm>
              <a:off x="476661" y="4431957"/>
              <a:ext cx="172166" cy="172166"/>
            </a:xfrm>
            <a:custGeom>
              <a:avLst/>
              <a:gdLst/>
              <a:ahLst/>
              <a:cxnLst/>
              <a:rect l="l" t="t" r="r" b="b"/>
              <a:pathLst>
                <a:path w="2124" h="2124" extrusionOk="0">
                  <a:moveTo>
                    <a:pt x="1058" y="1"/>
                  </a:moveTo>
                  <a:cubicBezTo>
                    <a:pt x="474" y="1"/>
                    <a:pt x="1" y="482"/>
                    <a:pt x="1" y="1066"/>
                  </a:cubicBezTo>
                  <a:cubicBezTo>
                    <a:pt x="1" y="1651"/>
                    <a:pt x="474" y="2123"/>
                    <a:pt x="1058" y="2123"/>
                  </a:cubicBezTo>
                  <a:cubicBezTo>
                    <a:pt x="1643" y="2123"/>
                    <a:pt x="2124" y="1651"/>
                    <a:pt x="2124" y="1066"/>
                  </a:cubicBezTo>
                  <a:cubicBezTo>
                    <a:pt x="2124" y="482"/>
                    <a:pt x="1643" y="1"/>
                    <a:pt x="1058" y="1"/>
                  </a:cubicBezTo>
                  <a:close/>
                </a:path>
              </a:pathLst>
            </a:custGeom>
            <a:solidFill>
              <a:srgbClr val="FFB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9" name="Google Shape;709;p19"/>
          <p:cNvGrpSpPr/>
          <p:nvPr/>
        </p:nvGrpSpPr>
        <p:grpSpPr>
          <a:xfrm>
            <a:off x="4840401" y="4906560"/>
            <a:ext cx="472314" cy="437993"/>
            <a:chOff x="247670" y="4242199"/>
            <a:chExt cx="638089" cy="591643"/>
          </a:xfrm>
        </p:grpSpPr>
        <p:sp>
          <p:nvSpPr>
            <p:cNvPr id="710" name="Google Shape;710;p19"/>
            <p:cNvSpPr/>
            <p:nvPr/>
          </p:nvSpPr>
          <p:spPr>
            <a:xfrm>
              <a:off x="535347" y="4508152"/>
              <a:ext cx="308019" cy="252899"/>
            </a:xfrm>
            <a:custGeom>
              <a:avLst/>
              <a:gdLst/>
              <a:ahLst/>
              <a:cxnLst/>
              <a:rect l="l" t="t" r="r" b="b"/>
              <a:pathLst>
                <a:path w="3800" h="3120" extrusionOk="0">
                  <a:moveTo>
                    <a:pt x="925" y="1"/>
                  </a:moveTo>
                  <a:lnTo>
                    <a:pt x="0" y="752"/>
                  </a:lnTo>
                  <a:cubicBezTo>
                    <a:pt x="31" y="789"/>
                    <a:pt x="1005" y="3119"/>
                    <a:pt x="1986" y="3119"/>
                  </a:cubicBezTo>
                  <a:cubicBezTo>
                    <a:pt x="2125" y="3119"/>
                    <a:pt x="2265" y="3072"/>
                    <a:pt x="2402" y="2965"/>
                  </a:cubicBezTo>
                  <a:cubicBezTo>
                    <a:pt x="3799" y="1865"/>
                    <a:pt x="925" y="1"/>
                    <a:pt x="925" y="1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19"/>
            <p:cNvSpPr/>
            <p:nvPr/>
          </p:nvSpPr>
          <p:spPr>
            <a:xfrm>
              <a:off x="515569" y="4242199"/>
              <a:ext cx="263518" cy="263194"/>
            </a:xfrm>
            <a:custGeom>
              <a:avLst/>
              <a:gdLst/>
              <a:ahLst/>
              <a:cxnLst/>
              <a:rect l="l" t="t" r="r" b="b"/>
              <a:pathLst>
                <a:path w="3251" h="3247" extrusionOk="0">
                  <a:moveTo>
                    <a:pt x="1544" y="0"/>
                  </a:moveTo>
                  <a:cubicBezTo>
                    <a:pt x="305" y="0"/>
                    <a:pt x="0" y="2752"/>
                    <a:pt x="0" y="2752"/>
                  </a:cubicBezTo>
                  <a:lnTo>
                    <a:pt x="1086" y="3247"/>
                  </a:lnTo>
                  <a:cubicBezTo>
                    <a:pt x="1107" y="3198"/>
                    <a:pt x="3250" y="700"/>
                    <a:pt x="1991" y="109"/>
                  </a:cubicBezTo>
                  <a:cubicBezTo>
                    <a:pt x="1830" y="34"/>
                    <a:pt x="1681" y="0"/>
                    <a:pt x="1544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19"/>
            <p:cNvSpPr/>
            <p:nvPr/>
          </p:nvSpPr>
          <p:spPr>
            <a:xfrm>
              <a:off x="247670" y="4464218"/>
              <a:ext cx="294482" cy="170950"/>
            </a:xfrm>
            <a:custGeom>
              <a:avLst/>
              <a:gdLst/>
              <a:ahLst/>
              <a:cxnLst/>
              <a:rect l="l" t="t" r="r" b="b"/>
              <a:pathLst>
                <a:path w="3633" h="2109" extrusionOk="0">
                  <a:moveTo>
                    <a:pt x="3340" y="119"/>
                  </a:moveTo>
                  <a:cubicBezTo>
                    <a:pt x="3292" y="132"/>
                    <a:pt x="0" y="0"/>
                    <a:pt x="321" y="1356"/>
                  </a:cubicBezTo>
                  <a:cubicBezTo>
                    <a:pt x="454" y="1918"/>
                    <a:pt x="846" y="2108"/>
                    <a:pt x="1317" y="2108"/>
                  </a:cubicBezTo>
                  <a:cubicBezTo>
                    <a:pt x="2303" y="2108"/>
                    <a:pt x="3633" y="1273"/>
                    <a:pt x="3633" y="1273"/>
                  </a:cubicBezTo>
                  <a:lnTo>
                    <a:pt x="3340" y="119"/>
                  </a:ln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19"/>
            <p:cNvSpPr/>
            <p:nvPr/>
          </p:nvSpPr>
          <p:spPr>
            <a:xfrm>
              <a:off x="542075" y="4336146"/>
              <a:ext cx="343684" cy="244794"/>
            </a:xfrm>
            <a:custGeom>
              <a:avLst/>
              <a:gdLst/>
              <a:ahLst/>
              <a:cxnLst/>
              <a:rect l="l" t="t" r="r" b="b"/>
              <a:pathLst>
                <a:path w="4240" h="3020" extrusionOk="0">
                  <a:moveTo>
                    <a:pt x="2928" y="1"/>
                  </a:moveTo>
                  <a:cubicBezTo>
                    <a:pt x="2084" y="1"/>
                    <a:pt x="1" y="1600"/>
                    <a:pt x="1" y="1600"/>
                  </a:cubicBezTo>
                  <a:lnTo>
                    <a:pt x="231" y="2624"/>
                  </a:lnTo>
                  <a:cubicBezTo>
                    <a:pt x="231" y="2624"/>
                    <a:pt x="1622" y="3020"/>
                    <a:pt x="2640" y="3020"/>
                  </a:cubicBezTo>
                  <a:cubicBezTo>
                    <a:pt x="2978" y="3020"/>
                    <a:pt x="3275" y="2976"/>
                    <a:pt x="3466" y="2859"/>
                  </a:cubicBezTo>
                  <a:cubicBezTo>
                    <a:pt x="4239" y="2400"/>
                    <a:pt x="2506" y="1600"/>
                    <a:pt x="2506" y="1600"/>
                  </a:cubicBezTo>
                  <a:cubicBezTo>
                    <a:pt x="2506" y="1600"/>
                    <a:pt x="3646" y="807"/>
                    <a:pt x="3222" y="132"/>
                  </a:cubicBezTo>
                  <a:cubicBezTo>
                    <a:pt x="3163" y="40"/>
                    <a:pt x="3061" y="1"/>
                    <a:pt x="2928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19"/>
            <p:cNvSpPr/>
            <p:nvPr/>
          </p:nvSpPr>
          <p:spPr>
            <a:xfrm>
              <a:off x="267935" y="4254601"/>
              <a:ext cx="324473" cy="302101"/>
            </a:xfrm>
            <a:custGeom>
              <a:avLst/>
              <a:gdLst/>
              <a:ahLst/>
              <a:cxnLst/>
              <a:rect l="l" t="t" r="r" b="b"/>
              <a:pathLst>
                <a:path w="4003" h="3727" extrusionOk="0">
                  <a:moveTo>
                    <a:pt x="2471" y="0"/>
                  </a:moveTo>
                  <a:cubicBezTo>
                    <a:pt x="1944" y="0"/>
                    <a:pt x="2033" y="1507"/>
                    <a:pt x="2033" y="1507"/>
                  </a:cubicBezTo>
                  <a:cubicBezTo>
                    <a:pt x="2033" y="1507"/>
                    <a:pt x="1519" y="1243"/>
                    <a:pt x="1049" y="1243"/>
                  </a:cubicBezTo>
                  <a:cubicBezTo>
                    <a:pt x="790" y="1243"/>
                    <a:pt x="545" y="1323"/>
                    <a:pt x="405" y="1569"/>
                  </a:cubicBezTo>
                  <a:cubicBezTo>
                    <a:pt x="1" y="2265"/>
                    <a:pt x="3209" y="3727"/>
                    <a:pt x="3209" y="3727"/>
                  </a:cubicBezTo>
                  <a:lnTo>
                    <a:pt x="4002" y="3045"/>
                  </a:lnTo>
                  <a:cubicBezTo>
                    <a:pt x="4002" y="3045"/>
                    <a:pt x="3466" y="540"/>
                    <a:pt x="2695" y="74"/>
                  </a:cubicBezTo>
                  <a:cubicBezTo>
                    <a:pt x="2610" y="23"/>
                    <a:pt x="2536" y="0"/>
                    <a:pt x="2471" y="0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19"/>
            <p:cNvSpPr/>
            <p:nvPr/>
          </p:nvSpPr>
          <p:spPr>
            <a:xfrm>
              <a:off x="331971" y="4518366"/>
              <a:ext cx="260438" cy="315476"/>
            </a:xfrm>
            <a:custGeom>
              <a:avLst/>
              <a:gdLst/>
              <a:ahLst/>
              <a:cxnLst/>
              <a:rect l="l" t="t" r="r" b="b"/>
              <a:pathLst>
                <a:path w="3213" h="3892" extrusionOk="0">
                  <a:moveTo>
                    <a:pt x="2272" y="0"/>
                  </a:moveTo>
                  <a:cubicBezTo>
                    <a:pt x="2272" y="0"/>
                    <a:pt x="171" y="1468"/>
                    <a:pt x="46" y="2358"/>
                  </a:cubicBezTo>
                  <a:cubicBezTo>
                    <a:pt x="0" y="2667"/>
                    <a:pt x="175" y="2767"/>
                    <a:pt x="423" y="2767"/>
                  </a:cubicBezTo>
                  <a:cubicBezTo>
                    <a:pt x="893" y="2767"/>
                    <a:pt x="1626" y="2407"/>
                    <a:pt x="1626" y="2407"/>
                  </a:cubicBezTo>
                  <a:lnTo>
                    <a:pt x="1626" y="2407"/>
                  </a:lnTo>
                  <a:cubicBezTo>
                    <a:pt x="1626" y="2407"/>
                    <a:pt x="1520" y="3793"/>
                    <a:pt x="2314" y="3890"/>
                  </a:cubicBezTo>
                  <a:cubicBezTo>
                    <a:pt x="2324" y="3891"/>
                    <a:pt x="2335" y="3891"/>
                    <a:pt x="2346" y="3891"/>
                  </a:cubicBezTo>
                  <a:cubicBezTo>
                    <a:pt x="3110" y="3891"/>
                    <a:pt x="3212" y="459"/>
                    <a:pt x="3212" y="459"/>
                  </a:cubicBezTo>
                  <a:lnTo>
                    <a:pt x="2272" y="0"/>
                  </a:ln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19"/>
            <p:cNvSpPr/>
            <p:nvPr/>
          </p:nvSpPr>
          <p:spPr>
            <a:xfrm>
              <a:off x="476661" y="4431957"/>
              <a:ext cx="172166" cy="172166"/>
            </a:xfrm>
            <a:custGeom>
              <a:avLst/>
              <a:gdLst/>
              <a:ahLst/>
              <a:cxnLst/>
              <a:rect l="l" t="t" r="r" b="b"/>
              <a:pathLst>
                <a:path w="2124" h="2124" extrusionOk="0">
                  <a:moveTo>
                    <a:pt x="1058" y="1"/>
                  </a:moveTo>
                  <a:cubicBezTo>
                    <a:pt x="474" y="1"/>
                    <a:pt x="1" y="482"/>
                    <a:pt x="1" y="1066"/>
                  </a:cubicBezTo>
                  <a:cubicBezTo>
                    <a:pt x="1" y="1651"/>
                    <a:pt x="474" y="2123"/>
                    <a:pt x="1058" y="2123"/>
                  </a:cubicBezTo>
                  <a:cubicBezTo>
                    <a:pt x="1643" y="2123"/>
                    <a:pt x="2124" y="1651"/>
                    <a:pt x="2124" y="1066"/>
                  </a:cubicBezTo>
                  <a:cubicBezTo>
                    <a:pt x="2124" y="482"/>
                    <a:pt x="1643" y="1"/>
                    <a:pt x="1058" y="1"/>
                  </a:cubicBezTo>
                  <a:close/>
                </a:path>
              </a:pathLst>
            </a:custGeom>
            <a:solidFill>
              <a:srgbClr val="FFB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7" name="Google Shape;717;p19"/>
          <p:cNvGrpSpPr/>
          <p:nvPr/>
        </p:nvGrpSpPr>
        <p:grpSpPr>
          <a:xfrm>
            <a:off x="8423989" y="4629518"/>
            <a:ext cx="449342" cy="416694"/>
            <a:chOff x="247670" y="4242199"/>
            <a:chExt cx="638089" cy="591643"/>
          </a:xfrm>
        </p:grpSpPr>
        <p:sp>
          <p:nvSpPr>
            <p:cNvPr id="718" name="Google Shape;718;p19"/>
            <p:cNvSpPr/>
            <p:nvPr/>
          </p:nvSpPr>
          <p:spPr>
            <a:xfrm>
              <a:off x="535347" y="4508152"/>
              <a:ext cx="308019" cy="252899"/>
            </a:xfrm>
            <a:custGeom>
              <a:avLst/>
              <a:gdLst/>
              <a:ahLst/>
              <a:cxnLst/>
              <a:rect l="l" t="t" r="r" b="b"/>
              <a:pathLst>
                <a:path w="3800" h="3120" extrusionOk="0">
                  <a:moveTo>
                    <a:pt x="925" y="1"/>
                  </a:moveTo>
                  <a:lnTo>
                    <a:pt x="0" y="752"/>
                  </a:lnTo>
                  <a:cubicBezTo>
                    <a:pt x="31" y="789"/>
                    <a:pt x="1005" y="3119"/>
                    <a:pt x="1986" y="3119"/>
                  </a:cubicBezTo>
                  <a:cubicBezTo>
                    <a:pt x="2125" y="3119"/>
                    <a:pt x="2265" y="3072"/>
                    <a:pt x="2402" y="2965"/>
                  </a:cubicBezTo>
                  <a:cubicBezTo>
                    <a:pt x="3799" y="1865"/>
                    <a:pt x="925" y="1"/>
                    <a:pt x="925" y="1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19"/>
            <p:cNvSpPr/>
            <p:nvPr/>
          </p:nvSpPr>
          <p:spPr>
            <a:xfrm>
              <a:off x="515569" y="4242199"/>
              <a:ext cx="263518" cy="263194"/>
            </a:xfrm>
            <a:custGeom>
              <a:avLst/>
              <a:gdLst/>
              <a:ahLst/>
              <a:cxnLst/>
              <a:rect l="l" t="t" r="r" b="b"/>
              <a:pathLst>
                <a:path w="3251" h="3247" extrusionOk="0">
                  <a:moveTo>
                    <a:pt x="1544" y="0"/>
                  </a:moveTo>
                  <a:cubicBezTo>
                    <a:pt x="305" y="0"/>
                    <a:pt x="0" y="2752"/>
                    <a:pt x="0" y="2752"/>
                  </a:cubicBezTo>
                  <a:lnTo>
                    <a:pt x="1086" y="3247"/>
                  </a:lnTo>
                  <a:cubicBezTo>
                    <a:pt x="1107" y="3198"/>
                    <a:pt x="3250" y="700"/>
                    <a:pt x="1991" y="109"/>
                  </a:cubicBezTo>
                  <a:cubicBezTo>
                    <a:pt x="1830" y="34"/>
                    <a:pt x="1681" y="0"/>
                    <a:pt x="1544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19"/>
            <p:cNvSpPr/>
            <p:nvPr/>
          </p:nvSpPr>
          <p:spPr>
            <a:xfrm>
              <a:off x="247670" y="4464218"/>
              <a:ext cx="294482" cy="170950"/>
            </a:xfrm>
            <a:custGeom>
              <a:avLst/>
              <a:gdLst/>
              <a:ahLst/>
              <a:cxnLst/>
              <a:rect l="l" t="t" r="r" b="b"/>
              <a:pathLst>
                <a:path w="3633" h="2109" extrusionOk="0">
                  <a:moveTo>
                    <a:pt x="3340" y="119"/>
                  </a:moveTo>
                  <a:cubicBezTo>
                    <a:pt x="3292" y="132"/>
                    <a:pt x="0" y="0"/>
                    <a:pt x="321" y="1356"/>
                  </a:cubicBezTo>
                  <a:cubicBezTo>
                    <a:pt x="454" y="1918"/>
                    <a:pt x="846" y="2108"/>
                    <a:pt x="1317" y="2108"/>
                  </a:cubicBezTo>
                  <a:cubicBezTo>
                    <a:pt x="2303" y="2108"/>
                    <a:pt x="3633" y="1273"/>
                    <a:pt x="3633" y="1273"/>
                  </a:cubicBezTo>
                  <a:lnTo>
                    <a:pt x="3340" y="119"/>
                  </a:ln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19"/>
            <p:cNvSpPr/>
            <p:nvPr/>
          </p:nvSpPr>
          <p:spPr>
            <a:xfrm>
              <a:off x="542075" y="4336146"/>
              <a:ext cx="343684" cy="244794"/>
            </a:xfrm>
            <a:custGeom>
              <a:avLst/>
              <a:gdLst/>
              <a:ahLst/>
              <a:cxnLst/>
              <a:rect l="l" t="t" r="r" b="b"/>
              <a:pathLst>
                <a:path w="4240" h="3020" extrusionOk="0">
                  <a:moveTo>
                    <a:pt x="2928" y="1"/>
                  </a:moveTo>
                  <a:cubicBezTo>
                    <a:pt x="2084" y="1"/>
                    <a:pt x="1" y="1600"/>
                    <a:pt x="1" y="1600"/>
                  </a:cubicBezTo>
                  <a:lnTo>
                    <a:pt x="231" y="2624"/>
                  </a:lnTo>
                  <a:cubicBezTo>
                    <a:pt x="231" y="2624"/>
                    <a:pt x="1622" y="3020"/>
                    <a:pt x="2640" y="3020"/>
                  </a:cubicBezTo>
                  <a:cubicBezTo>
                    <a:pt x="2978" y="3020"/>
                    <a:pt x="3275" y="2976"/>
                    <a:pt x="3466" y="2859"/>
                  </a:cubicBezTo>
                  <a:cubicBezTo>
                    <a:pt x="4239" y="2400"/>
                    <a:pt x="2506" y="1600"/>
                    <a:pt x="2506" y="1600"/>
                  </a:cubicBezTo>
                  <a:cubicBezTo>
                    <a:pt x="2506" y="1600"/>
                    <a:pt x="3646" y="807"/>
                    <a:pt x="3222" y="132"/>
                  </a:cubicBezTo>
                  <a:cubicBezTo>
                    <a:pt x="3163" y="40"/>
                    <a:pt x="3061" y="1"/>
                    <a:pt x="2928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19"/>
            <p:cNvSpPr/>
            <p:nvPr/>
          </p:nvSpPr>
          <p:spPr>
            <a:xfrm>
              <a:off x="267935" y="4254601"/>
              <a:ext cx="324473" cy="302101"/>
            </a:xfrm>
            <a:custGeom>
              <a:avLst/>
              <a:gdLst/>
              <a:ahLst/>
              <a:cxnLst/>
              <a:rect l="l" t="t" r="r" b="b"/>
              <a:pathLst>
                <a:path w="4003" h="3727" extrusionOk="0">
                  <a:moveTo>
                    <a:pt x="2471" y="0"/>
                  </a:moveTo>
                  <a:cubicBezTo>
                    <a:pt x="1944" y="0"/>
                    <a:pt x="2033" y="1507"/>
                    <a:pt x="2033" y="1507"/>
                  </a:cubicBezTo>
                  <a:cubicBezTo>
                    <a:pt x="2033" y="1507"/>
                    <a:pt x="1519" y="1243"/>
                    <a:pt x="1049" y="1243"/>
                  </a:cubicBezTo>
                  <a:cubicBezTo>
                    <a:pt x="790" y="1243"/>
                    <a:pt x="545" y="1323"/>
                    <a:pt x="405" y="1569"/>
                  </a:cubicBezTo>
                  <a:cubicBezTo>
                    <a:pt x="1" y="2265"/>
                    <a:pt x="3209" y="3727"/>
                    <a:pt x="3209" y="3727"/>
                  </a:cubicBezTo>
                  <a:lnTo>
                    <a:pt x="4002" y="3045"/>
                  </a:lnTo>
                  <a:cubicBezTo>
                    <a:pt x="4002" y="3045"/>
                    <a:pt x="3466" y="540"/>
                    <a:pt x="2695" y="74"/>
                  </a:cubicBezTo>
                  <a:cubicBezTo>
                    <a:pt x="2610" y="23"/>
                    <a:pt x="2536" y="0"/>
                    <a:pt x="2471" y="0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19"/>
            <p:cNvSpPr/>
            <p:nvPr/>
          </p:nvSpPr>
          <p:spPr>
            <a:xfrm>
              <a:off x="331971" y="4518366"/>
              <a:ext cx="260438" cy="315476"/>
            </a:xfrm>
            <a:custGeom>
              <a:avLst/>
              <a:gdLst/>
              <a:ahLst/>
              <a:cxnLst/>
              <a:rect l="l" t="t" r="r" b="b"/>
              <a:pathLst>
                <a:path w="3213" h="3892" extrusionOk="0">
                  <a:moveTo>
                    <a:pt x="2272" y="0"/>
                  </a:moveTo>
                  <a:cubicBezTo>
                    <a:pt x="2272" y="0"/>
                    <a:pt x="171" y="1468"/>
                    <a:pt x="46" y="2358"/>
                  </a:cubicBezTo>
                  <a:cubicBezTo>
                    <a:pt x="0" y="2667"/>
                    <a:pt x="175" y="2767"/>
                    <a:pt x="423" y="2767"/>
                  </a:cubicBezTo>
                  <a:cubicBezTo>
                    <a:pt x="893" y="2767"/>
                    <a:pt x="1626" y="2407"/>
                    <a:pt x="1626" y="2407"/>
                  </a:cubicBezTo>
                  <a:lnTo>
                    <a:pt x="1626" y="2407"/>
                  </a:lnTo>
                  <a:cubicBezTo>
                    <a:pt x="1626" y="2407"/>
                    <a:pt x="1520" y="3793"/>
                    <a:pt x="2314" y="3890"/>
                  </a:cubicBezTo>
                  <a:cubicBezTo>
                    <a:pt x="2324" y="3891"/>
                    <a:pt x="2335" y="3891"/>
                    <a:pt x="2346" y="3891"/>
                  </a:cubicBezTo>
                  <a:cubicBezTo>
                    <a:pt x="3110" y="3891"/>
                    <a:pt x="3212" y="459"/>
                    <a:pt x="3212" y="459"/>
                  </a:cubicBezTo>
                  <a:lnTo>
                    <a:pt x="2272" y="0"/>
                  </a:ln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19"/>
            <p:cNvSpPr/>
            <p:nvPr/>
          </p:nvSpPr>
          <p:spPr>
            <a:xfrm>
              <a:off x="476661" y="4431957"/>
              <a:ext cx="172166" cy="172166"/>
            </a:xfrm>
            <a:custGeom>
              <a:avLst/>
              <a:gdLst/>
              <a:ahLst/>
              <a:cxnLst/>
              <a:rect l="l" t="t" r="r" b="b"/>
              <a:pathLst>
                <a:path w="2124" h="2124" extrusionOk="0">
                  <a:moveTo>
                    <a:pt x="1058" y="1"/>
                  </a:moveTo>
                  <a:cubicBezTo>
                    <a:pt x="474" y="1"/>
                    <a:pt x="1" y="482"/>
                    <a:pt x="1" y="1066"/>
                  </a:cubicBezTo>
                  <a:cubicBezTo>
                    <a:pt x="1" y="1651"/>
                    <a:pt x="474" y="2123"/>
                    <a:pt x="1058" y="2123"/>
                  </a:cubicBezTo>
                  <a:cubicBezTo>
                    <a:pt x="1643" y="2123"/>
                    <a:pt x="2124" y="1651"/>
                    <a:pt x="2124" y="1066"/>
                  </a:cubicBezTo>
                  <a:cubicBezTo>
                    <a:pt x="2124" y="482"/>
                    <a:pt x="1643" y="1"/>
                    <a:pt x="1058" y="1"/>
                  </a:cubicBezTo>
                  <a:close/>
                </a:path>
              </a:pathLst>
            </a:custGeom>
            <a:solidFill>
              <a:srgbClr val="FFB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5" name="Google Shape;725;p19"/>
          <p:cNvSpPr/>
          <p:nvPr/>
        </p:nvSpPr>
        <p:spPr>
          <a:xfrm flipH="1">
            <a:off x="-310189" y="316002"/>
            <a:ext cx="1436931" cy="438006"/>
          </a:xfrm>
          <a:custGeom>
            <a:avLst/>
            <a:gdLst/>
            <a:ahLst/>
            <a:cxnLst/>
            <a:rect l="l" t="t" r="r" b="b"/>
            <a:pathLst>
              <a:path w="24293" h="7405" extrusionOk="0">
                <a:moveTo>
                  <a:pt x="15711" y="0"/>
                </a:moveTo>
                <a:cubicBezTo>
                  <a:pt x="13606" y="0"/>
                  <a:pt x="11570" y="1578"/>
                  <a:pt x="11114" y="3641"/>
                </a:cubicBezTo>
                <a:cubicBezTo>
                  <a:pt x="10395" y="2995"/>
                  <a:pt x="9427" y="2640"/>
                  <a:pt x="8461" y="2640"/>
                </a:cubicBezTo>
                <a:cubicBezTo>
                  <a:pt x="8126" y="2640"/>
                  <a:pt x="7791" y="2683"/>
                  <a:pt x="7467" y="2771"/>
                </a:cubicBezTo>
                <a:cubicBezTo>
                  <a:pt x="6215" y="3118"/>
                  <a:pt x="5164" y="4135"/>
                  <a:pt x="4775" y="5372"/>
                </a:cubicBezTo>
                <a:cubicBezTo>
                  <a:pt x="4409" y="5161"/>
                  <a:pt x="3991" y="5066"/>
                  <a:pt x="3555" y="5066"/>
                </a:cubicBezTo>
                <a:cubicBezTo>
                  <a:pt x="2120" y="5066"/>
                  <a:pt x="503" y="6101"/>
                  <a:pt x="0" y="7405"/>
                </a:cubicBezTo>
                <a:lnTo>
                  <a:pt x="24167" y="7405"/>
                </a:lnTo>
                <a:cubicBezTo>
                  <a:pt x="24167" y="7405"/>
                  <a:pt x="24292" y="7328"/>
                  <a:pt x="24167" y="7078"/>
                </a:cubicBezTo>
                <a:cubicBezTo>
                  <a:pt x="23431" y="5645"/>
                  <a:pt x="21919" y="4608"/>
                  <a:pt x="20306" y="4588"/>
                </a:cubicBezTo>
                <a:cubicBezTo>
                  <a:pt x="20278" y="2333"/>
                  <a:pt x="18379" y="252"/>
                  <a:pt x="16131" y="22"/>
                </a:cubicBezTo>
                <a:cubicBezTo>
                  <a:pt x="15991" y="7"/>
                  <a:pt x="15851" y="0"/>
                  <a:pt x="1571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6" name="Google Shape;726;p19"/>
          <p:cNvSpPr/>
          <p:nvPr/>
        </p:nvSpPr>
        <p:spPr>
          <a:xfrm>
            <a:off x="-859664" y="3168002"/>
            <a:ext cx="1436931" cy="438006"/>
          </a:xfrm>
          <a:custGeom>
            <a:avLst/>
            <a:gdLst/>
            <a:ahLst/>
            <a:cxnLst/>
            <a:rect l="l" t="t" r="r" b="b"/>
            <a:pathLst>
              <a:path w="24293" h="7405" extrusionOk="0">
                <a:moveTo>
                  <a:pt x="15711" y="0"/>
                </a:moveTo>
                <a:cubicBezTo>
                  <a:pt x="13606" y="0"/>
                  <a:pt x="11570" y="1578"/>
                  <a:pt x="11114" y="3641"/>
                </a:cubicBezTo>
                <a:cubicBezTo>
                  <a:pt x="10395" y="2995"/>
                  <a:pt x="9427" y="2640"/>
                  <a:pt x="8461" y="2640"/>
                </a:cubicBezTo>
                <a:cubicBezTo>
                  <a:pt x="8126" y="2640"/>
                  <a:pt x="7791" y="2683"/>
                  <a:pt x="7467" y="2771"/>
                </a:cubicBezTo>
                <a:cubicBezTo>
                  <a:pt x="6215" y="3118"/>
                  <a:pt x="5164" y="4135"/>
                  <a:pt x="4775" y="5372"/>
                </a:cubicBezTo>
                <a:cubicBezTo>
                  <a:pt x="4409" y="5161"/>
                  <a:pt x="3991" y="5066"/>
                  <a:pt x="3555" y="5066"/>
                </a:cubicBezTo>
                <a:cubicBezTo>
                  <a:pt x="2120" y="5066"/>
                  <a:pt x="503" y="6101"/>
                  <a:pt x="0" y="7405"/>
                </a:cubicBezTo>
                <a:lnTo>
                  <a:pt x="24167" y="7405"/>
                </a:lnTo>
                <a:cubicBezTo>
                  <a:pt x="24167" y="7405"/>
                  <a:pt x="24292" y="7328"/>
                  <a:pt x="24167" y="7078"/>
                </a:cubicBezTo>
                <a:cubicBezTo>
                  <a:pt x="23431" y="5645"/>
                  <a:pt x="21919" y="4608"/>
                  <a:pt x="20306" y="4588"/>
                </a:cubicBezTo>
                <a:cubicBezTo>
                  <a:pt x="20278" y="2333"/>
                  <a:pt x="18379" y="252"/>
                  <a:pt x="16131" y="22"/>
                </a:cubicBezTo>
                <a:cubicBezTo>
                  <a:pt x="15991" y="7"/>
                  <a:pt x="15851" y="0"/>
                  <a:pt x="1571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7" name="Google Shape;727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71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TITLE_ONLY_1_1_1_1_1_1_1"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3426900" cy="179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30" name="Google Shape;730;p20"/>
          <p:cNvSpPr/>
          <p:nvPr/>
        </p:nvSpPr>
        <p:spPr>
          <a:xfrm>
            <a:off x="-654418" y="3254208"/>
            <a:ext cx="1558979" cy="1447525"/>
          </a:xfrm>
          <a:custGeom>
            <a:avLst/>
            <a:gdLst/>
            <a:ahLst/>
            <a:cxnLst/>
            <a:rect l="l" t="t" r="r" b="b"/>
            <a:pathLst>
              <a:path w="19233" h="17858" extrusionOk="0">
                <a:moveTo>
                  <a:pt x="8776" y="1"/>
                </a:moveTo>
                <a:cubicBezTo>
                  <a:pt x="6682" y="1"/>
                  <a:pt x="4815" y="1497"/>
                  <a:pt x="4426" y="3629"/>
                </a:cubicBezTo>
                <a:cubicBezTo>
                  <a:pt x="4231" y="4701"/>
                  <a:pt x="4439" y="5752"/>
                  <a:pt x="4940" y="6628"/>
                </a:cubicBezTo>
                <a:cubicBezTo>
                  <a:pt x="2769" y="7101"/>
                  <a:pt x="987" y="8834"/>
                  <a:pt x="563" y="11157"/>
                </a:cubicBezTo>
                <a:cubicBezTo>
                  <a:pt x="0" y="14240"/>
                  <a:pt x="2039" y="17198"/>
                  <a:pt x="5129" y="17762"/>
                </a:cubicBezTo>
                <a:cubicBezTo>
                  <a:pt x="5476" y="17826"/>
                  <a:pt x="5822" y="17857"/>
                  <a:pt x="6162" y="17857"/>
                </a:cubicBezTo>
                <a:cubicBezTo>
                  <a:pt x="7999" y="17857"/>
                  <a:pt x="9693" y="16960"/>
                  <a:pt x="10744" y="15521"/>
                </a:cubicBezTo>
                <a:cubicBezTo>
                  <a:pt x="11376" y="16585"/>
                  <a:pt x="12442" y="17387"/>
                  <a:pt x="13756" y="17622"/>
                </a:cubicBezTo>
                <a:cubicBezTo>
                  <a:pt x="14029" y="17673"/>
                  <a:pt x="14300" y="17697"/>
                  <a:pt x="14567" y="17697"/>
                </a:cubicBezTo>
                <a:cubicBezTo>
                  <a:pt x="16662" y="17697"/>
                  <a:pt x="18518" y="16202"/>
                  <a:pt x="18913" y="14067"/>
                </a:cubicBezTo>
                <a:cubicBezTo>
                  <a:pt x="19232" y="12306"/>
                  <a:pt x="18461" y="10601"/>
                  <a:pt x="17083" y="9634"/>
                </a:cubicBezTo>
                <a:cubicBezTo>
                  <a:pt x="17549" y="9070"/>
                  <a:pt x="17883" y="8389"/>
                  <a:pt x="18030" y="7617"/>
                </a:cubicBezTo>
                <a:cubicBezTo>
                  <a:pt x="18467" y="5209"/>
                  <a:pt x="16874" y="2906"/>
                  <a:pt x="14466" y="2467"/>
                </a:cubicBezTo>
                <a:cubicBezTo>
                  <a:pt x="14196" y="2416"/>
                  <a:pt x="13928" y="2391"/>
                  <a:pt x="13663" y="2391"/>
                </a:cubicBezTo>
                <a:cubicBezTo>
                  <a:pt x="13354" y="2391"/>
                  <a:pt x="13050" y="2425"/>
                  <a:pt x="12754" y="2488"/>
                </a:cubicBezTo>
                <a:cubicBezTo>
                  <a:pt x="12163" y="1271"/>
                  <a:pt x="11016" y="337"/>
                  <a:pt x="9575" y="74"/>
                </a:cubicBezTo>
                <a:cubicBezTo>
                  <a:pt x="9306" y="24"/>
                  <a:pt x="9039" y="1"/>
                  <a:pt x="877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1" name="Google Shape;731;p20"/>
          <p:cNvSpPr/>
          <p:nvPr/>
        </p:nvSpPr>
        <p:spPr>
          <a:xfrm>
            <a:off x="2336900" y="4365937"/>
            <a:ext cx="1809990" cy="1366112"/>
          </a:xfrm>
          <a:custGeom>
            <a:avLst/>
            <a:gdLst/>
            <a:ahLst/>
            <a:cxnLst/>
            <a:rect l="l" t="t" r="r" b="b"/>
            <a:pathLst>
              <a:path w="29761" h="25212" extrusionOk="0">
                <a:moveTo>
                  <a:pt x="18503" y="1"/>
                </a:moveTo>
                <a:cubicBezTo>
                  <a:pt x="16171" y="1"/>
                  <a:pt x="14126" y="1267"/>
                  <a:pt x="13034" y="3145"/>
                </a:cubicBezTo>
                <a:cubicBezTo>
                  <a:pt x="11975" y="2352"/>
                  <a:pt x="10660" y="1879"/>
                  <a:pt x="9234" y="1879"/>
                </a:cubicBezTo>
                <a:cubicBezTo>
                  <a:pt x="5741" y="1879"/>
                  <a:pt x="2902" y="4718"/>
                  <a:pt x="2902" y="8212"/>
                </a:cubicBezTo>
                <a:cubicBezTo>
                  <a:pt x="2902" y="9333"/>
                  <a:pt x="3194" y="10383"/>
                  <a:pt x="3708" y="11295"/>
                </a:cubicBezTo>
                <a:cubicBezTo>
                  <a:pt x="1517" y="12289"/>
                  <a:pt x="1" y="14495"/>
                  <a:pt x="1" y="17057"/>
                </a:cubicBezTo>
                <a:cubicBezTo>
                  <a:pt x="1" y="20549"/>
                  <a:pt x="2831" y="23381"/>
                  <a:pt x="6325" y="23381"/>
                </a:cubicBezTo>
                <a:cubicBezTo>
                  <a:pt x="8977" y="23381"/>
                  <a:pt x="11245" y="21753"/>
                  <a:pt x="12192" y="19443"/>
                </a:cubicBezTo>
                <a:lnTo>
                  <a:pt x="15565" y="23994"/>
                </a:lnTo>
                <a:cubicBezTo>
                  <a:pt x="15677" y="23207"/>
                  <a:pt x="15767" y="22392"/>
                  <a:pt x="15754" y="21592"/>
                </a:cubicBezTo>
                <a:lnTo>
                  <a:pt x="15754" y="21592"/>
                </a:lnTo>
                <a:cubicBezTo>
                  <a:pt x="16512" y="22386"/>
                  <a:pt x="17431" y="23034"/>
                  <a:pt x="18461" y="23471"/>
                </a:cubicBezTo>
                <a:lnTo>
                  <a:pt x="19540" y="25211"/>
                </a:lnTo>
                <a:cubicBezTo>
                  <a:pt x="19456" y="24724"/>
                  <a:pt x="19365" y="24244"/>
                  <a:pt x="19254" y="23763"/>
                </a:cubicBezTo>
                <a:lnTo>
                  <a:pt x="19254" y="23763"/>
                </a:lnTo>
                <a:cubicBezTo>
                  <a:pt x="20013" y="23994"/>
                  <a:pt x="20812" y="24119"/>
                  <a:pt x="21641" y="24119"/>
                </a:cubicBezTo>
                <a:cubicBezTo>
                  <a:pt x="26128" y="24119"/>
                  <a:pt x="29760" y="20487"/>
                  <a:pt x="29760" y="15998"/>
                </a:cubicBezTo>
                <a:cubicBezTo>
                  <a:pt x="29760" y="12519"/>
                  <a:pt x="27569" y="9548"/>
                  <a:pt x="24486" y="8393"/>
                </a:cubicBezTo>
                <a:cubicBezTo>
                  <a:pt x="24709" y="7746"/>
                  <a:pt x="24834" y="7050"/>
                  <a:pt x="24834" y="6327"/>
                </a:cubicBezTo>
                <a:cubicBezTo>
                  <a:pt x="24834" y="2833"/>
                  <a:pt x="22003" y="1"/>
                  <a:pt x="1850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2" name="Google Shape;732;p20"/>
          <p:cNvSpPr/>
          <p:nvPr/>
        </p:nvSpPr>
        <p:spPr>
          <a:xfrm>
            <a:off x="-49175" y="4010676"/>
            <a:ext cx="3419167" cy="1281441"/>
          </a:xfrm>
          <a:custGeom>
            <a:avLst/>
            <a:gdLst/>
            <a:ahLst/>
            <a:cxnLst/>
            <a:rect l="l" t="t" r="r" b="b"/>
            <a:pathLst>
              <a:path w="42182" h="19151" extrusionOk="0">
                <a:moveTo>
                  <a:pt x="7015" y="1"/>
                </a:moveTo>
                <a:cubicBezTo>
                  <a:pt x="6687" y="1"/>
                  <a:pt x="6465" y="884"/>
                  <a:pt x="6410" y="1135"/>
                </a:cubicBezTo>
                <a:cubicBezTo>
                  <a:pt x="6402" y="1135"/>
                  <a:pt x="6395" y="1128"/>
                  <a:pt x="6389" y="1128"/>
                </a:cubicBezTo>
                <a:cubicBezTo>
                  <a:pt x="6343" y="875"/>
                  <a:pt x="6171" y="14"/>
                  <a:pt x="5907" y="14"/>
                </a:cubicBezTo>
                <a:cubicBezTo>
                  <a:pt x="5887" y="14"/>
                  <a:pt x="5867" y="19"/>
                  <a:pt x="5846" y="29"/>
                </a:cubicBezTo>
                <a:cubicBezTo>
                  <a:pt x="5589" y="161"/>
                  <a:pt x="5762" y="746"/>
                  <a:pt x="5881" y="1058"/>
                </a:cubicBezTo>
                <a:cubicBezTo>
                  <a:pt x="4009" y="814"/>
                  <a:pt x="2053" y="614"/>
                  <a:pt x="1" y="467"/>
                </a:cubicBezTo>
                <a:lnTo>
                  <a:pt x="1" y="467"/>
                </a:lnTo>
                <a:lnTo>
                  <a:pt x="71" y="19151"/>
                </a:lnTo>
                <a:lnTo>
                  <a:pt x="42182" y="19151"/>
                </a:lnTo>
                <a:cubicBezTo>
                  <a:pt x="42182" y="19151"/>
                  <a:pt x="36185" y="8887"/>
                  <a:pt x="17516" y="3466"/>
                </a:cubicBezTo>
                <a:cubicBezTo>
                  <a:pt x="17716" y="3145"/>
                  <a:pt x="17967" y="2673"/>
                  <a:pt x="17758" y="2631"/>
                </a:cubicBezTo>
                <a:cubicBezTo>
                  <a:pt x="17746" y="2628"/>
                  <a:pt x="17733" y="2627"/>
                  <a:pt x="17721" y="2627"/>
                </a:cubicBezTo>
                <a:cubicBezTo>
                  <a:pt x="17493" y="2627"/>
                  <a:pt x="17230" y="3083"/>
                  <a:pt x="17098" y="3348"/>
                </a:cubicBezTo>
                <a:cubicBezTo>
                  <a:pt x="17070" y="3341"/>
                  <a:pt x="17041" y="3334"/>
                  <a:pt x="17015" y="3327"/>
                </a:cubicBezTo>
                <a:cubicBezTo>
                  <a:pt x="17021" y="3000"/>
                  <a:pt x="17002" y="2426"/>
                  <a:pt x="16786" y="2426"/>
                </a:cubicBezTo>
                <a:cubicBezTo>
                  <a:pt x="16776" y="2426"/>
                  <a:pt x="16766" y="2427"/>
                  <a:pt x="16756" y="2429"/>
                </a:cubicBezTo>
                <a:cubicBezTo>
                  <a:pt x="16540" y="2484"/>
                  <a:pt x="16547" y="2902"/>
                  <a:pt x="16582" y="3202"/>
                </a:cubicBezTo>
                <a:cubicBezTo>
                  <a:pt x="13653" y="2394"/>
                  <a:pt x="10425" y="1713"/>
                  <a:pt x="6876" y="1198"/>
                </a:cubicBezTo>
                <a:cubicBezTo>
                  <a:pt x="7021" y="829"/>
                  <a:pt x="7307" y="1"/>
                  <a:pt x="7015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3" name="Google Shape;733;p20"/>
          <p:cNvSpPr/>
          <p:nvPr/>
        </p:nvSpPr>
        <p:spPr>
          <a:xfrm>
            <a:off x="-91050" y="4701718"/>
            <a:ext cx="9321501" cy="517520"/>
          </a:xfrm>
          <a:custGeom>
            <a:avLst/>
            <a:gdLst/>
            <a:ahLst/>
            <a:cxnLst/>
            <a:rect l="l" t="t" r="r" b="b"/>
            <a:pathLst>
              <a:path w="112497" h="22095" extrusionOk="0">
                <a:moveTo>
                  <a:pt x="56127" y="0"/>
                </a:moveTo>
                <a:cubicBezTo>
                  <a:pt x="39493" y="0"/>
                  <a:pt x="20270" y="270"/>
                  <a:pt x="28" y="1079"/>
                </a:cubicBezTo>
                <a:cubicBezTo>
                  <a:pt x="0" y="1088"/>
                  <a:pt x="174" y="11183"/>
                  <a:pt x="180" y="13813"/>
                </a:cubicBezTo>
                <a:cubicBezTo>
                  <a:pt x="195" y="18247"/>
                  <a:pt x="222" y="22095"/>
                  <a:pt x="222" y="22095"/>
                </a:cubicBezTo>
                <a:lnTo>
                  <a:pt x="112497" y="22095"/>
                </a:lnTo>
                <a:lnTo>
                  <a:pt x="112308" y="1079"/>
                </a:lnTo>
                <a:cubicBezTo>
                  <a:pt x="112308" y="1079"/>
                  <a:pt x="89395" y="0"/>
                  <a:pt x="5612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34" name="Google Shape;734;p20"/>
          <p:cNvGrpSpPr/>
          <p:nvPr/>
        </p:nvGrpSpPr>
        <p:grpSpPr>
          <a:xfrm>
            <a:off x="243243" y="4215527"/>
            <a:ext cx="424177" cy="392970"/>
            <a:chOff x="1098868" y="3880677"/>
            <a:chExt cx="424177" cy="392970"/>
          </a:xfrm>
        </p:grpSpPr>
        <p:sp>
          <p:nvSpPr>
            <p:cNvPr id="735" name="Google Shape;735;p20"/>
            <p:cNvSpPr/>
            <p:nvPr/>
          </p:nvSpPr>
          <p:spPr>
            <a:xfrm>
              <a:off x="1290004" y="4057547"/>
              <a:ext cx="204913" cy="167870"/>
            </a:xfrm>
            <a:custGeom>
              <a:avLst/>
              <a:gdLst/>
              <a:ahLst/>
              <a:cxnLst/>
              <a:rect l="l" t="t" r="r" b="b"/>
              <a:pathLst>
                <a:path w="2528" h="2071" extrusionOk="0">
                  <a:moveTo>
                    <a:pt x="613" y="0"/>
                  </a:moveTo>
                  <a:lnTo>
                    <a:pt x="0" y="493"/>
                  </a:lnTo>
                  <a:cubicBezTo>
                    <a:pt x="19" y="518"/>
                    <a:pt x="668" y="2071"/>
                    <a:pt x="1320" y="2071"/>
                  </a:cubicBezTo>
                  <a:cubicBezTo>
                    <a:pt x="1411" y="2071"/>
                    <a:pt x="1503" y="2040"/>
                    <a:pt x="1594" y="1969"/>
                  </a:cubicBezTo>
                  <a:cubicBezTo>
                    <a:pt x="2527" y="1238"/>
                    <a:pt x="613" y="0"/>
                    <a:pt x="613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20"/>
            <p:cNvSpPr/>
            <p:nvPr/>
          </p:nvSpPr>
          <p:spPr>
            <a:xfrm>
              <a:off x="1277035" y="3880677"/>
              <a:ext cx="174922" cy="175165"/>
            </a:xfrm>
            <a:custGeom>
              <a:avLst/>
              <a:gdLst/>
              <a:ahLst/>
              <a:cxnLst/>
              <a:rect l="l" t="t" r="r" b="b"/>
              <a:pathLst>
                <a:path w="2158" h="2161" extrusionOk="0">
                  <a:moveTo>
                    <a:pt x="1019" y="0"/>
                  </a:moveTo>
                  <a:cubicBezTo>
                    <a:pt x="198" y="0"/>
                    <a:pt x="0" y="1827"/>
                    <a:pt x="0" y="1827"/>
                  </a:cubicBezTo>
                  <a:lnTo>
                    <a:pt x="716" y="2161"/>
                  </a:lnTo>
                  <a:cubicBezTo>
                    <a:pt x="731" y="2126"/>
                    <a:pt x="2158" y="462"/>
                    <a:pt x="1316" y="73"/>
                  </a:cubicBezTo>
                  <a:cubicBezTo>
                    <a:pt x="1209" y="23"/>
                    <a:pt x="1110" y="0"/>
                    <a:pt x="1019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20"/>
            <p:cNvSpPr/>
            <p:nvPr/>
          </p:nvSpPr>
          <p:spPr>
            <a:xfrm>
              <a:off x="1098868" y="4028123"/>
              <a:ext cx="195673" cy="113643"/>
            </a:xfrm>
            <a:custGeom>
              <a:avLst/>
              <a:gdLst/>
              <a:ahLst/>
              <a:cxnLst/>
              <a:rect l="l" t="t" r="r" b="b"/>
              <a:pathLst>
                <a:path w="2414" h="1402" extrusionOk="0">
                  <a:moveTo>
                    <a:pt x="2220" y="78"/>
                  </a:moveTo>
                  <a:cubicBezTo>
                    <a:pt x="2185" y="91"/>
                    <a:pt x="0" y="1"/>
                    <a:pt x="216" y="906"/>
                  </a:cubicBezTo>
                  <a:cubicBezTo>
                    <a:pt x="303" y="1276"/>
                    <a:pt x="563" y="1402"/>
                    <a:pt x="875" y="1402"/>
                  </a:cubicBezTo>
                  <a:cubicBezTo>
                    <a:pt x="1529" y="1402"/>
                    <a:pt x="2413" y="849"/>
                    <a:pt x="2413" y="849"/>
                  </a:cubicBezTo>
                  <a:lnTo>
                    <a:pt x="2220" y="78"/>
                  </a:ln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20"/>
            <p:cNvSpPr/>
            <p:nvPr/>
          </p:nvSpPr>
          <p:spPr>
            <a:xfrm>
              <a:off x="1294462" y="3943092"/>
              <a:ext cx="228582" cy="162520"/>
            </a:xfrm>
            <a:custGeom>
              <a:avLst/>
              <a:gdLst/>
              <a:ahLst/>
              <a:cxnLst/>
              <a:rect l="l" t="t" r="r" b="b"/>
              <a:pathLst>
                <a:path w="2820" h="2005" extrusionOk="0">
                  <a:moveTo>
                    <a:pt x="1943" y="1"/>
                  </a:moveTo>
                  <a:cubicBezTo>
                    <a:pt x="1385" y="1"/>
                    <a:pt x="0" y="1063"/>
                    <a:pt x="0" y="1063"/>
                  </a:cubicBezTo>
                  <a:lnTo>
                    <a:pt x="154" y="1746"/>
                  </a:lnTo>
                  <a:cubicBezTo>
                    <a:pt x="154" y="1746"/>
                    <a:pt x="1076" y="2004"/>
                    <a:pt x="1752" y="2004"/>
                  </a:cubicBezTo>
                  <a:cubicBezTo>
                    <a:pt x="1979" y="2004"/>
                    <a:pt x="2177" y="1975"/>
                    <a:pt x="2305" y="1898"/>
                  </a:cubicBezTo>
                  <a:cubicBezTo>
                    <a:pt x="2819" y="1593"/>
                    <a:pt x="1664" y="1063"/>
                    <a:pt x="1664" y="1063"/>
                  </a:cubicBezTo>
                  <a:cubicBezTo>
                    <a:pt x="1664" y="1063"/>
                    <a:pt x="2422" y="536"/>
                    <a:pt x="2138" y="90"/>
                  </a:cubicBezTo>
                  <a:cubicBezTo>
                    <a:pt x="2100" y="28"/>
                    <a:pt x="2032" y="1"/>
                    <a:pt x="1943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20"/>
            <p:cNvSpPr/>
            <p:nvPr/>
          </p:nvSpPr>
          <p:spPr>
            <a:xfrm>
              <a:off x="1112405" y="3888702"/>
              <a:ext cx="215451" cy="201023"/>
            </a:xfrm>
            <a:custGeom>
              <a:avLst/>
              <a:gdLst/>
              <a:ahLst/>
              <a:cxnLst/>
              <a:rect l="l" t="t" r="r" b="b"/>
              <a:pathLst>
                <a:path w="2658" h="2480" extrusionOk="0">
                  <a:moveTo>
                    <a:pt x="1640" y="1"/>
                  </a:moveTo>
                  <a:cubicBezTo>
                    <a:pt x="1294" y="1"/>
                    <a:pt x="1350" y="1005"/>
                    <a:pt x="1350" y="1005"/>
                  </a:cubicBezTo>
                  <a:cubicBezTo>
                    <a:pt x="1350" y="1005"/>
                    <a:pt x="1008" y="831"/>
                    <a:pt x="694" y="831"/>
                  </a:cubicBezTo>
                  <a:cubicBezTo>
                    <a:pt x="522" y="831"/>
                    <a:pt x="358" y="883"/>
                    <a:pt x="264" y="1046"/>
                  </a:cubicBezTo>
                  <a:cubicBezTo>
                    <a:pt x="0" y="1506"/>
                    <a:pt x="2130" y="2479"/>
                    <a:pt x="2130" y="2479"/>
                  </a:cubicBezTo>
                  <a:lnTo>
                    <a:pt x="2657" y="2027"/>
                  </a:lnTo>
                  <a:cubicBezTo>
                    <a:pt x="2657" y="2027"/>
                    <a:pt x="2303" y="357"/>
                    <a:pt x="1787" y="51"/>
                  </a:cubicBezTo>
                  <a:cubicBezTo>
                    <a:pt x="1731" y="16"/>
                    <a:pt x="1682" y="1"/>
                    <a:pt x="1640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20"/>
            <p:cNvSpPr/>
            <p:nvPr/>
          </p:nvSpPr>
          <p:spPr>
            <a:xfrm>
              <a:off x="1154555" y="4064275"/>
              <a:ext cx="173301" cy="209372"/>
            </a:xfrm>
            <a:custGeom>
              <a:avLst/>
              <a:gdLst/>
              <a:ahLst/>
              <a:cxnLst/>
              <a:rect l="l" t="t" r="r" b="b"/>
              <a:pathLst>
                <a:path w="2138" h="2583" extrusionOk="0">
                  <a:moveTo>
                    <a:pt x="1511" y="1"/>
                  </a:moveTo>
                  <a:cubicBezTo>
                    <a:pt x="1511" y="1"/>
                    <a:pt x="120" y="974"/>
                    <a:pt x="30" y="1566"/>
                  </a:cubicBezTo>
                  <a:cubicBezTo>
                    <a:pt x="1" y="1771"/>
                    <a:pt x="118" y="1838"/>
                    <a:pt x="284" y="1838"/>
                  </a:cubicBezTo>
                  <a:cubicBezTo>
                    <a:pt x="597" y="1838"/>
                    <a:pt x="1080" y="1601"/>
                    <a:pt x="1080" y="1601"/>
                  </a:cubicBezTo>
                  <a:lnTo>
                    <a:pt x="1080" y="1601"/>
                  </a:lnTo>
                  <a:cubicBezTo>
                    <a:pt x="1080" y="1601"/>
                    <a:pt x="1010" y="2519"/>
                    <a:pt x="1539" y="2581"/>
                  </a:cubicBezTo>
                  <a:cubicBezTo>
                    <a:pt x="1546" y="2582"/>
                    <a:pt x="1553" y="2582"/>
                    <a:pt x="1560" y="2582"/>
                  </a:cubicBezTo>
                  <a:cubicBezTo>
                    <a:pt x="2071" y="2582"/>
                    <a:pt x="2137" y="306"/>
                    <a:pt x="2137" y="306"/>
                  </a:cubicBezTo>
                  <a:lnTo>
                    <a:pt x="1511" y="1"/>
                  </a:ln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20"/>
            <p:cNvSpPr/>
            <p:nvPr/>
          </p:nvSpPr>
          <p:spPr>
            <a:xfrm>
              <a:off x="1251177" y="4006804"/>
              <a:ext cx="113886" cy="114453"/>
            </a:xfrm>
            <a:custGeom>
              <a:avLst/>
              <a:gdLst/>
              <a:ahLst/>
              <a:cxnLst/>
              <a:rect l="l" t="t" r="r" b="b"/>
              <a:pathLst>
                <a:path w="1405" h="1412" extrusionOk="0">
                  <a:moveTo>
                    <a:pt x="701" y="0"/>
                  </a:moveTo>
                  <a:cubicBezTo>
                    <a:pt x="312" y="0"/>
                    <a:pt x="0" y="319"/>
                    <a:pt x="0" y="710"/>
                  </a:cubicBezTo>
                  <a:cubicBezTo>
                    <a:pt x="0" y="1099"/>
                    <a:pt x="312" y="1411"/>
                    <a:pt x="701" y="1411"/>
                  </a:cubicBezTo>
                  <a:cubicBezTo>
                    <a:pt x="1092" y="1411"/>
                    <a:pt x="1405" y="1099"/>
                    <a:pt x="1405" y="710"/>
                  </a:cubicBezTo>
                  <a:cubicBezTo>
                    <a:pt x="1405" y="319"/>
                    <a:pt x="1092" y="0"/>
                    <a:pt x="701" y="0"/>
                  </a:cubicBezTo>
                  <a:close/>
                </a:path>
              </a:pathLst>
            </a:custGeom>
            <a:solidFill>
              <a:srgbClr val="FFB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2" name="Google Shape;742;p20"/>
          <p:cNvGrpSpPr/>
          <p:nvPr/>
        </p:nvGrpSpPr>
        <p:grpSpPr>
          <a:xfrm>
            <a:off x="1698785" y="4746486"/>
            <a:ext cx="306595" cy="284038"/>
            <a:chOff x="1098868" y="3880677"/>
            <a:chExt cx="424177" cy="392970"/>
          </a:xfrm>
        </p:grpSpPr>
        <p:sp>
          <p:nvSpPr>
            <p:cNvPr id="743" name="Google Shape;743;p20"/>
            <p:cNvSpPr/>
            <p:nvPr/>
          </p:nvSpPr>
          <p:spPr>
            <a:xfrm>
              <a:off x="1290004" y="4057547"/>
              <a:ext cx="204913" cy="167870"/>
            </a:xfrm>
            <a:custGeom>
              <a:avLst/>
              <a:gdLst/>
              <a:ahLst/>
              <a:cxnLst/>
              <a:rect l="l" t="t" r="r" b="b"/>
              <a:pathLst>
                <a:path w="2528" h="2071" extrusionOk="0">
                  <a:moveTo>
                    <a:pt x="613" y="0"/>
                  </a:moveTo>
                  <a:lnTo>
                    <a:pt x="0" y="493"/>
                  </a:lnTo>
                  <a:cubicBezTo>
                    <a:pt x="19" y="518"/>
                    <a:pt x="668" y="2071"/>
                    <a:pt x="1320" y="2071"/>
                  </a:cubicBezTo>
                  <a:cubicBezTo>
                    <a:pt x="1411" y="2071"/>
                    <a:pt x="1503" y="2040"/>
                    <a:pt x="1594" y="1969"/>
                  </a:cubicBezTo>
                  <a:cubicBezTo>
                    <a:pt x="2527" y="1238"/>
                    <a:pt x="613" y="0"/>
                    <a:pt x="613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20"/>
            <p:cNvSpPr/>
            <p:nvPr/>
          </p:nvSpPr>
          <p:spPr>
            <a:xfrm>
              <a:off x="1277035" y="3880677"/>
              <a:ext cx="174922" cy="175165"/>
            </a:xfrm>
            <a:custGeom>
              <a:avLst/>
              <a:gdLst/>
              <a:ahLst/>
              <a:cxnLst/>
              <a:rect l="l" t="t" r="r" b="b"/>
              <a:pathLst>
                <a:path w="2158" h="2161" extrusionOk="0">
                  <a:moveTo>
                    <a:pt x="1019" y="0"/>
                  </a:moveTo>
                  <a:cubicBezTo>
                    <a:pt x="198" y="0"/>
                    <a:pt x="0" y="1827"/>
                    <a:pt x="0" y="1827"/>
                  </a:cubicBezTo>
                  <a:lnTo>
                    <a:pt x="716" y="2161"/>
                  </a:lnTo>
                  <a:cubicBezTo>
                    <a:pt x="731" y="2126"/>
                    <a:pt x="2158" y="462"/>
                    <a:pt x="1316" y="73"/>
                  </a:cubicBezTo>
                  <a:cubicBezTo>
                    <a:pt x="1209" y="23"/>
                    <a:pt x="1110" y="0"/>
                    <a:pt x="1019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20"/>
            <p:cNvSpPr/>
            <p:nvPr/>
          </p:nvSpPr>
          <p:spPr>
            <a:xfrm>
              <a:off x="1098868" y="4028123"/>
              <a:ext cx="195673" cy="113643"/>
            </a:xfrm>
            <a:custGeom>
              <a:avLst/>
              <a:gdLst/>
              <a:ahLst/>
              <a:cxnLst/>
              <a:rect l="l" t="t" r="r" b="b"/>
              <a:pathLst>
                <a:path w="2414" h="1402" extrusionOk="0">
                  <a:moveTo>
                    <a:pt x="2220" y="78"/>
                  </a:moveTo>
                  <a:cubicBezTo>
                    <a:pt x="2185" y="91"/>
                    <a:pt x="0" y="1"/>
                    <a:pt x="216" y="906"/>
                  </a:cubicBezTo>
                  <a:cubicBezTo>
                    <a:pt x="303" y="1276"/>
                    <a:pt x="563" y="1402"/>
                    <a:pt x="875" y="1402"/>
                  </a:cubicBezTo>
                  <a:cubicBezTo>
                    <a:pt x="1529" y="1402"/>
                    <a:pt x="2413" y="849"/>
                    <a:pt x="2413" y="849"/>
                  </a:cubicBezTo>
                  <a:lnTo>
                    <a:pt x="2220" y="78"/>
                  </a:ln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20"/>
            <p:cNvSpPr/>
            <p:nvPr/>
          </p:nvSpPr>
          <p:spPr>
            <a:xfrm>
              <a:off x="1294462" y="3943092"/>
              <a:ext cx="228582" cy="162520"/>
            </a:xfrm>
            <a:custGeom>
              <a:avLst/>
              <a:gdLst/>
              <a:ahLst/>
              <a:cxnLst/>
              <a:rect l="l" t="t" r="r" b="b"/>
              <a:pathLst>
                <a:path w="2820" h="2005" extrusionOk="0">
                  <a:moveTo>
                    <a:pt x="1943" y="1"/>
                  </a:moveTo>
                  <a:cubicBezTo>
                    <a:pt x="1385" y="1"/>
                    <a:pt x="0" y="1063"/>
                    <a:pt x="0" y="1063"/>
                  </a:cubicBezTo>
                  <a:lnTo>
                    <a:pt x="154" y="1746"/>
                  </a:lnTo>
                  <a:cubicBezTo>
                    <a:pt x="154" y="1746"/>
                    <a:pt x="1076" y="2004"/>
                    <a:pt x="1752" y="2004"/>
                  </a:cubicBezTo>
                  <a:cubicBezTo>
                    <a:pt x="1979" y="2004"/>
                    <a:pt x="2177" y="1975"/>
                    <a:pt x="2305" y="1898"/>
                  </a:cubicBezTo>
                  <a:cubicBezTo>
                    <a:pt x="2819" y="1593"/>
                    <a:pt x="1664" y="1063"/>
                    <a:pt x="1664" y="1063"/>
                  </a:cubicBezTo>
                  <a:cubicBezTo>
                    <a:pt x="1664" y="1063"/>
                    <a:pt x="2422" y="536"/>
                    <a:pt x="2138" y="90"/>
                  </a:cubicBezTo>
                  <a:cubicBezTo>
                    <a:pt x="2100" y="28"/>
                    <a:pt x="2032" y="1"/>
                    <a:pt x="1943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20"/>
            <p:cNvSpPr/>
            <p:nvPr/>
          </p:nvSpPr>
          <p:spPr>
            <a:xfrm>
              <a:off x="1112405" y="3888702"/>
              <a:ext cx="215451" cy="201023"/>
            </a:xfrm>
            <a:custGeom>
              <a:avLst/>
              <a:gdLst/>
              <a:ahLst/>
              <a:cxnLst/>
              <a:rect l="l" t="t" r="r" b="b"/>
              <a:pathLst>
                <a:path w="2658" h="2480" extrusionOk="0">
                  <a:moveTo>
                    <a:pt x="1640" y="1"/>
                  </a:moveTo>
                  <a:cubicBezTo>
                    <a:pt x="1294" y="1"/>
                    <a:pt x="1350" y="1005"/>
                    <a:pt x="1350" y="1005"/>
                  </a:cubicBezTo>
                  <a:cubicBezTo>
                    <a:pt x="1350" y="1005"/>
                    <a:pt x="1008" y="831"/>
                    <a:pt x="694" y="831"/>
                  </a:cubicBezTo>
                  <a:cubicBezTo>
                    <a:pt x="522" y="831"/>
                    <a:pt x="358" y="883"/>
                    <a:pt x="264" y="1046"/>
                  </a:cubicBezTo>
                  <a:cubicBezTo>
                    <a:pt x="0" y="1506"/>
                    <a:pt x="2130" y="2479"/>
                    <a:pt x="2130" y="2479"/>
                  </a:cubicBezTo>
                  <a:lnTo>
                    <a:pt x="2657" y="2027"/>
                  </a:lnTo>
                  <a:cubicBezTo>
                    <a:pt x="2657" y="2027"/>
                    <a:pt x="2303" y="357"/>
                    <a:pt x="1787" y="51"/>
                  </a:cubicBezTo>
                  <a:cubicBezTo>
                    <a:pt x="1731" y="16"/>
                    <a:pt x="1682" y="1"/>
                    <a:pt x="1640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20"/>
            <p:cNvSpPr/>
            <p:nvPr/>
          </p:nvSpPr>
          <p:spPr>
            <a:xfrm>
              <a:off x="1154555" y="4064275"/>
              <a:ext cx="173301" cy="209372"/>
            </a:xfrm>
            <a:custGeom>
              <a:avLst/>
              <a:gdLst/>
              <a:ahLst/>
              <a:cxnLst/>
              <a:rect l="l" t="t" r="r" b="b"/>
              <a:pathLst>
                <a:path w="2138" h="2583" extrusionOk="0">
                  <a:moveTo>
                    <a:pt x="1511" y="1"/>
                  </a:moveTo>
                  <a:cubicBezTo>
                    <a:pt x="1511" y="1"/>
                    <a:pt x="120" y="974"/>
                    <a:pt x="30" y="1566"/>
                  </a:cubicBezTo>
                  <a:cubicBezTo>
                    <a:pt x="1" y="1771"/>
                    <a:pt x="118" y="1838"/>
                    <a:pt x="284" y="1838"/>
                  </a:cubicBezTo>
                  <a:cubicBezTo>
                    <a:pt x="597" y="1838"/>
                    <a:pt x="1080" y="1601"/>
                    <a:pt x="1080" y="1601"/>
                  </a:cubicBezTo>
                  <a:lnTo>
                    <a:pt x="1080" y="1601"/>
                  </a:lnTo>
                  <a:cubicBezTo>
                    <a:pt x="1080" y="1601"/>
                    <a:pt x="1010" y="2519"/>
                    <a:pt x="1539" y="2581"/>
                  </a:cubicBezTo>
                  <a:cubicBezTo>
                    <a:pt x="1546" y="2582"/>
                    <a:pt x="1553" y="2582"/>
                    <a:pt x="1560" y="2582"/>
                  </a:cubicBezTo>
                  <a:cubicBezTo>
                    <a:pt x="2071" y="2582"/>
                    <a:pt x="2137" y="306"/>
                    <a:pt x="2137" y="306"/>
                  </a:cubicBezTo>
                  <a:lnTo>
                    <a:pt x="1511" y="1"/>
                  </a:ln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20"/>
            <p:cNvSpPr/>
            <p:nvPr/>
          </p:nvSpPr>
          <p:spPr>
            <a:xfrm>
              <a:off x="1251177" y="4006804"/>
              <a:ext cx="113886" cy="114453"/>
            </a:xfrm>
            <a:custGeom>
              <a:avLst/>
              <a:gdLst/>
              <a:ahLst/>
              <a:cxnLst/>
              <a:rect l="l" t="t" r="r" b="b"/>
              <a:pathLst>
                <a:path w="1405" h="1412" extrusionOk="0">
                  <a:moveTo>
                    <a:pt x="701" y="0"/>
                  </a:moveTo>
                  <a:cubicBezTo>
                    <a:pt x="312" y="0"/>
                    <a:pt x="0" y="319"/>
                    <a:pt x="0" y="710"/>
                  </a:cubicBezTo>
                  <a:cubicBezTo>
                    <a:pt x="0" y="1099"/>
                    <a:pt x="312" y="1411"/>
                    <a:pt x="701" y="1411"/>
                  </a:cubicBezTo>
                  <a:cubicBezTo>
                    <a:pt x="1092" y="1411"/>
                    <a:pt x="1405" y="1099"/>
                    <a:pt x="1405" y="710"/>
                  </a:cubicBezTo>
                  <a:cubicBezTo>
                    <a:pt x="1405" y="319"/>
                    <a:pt x="1092" y="0"/>
                    <a:pt x="701" y="0"/>
                  </a:cubicBezTo>
                  <a:close/>
                </a:path>
              </a:pathLst>
            </a:custGeom>
            <a:solidFill>
              <a:srgbClr val="FFB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0" name="Google Shape;750;p20"/>
          <p:cNvGrpSpPr/>
          <p:nvPr/>
        </p:nvGrpSpPr>
        <p:grpSpPr>
          <a:xfrm>
            <a:off x="8583010" y="4657986"/>
            <a:ext cx="306595" cy="284038"/>
            <a:chOff x="1098868" y="3880677"/>
            <a:chExt cx="424177" cy="392970"/>
          </a:xfrm>
        </p:grpSpPr>
        <p:sp>
          <p:nvSpPr>
            <p:cNvPr id="751" name="Google Shape;751;p20"/>
            <p:cNvSpPr/>
            <p:nvPr/>
          </p:nvSpPr>
          <p:spPr>
            <a:xfrm>
              <a:off x="1290004" y="4057547"/>
              <a:ext cx="204913" cy="167870"/>
            </a:xfrm>
            <a:custGeom>
              <a:avLst/>
              <a:gdLst/>
              <a:ahLst/>
              <a:cxnLst/>
              <a:rect l="l" t="t" r="r" b="b"/>
              <a:pathLst>
                <a:path w="2528" h="2071" extrusionOk="0">
                  <a:moveTo>
                    <a:pt x="613" y="0"/>
                  </a:moveTo>
                  <a:lnTo>
                    <a:pt x="0" y="493"/>
                  </a:lnTo>
                  <a:cubicBezTo>
                    <a:pt x="19" y="518"/>
                    <a:pt x="668" y="2071"/>
                    <a:pt x="1320" y="2071"/>
                  </a:cubicBezTo>
                  <a:cubicBezTo>
                    <a:pt x="1411" y="2071"/>
                    <a:pt x="1503" y="2040"/>
                    <a:pt x="1594" y="1969"/>
                  </a:cubicBezTo>
                  <a:cubicBezTo>
                    <a:pt x="2527" y="1238"/>
                    <a:pt x="613" y="0"/>
                    <a:pt x="613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20"/>
            <p:cNvSpPr/>
            <p:nvPr/>
          </p:nvSpPr>
          <p:spPr>
            <a:xfrm>
              <a:off x="1277035" y="3880677"/>
              <a:ext cx="174922" cy="175165"/>
            </a:xfrm>
            <a:custGeom>
              <a:avLst/>
              <a:gdLst/>
              <a:ahLst/>
              <a:cxnLst/>
              <a:rect l="l" t="t" r="r" b="b"/>
              <a:pathLst>
                <a:path w="2158" h="2161" extrusionOk="0">
                  <a:moveTo>
                    <a:pt x="1019" y="0"/>
                  </a:moveTo>
                  <a:cubicBezTo>
                    <a:pt x="198" y="0"/>
                    <a:pt x="0" y="1827"/>
                    <a:pt x="0" y="1827"/>
                  </a:cubicBezTo>
                  <a:lnTo>
                    <a:pt x="716" y="2161"/>
                  </a:lnTo>
                  <a:cubicBezTo>
                    <a:pt x="731" y="2126"/>
                    <a:pt x="2158" y="462"/>
                    <a:pt x="1316" y="73"/>
                  </a:cubicBezTo>
                  <a:cubicBezTo>
                    <a:pt x="1209" y="23"/>
                    <a:pt x="1110" y="0"/>
                    <a:pt x="1019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20"/>
            <p:cNvSpPr/>
            <p:nvPr/>
          </p:nvSpPr>
          <p:spPr>
            <a:xfrm>
              <a:off x="1098868" y="4028123"/>
              <a:ext cx="195673" cy="113643"/>
            </a:xfrm>
            <a:custGeom>
              <a:avLst/>
              <a:gdLst/>
              <a:ahLst/>
              <a:cxnLst/>
              <a:rect l="l" t="t" r="r" b="b"/>
              <a:pathLst>
                <a:path w="2414" h="1402" extrusionOk="0">
                  <a:moveTo>
                    <a:pt x="2220" y="78"/>
                  </a:moveTo>
                  <a:cubicBezTo>
                    <a:pt x="2185" y="91"/>
                    <a:pt x="0" y="1"/>
                    <a:pt x="216" y="906"/>
                  </a:cubicBezTo>
                  <a:cubicBezTo>
                    <a:pt x="303" y="1276"/>
                    <a:pt x="563" y="1402"/>
                    <a:pt x="875" y="1402"/>
                  </a:cubicBezTo>
                  <a:cubicBezTo>
                    <a:pt x="1529" y="1402"/>
                    <a:pt x="2413" y="849"/>
                    <a:pt x="2413" y="849"/>
                  </a:cubicBezTo>
                  <a:lnTo>
                    <a:pt x="2220" y="78"/>
                  </a:ln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20"/>
            <p:cNvSpPr/>
            <p:nvPr/>
          </p:nvSpPr>
          <p:spPr>
            <a:xfrm>
              <a:off x="1294462" y="3943092"/>
              <a:ext cx="228582" cy="162520"/>
            </a:xfrm>
            <a:custGeom>
              <a:avLst/>
              <a:gdLst/>
              <a:ahLst/>
              <a:cxnLst/>
              <a:rect l="l" t="t" r="r" b="b"/>
              <a:pathLst>
                <a:path w="2820" h="2005" extrusionOk="0">
                  <a:moveTo>
                    <a:pt x="1943" y="1"/>
                  </a:moveTo>
                  <a:cubicBezTo>
                    <a:pt x="1385" y="1"/>
                    <a:pt x="0" y="1063"/>
                    <a:pt x="0" y="1063"/>
                  </a:cubicBezTo>
                  <a:lnTo>
                    <a:pt x="154" y="1746"/>
                  </a:lnTo>
                  <a:cubicBezTo>
                    <a:pt x="154" y="1746"/>
                    <a:pt x="1076" y="2004"/>
                    <a:pt x="1752" y="2004"/>
                  </a:cubicBezTo>
                  <a:cubicBezTo>
                    <a:pt x="1979" y="2004"/>
                    <a:pt x="2177" y="1975"/>
                    <a:pt x="2305" y="1898"/>
                  </a:cubicBezTo>
                  <a:cubicBezTo>
                    <a:pt x="2819" y="1593"/>
                    <a:pt x="1664" y="1063"/>
                    <a:pt x="1664" y="1063"/>
                  </a:cubicBezTo>
                  <a:cubicBezTo>
                    <a:pt x="1664" y="1063"/>
                    <a:pt x="2422" y="536"/>
                    <a:pt x="2138" y="90"/>
                  </a:cubicBezTo>
                  <a:cubicBezTo>
                    <a:pt x="2100" y="28"/>
                    <a:pt x="2032" y="1"/>
                    <a:pt x="1943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20"/>
            <p:cNvSpPr/>
            <p:nvPr/>
          </p:nvSpPr>
          <p:spPr>
            <a:xfrm>
              <a:off x="1112405" y="3888702"/>
              <a:ext cx="215451" cy="201023"/>
            </a:xfrm>
            <a:custGeom>
              <a:avLst/>
              <a:gdLst/>
              <a:ahLst/>
              <a:cxnLst/>
              <a:rect l="l" t="t" r="r" b="b"/>
              <a:pathLst>
                <a:path w="2658" h="2480" extrusionOk="0">
                  <a:moveTo>
                    <a:pt x="1640" y="1"/>
                  </a:moveTo>
                  <a:cubicBezTo>
                    <a:pt x="1294" y="1"/>
                    <a:pt x="1350" y="1005"/>
                    <a:pt x="1350" y="1005"/>
                  </a:cubicBezTo>
                  <a:cubicBezTo>
                    <a:pt x="1350" y="1005"/>
                    <a:pt x="1008" y="831"/>
                    <a:pt x="694" y="831"/>
                  </a:cubicBezTo>
                  <a:cubicBezTo>
                    <a:pt x="522" y="831"/>
                    <a:pt x="358" y="883"/>
                    <a:pt x="264" y="1046"/>
                  </a:cubicBezTo>
                  <a:cubicBezTo>
                    <a:pt x="0" y="1506"/>
                    <a:pt x="2130" y="2479"/>
                    <a:pt x="2130" y="2479"/>
                  </a:cubicBezTo>
                  <a:lnTo>
                    <a:pt x="2657" y="2027"/>
                  </a:lnTo>
                  <a:cubicBezTo>
                    <a:pt x="2657" y="2027"/>
                    <a:pt x="2303" y="357"/>
                    <a:pt x="1787" y="51"/>
                  </a:cubicBezTo>
                  <a:cubicBezTo>
                    <a:pt x="1731" y="16"/>
                    <a:pt x="1682" y="1"/>
                    <a:pt x="1640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20"/>
            <p:cNvSpPr/>
            <p:nvPr/>
          </p:nvSpPr>
          <p:spPr>
            <a:xfrm>
              <a:off x="1154555" y="4064275"/>
              <a:ext cx="173301" cy="209372"/>
            </a:xfrm>
            <a:custGeom>
              <a:avLst/>
              <a:gdLst/>
              <a:ahLst/>
              <a:cxnLst/>
              <a:rect l="l" t="t" r="r" b="b"/>
              <a:pathLst>
                <a:path w="2138" h="2583" extrusionOk="0">
                  <a:moveTo>
                    <a:pt x="1511" y="1"/>
                  </a:moveTo>
                  <a:cubicBezTo>
                    <a:pt x="1511" y="1"/>
                    <a:pt x="120" y="974"/>
                    <a:pt x="30" y="1566"/>
                  </a:cubicBezTo>
                  <a:cubicBezTo>
                    <a:pt x="1" y="1771"/>
                    <a:pt x="118" y="1838"/>
                    <a:pt x="284" y="1838"/>
                  </a:cubicBezTo>
                  <a:cubicBezTo>
                    <a:pt x="597" y="1838"/>
                    <a:pt x="1080" y="1601"/>
                    <a:pt x="1080" y="1601"/>
                  </a:cubicBezTo>
                  <a:lnTo>
                    <a:pt x="1080" y="1601"/>
                  </a:lnTo>
                  <a:cubicBezTo>
                    <a:pt x="1080" y="1601"/>
                    <a:pt x="1010" y="2519"/>
                    <a:pt x="1539" y="2581"/>
                  </a:cubicBezTo>
                  <a:cubicBezTo>
                    <a:pt x="1546" y="2582"/>
                    <a:pt x="1553" y="2582"/>
                    <a:pt x="1560" y="2582"/>
                  </a:cubicBezTo>
                  <a:cubicBezTo>
                    <a:pt x="2071" y="2582"/>
                    <a:pt x="2137" y="306"/>
                    <a:pt x="2137" y="306"/>
                  </a:cubicBezTo>
                  <a:lnTo>
                    <a:pt x="1511" y="1"/>
                  </a:ln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0"/>
            <p:cNvSpPr/>
            <p:nvPr/>
          </p:nvSpPr>
          <p:spPr>
            <a:xfrm>
              <a:off x="1251177" y="4006804"/>
              <a:ext cx="113886" cy="114453"/>
            </a:xfrm>
            <a:custGeom>
              <a:avLst/>
              <a:gdLst/>
              <a:ahLst/>
              <a:cxnLst/>
              <a:rect l="l" t="t" r="r" b="b"/>
              <a:pathLst>
                <a:path w="1405" h="1412" extrusionOk="0">
                  <a:moveTo>
                    <a:pt x="701" y="0"/>
                  </a:moveTo>
                  <a:cubicBezTo>
                    <a:pt x="312" y="0"/>
                    <a:pt x="0" y="319"/>
                    <a:pt x="0" y="710"/>
                  </a:cubicBezTo>
                  <a:cubicBezTo>
                    <a:pt x="0" y="1099"/>
                    <a:pt x="312" y="1411"/>
                    <a:pt x="701" y="1411"/>
                  </a:cubicBezTo>
                  <a:cubicBezTo>
                    <a:pt x="1092" y="1411"/>
                    <a:pt x="1405" y="1099"/>
                    <a:pt x="1405" y="710"/>
                  </a:cubicBezTo>
                  <a:cubicBezTo>
                    <a:pt x="1405" y="319"/>
                    <a:pt x="1092" y="0"/>
                    <a:pt x="701" y="0"/>
                  </a:cubicBezTo>
                  <a:close/>
                </a:path>
              </a:pathLst>
            </a:custGeom>
            <a:solidFill>
              <a:srgbClr val="FFB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9">
  <p:cSld name="TITLE_ONLY_1_1_1_1_1_1_1_1_1"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4" name="Google Shape;794;p22"/>
          <p:cNvGrpSpPr/>
          <p:nvPr/>
        </p:nvGrpSpPr>
        <p:grpSpPr>
          <a:xfrm>
            <a:off x="2318428" y="4201681"/>
            <a:ext cx="5043645" cy="951269"/>
            <a:chOff x="-72875" y="2823347"/>
            <a:chExt cx="6972138" cy="1552332"/>
          </a:xfrm>
        </p:grpSpPr>
        <p:sp>
          <p:nvSpPr>
            <p:cNvPr id="795" name="Google Shape;795;p22"/>
            <p:cNvSpPr/>
            <p:nvPr/>
          </p:nvSpPr>
          <p:spPr>
            <a:xfrm>
              <a:off x="3480663" y="2823347"/>
              <a:ext cx="3418600" cy="1552332"/>
            </a:xfrm>
            <a:custGeom>
              <a:avLst/>
              <a:gdLst/>
              <a:ahLst/>
              <a:cxnLst/>
              <a:rect l="l" t="t" r="r" b="b"/>
              <a:pathLst>
                <a:path w="42175" h="19151" extrusionOk="0">
                  <a:moveTo>
                    <a:pt x="7007" y="1"/>
                  </a:moveTo>
                  <a:cubicBezTo>
                    <a:pt x="6680" y="1"/>
                    <a:pt x="6458" y="884"/>
                    <a:pt x="6403" y="1135"/>
                  </a:cubicBezTo>
                  <a:cubicBezTo>
                    <a:pt x="6395" y="1135"/>
                    <a:pt x="6388" y="1128"/>
                    <a:pt x="6381" y="1128"/>
                  </a:cubicBezTo>
                  <a:cubicBezTo>
                    <a:pt x="6336" y="875"/>
                    <a:pt x="6164" y="14"/>
                    <a:pt x="5899" y="14"/>
                  </a:cubicBezTo>
                  <a:cubicBezTo>
                    <a:pt x="5880" y="14"/>
                    <a:pt x="5859" y="19"/>
                    <a:pt x="5838" y="29"/>
                  </a:cubicBezTo>
                  <a:cubicBezTo>
                    <a:pt x="5581" y="161"/>
                    <a:pt x="5755" y="746"/>
                    <a:pt x="5874" y="1058"/>
                  </a:cubicBezTo>
                  <a:cubicBezTo>
                    <a:pt x="4001" y="814"/>
                    <a:pt x="2046" y="614"/>
                    <a:pt x="0" y="467"/>
                  </a:cubicBezTo>
                  <a:lnTo>
                    <a:pt x="0" y="467"/>
                  </a:lnTo>
                  <a:lnTo>
                    <a:pt x="70" y="19151"/>
                  </a:lnTo>
                  <a:lnTo>
                    <a:pt x="42174" y="19151"/>
                  </a:lnTo>
                  <a:cubicBezTo>
                    <a:pt x="42174" y="19151"/>
                    <a:pt x="36177" y="8887"/>
                    <a:pt x="17508" y="3466"/>
                  </a:cubicBezTo>
                  <a:cubicBezTo>
                    <a:pt x="17709" y="3145"/>
                    <a:pt x="17959" y="2673"/>
                    <a:pt x="17751" y="2631"/>
                  </a:cubicBezTo>
                  <a:cubicBezTo>
                    <a:pt x="17738" y="2628"/>
                    <a:pt x="17726" y="2627"/>
                    <a:pt x="17713" y="2627"/>
                  </a:cubicBezTo>
                  <a:cubicBezTo>
                    <a:pt x="17486" y="2627"/>
                    <a:pt x="17222" y="3083"/>
                    <a:pt x="17091" y="3348"/>
                  </a:cubicBezTo>
                  <a:cubicBezTo>
                    <a:pt x="17063" y="3341"/>
                    <a:pt x="17034" y="3334"/>
                    <a:pt x="17007" y="3327"/>
                  </a:cubicBezTo>
                  <a:cubicBezTo>
                    <a:pt x="17014" y="3000"/>
                    <a:pt x="16994" y="2426"/>
                    <a:pt x="16779" y="2426"/>
                  </a:cubicBezTo>
                  <a:cubicBezTo>
                    <a:pt x="16769" y="2426"/>
                    <a:pt x="16759" y="2427"/>
                    <a:pt x="16749" y="2429"/>
                  </a:cubicBezTo>
                  <a:cubicBezTo>
                    <a:pt x="16540" y="2484"/>
                    <a:pt x="16540" y="2902"/>
                    <a:pt x="16575" y="3202"/>
                  </a:cubicBezTo>
                  <a:cubicBezTo>
                    <a:pt x="13646" y="2394"/>
                    <a:pt x="10424" y="1713"/>
                    <a:pt x="6869" y="1198"/>
                  </a:cubicBezTo>
                  <a:cubicBezTo>
                    <a:pt x="7014" y="829"/>
                    <a:pt x="7300" y="1"/>
                    <a:pt x="700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22"/>
            <p:cNvSpPr/>
            <p:nvPr/>
          </p:nvSpPr>
          <p:spPr>
            <a:xfrm>
              <a:off x="-72875" y="2825675"/>
              <a:ext cx="3563016" cy="1447504"/>
            </a:xfrm>
            <a:custGeom>
              <a:avLst/>
              <a:gdLst/>
              <a:ahLst/>
              <a:cxnLst/>
              <a:rect l="l" t="t" r="r" b="b"/>
              <a:pathLst>
                <a:path w="43958" h="19958" extrusionOk="0">
                  <a:moveTo>
                    <a:pt x="36651" y="1"/>
                  </a:moveTo>
                  <a:cubicBezTo>
                    <a:pt x="36345" y="1"/>
                    <a:pt x="36644" y="864"/>
                    <a:pt x="36791" y="1253"/>
                  </a:cubicBezTo>
                  <a:cubicBezTo>
                    <a:pt x="31871" y="1963"/>
                    <a:pt x="27549" y="2993"/>
                    <a:pt x="23772" y="4211"/>
                  </a:cubicBezTo>
                  <a:cubicBezTo>
                    <a:pt x="23807" y="3897"/>
                    <a:pt x="23820" y="3424"/>
                    <a:pt x="23590" y="3369"/>
                  </a:cubicBezTo>
                  <a:cubicBezTo>
                    <a:pt x="23577" y="3366"/>
                    <a:pt x="23565" y="3364"/>
                    <a:pt x="23554" y="3364"/>
                  </a:cubicBezTo>
                  <a:cubicBezTo>
                    <a:pt x="23319" y="3364"/>
                    <a:pt x="23313" y="4037"/>
                    <a:pt x="23319" y="4356"/>
                  </a:cubicBezTo>
                  <a:cubicBezTo>
                    <a:pt x="23297" y="4363"/>
                    <a:pt x="23277" y="4371"/>
                    <a:pt x="23264" y="4371"/>
                  </a:cubicBezTo>
                  <a:cubicBezTo>
                    <a:pt x="23130" y="4111"/>
                    <a:pt x="22833" y="3566"/>
                    <a:pt x="22581" y="3566"/>
                  </a:cubicBezTo>
                  <a:cubicBezTo>
                    <a:pt x="22569" y="3566"/>
                    <a:pt x="22557" y="3567"/>
                    <a:pt x="22546" y="3570"/>
                  </a:cubicBezTo>
                  <a:cubicBezTo>
                    <a:pt x="22310" y="3626"/>
                    <a:pt x="22629" y="4183"/>
                    <a:pt x="22838" y="4517"/>
                  </a:cubicBezTo>
                  <a:cubicBezTo>
                    <a:pt x="5630" y="10327"/>
                    <a:pt x="1" y="19957"/>
                    <a:pt x="1" y="19957"/>
                  </a:cubicBezTo>
                  <a:lnTo>
                    <a:pt x="43889" y="19957"/>
                  </a:lnTo>
                  <a:lnTo>
                    <a:pt x="43957" y="488"/>
                  </a:lnTo>
                  <a:lnTo>
                    <a:pt x="43957" y="488"/>
                  </a:lnTo>
                  <a:cubicBezTo>
                    <a:pt x="41821" y="640"/>
                    <a:pt x="39782" y="849"/>
                    <a:pt x="37835" y="1106"/>
                  </a:cubicBezTo>
                  <a:cubicBezTo>
                    <a:pt x="37952" y="781"/>
                    <a:pt x="38140" y="168"/>
                    <a:pt x="37868" y="36"/>
                  </a:cubicBezTo>
                  <a:cubicBezTo>
                    <a:pt x="37846" y="24"/>
                    <a:pt x="37824" y="19"/>
                    <a:pt x="37802" y="19"/>
                  </a:cubicBezTo>
                  <a:cubicBezTo>
                    <a:pt x="37527" y="19"/>
                    <a:pt x="37350" y="912"/>
                    <a:pt x="37305" y="1177"/>
                  </a:cubicBezTo>
                  <a:cubicBezTo>
                    <a:pt x="37299" y="1177"/>
                    <a:pt x="37284" y="1183"/>
                    <a:pt x="37277" y="1183"/>
                  </a:cubicBezTo>
                  <a:cubicBezTo>
                    <a:pt x="37222" y="919"/>
                    <a:pt x="36991" y="1"/>
                    <a:pt x="366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7" name="Google Shape;797;p22"/>
          <p:cNvSpPr/>
          <p:nvPr/>
        </p:nvSpPr>
        <p:spPr>
          <a:xfrm>
            <a:off x="-394175" y="4030177"/>
            <a:ext cx="1280581" cy="1189030"/>
          </a:xfrm>
          <a:custGeom>
            <a:avLst/>
            <a:gdLst/>
            <a:ahLst/>
            <a:cxnLst/>
            <a:rect l="l" t="t" r="r" b="b"/>
            <a:pathLst>
              <a:path w="19233" h="17858" extrusionOk="0">
                <a:moveTo>
                  <a:pt x="8776" y="1"/>
                </a:moveTo>
                <a:cubicBezTo>
                  <a:pt x="6682" y="1"/>
                  <a:pt x="4815" y="1497"/>
                  <a:pt x="4426" y="3629"/>
                </a:cubicBezTo>
                <a:cubicBezTo>
                  <a:pt x="4231" y="4701"/>
                  <a:pt x="4439" y="5752"/>
                  <a:pt x="4940" y="6628"/>
                </a:cubicBezTo>
                <a:cubicBezTo>
                  <a:pt x="2769" y="7101"/>
                  <a:pt x="987" y="8834"/>
                  <a:pt x="563" y="11157"/>
                </a:cubicBezTo>
                <a:cubicBezTo>
                  <a:pt x="0" y="14240"/>
                  <a:pt x="2039" y="17198"/>
                  <a:pt x="5129" y="17762"/>
                </a:cubicBezTo>
                <a:cubicBezTo>
                  <a:pt x="5476" y="17826"/>
                  <a:pt x="5822" y="17857"/>
                  <a:pt x="6162" y="17857"/>
                </a:cubicBezTo>
                <a:cubicBezTo>
                  <a:pt x="7999" y="17857"/>
                  <a:pt x="9693" y="16960"/>
                  <a:pt x="10744" y="15521"/>
                </a:cubicBezTo>
                <a:cubicBezTo>
                  <a:pt x="11376" y="16585"/>
                  <a:pt x="12442" y="17387"/>
                  <a:pt x="13756" y="17622"/>
                </a:cubicBezTo>
                <a:cubicBezTo>
                  <a:pt x="14029" y="17673"/>
                  <a:pt x="14300" y="17697"/>
                  <a:pt x="14567" y="17697"/>
                </a:cubicBezTo>
                <a:cubicBezTo>
                  <a:pt x="16662" y="17697"/>
                  <a:pt x="18518" y="16202"/>
                  <a:pt x="18913" y="14067"/>
                </a:cubicBezTo>
                <a:cubicBezTo>
                  <a:pt x="19232" y="12306"/>
                  <a:pt x="18461" y="10601"/>
                  <a:pt x="17083" y="9634"/>
                </a:cubicBezTo>
                <a:cubicBezTo>
                  <a:pt x="17549" y="9070"/>
                  <a:pt x="17883" y="8389"/>
                  <a:pt x="18030" y="7617"/>
                </a:cubicBezTo>
                <a:cubicBezTo>
                  <a:pt x="18467" y="5209"/>
                  <a:pt x="16874" y="2906"/>
                  <a:pt x="14466" y="2467"/>
                </a:cubicBezTo>
                <a:cubicBezTo>
                  <a:pt x="14196" y="2416"/>
                  <a:pt x="13928" y="2391"/>
                  <a:pt x="13663" y="2391"/>
                </a:cubicBezTo>
                <a:cubicBezTo>
                  <a:pt x="13354" y="2391"/>
                  <a:pt x="13050" y="2425"/>
                  <a:pt x="12754" y="2488"/>
                </a:cubicBezTo>
                <a:cubicBezTo>
                  <a:pt x="12163" y="1271"/>
                  <a:pt x="11016" y="337"/>
                  <a:pt x="9575" y="74"/>
                </a:cubicBezTo>
                <a:cubicBezTo>
                  <a:pt x="9306" y="24"/>
                  <a:pt x="9039" y="1"/>
                  <a:pt x="877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8" name="Google Shape;798;p22"/>
          <p:cNvSpPr/>
          <p:nvPr/>
        </p:nvSpPr>
        <p:spPr>
          <a:xfrm>
            <a:off x="424169" y="4309866"/>
            <a:ext cx="1724055" cy="1301191"/>
          </a:xfrm>
          <a:custGeom>
            <a:avLst/>
            <a:gdLst/>
            <a:ahLst/>
            <a:cxnLst/>
            <a:rect l="l" t="t" r="r" b="b"/>
            <a:pathLst>
              <a:path w="29761" h="25212" extrusionOk="0">
                <a:moveTo>
                  <a:pt x="18503" y="1"/>
                </a:moveTo>
                <a:cubicBezTo>
                  <a:pt x="16171" y="1"/>
                  <a:pt x="14126" y="1267"/>
                  <a:pt x="13034" y="3145"/>
                </a:cubicBezTo>
                <a:cubicBezTo>
                  <a:pt x="11975" y="2352"/>
                  <a:pt x="10660" y="1879"/>
                  <a:pt x="9234" y="1879"/>
                </a:cubicBezTo>
                <a:cubicBezTo>
                  <a:pt x="5741" y="1879"/>
                  <a:pt x="2902" y="4718"/>
                  <a:pt x="2902" y="8212"/>
                </a:cubicBezTo>
                <a:cubicBezTo>
                  <a:pt x="2902" y="9333"/>
                  <a:pt x="3194" y="10383"/>
                  <a:pt x="3708" y="11295"/>
                </a:cubicBezTo>
                <a:cubicBezTo>
                  <a:pt x="1517" y="12289"/>
                  <a:pt x="1" y="14495"/>
                  <a:pt x="1" y="17057"/>
                </a:cubicBezTo>
                <a:cubicBezTo>
                  <a:pt x="1" y="20549"/>
                  <a:pt x="2831" y="23381"/>
                  <a:pt x="6325" y="23381"/>
                </a:cubicBezTo>
                <a:cubicBezTo>
                  <a:pt x="8977" y="23381"/>
                  <a:pt x="11245" y="21753"/>
                  <a:pt x="12192" y="19443"/>
                </a:cubicBezTo>
                <a:lnTo>
                  <a:pt x="15565" y="23994"/>
                </a:lnTo>
                <a:cubicBezTo>
                  <a:pt x="15677" y="23207"/>
                  <a:pt x="15767" y="22392"/>
                  <a:pt x="15754" y="21592"/>
                </a:cubicBezTo>
                <a:lnTo>
                  <a:pt x="15754" y="21592"/>
                </a:lnTo>
                <a:cubicBezTo>
                  <a:pt x="16512" y="22386"/>
                  <a:pt x="17431" y="23034"/>
                  <a:pt x="18461" y="23471"/>
                </a:cubicBezTo>
                <a:lnTo>
                  <a:pt x="19540" y="25211"/>
                </a:lnTo>
                <a:cubicBezTo>
                  <a:pt x="19456" y="24724"/>
                  <a:pt x="19365" y="24244"/>
                  <a:pt x="19254" y="23763"/>
                </a:cubicBezTo>
                <a:lnTo>
                  <a:pt x="19254" y="23763"/>
                </a:lnTo>
                <a:cubicBezTo>
                  <a:pt x="20013" y="23994"/>
                  <a:pt x="20812" y="24119"/>
                  <a:pt x="21641" y="24119"/>
                </a:cubicBezTo>
                <a:cubicBezTo>
                  <a:pt x="26128" y="24119"/>
                  <a:pt x="29760" y="20487"/>
                  <a:pt x="29760" y="15998"/>
                </a:cubicBezTo>
                <a:cubicBezTo>
                  <a:pt x="29760" y="12519"/>
                  <a:pt x="27569" y="9548"/>
                  <a:pt x="24486" y="8393"/>
                </a:cubicBezTo>
                <a:cubicBezTo>
                  <a:pt x="24709" y="7746"/>
                  <a:pt x="24834" y="7050"/>
                  <a:pt x="24834" y="6327"/>
                </a:cubicBezTo>
                <a:cubicBezTo>
                  <a:pt x="24834" y="2833"/>
                  <a:pt x="22003" y="1"/>
                  <a:pt x="1850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9" name="Google Shape;799;p22"/>
          <p:cNvSpPr/>
          <p:nvPr/>
        </p:nvSpPr>
        <p:spPr>
          <a:xfrm>
            <a:off x="-91050" y="4701700"/>
            <a:ext cx="9321501" cy="517520"/>
          </a:xfrm>
          <a:custGeom>
            <a:avLst/>
            <a:gdLst/>
            <a:ahLst/>
            <a:cxnLst/>
            <a:rect l="l" t="t" r="r" b="b"/>
            <a:pathLst>
              <a:path w="112497" h="22095" extrusionOk="0">
                <a:moveTo>
                  <a:pt x="56127" y="0"/>
                </a:moveTo>
                <a:cubicBezTo>
                  <a:pt x="39493" y="0"/>
                  <a:pt x="20270" y="270"/>
                  <a:pt x="28" y="1079"/>
                </a:cubicBezTo>
                <a:cubicBezTo>
                  <a:pt x="0" y="1088"/>
                  <a:pt x="174" y="11183"/>
                  <a:pt x="180" y="13813"/>
                </a:cubicBezTo>
                <a:cubicBezTo>
                  <a:pt x="195" y="18247"/>
                  <a:pt x="222" y="22095"/>
                  <a:pt x="222" y="22095"/>
                </a:cubicBezTo>
                <a:lnTo>
                  <a:pt x="112497" y="22095"/>
                </a:lnTo>
                <a:lnTo>
                  <a:pt x="112308" y="1079"/>
                </a:lnTo>
                <a:cubicBezTo>
                  <a:pt x="112308" y="1079"/>
                  <a:pt x="89395" y="0"/>
                  <a:pt x="5612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0" name="Google Shape;800;p22"/>
          <p:cNvSpPr/>
          <p:nvPr/>
        </p:nvSpPr>
        <p:spPr>
          <a:xfrm>
            <a:off x="8154169" y="4201666"/>
            <a:ext cx="1724055" cy="1301191"/>
          </a:xfrm>
          <a:custGeom>
            <a:avLst/>
            <a:gdLst/>
            <a:ahLst/>
            <a:cxnLst/>
            <a:rect l="l" t="t" r="r" b="b"/>
            <a:pathLst>
              <a:path w="29761" h="25212" extrusionOk="0">
                <a:moveTo>
                  <a:pt x="18503" y="1"/>
                </a:moveTo>
                <a:cubicBezTo>
                  <a:pt x="16171" y="1"/>
                  <a:pt x="14126" y="1267"/>
                  <a:pt x="13034" y="3145"/>
                </a:cubicBezTo>
                <a:cubicBezTo>
                  <a:pt x="11975" y="2352"/>
                  <a:pt x="10660" y="1879"/>
                  <a:pt x="9234" y="1879"/>
                </a:cubicBezTo>
                <a:cubicBezTo>
                  <a:pt x="5741" y="1879"/>
                  <a:pt x="2902" y="4718"/>
                  <a:pt x="2902" y="8212"/>
                </a:cubicBezTo>
                <a:cubicBezTo>
                  <a:pt x="2902" y="9333"/>
                  <a:pt x="3194" y="10383"/>
                  <a:pt x="3708" y="11295"/>
                </a:cubicBezTo>
                <a:cubicBezTo>
                  <a:pt x="1517" y="12289"/>
                  <a:pt x="1" y="14495"/>
                  <a:pt x="1" y="17057"/>
                </a:cubicBezTo>
                <a:cubicBezTo>
                  <a:pt x="1" y="20549"/>
                  <a:pt x="2831" y="23381"/>
                  <a:pt x="6325" y="23381"/>
                </a:cubicBezTo>
                <a:cubicBezTo>
                  <a:pt x="8977" y="23381"/>
                  <a:pt x="11245" y="21753"/>
                  <a:pt x="12192" y="19443"/>
                </a:cubicBezTo>
                <a:lnTo>
                  <a:pt x="15565" y="23994"/>
                </a:lnTo>
                <a:cubicBezTo>
                  <a:pt x="15677" y="23207"/>
                  <a:pt x="15767" y="22392"/>
                  <a:pt x="15754" y="21592"/>
                </a:cubicBezTo>
                <a:lnTo>
                  <a:pt x="15754" y="21592"/>
                </a:lnTo>
                <a:cubicBezTo>
                  <a:pt x="16512" y="22386"/>
                  <a:pt x="17431" y="23034"/>
                  <a:pt x="18461" y="23471"/>
                </a:cubicBezTo>
                <a:lnTo>
                  <a:pt x="19540" y="25211"/>
                </a:lnTo>
                <a:cubicBezTo>
                  <a:pt x="19456" y="24724"/>
                  <a:pt x="19365" y="24244"/>
                  <a:pt x="19254" y="23763"/>
                </a:cubicBezTo>
                <a:lnTo>
                  <a:pt x="19254" y="23763"/>
                </a:lnTo>
                <a:cubicBezTo>
                  <a:pt x="20013" y="23994"/>
                  <a:pt x="20812" y="24119"/>
                  <a:pt x="21641" y="24119"/>
                </a:cubicBezTo>
                <a:cubicBezTo>
                  <a:pt x="26128" y="24119"/>
                  <a:pt x="29760" y="20487"/>
                  <a:pt x="29760" y="15998"/>
                </a:cubicBezTo>
                <a:cubicBezTo>
                  <a:pt x="29760" y="12519"/>
                  <a:pt x="27569" y="9548"/>
                  <a:pt x="24486" y="8393"/>
                </a:cubicBezTo>
                <a:cubicBezTo>
                  <a:pt x="24709" y="7746"/>
                  <a:pt x="24834" y="7050"/>
                  <a:pt x="24834" y="6327"/>
                </a:cubicBezTo>
                <a:cubicBezTo>
                  <a:pt x="24834" y="2833"/>
                  <a:pt x="22003" y="1"/>
                  <a:pt x="1850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1" name="Google Shape;801;p22"/>
          <p:cNvGrpSpPr/>
          <p:nvPr/>
        </p:nvGrpSpPr>
        <p:grpSpPr>
          <a:xfrm>
            <a:off x="1600443" y="4520302"/>
            <a:ext cx="424177" cy="392970"/>
            <a:chOff x="1098868" y="3880677"/>
            <a:chExt cx="424177" cy="392970"/>
          </a:xfrm>
        </p:grpSpPr>
        <p:sp>
          <p:nvSpPr>
            <p:cNvPr id="802" name="Google Shape;802;p22"/>
            <p:cNvSpPr/>
            <p:nvPr/>
          </p:nvSpPr>
          <p:spPr>
            <a:xfrm>
              <a:off x="1290004" y="4057547"/>
              <a:ext cx="204913" cy="167870"/>
            </a:xfrm>
            <a:custGeom>
              <a:avLst/>
              <a:gdLst/>
              <a:ahLst/>
              <a:cxnLst/>
              <a:rect l="l" t="t" r="r" b="b"/>
              <a:pathLst>
                <a:path w="2528" h="2071" extrusionOk="0">
                  <a:moveTo>
                    <a:pt x="613" y="0"/>
                  </a:moveTo>
                  <a:lnTo>
                    <a:pt x="0" y="493"/>
                  </a:lnTo>
                  <a:cubicBezTo>
                    <a:pt x="19" y="518"/>
                    <a:pt x="668" y="2071"/>
                    <a:pt x="1320" y="2071"/>
                  </a:cubicBezTo>
                  <a:cubicBezTo>
                    <a:pt x="1411" y="2071"/>
                    <a:pt x="1503" y="2040"/>
                    <a:pt x="1594" y="1969"/>
                  </a:cubicBezTo>
                  <a:cubicBezTo>
                    <a:pt x="2527" y="1238"/>
                    <a:pt x="613" y="0"/>
                    <a:pt x="613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22"/>
            <p:cNvSpPr/>
            <p:nvPr/>
          </p:nvSpPr>
          <p:spPr>
            <a:xfrm>
              <a:off x="1277035" y="3880677"/>
              <a:ext cx="174922" cy="175165"/>
            </a:xfrm>
            <a:custGeom>
              <a:avLst/>
              <a:gdLst/>
              <a:ahLst/>
              <a:cxnLst/>
              <a:rect l="l" t="t" r="r" b="b"/>
              <a:pathLst>
                <a:path w="2158" h="2161" extrusionOk="0">
                  <a:moveTo>
                    <a:pt x="1019" y="0"/>
                  </a:moveTo>
                  <a:cubicBezTo>
                    <a:pt x="198" y="0"/>
                    <a:pt x="0" y="1827"/>
                    <a:pt x="0" y="1827"/>
                  </a:cubicBezTo>
                  <a:lnTo>
                    <a:pt x="716" y="2161"/>
                  </a:lnTo>
                  <a:cubicBezTo>
                    <a:pt x="731" y="2126"/>
                    <a:pt x="2158" y="462"/>
                    <a:pt x="1316" y="73"/>
                  </a:cubicBezTo>
                  <a:cubicBezTo>
                    <a:pt x="1209" y="23"/>
                    <a:pt x="1110" y="0"/>
                    <a:pt x="1019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22"/>
            <p:cNvSpPr/>
            <p:nvPr/>
          </p:nvSpPr>
          <p:spPr>
            <a:xfrm>
              <a:off x="1098868" y="4028123"/>
              <a:ext cx="195673" cy="113643"/>
            </a:xfrm>
            <a:custGeom>
              <a:avLst/>
              <a:gdLst/>
              <a:ahLst/>
              <a:cxnLst/>
              <a:rect l="l" t="t" r="r" b="b"/>
              <a:pathLst>
                <a:path w="2414" h="1402" extrusionOk="0">
                  <a:moveTo>
                    <a:pt x="2220" y="78"/>
                  </a:moveTo>
                  <a:cubicBezTo>
                    <a:pt x="2185" y="91"/>
                    <a:pt x="0" y="1"/>
                    <a:pt x="216" y="906"/>
                  </a:cubicBezTo>
                  <a:cubicBezTo>
                    <a:pt x="303" y="1276"/>
                    <a:pt x="563" y="1402"/>
                    <a:pt x="875" y="1402"/>
                  </a:cubicBezTo>
                  <a:cubicBezTo>
                    <a:pt x="1529" y="1402"/>
                    <a:pt x="2413" y="849"/>
                    <a:pt x="2413" y="849"/>
                  </a:cubicBezTo>
                  <a:lnTo>
                    <a:pt x="2220" y="78"/>
                  </a:ln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22"/>
            <p:cNvSpPr/>
            <p:nvPr/>
          </p:nvSpPr>
          <p:spPr>
            <a:xfrm>
              <a:off x="1294462" y="3943092"/>
              <a:ext cx="228582" cy="162520"/>
            </a:xfrm>
            <a:custGeom>
              <a:avLst/>
              <a:gdLst/>
              <a:ahLst/>
              <a:cxnLst/>
              <a:rect l="l" t="t" r="r" b="b"/>
              <a:pathLst>
                <a:path w="2820" h="2005" extrusionOk="0">
                  <a:moveTo>
                    <a:pt x="1943" y="1"/>
                  </a:moveTo>
                  <a:cubicBezTo>
                    <a:pt x="1385" y="1"/>
                    <a:pt x="0" y="1063"/>
                    <a:pt x="0" y="1063"/>
                  </a:cubicBezTo>
                  <a:lnTo>
                    <a:pt x="154" y="1746"/>
                  </a:lnTo>
                  <a:cubicBezTo>
                    <a:pt x="154" y="1746"/>
                    <a:pt x="1076" y="2004"/>
                    <a:pt x="1752" y="2004"/>
                  </a:cubicBezTo>
                  <a:cubicBezTo>
                    <a:pt x="1979" y="2004"/>
                    <a:pt x="2177" y="1975"/>
                    <a:pt x="2305" y="1898"/>
                  </a:cubicBezTo>
                  <a:cubicBezTo>
                    <a:pt x="2819" y="1593"/>
                    <a:pt x="1664" y="1063"/>
                    <a:pt x="1664" y="1063"/>
                  </a:cubicBezTo>
                  <a:cubicBezTo>
                    <a:pt x="1664" y="1063"/>
                    <a:pt x="2422" y="536"/>
                    <a:pt x="2138" y="90"/>
                  </a:cubicBezTo>
                  <a:cubicBezTo>
                    <a:pt x="2100" y="28"/>
                    <a:pt x="2032" y="1"/>
                    <a:pt x="1943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22"/>
            <p:cNvSpPr/>
            <p:nvPr/>
          </p:nvSpPr>
          <p:spPr>
            <a:xfrm>
              <a:off x="1112405" y="3888702"/>
              <a:ext cx="215451" cy="201023"/>
            </a:xfrm>
            <a:custGeom>
              <a:avLst/>
              <a:gdLst/>
              <a:ahLst/>
              <a:cxnLst/>
              <a:rect l="l" t="t" r="r" b="b"/>
              <a:pathLst>
                <a:path w="2658" h="2480" extrusionOk="0">
                  <a:moveTo>
                    <a:pt x="1640" y="1"/>
                  </a:moveTo>
                  <a:cubicBezTo>
                    <a:pt x="1294" y="1"/>
                    <a:pt x="1350" y="1005"/>
                    <a:pt x="1350" y="1005"/>
                  </a:cubicBezTo>
                  <a:cubicBezTo>
                    <a:pt x="1350" y="1005"/>
                    <a:pt x="1008" y="831"/>
                    <a:pt x="694" y="831"/>
                  </a:cubicBezTo>
                  <a:cubicBezTo>
                    <a:pt x="522" y="831"/>
                    <a:pt x="358" y="883"/>
                    <a:pt x="264" y="1046"/>
                  </a:cubicBezTo>
                  <a:cubicBezTo>
                    <a:pt x="0" y="1506"/>
                    <a:pt x="2130" y="2479"/>
                    <a:pt x="2130" y="2479"/>
                  </a:cubicBezTo>
                  <a:lnTo>
                    <a:pt x="2657" y="2027"/>
                  </a:lnTo>
                  <a:cubicBezTo>
                    <a:pt x="2657" y="2027"/>
                    <a:pt x="2303" y="357"/>
                    <a:pt x="1787" y="51"/>
                  </a:cubicBezTo>
                  <a:cubicBezTo>
                    <a:pt x="1731" y="16"/>
                    <a:pt x="1682" y="1"/>
                    <a:pt x="1640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22"/>
            <p:cNvSpPr/>
            <p:nvPr/>
          </p:nvSpPr>
          <p:spPr>
            <a:xfrm>
              <a:off x="1154555" y="4064275"/>
              <a:ext cx="173301" cy="209372"/>
            </a:xfrm>
            <a:custGeom>
              <a:avLst/>
              <a:gdLst/>
              <a:ahLst/>
              <a:cxnLst/>
              <a:rect l="l" t="t" r="r" b="b"/>
              <a:pathLst>
                <a:path w="2138" h="2583" extrusionOk="0">
                  <a:moveTo>
                    <a:pt x="1511" y="1"/>
                  </a:moveTo>
                  <a:cubicBezTo>
                    <a:pt x="1511" y="1"/>
                    <a:pt x="120" y="974"/>
                    <a:pt x="30" y="1566"/>
                  </a:cubicBezTo>
                  <a:cubicBezTo>
                    <a:pt x="1" y="1771"/>
                    <a:pt x="118" y="1838"/>
                    <a:pt x="284" y="1838"/>
                  </a:cubicBezTo>
                  <a:cubicBezTo>
                    <a:pt x="597" y="1838"/>
                    <a:pt x="1080" y="1601"/>
                    <a:pt x="1080" y="1601"/>
                  </a:cubicBezTo>
                  <a:lnTo>
                    <a:pt x="1080" y="1601"/>
                  </a:lnTo>
                  <a:cubicBezTo>
                    <a:pt x="1080" y="1601"/>
                    <a:pt x="1010" y="2519"/>
                    <a:pt x="1539" y="2581"/>
                  </a:cubicBezTo>
                  <a:cubicBezTo>
                    <a:pt x="1546" y="2582"/>
                    <a:pt x="1553" y="2582"/>
                    <a:pt x="1560" y="2582"/>
                  </a:cubicBezTo>
                  <a:cubicBezTo>
                    <a:pt x="2071" y="2582"/>
                    <a:pt x="2137" y="306"/>
                    <a:pt x="2137" y="306"/>
                  </a:cubicBezTo>
                  <a:lnTo>
                    <a:pt x="1511" y="1"/>
                  </a:ln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22"/>
            <p:cNvSpPr/>
            <p:nvPr/>
          </p:nvSpPr>
          <p:spPr>
            <a:xfrm>
              <a:off x="1251177" y="4006804"/>
              <a:ext cx="113886" cy="114453"/>
            </a:xfrm>
            <a:custGeom>
              <a:avLst/>
              <a:gdLst/>
              <a:ahLst/>
              <a:cxnLst/>
              <a:rect l="l" t="t" r="r" b="b"/>
              <a:pathLst>
                <a:path w="1405" h="1412" extrusionOk="0">
                  <a:moveTo>
                    <a:pt x="701" y="0"/>
                  </a:moveTo>
                  <a:cubicBezTo>
                    <a:pt x="312" y="0"/>
                    <a:pt x="0" y="319"/>
                    <a:pt x="0" y="710"/>
                  </a:cubicBezTo>
                  <a:cubicBezTo>
                    <a:pt x="0" y="1099"/>
                    <a:pt x="312" y="1411"/>
                    <a:pt x="701" y="1411"/>
                  </a:cubicBezTo>
                  <a:cubicBezTo>
                    <a:pt x="1092" y="1411"/>
                    <a:pt x="1405" y="1099"/>
                    <a:pt x="1405" y="710"/>
                  </a:cubicBezTo>
                  <a:cubicBezTo>
                    <a:pt x="1405" y="319"/>
                    <a:pt x="1092" y="0"/>
                    <a:pt x="701" y="0"/>
                  </a:cubicBezTo>
                  <a:close/>
                </a:path>
              </a:pathLst>
            </a:custGeom>
            <a:solidFill>
              <a:srgbClr val="FFB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9" name="Google Shape;809;p22"/>
          <p:cNvGrpSpPr/>
          <p:nvPr/>
        </p:nvGrpSpPr>
        <p:grpSpPr>
          <a:xfrm>
            <a:off x="8651843" y="4569502"/>
            <a:ext cx="424177" cy="392970"/>
            <a:chOff x="1098868" y="3880677"/>
            <a:chExt cx="424177" cy="392970"/>
          </a:xfrm>
        </p:grpSpPr>
        <p:sp>
          <p:nvSpPr>
            <p:cNvPr id="810" name="Google Shape;810;p22"/>
            <p:cNvSpPr/>
            <p:nvPr/>
          </p:nvSpPr>
          <p:spPr>
            <a:xfrm>
              <a:off x="1290004" y="4057547"/>
              <a:ext cx="204913" cy="167870"/>
            </a:xfrm>
            <a:custGeom>
              <a:avLst/>
              <a:gdLst/>
              <a:ahLst/>
              <a:cxnLst/>
              <a:rect l="l" t="t" r="r" b="b"/>
              <a:pathLst>
                <a:path w="2528" h="2071" extrusionOk="0">
                  <a:moveTo>
                    <a:pt x="613" y="0"/>
                  </a:moveTo>
                  <a:lnTo>
                    <a:pt x="0" y="493"/>
                  </a:lnTo>
                  <a:cubicBezTo>
                    <a:pt x="19" y="518"/>
                    <a:pt x="668" y="2071"/>
                    <a:pt x="1320" y="2071"/>
                  </a:cubicBezTo>
                  <a:cubicBezTo>
                    <a:pt x="1411" y="2071"/>
                    <a:pt x="1503" y="2040"/>
                    <a:pt x="1594" y="1969"/>
                  </a:cubicBezTo>
                  <a:cubicBezTo>
                    <a:pt x="2527" y="1238"/>
                    <a:pt x="613" y="0"/>
                    <a:pt x="613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22"/>
            <p:cNvSpPr/>
            <p:nvPr/>
          </p:nvSpPr>
          <p:spPr>
            <a:xfrm>
              <a:off x="1277035" y="3880677"/>
              <a:ext cx="174922" cy="175165"/>
            </a:xfrm>
            <a:custGeom>
              <a:avLst/>
              <a:gdLst/>
              <a:ahLst/>
              <a:cxnLst/>
              <a:rect l="l" t="t" r="r" b="b"/>
              <a:pathLst>
                <a:path w="2158" h="2161" extrusionOk="0">
                  <a:moveTo>
                    <a:pt x="1019" y="0"/>
                  </a:moveTo>
                  <a:cubicBezTo>
                    <a:pt x="198" y="0"/>
                    <a:pt x="0" y="1827"/>
                    <a:pt x="0" y="1827"/>
                  </a:cubicBezTo>
                  <a:lnTo>
                    <a:pt x="716" y="2161"/>
                  </a:lnTo>
                  <a:cubicBezTo>
                    <a:pt x="731" y="2126"/>
                    <a:pt x="2158" y="462"/>
                    <a:pt x="1316" y="73"/>
                  </a:cubicBezTo>
                  <a:cubicBezTo>
                    <a:pt x="1209" y="23"/>
                    <a:pt x="1110" y="0"/>
                    <a:pt x="1019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22"/>
            <p:cNvSpPr/>
            <p:nvPr/>
          </p:nvSpPr>
          <p:spPr>
            <a:xfrm>
              <a:off x="1098868" y="4028123"/>
              <a:ext cx="195673" cy="113643"/>
            </a:xfrm>
            <a:custGeom>
              <a:avLst/>
              <a:gdLst/>
              <a:ahLst/>
              <a:cxnLst/>
              <a:rect l="l" t="t" r="r" b="b"/>
              <a:pathLst>
                <a:path w="2414" h="1402" extrusionOk="0">
                  <a:moveTo>
                    <a:pt x="2220" y="78"/>
                  </a:moveTo>
                  <a:cubicBezTo>
                    <a:pt x="2185" y="91"/>
                    <a:pt x="0" y="1"/>
                    <a:pt x="216" y="906"/>
                  </a:cubicBezTo>
                  <a:cubicBezTo>
                    <a:pt x="303" y="1276"/>
                    <a:pt x="563" y="1402"/>
                    <a:pt x="875" y="1402"/>
                  </a:cubicBezTo>
                  <a:cubicBezTo>
                    <a:pt x="1529" y="1402"/>
                    <a:pt x="2413" y="849"/>
                    <a:pt x="2413" y="849"/>
                  </a:cubicBezTo>
                  <a:lnTo>
                    <a:pt x="2220" y="78"/>
                  </a:ln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22"/>
            <p:cNvSpPr/>
            <p:nvPr/>
          </p:nvSpPr>
          <p:spPr>
            <a:xfrm>
              <a:off x="1294462" y="3943092"/>
              <a:ext cx="228582" cy="162520"/>
            </a:xfrm>
            <a:custGeom>
              <a:avLst/>
              <a:gdLst/>
              <a:ahLst/>
              <a:cxnLst/>
              <a:rect l="l" t="t" r="r" b="b"/>
              <a:pathLst>
                <a:path w="2820" h="2005" extrusionOk="0">
                  <a:moveTo>
                    <a:pt x="1943" y="1"/>
                  </a:moveTo>
                  <a:cubicBezTo>
                    <a:pt x="1385" y="1"/>
                    <a:pt x="0" y="1063"/>
                    <a:pt x="0" y="1063"/>
                  </a:cubicBezTo>
                  <a:lnTo>
                    <a:pt x="154" y="1746"/>
                  </a:lnTo>
                  <a:cubicBezTo>
                    <a:pt x="154" y="1746"/>
                    <a:pt x="1076" y="2004"/>
                    <a:pt x="1752" y="2004"/>
                  </a:cubicBezTo>
                  <a:cubicBezTo>
                    <a:pt x="1979" y="2004"/>
                    <a:pt x="2177" y="1975"/>
                    <a:pt x="2305" y="1898"/>
                  </a:cubicBezTo>
                  <a:cubicBezTo>
                    <a:pt x="2819" y="1593"/>
                    <a:pt x="1664" y="1063"/>
                    <a:pt x="1664" y="1063"/>
                  </a:cubicBezTo>
                  <a:cubicBezTo>
                    <a:pt x="1664" y="1063"/>
                    <a:pt x="2422" y="536"/>
                    <a:pt x="2138" y="90"/>
                  </a:cubicBezTo>
                  <a:cubicBezTo>
                    <a:pt x="2100" y="28"/>
                    <a:pt x="2032" y="1"/>
                    <a:pt x="1943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22"/>
            <p:cNvSpPr/>
            <p:nvPr/>
          </p:nvSpPr>
          <p:spPr>
            <a:xfrm>
              <a:off x="1112405" y="3888702"/>
              <a:ext cx="215451" cy="201023"/>
            </a:xfrm>
            <a:custGeom>
              <a:avLst/>
              <a:gdLst/>
              <a:ahLst/>
              <a:cxnLst/>
              <a:rect l="l" t="t" r="r" b="b"/>
              <a:pathLst>
                <a:path w="2658" h="2480" extrusionOk="0">
                  <a:moveTo>
                    <a:pt x="1640" y="1"/>
                  </a:moveTo>
                  <a:cubicBezTo>
                    <a:pt x="1294" y="1"/>
                    <a:pt x="1350" y="1005"/>
                    <a:pt x="1350" y="1005"/>
                  </a:cubicBezTo>
                  <a:cubicBezTo>
                    <a:pt x="1350" y="1005"/>
                    <a:pt x="1008" y="831"/>
                    <a:pt x="694" y="831"/>
                  </a:cubicBezTo>
                  <a:cubicBezTo>
                    <a:pt x="522" y="831"/>
                    <a:pt x="358" y="883"/>
                    <a:pt x="264" y="1046"/>
                  </a:cubicBezTo>
                  <a:cubicBezTo>
                    <a:pt x="0" y="1506"/>
                    <a:pt x="2130" y="2479"/>
                    <a:pt x="2130" y="2479"/>
                  </a:cubicBezTo>
                  <a:lnTo>
                    <a:pt x="2657" y="2027"/>
                  </a:lnTo>
                  <a:cubicBezTo>
                    <a:pt x="2657" y="2027"/>
                    <a:pt x="2303" y="357"/>
                    <a:pt x="1787" y="51"/>
                  </a:cubicBezTo>
                  <a:cubicBezTo>
                    <a:pt x="1731" y="16"/>
                    <a:pt x="1682" y="1"/>
                    <a:pt x="1640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22"/>
            <p:cNvSpPr/>
            <p:nvPr/>
          </p:nvSpPr>
          <p:spPr>
            <a:xfrm>
              <a:off x="1154555" y="4064275"/>
              <a:ext cx="173301" cy="209372"/>
            </a:xfrm>
            <a:custGeom>
              <a:avLst/>
              <a:gdLst/>
              <a:ahLst/>
              <a:cxnLst/>
              <a:rect l="l" t="t" r="r" b="b"/>
              <a:pathLst>
                <a:path w="2138" h="2583" extrusionOk="0">
                  <a:moveTo>
                    <a:pt x="1511" y="1"/>
                  </a:moveTo>
                  <a:cubicBezTo>
                    <a:pt x="1511" y="1"/>
                    <a:pt x="120" y="974"/>
                    <a:pt x="30" y="1566"/>
                  </a:cubicBezTo>
                  <a:cubicBezTo>
                    <a:pt x="1" y="1771"/>
                    <a:pt x="118" y="1838"/>
                    <a:pt x="284" y="1838"/>
                  </a:cubicBezTo>
                  <a:cubicBezTo>
                    <a:pt x="597" y="1838"/>
                    <a:pt x="1080" y="1601"/>
                    <a:pt x="1080" y="1601"/>
                  </a:cubicBezTo>
                  <a:lnTo>
                    <a:pt x="1080" y="1601"/>
                  </a:lnTo>
                  <a:cubicBezTo>
                    <a:pt x="1080" y="1601"/>
                    <a:pt x="1010" y="2519"/>
                    <a:pt x="1539" y="2581"/>
                  </a:cubicBezTo>
                  <a:cubicBezTo>
                    <a:pt x="1546" y="2582"/>
                    <a:pt x="1553" y="2582"/>
                    <a:pt x="1560" y="2582"/>
                  </a:cubicBezTo>
                  <a:cubicBezTo>
                    <a:pt x="2071" y="2582"/>
                    <a:pt x="2137" y="306"/>
                    <a:pt x="2137" y="306"/>
                  </a:cubicBezTo>
                  <a:lnTo>
                    <a:pt x="1511" y="1"/>
                  </a:ln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22"/>
            <p:cNvSpPr/>
            <p:nvPr/>
          </p:nvSpPr>
          <p:spPr>
            <a:xfrm>
              <a:off x="1251177" y="4006804"/>
              <a:ext cx="113886" cy="114453"/>
            </a:xfrm>
            <a:custGeom>
              <a:avLst/>
              <a:gdLst/>
              <a:ahLst/>
              <a:cxnLst/>
              <a:rect l="l" t="t" r="r" b="b"/>
              <a:pathLst>
                <a:path w="1405" h="1412" extrusionOk="0">
                  <a:moveTo>
                    <a:pt x="701" y="0"/>
                  </a:moveTo>
                  <a:cubicBezTo>
                    <a:pt x="312" y="0"/>
                    <a:pt x="0" y="319"/>
                    <a:pt x="0" y="710"/>
                  </a:cubicBezTo>
                  <a:cubicBezTo>
                    <a:pt x="0" y="1099"/>
                    <a:pt x="312" y="1411"/>
                    <a:pt x="701" y="1411"/>
                  </a:cubicBezTo>
                  <a:cubicBezTo>
                    <a:pt x="1092" y="1411"/>
                    <a:pt x="1405" y="1099"/>
                    <a:pt x="1405" y="710"/>
                  </a:cubicBezTo>
                  <a:cubicBezTo>
                    <a:pt x="1405" y="319"/>
                    <a:pt x="1092" y="0"/>
                    <a:pt x="701" y="0"/>
                  </a:cubicBezTo>
                  <a:close/>
                </a:path>
              </a:pathLst>
            </a:custGeom>
            <a:solidFill>
              <a:srgbClr val="FFB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17" name="Google Shape;817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71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818" name="Google Shape;818;p22"/>
          <p:cNvGrpSpPr/>
          <p:nvPr/>
        </p:nvGrpSpPr>
        <p:grpSpPr>
          <a:xfrm>
            <a:off x="213743" y="3940077"/>
            <a:ext cx="424177" cy="392970"/>
            <a:chOff x="1098868" y="3880677"/>
            <a:chExt cx="424177" cy="392970"/>
          </a:xfrm>
        </p:grpSpPr>
        <p:sp>
          <p:nvSpPr>
            <p:cNvPr id="819" name="Google Shape;819;p22"/>
            <p:cNvSpPr/>
            <p:nvPr/>
          </p:nvSpPr>
          <p:spPr>
            <a:xfrm>
              <a:off x="1290004" y="4057547"/>
              <a:ext cx="204913" cy="167870"/>
            </a:xfrm>
            <a:custGeom>
              <a:avLst/>
              <a:gdLst/>
              <a:ahLst/>
              <a:cxnLst/>
              <a:rect l="l" t="t" r="r" b="b"/>
              <a:pathLst>
                <a:path w="2528" h="2071" extrusionOk="0">
                  <a:moveTo>
                    <a:pt x="613" y="0"/>
                  </a:moveTo>
                  <a:lnTo>
                    <a:pt x="0" y="493"/>
                  </a:lnTo>
                  <a:cubicBezTo>
                    <a:pt x="19" y="518"/>
                    <a:pt x="668" y="2071"/>
                    <a:pt x="1320" y="2071"/>
                  </a:cubicBezTo>
                  <a:cubicBezTo>
                    <a:pt x="1411" y="2071"/>
                    <a:pt x="1503" y="2040"/>
                    <a:pt x="1594" y="1969"/>
                  </a:cubicBezTo>
                  <a:cubicBezTo>
                    <a:pt x="2527" y="1238"/>
                    <a:pt x="613" y="0"/>
                    <a:pt x="613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22"/>
            <p:cNvSpPr/>
            <p:nvPr/>
          </p:nvSpPr>
          <p:spPr>
            <a:xfrm>
              <a:off x="1277035" y="3880677"/>
              <a:ext cx="174922" cy="175165"/>
            </a:xfrm>
            <a:custGeom>
              <a:avLst/>
              <a:gdLst/>
              <a:ahLst/>
              <a:cxnLst/>
              <a:rect l="l" t="t" r="r" b="b"/>
              <a:pathLst>
                <a:path w="2158" h="2161" extrusionOk="0">
                  <a:moveTo>
                    <a:pt x="1019" y="0"/>
                  </a:moveTo>
                  <a:cubicBezTo>
                    <a:pt x="198" y="0"/>
                    <a:pt x="0" y="1827"/>
                    <a:pt x="0" y="1827"/>
                  </a:cubicBezTo>
                  <a:lnTo>
                    <a:pt x="716" y="2161"/>
                  </a:lnTo>
                  <a:cubicBezTo>
                    <a:pt x="731" y="2126"/>
                    <a:pt x="2158" y="462"/>
                    <a:pt x="1316" y="73"/>
                  </a:cubicBezTo>
                  <a:cubicBezTo>
                    <a:pt x="1209" y="23"/>
                    <a:pt x="1110" y="0"/>
                    <a:pt x="1019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2"/>
            <p:cNvSpPr/>
            <p:nvPr/>
          </p:nvSpPr>
          <p:spPr>
            <a:xfrm>
              <a:off x="1098868" y="4028123"/>
              <a:ext cx="195673" cy="113643"/>
            </a:xfrm>
            <a:custGeom>
              <a:avLst/>
              <a:gdLst/>
              <a:ahLst/>
              <a:cxnLst/>
              <a:rect l="l" t="t" r="r" b="b"/>
              <a:pathLst>
                <a:path w="2414" h="1402" extrusionOk="0">
                  <a:moveTo>
                    <a:pt x="2220" y="78"/>
                  </a:moveTo>
                  <a:cubicBezTo>
                    <a:pt x="2185" y="91"/>
                    <a:pt x="0" y="1"/>
                    <a:pt x="216" y="906"/>
                  </a:cubicBezTo>
                  <a:cubicBezTo>
                    <a:pt x="303" y="1276"/>
                    <a:pt x="563" y="1402"/>
                    <a:pt x="875" y="1402"/>
                  </a:cubicBezTo>
                  <a:cubicBezTo>
                    <a:pt x="1529" y="1402"/>
                    <a:pt x="2413" y="849"/>
                    <a:pt x="2413" y="849"/>
                  </a:cubicBezTo>
                  <a:lnTo>
                    <a:pt x="2220" y="78"/>
                  </a:ln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2"/>
            <p:cNvSpPr/>
            <p:nvPr/>
          </p:nvSpPr>
          <p:spPr>
            <a:xfrm>
              <a:off x="1294462" y="3943092"/>
              <a:ext cx="228582" cy="162520"/>
            </a:xfrm>
            <a:custGeom>
              <a:avLst/>
              <a:gdLst/>
              <a:ahLst/>
              <a:cxnLst/>
              <a:rect l="l" t="t" r="r" b="b"/>
              <a:pathLst>
                <a:path w="2820" h="2005" extrusionOk="0">
                  <a:moveTo>
                    <a:pt x="1943" y="1"/>
                  </a:moveTo>
                  <a:cubicBezTo>
                    <a:pt x="1385" y="1"/>
                    <a:pt x="0" y="1063"/>
                    <a:pt x="0" y="1063"/>
                  </a:cubicBezTo>
                  <a:lnTo>
                    <a:pt x="154" y="1746"/>
                  </a:lnTo>
                  <a:cubicBezTo>
                    <a:pt x="154" y="1746"/>
                    <a:pt x="1076" y="2004"/>
                    <a:pt x="1752" y="2004"/>
                  </a:cubicBezTo>
                  <a:cubicBezTo>
                    <a:pt x="1979" y="2004"/>
                    <a:pt x="2177" y="1975"/>
                    <a:pt x="2305" y="1898"/>
                  </a:cubicBezTo>
                  <a:cubicBezTo>
                    <a:pt x="2819" y="1593"/>
                    <a:pt x="1664" y="1063"/>
                    <a:pt x="1664" y="1063"/>
                  </a:cubicBezTo>
                  <a:cubicBezTo>
                    <a:pt x="1664" y="1063"/>
                    <a:pt x="2422" y="536"/>
                    <a:pt x="2138" y="90"/>
                  </a:cubicBezTo>
                  <a:cubicBezTo>
                    <a:pt x="2100" y="28"/>
                    <a:pt x="2032" y="1"/>
                    <a:pt x="1943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22"/>
            <p:cNvSpPr/>
            <p:nvPr/>
          </p:nvSpPr>
          <p:spPr>
            <a:xfrm>
              <a:off x="1112405" y="3888702"/>
              <a:ext cx="215451" cy="201023"/>
            </a:xfrm>
            <a:custGeom>
              <a:avLst/>
              <a:gdLst/>
              <a:ahLst/>
              <a:cxnLst/>
              <a:rect l="l" t="t" r="r" b="b"/>
              <a:pathLst>
                <a:path w="2658" h="2480" extrusionOk="0">
                  <a:moveTo>
                    <a:pt x="1640" y="1"/>
                  </a:moveTo>
                  <a:cubicBezTo>
                    <a:pt x="1294" y="1"/>
                    <a:pt x="1350" y="1005"/>
                    <a:pt x="1350" y="1005"/>
                  </a:cubicBezTo>
                  <a:cubicBezTo>
                    <a:pt x="1350" y="1005"/>
                    <a:pt x="1008" y="831"/>
                    <a:pt x="694" y="831"/>
                  </a:cubicBezTo>
                  <a:cubicBezTo>
                    <a:pt x="522" y="831"/>
                    <a:pt x="358" y="883"/>
                    <a:pt x="264" y="1046"/>
                  </a:cubicBezTo>
                  <a:cubicBezTo>
                    <a:pt x="0" y="1506"/>
                    <a:pt x="2130" y="2479"/>
                    <a:pt x="2130" y="2479"/>
                  </a:cubicBezTo>
                  <a:lnTo>
                    <a:pt x="2657" y="2027"/>
                  </a:lnTo>
                  <a:cubicBezTo>
                    <a:pt x="2657" y="2027"/>
                    <a:pt x="2303" y="357"/>
                    <a:pt x="1787" y="51"/>
                  </a:cubicBezTo>
                  <a:cubicBezTo>
                    <a:pt x="1731" y="16"/>
                    <a:pt x="1682" y="1"/>
                    <a:pt x="1640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22"/>
            <p:cNvSpPr/>
            <p:nvPr/>
          </p:nvSpPr>
          <p:spPr>
            <a:xfrm>
              <a:off x="1154555" y="4064275"/>
              <a:ext cx="173301" cy="209372"/>
            </a:xfrm>
            <a:custGeom>
              <a:avLst/>
              <a:gdLst/>
              <a:ahLst/>
              <a:cxnLst/>
              <a:rect l="l" t="t" r="r" b="b"/>
              <a:pathLst>
                <a:path w="2138" h="2583" extrusionOk="0">
                  <a:moveTo>
                    <a:pt x="1511" y="1"/>
                  </a:moveTo>
                  <a:cubicBezTo>
                    <a:pt x="1511" y="1"/>
                    <a:pt x="120" y="974"/>
                    <a:pt x="30" y="1566"/>
                  </a:cubicBezTo>
                  <a:cubicBezTo>
                    <a:pt x="1" y="1771"/>
                    <a:pt x="118" y="1838"/>
                    <a:pt x="284" y="1838"/>
                  </a:cubicBezTo>
                  <a:cubicBezTo>
                    <a:pt x="597" y="1838"/>
                    <a:pt x="1080" y="1601"/>
                    <a:pt x="1080" y="1601"/>
                  </a:cubicBezTo>
                  <a:lnTo>
                    <a:pt x="1080" y="1601"/>
                  </a:lnTo>
                  <a:cubicBezTo>
                    <a:pt x="1080" y="1601"/>
                    <a:pt x="1010" y="2519"/>
                    <a:pt x="1539" y="2581"/>
                  </a:cubicBezTo>
                  <a:cubicBezTo>
                    <a:pt x="1546" y="2582"/>
                    <a:pt x="1553" y="2582"/>
                    <a:pt x="1560" y="2582"/>
                  </a:cubicBezTo>
                  <a:cubicBezTo>
                    <a:pt x="2071" y="2582"/>
                    <a:pt x="2137" y="306"/>
                    <a:pt x="2137" y="306"/>
                  </a:cubicBezTo>
                  <a:lnTo>
                    <a:pt x="1511" y="1"/>
                  </a:ln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2"/>
            <p:cNvSpPr/>
            <p:nvPr/>
          </p:nvSpPr>
          <p:spPr>
            <a:xfrm>
              <a:off x="1251177" y="4006804"/>
              <a:ext cx="113886" cy="114453"/>
            </a:xfrm>
            <a:custGeom>
              <a:avLst/>
              <a:gdLst/>
              <a:ahLst/>
              <a:cxnLst/>
              <a:rect l="l" t="t" r="r" b="b"/>
              <a:pathLst>
                <a:path w="1405" h="1412" extrusionOk="0">
                  <a:moveTo>
                    <a:pt x="701" y="0"/>
                  </a:moveTo>
                  <a:cubicBezTo>
                    <a:pt x="312" y="0"/>
                    <a:pt x="0" y="319"/>
                    <a:pt x="0" y="710"/>
                  </a:cubicBezTo>
                  <a:cubicBezTo>
                    <a:pt x="0" y="1099"/>
                    <a:pt x="312" y="1411"/>
                    <a:pt x="701" y="1411"/>
                  </a:cubicBezTo>
                  <a:cubicBezTo>
                    <a:pt x="1092" y="1411"/>
                    <a:pt x="1405" y="1099"/>
                    <a:pt x="1405" y="710"/>
                  </a:cubicBezTo>
                  <a:cubicBezTo>
                    <a:pt x="1405" y="319"/>
                    <a:pt x="1092" y="0"/>
                    <a:pt x="701" y="0"/>
                  </a:cubicBezTo>
                  <a:close/>
                </a:path>
              </a:pathLst>
            </a:custGeom>
            <a:solidFill>
              <a:srgbClr val="FFB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26" name="Google Shape;826;p22"/>
          <p:cNvSpPr/>
          <p:nvPr/>
        </p:nvSpPr>
        <p:spPr>
          <a:xfrm>
            <a:off x="8017883" y="2580128"/>
            <a:ext cx="1969130" cy="600231"/>
          </a:xfrm>
          <a:custGeom>
            <a:avLst/>
            <a:gdLst/>
            <a:ahLst/>
            <a:cxnLst/>
            <a:rect l="l" t="t" r="r" b="b"/>
            <a:pathLst>
              <a:path w="24293" h="7405" extrusionOk="0">
                <a:moveTo>
                  <a:pt x="15711" y="0"/>
                </a:moveTo>
                <a:cubicBezTo>
                  <a:pt x="13606" y="0"/>
                  <a:pt x="11570" y="1578"/>
                  <a:pt x="11114" y="3641"/>
                </a:cubicBezTo>
                <a:cubicBezTo>
                  <a:pt x="10395" y="2995"/>
                  <a:pt x="9427" y="2640"/>
                  <a:pt x="8461" y="2640"/>
                </a:cubicBezTo>
                <a:cubicBezTo>
                  <a:pt x="8126" y="2640"/>
                  <a:pt x="7791" y="2683"/>
                  <a:pt x="7467" y="2771"/>
                </a:cubicBezTo>
                <a:cubicBezTo>
                  <a:pt x="6215" y="3118"/>
                  <a:pt x="5164" y="4135"/>
                  <a:pt x="4775" y="5372"/>
                </a:cubicBezTo>
                <a:cubicBezTo>
                  <a:pt x="4409" y="5161"/>
                  <a:pt x="3991" y="5066"/>
                  <a:pt x="3555" y="5066"/>
                </a:cubicBezTo>
                <a:cubicBezTo>
                  <a:pt x="2120" y="5066"/>
                  <a:pt x="503" y="6101"/>
                  <a:pt x="0" y="7405"/>
                </a:cubicBezTo>
                <a:lnTo>
                  <a:pt x="24167" y="7405"/>
                </a:lnTo>
                <a:cubicBezTo>
                  <a:pt x="24167" y="7405"/>
                  <a:pt x="24292" y="7328"/>
                  <a:pt x="24167" y="7078"/>
                </a:cubicBezTo>
                <a:cubicBezTo>
                  <a:pt x="23431" y="5645"/>
                  <a:pt x="21919" y="4608"/>
                  <a:pt x="20306" y="4588"/>
                </a:cubicBezTo>
                <a:cubicBezTo>
                  <a:pt x="20278" y="2333"/>
                  <a:pt x="18379" y="252"/>
                  <a:pt x="16131" y="22"/>
                </a:cubicBezTo>
                <a:cubicBezTo>
                  <a:pt x="15991" y="7"/>
                  <a:pt x="15851" y="0"/>
                  <a:pt x="1571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7" name="Google Shape;827;p22"/>
          <p:cNvSpPr/>
          <p:nvPr/>
        </p:nvSpPr>
        <p:spPr>
          <a:xfrm>
            <a:off x="-616892" y="1095103"/>
            <a:ext cx="1969130" cy="600231"/>
          </a:xfrm>
          <a:custGeom>
            <a:avLst/>
            <a:gdLst/>
            <a:ahLst/>
            <a:cxnLst/>
            <a:rect l="l" t="t" r="r" b="b"/>
            <a:pathLst>
              <a:path w="24293" h="7405" extrusionOk="0">
                <a:moveTo>
                  <a:pt x="15711" y="0"/>
                </a:moveTo>
                <a:cubicBezTo>
                  <a:pt x="13606" y="0"/>
                  <a:pt x="11570" y="1578"/>
                  <a:pt x="11114" y="3641"/>
                </a:cubicBezTo>
                <a:cubicBezTo>
                  <a:pt x="10395" y="2995"/>
                  <a:pt x="9427" y="2640"/>
                  <a:pt x="8461" y="2640"/>
                </a:cubicBezTo>
                <a:cubicBezTo>
                  <a:pt x="8126" y="2640"/>
                  <a:pt x="7791" y="2683"/>
                  <a:pt x="7467" y="2771"/>
                </a:cubicBezTo>
                <a:cubicBezTo>
                  <a:pt x="6215" y="3118"/>
                  <a:pt x="5164" y="4135"/>
                  <a:pt x="4775" y="5372"/>
                </a:cubicBezTo>
                <a:cubicBezTo>
                  <a:pt x="4409" y="5161"/>
                  <a:pt x="3991" y="5066"/>
                  <a:pt x="3555" y="5066"/>
                </a:cubicBezTo>
                <a:cubicBezTo>
                  <a:pt x="2120" y="5066"/>
                  <a:pt x="503" y="6101"/>
                  <a:pt x="0" y="7405"/>
                </a:cubicBezTo>
                <a:lnTo>
                  <a:pt x="24167" y="7405"/>
                </a:lnTo>
                <a:cubicBezTo>
                  <a:pt x="24167" y="7405"/>
                  <a:pt x="24292" y="7328"/>
                  <a:pt x="24167" y="7078"/>
                </a:cubicBezTo>
                <a:cubicBezTo>
                  <a:pt x="23431" y="5645"/>
                  <a:pt x="21919" y="4608"/>
                  <a:pt x="20306" y="4588"/>
                </a:cubicBezTo>
                <a:cubicBezTo>
                  <a:pt x="20278" y="2333"/>
                  <a:pt x="18379" y="252"/>
                  <a:pt x="16131" y="22"/>
                </a:cubicBezTo>
                <a:cubicBezTo>
                  <a:pt x="15991" y="7"/>
                  <a:pt x="15851" y="0"/>
                  <a:pt x="1571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8" name="Google Shape;828;p22"/>
          <p:cNvSpPr/>
          <p:nvPr/>
        </p:nvSpPr>
        <p:spPr>
          <a:xfrm flipH="1">
            <a:off x="5047833" y="-291572"/>
            <a:ext cx="1969130" cy="600231"/>
          </a:xfrm>
          <a:custGeom>
            <a:avLst/>
            <a:gdLst/>
            <a:ahLst/>
            <a:cxnLst/>
            <a:rect l="l" t="t" r="r" b="b"/>
            <a:pathLst>
              <a:path w="24293" h="7405" extrusionOk="0">
                <a:moveTo>
                  <a:pt x="15711" y="0"/>
                </a:moveTo>
                <a:cubicBezTo>
                  <a:pt x="13606" y="0"/>
                  <a:pt x="11570" y="1578"/>
                  <a:pt x="11114" y="3641"/>
                </a:cubicBezTo>
                <a:cubicBezTo>
                  <a:pt x="10395" y="2995"/>
                  <a:pt x="9427" y="2640"/>
                  <a:pt x="8461" y="2640"/>
                </a:cubicBezTo>
                <a:cubicBezTo>
                  <a:pt x="8126" y="2640"/>
                  <a:pt x="7791" y="2683"/>
                  <a:pt x="7467" y="2771"/>
                </a:cubicBezTo>
                <a:cubicBezTo>
                  <a:pt x="6215" y="3118"/>
                  <a:pt x="5164" y="4135"/>
                  <a:pt x="4775" y="5372"/>
                </a:cubicBezTo>
                <a:cubicBezTo>
                  <a:pt x="4409" y="5161"/>
                  <a:pt x="3991" y="5066"/>
                  <a:pt x="3555" y="5066"/>
                </a:cubicBezTo>
                <a:cubicBezTo>
                  <a:pt x="2120" y="5066"/>
                  <a:pt x="503" y="6101"/>
                  <a:pt x="0" y="7405"/>
                </a:cubicBezTo>
                <a:lnTo>
                  <a:pt x="24167" y="7405"/>
                </a:lnTo>
                <a:cubicBezTo>
                  <a:pt x="24167" y="7405"/>
                  <a:pt x="24292" y="7328"/>
                  <a:pt x="24167" y="7078"/>
                </a:cubicBezTo>
                <a:cubicBezTo>
                  <a:pt x="23431" y="5645"/>
                  <a:pt x="21919" y="4608"/>
                  <a:pt x="20306" y="4588"/>
                </a:cubicBezTo>
                <a:cubicBezTo>
                  <a:pt x="20278" y="2333"/>
                  <a:pt x="18379" y="252"/>
                  <a:pt x="16131" y="22"/>
                </a:cubicBezTo>
                <a:cubicBezTo>
                  <a:pt x="15991" y="7"/>
                  <a:pt x="15851" y="0"/>
                  <a:pt x="1571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1">
  <p:cSld name="TITLE_ONLY_1_1_1_1_1_1_1_1_1_1_1">
    <p:spTree>
      <p:nvGrpSpPr>
        <p:cNvPr id="1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24"/>
          <p:cNvSpPr txBox="1">
            <a:spLocks noGrp="1"/>
          </p:cNvSpPr>
          <p:nvPr>
            <p:ph type="title"/>
          </p:nvPr>
        </p:nvSpPr>
        <p:spPr>
          <a:xfrm rot="-5400000">
            <a:off x="-1724500" y="2215650"/>
            <a:ext cx="4814700" cy="71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25"/>
          <p:cNvSpPr/>
          <p:nvPr/>
        </p:nvSpPr>
        <p:spPr>
          <a:xfrm flipH="1">
            <a:off x="8164157" y="3050083"/>
            <a:ext cx="1558979" cy="1447525"/>
          </a:xfrm>
          <a:custGeom>
            <a:avLst/>
            <a:gdLst/>
            <a:ahLst/>
            <a:cxnLst/>
            <a:rect l="l" t="t" r="r" b="b"/>
            <a:pathLst>
              <a:path w="19233" h="17858" extrusionOk="0">
                <a:moveTo>
                  <a:pt x="8776" y="1"/>
                </a:moveTo>
                <a:cubicBezTo>
                  <a:pt x="6682" y="1"/>
                  <a:pt x="4815" y="1497"/>
                  <a:pt x="4426" y="3629"/>
                </a:cubicBezTo>
                <a:cubicBezTo>
                  <a:pt x="4231" y="4701"/>
                  <a:pt x="4439" y="5752"/>
                  <a:pt x="4940" y="6628"/>
                </a:cubicBezTo>
                <a:cubicBezTo>
                  <a:pt x="2769" y="7101"/>
                  <a:pt x="987" y="8834"/>
                  <a:pt x="563" y="11157"/>
                </a:cubicBezTo>
                <a:cubicBezTo>
                  <a:pt x="0" y="14240"/>
                  <a:pt x="2039" y="17198"/>
                  <a:pt x="5129" y="17762"/>
                </a:cubicBezTo>
                <a:cubicBezTo>
                  <a:pt x="5476" y="17826"/>
                  <a:pt x="5822" y="17857"/>
                  <a:pt x="6162" y="17857"/>
                </a:cubicBezTo>
                <a:cubicBezTo>
                  <a:pt x="7999" y="17857"/>
                  <a:pt x="9693" y="16960"/>
                  <a:pt x="10744" y="15521"/>
                </a:cubicBezTo>
                <a:cubicBezTo>
                  <a:pt x="11376" y="16585"/>
                  <a:pt x="12442" y="17387"/>
                  <a:pt x="13756" y="17622"/>
                </a:cubicBezTo>
                <a:cubicBezTo>
                  <a:pt x="14029" y="17673"/>
                  <a:pt x="14300" y="17697"/>
                  <a:pt x="14567" y="17697"/>
                </a:cubicBezTo>
                <a:cubicBezTo>
                  <a:pt x="16662" y="17697"/>
                  <a:pt x="18518" y="16202"/>
                  <a:pt x="18913" y="14067"/>
                </a:cubicBezTo>
                <a:cubicBezTo>
                  <a:pt x="19232" y="12306"/>
                  <a:pt x="18461" y="10601"/>
                  <a:pt x="17083" y="9634"/>
                </a:cubicBezTo>
                <a:cubicBezTo>
                  <a:pt x="17549" y="9070"/>
                  <a:pt x="17883" y="8389"/>
                  <a:pt x="18030" y="7617"/>
                </a:cubicBezTo>
                <a:cubicBezTo>
                  <a:pt x="18467" y="5209"/>
                  <a:pt x="16874" y="2906"/>
                  <a:pt x="14466" y="2467"/>
                </a:cubicBezTo>
                <a:cubicBezTo>
                  <a:pt x="14196" y="2416"/>
                  <a:pt x="13928" y="2391"/>
                  <a:pt x="13663" y="2391"/>
                </a:cubicBezTo>
                <a:cubicBezTo>
                  <a:pt x="13354" y="2391"/>
                  <a:pt x="13050" y="2425"/>
                  <a:pt x="12754" y="2488"/>
                </a:cubicBezTo>
                <a:cubicBezTo>
                  <a:pt x="12163" y="1271"/>
                  <a:pt x="11016" y="337"/>
                  <a:pt x="9575" y="74"/>
                </a:cubicBezTo>
                <a:cubicBezTo>
                  <a:pt x="9306" y="24"/>
                  <a:pt x="9039" y="1"/>
                  <a:pt x="877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4" name="Google Shape;874;p25"/>
          <p:cNvSpPr/>
          <p:nvPr/>
        </p:nvSpPr>
        <p:spPr>
          <a:xfrm>
            <a:off x="-579068" y="2835508"/>
            <a:ext cx="1558979" cy="1447525"/>
          </a:xfrm>
          <a:custGeom>
            <a:avLst/>
            <a:gdLst/>
            <a:ahLst/>
            <a:cxnLst/>
            <a:rect l="l" t="t" r="r" b="b"/>
            <a:pathLst>
              <a:path w="19233" h="17858" extrusionOk="0">
                <a:moveTo>
                  <a:pt x="8776" y="1"/>
                </a:moveTo>
                <a:cubicBezTo>
                  <a:pt x="6682" y="1"/>
                  <a:pt x="4815" y="1497"/>
                  <a:pt x="4426" y="3629"/>
                </a:cubicBezTo>
                <a:cubicBezTo>
                  <a:pt x="4231" y="4701"/>
                  <a:pt x="4439" y="5752"/>
                  <a:pt x="4940" y="6628"/>
                </a:cubicBezTo>
                <a:cubicBezTo>
                  <a:pt x="2769" y="7101"/>
                  <a:pt x="987" y="8834"/>
                  <a:pt x="563" y="11157"/>
                </a:cubicBezTo>
                <a:cubicBezTo>
                  <a:pt x="0" y="14240"/>
                  <a:pt x="2039" y="17198"/>
                  <a:pt x="5129" y="17762"/>
                </a:cubicBezTo>
                <a:cubicBezTo>
                  <a:pt x="5476" y="17826"/>
                  <a:pt x="5822" y="17857"/>
                  <a:pt x="6162" y="17857"/>
                </a:cubicBezTo>
                <a:cubicBezTo>
                  <a:pt x="7999" y="17857"/>
                  <a:pt x="9693" y="16960"/>
                  <a:pt x="10744" y="15521"/>
                </a:cubicBezTo>
                <a:cubicBezTo>
                  <a:pt x="11376" y="16585"/>
                  <a:pt x="12442" y="17387"/>
                  <a:pt x="13756" y="17622"/>
                </a:cubicBezTo>
                <a:cubicBezTo>
                  <a:pt x="14029" y="17673"/>
                  <a:pt x="14300" y="17697"/>
                  <a:pt x="14567" y="17697"/>
                </a:cubicBezTo>
                <a:cubicBezTo>
                  <a:pt x="16662" y="17697"/>
                  <a:pt x="18518" y="16202"/>
                  <a:pt x="18913" y="14067"/>
                </a:cubicBezTo>
                <a:cubicBezTo>
                  <a:pt x="19232" y="12306"/>
                  <a:pt x="18461" y="10601"/>
                  <a:pt x="17083" y="9634"/>
                </a:cubicBezTo>
                <a:cubicBezTo>
                  <a:pt x="17549" y="9070"/>
                  <a:pt x="17883" y="8389"/>
                  <a:pt x="18030" y="7617"/>
                </a:cubicBezTo>
                <a:cubicBezTo>
                  <a:pt x="18467" y="5209"/>
                  <a:pt x="16874" y="2906"/>
                  <a:pt x="14466" y="2467"/>
                </a:cubicBezTo>
                <a:cubicBezTo>
                  <a:pt x="14196" y="2416"/>
                  <a:pt x="13928" y="2391"/>
                  <a:pt x="13663" y="2391"/>
                </a:cubicBezTo>
                <a:cubicBezTo>
                  <a:pt x="13354" y="2391"/>
                  <a:pt x="13050" y="2425"/>
                  <a:pt x="12754" y="2488"/>
                </a:cubicBezTo>
                <a:cubicBezTo>
                  <a:pt x="12163" y="1271"/>
                  <a:pt x="11016" y="337"/>
                  <a:pt x="9575" y="74"/>
                </a:cubicBezTo>
                <a:cubicBezTo>
                  <a:pt x="9306" y="24"/>
                  <a:pt x="9039" y="1"/>
                  <a:pt x="877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75" name="Google Shape;875;p25"/>
          <p:cNvGrpSpPr/>
          <p:nvPr/>
        </p:nvGrpSpPr>
        <p:grpSpPr>
          <a:xfrm>
            <a:off x="-39600" y="3794550"/>
            <a:ext cx="9223249" cy="1348949"/>
            <a:chOff x="-39600" y="3553125"/>
            <a:chExt cx="9223249" cy="1348949"/>
          </a:xfrm>
        </p:grpSpPr>
        <p:sp>
          <p:nvSpPr>
            <p:cNvPr id="876" name="Google Shape;876;p25"/>
            <p:cNvSpPr/>
            <p:nvPr/>
          </p:nvSpPr>
          <p:spPr>
            <a:xfrm>
              <a:off x="5768300" y="3680200"/>
              <a:ext cx="3415349" cy="1221829"/>
            </a:xfrm>
            <a:custGeom>
              <a:avLst/>
              <a:gdLst/>
              <a:ahLst/>
              <a:cxnLst/>
              <a:rect l="l" t="t" r="r" b="b"/>
              <a:pathLst>
                <a:path w="43957" h="19958" extrusionOk="0">
                  <a:moveTo>
                    <a:pt x="36650" y="1"/>
                  </a:moveTo>
                  <a:cubicBezTo>
                    <a:pt x="36345" y="1"/>
                    <a:pt x="36644" y="864"/>
                    <a:pt x="36797" y="1253"/>
                  </a:cubicBezTo>
                  <a:cubicBezTo>
                    <a:pt x="31878" y="1963"/>
                    <a:pt x="27549" y="2993"/>
                    <a:pt x="23771" y="4211"/>
                  </a:cubicBezTo>
                  <a:cubicBezTo>
                    <a:pt x="23806" y="3897"/>
                    <a:pt x="23820" y="3424"/>
                    <a:pt x="23589" y="3369"/>
                  </a:cubicBezTo>
                  <a:cubicBezTo>
                    <a:pt x="23577" y="3366"/>
                    <a:pt x="23565" y="3364"/>
                    <a:pt x="23554" y="3364"/>
                  </a:cubicBezTo>
                  <a:cubicBezTo>
                    <a:pt x="23318" y="3364"/>
                    <a:pt x="23312" y="4037"/>
                    <a:pt x="23319" y="4356"/>
                  </a:cubicBezTo>
                  <a:cubicBezTo>
                    <a:pt x="23297" y="4363"/>
                    <a:pt x="23277" y="4371"/>
                    <a:pt x="23264" y="4371"/>
                  </a:cubicBezTo>
                  <a:cubicBezTo>
                    <a:pt x="23130" y="4111"/>
                    <a:pt x="22833" y="3566"/>
                    <a:pt x="22581" y="3566"/>
                  </a:cubicBezTo>
                  <a:cubicBezTo>
                    <a:pt x="22569" y="3566"/>
                    <a:pt x="22557" y="3567"/>
                    <a:pt x="22546" y="3570"/>
                  </a:cubicBezTo>
                  <a:cubicBezTo>
                    <a:pt x="22310" y="3626"/>
                    <a:pt x="22629" y="4183"/>
                    <a:pt x="22838" y="4517"/>
                  </a:cubicBezTo>
                  <a:cubicBezTo>
                    <a:pt x="5630" y="10327"/>
                    <a:pt x="1" y="19957"/>
                    <a:pt x="1" y="19957"/>
                  </a:cubicBezTo>
                  <a:lnTo>
                    <a:pt x="43888" y="19957"/>
                  </a:lnTo>
                  <a:lnTo>
                    <a:pt x="43957" y="488"/>
                  </a:lnTo>
                  <a:lnTo>
                    <a:pt x="43957" y="488"/>
                  </a:lnTo>
                  <a:cubicBezTo>
                    <a:pt x="41821" y="640"/>
                    <a:pt x="39782" y="849"/>
                    <a:pt x="37835" y="1106"/>
                  </a:cubicBezTo>
                  <a:cubicBezTo>
                    <a:pt x="37951" y="781"/>
                    <a:pt x="38140" y="168"/>
                    <a:pt x="37876" y="36"/>
                  </a:cubicBezTo>
                  <a:cubicBezTo>
                    <a:pt x="37853" y="24"/>
                    <a:pt x="37830" y="19"/>
                    <a:pt x="37808" y="19"/>
                  </a:cubicBezTo>
                  <a:cubicBezTo>
                    <a:pt x="37527" y="19"/>
                    <a:pt x="37350" y="912"/>
                    <a:pt x="37305" y="1177"/>
                  </a:cubicBezTo>
                  <a:cubicBezTo>
                    <a:pt x="37298" y="1177"/>
                    <a:pt x="37292" y="1183"/>
                    <a:pt x="37277" y="1183"/>
                  </a:cubicBezTo>
                  <a:cubicBezTo>
                    <a:pt x="37222" y="919"/>
                    <a:pt x="36991" y="1"/>
                    <a:pt x="366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77" name="Google Shape;877;p25"/>
            <p:cNvGrpSpPr/>
            <p:nvPr/>
          </p:nvGrpSpPr>
          <p:grpSpPr>
            <a:xfrm>
              <a:off x="461313" y="3784037"/>
              <a:ext cx="7860383" cy="1093152"/>
              <a:chOff x="-72870" y="2823347"/>
              <a:chExt cx="6972133" cy="1552332"/>
            </a:xfrm>
          </p:grpSpPr>
          <p:sp>
            <p:nvSpPr>
              <p:cNvPr id="878" name="Google Shape;878;p25"/>
              <p:cNvSpPr/>
              <p:nvPr/>
            </p:nvSpPr>
            <p:spPr>
              <a:xfrm>
                <a:off x="3480663" y="2823347"/>
                <a:ext cx="3418600" cy="1552332"/>
              </a:xfrm>
              <a:custGeom>
                <a:avLst/>
                <a:gdLst/>
                <a:ahLst/>
                <a:cxnLst/>
                <a:rect l="l" t="t" r="r" b="b"/>
                <a:pathLst>
                  <a:path w="42175" h="19151" extrusionOk="0">
                    <a:moveTo>
                      <a:pt x="7007" y="1"/>
                    </a:moveTo>
                    <a:cubicBezTo>
                      <a:pt x="6680" y="1"/>
                      <a:pt x="6458" y="884"/>
                      <a:pt x="6403" y="1135"/>
                    </a:cubicBezTo>
                    <a:cubicBezTo>
                      <a:pt x="6395" y="1135"/>
                      <a:pt x="6388" y="1128"/>
                      <a:pt x="6381" y="1128"/>
                    </a:cubicBezTo>
                    <a:cubicBezTo>
                      <a:pt x="6336" y="875"/>
                      <a:pt x="6164" y="14"/>
                      <a:pt x="5899" y="14"/>
                    </a:cubicBezTo>
                    <a:cubicBezTo>
                      <a:pt x="5880" y="14"/>
                      <a:pt x="5859" y="19"/>
                      <a:pt x="5838" y="29"/>
                    </a:cubicBezTo>
                    <a:cubicBezTo>
                      <a:pt x="5581" y="161"/>
                      <a:pt x="5755" y="746"/>
                      <a:pt x="5874" y="1058"/>
                    </a:cubicBezTo>
                    <a:cubicBezTo>
                      <a:pt x="4001" y="814"/>
                      <a:pt x="2046" y="614"/>
                      <a:pt x="0" y="467"/>
                    </a:cubicBezTo>
                    <a:lnTo>
                      <a:pt x="0" y="467"/>
                    </a:lnTo>
                    <a:lnTo>
                      <a:pt x="70" y="19151"/>
                    </a:lnTo>
                    <a:lnTo>
                      <a:pt x="42174" y="19151"/>
                    </a:lnTo>
                    <a:cubicBezTo>
                      <a:pt x="42174" y="19151"/>
                      <a:pt x="36177" y="8887"/>
                      <a:pt x="17508" y="3466"/>
                    </a:cubicBezTo>
                    <a:cubicBezTo>
                      <a:pt x="17709" y="3145"/>
                      <a:pt x="17959" y="2673"/>
                      <a:pt x="17751" y="2631"/>
                    </a:cubicBezTo>
                    <a:cubicBezTo>
                      <a:pt x="17738" y="2628"/>
                      <a:pt x="17726" y="2627"/>
                      <a:pt x="17713" y="2627"/>
                    </a:cubicBezTo>
                    <a:cubicBezTo>
                      <a:pt x="17486" y="2627"/>
                      <a:pt x="17222" y="3083"/>
                      <a:pt x="17091" y="3348"/>
                    </a:cubicBezTo>
                    <a:cubicBezTo>
                      <a:pt x="17063" y="3341"/>
                      <a:pt x="17034" y="3334"/>
                      <a:pt x="17007" y="3327"/>
                    </a:cubicBezTo>
                    <a:cubicBezTo>
                      <a:pt x="17014" y="3000"/>
                      <a:pt x="16994" y="2426"/>
                      <a:pt x="16779" y="2426"/>
                    </a:cubicBezTo>
                    <a:cubicBezTo>
                      <a:pt x="16769" y="2426"/>
                      <a:pt x="16759" y="2427"/>
                      <a:pt x="16749" y="2429"/>
                    </a:cubicBezTo>
                    <a:cubicBezTo>
                      <a:pt x="16540" y="2484"/>
                      <a:pt x="16540" y="2902"/>
                      <a:pt x="16575" y="3202"/>
                    </a:cubicBezTo>
                    <a:cubicBezTo>
                      <a:pt x="13646" y="2394"/>
                      <a:pt x="10424" y="1713"/>
                      <a:pt x="6869" y="1198"/>
                    </a:cubicBezTo>
                    <a:cubicBezTo>
                      <a:pt x="7014" y="829"/>
                      <a:pt x="7300" y="1"/>
                      <a:pt x="700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Google Shape;879;p25"/>
              <p:cNvSpPr/>
              <p:nvPr/>
            </p:nvSpPr>
            <p:spPr>
              <a:xfrm>
                <a:off x="-72870" y="2825660"/>
                <a:ext cx="3654998" cy="1447504"/>
              </a:xfrm>
              <a:custGeom>
                <a:avLst/>
                <a:gdLst/>
                <a:ahLst/>
                <a:cxnLst/>
                <a:rect l="l" t="t" r="r" b="b"/>
                <a:pathLst>
                  <a:path w="43958" h="19958" extrusionOk="0">
                    <a:moveTo>
                      <a:pt x="36651" y="1"/>
                    </a:moveTo>
                    <a:cubicBezTo>
                      <a:pt x="36345" y="1"/>
                      <a:pt x="36644" y="864"/>
                      <a:pt x="36791" y="1253"/>
                    </a:cubicBezTo>
                    <a:cubicBezTo>
                      <a:pt x="31871" y="1963"/>
                      <a:pt x="27549" y="2993"/>
                      <a:pt x="23772" y="4211"/>
                    </a:cubicBezTo>
                    <a:cubicBezTo>
                      <a:pt x="23807" y="3897"/>
                      <a:pt x="23820" y="3424"/>
                      <a:pt x="23590" y="3369"/>
                    </a:cubicBezTo>
                    <a:cubicBezTo>
                      <a:pt x="23577" y="3366"/>
                      <a:pt x="23565" y="3364"/>
                      <a:pt x="23554" y="3364"/>
                    </a:cubicBezTo>
                    <a:cubicBezTo>
                      <a:pt x="23319" y="3364"/>
                      <a:pt x="23313" y="4037"/>
                      <a:pt x="23319" y="4356"/>
                    </a:cubicBezTo>
                    <a:cubicBezTo>
                      <a:pt x="23297" y="4363"/>
                      <a:pt x="23277" y="4371"/>
                      <a:pt x="23264" y="4371"/>
                    </a:cubicBezTo>
                    <a:cubicBezTo>
                      <a:pt x="23130" y="4111"/>
                      <a:pt x="22833" y="3566"/>
                      <a:pt x="22581" y="3566"/>
                    </a:cubicBezTo>
                    <a:cubicBezTo>
                      <a:pt x="22569" y="3566"/>
                      <a:pt x="22557" y="3567"/>
                      <a:pt x="22546" y="3570"/>
                    </a:cubicBezTo>
                    <a:cubicBezTo>
                      <a:pt x="22310" y="3626"/>
                      <a:pt x="22629" y="4183"/>
                      <a:pt x="22838" y="4517"/>
                    </a:cubicBezTo>
                    <a:cubicBezTo>
                      <a:pt x="5630" y="10327"/>
                      <a:pt x="1" y="19957"/>
                      <a:pt x="1" y="19957"/>
                    </a:cubicBezTo>
                    <a:lnTo>
                      <a:pt x="43889" y="19957"/>
                    </a:lnTo>
                    <a:lnTo>
                      <a:pt x="43957" y="488"/>
                    </a:lnTo>
                    <a:lnTo>
                      <a:pt x="43957" y="488"/>
                    </a:lnTo>
                    <a:cubicBezTo>
                      <a:pt x="41821" y="640"/>
                      <a:pt x="39782" y="849"/>
                      <a:pt x="37835" y="1106"/>
                    </a:cubicBezTo>
                    <a:cubicBezTo>
                      <a:pt x="37952" y="781"/>
                      <a:pt x="38140" y="168"/>
                      <a:pt x="37868" y="36"/>
                    </a:cubicBezTo>
                    <a:cubicBezTo>
                      <a:pt x="37846" y="24"/>
                      <a:pt x="37824" y="19"/>
                      <a:pt x="37802" y="19"/>
                    </a:cubicBezTo>
                    <a:cubicBezTo>
                      <a:pt x="37527" y="19"/>
                      <a:pt x="37350" y="912"/>
                      <a:pt x="37305" y="1177"/>
                    </a:cubicBezTo>
                    <a:cubicBezTo>
                      <a:pt x="37299" y="1177"/>
                      <a:pt x="37284" y="1183"/>
                      <a:pt x="37277" y="1183"/>
                    </a:cubicBezTo>
                    <a:cubicBezTo>
                      <a:pt x="37222" y="919"/>
                      <a:pt x="36991" y="1"/>
                      <a:pt x="3665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80" name="Google Shape;880;p25"/>
            <p:cNvSpPr/>
            <p:nvPr/>
          </p:nvSpPr>
          <p:spPr>
            <a:xfrm>
              <a:off x="-39600" y="3553125"/>
              <a:ext cx="2993129" cy="1348949"/>
            </a:xfrm>
            <a:custGeom>
              <a:avLst/>
              <a:gdLst/>
              <a:ahLst/>
              <a:cxnLst/>
              <a:rect l="l" t="t" r="r" b="b"/>
              <a:pathLst>
                <a:path w="42182" h="19151" extrusionOk="0">
                  <a:moveTo>
                    <a:pt x="7015" y="1"/>
                  </a:moveTo>
                  <a:cubicBezTo>
                    <a:pt x="6687" y="1"/>
                    <a:pt x="6465" y="884"/>
                    <a:pt x="6410" y="1135"/>
                  </a:cubicBezTo>
                  <a:cubicBezTo>
                    <a:pt x="6402" y="1135"/>
                    <a:pt x="6395" y="1128"/>
                    <a:pt x="6389" y="1128"/>
                  </a:cubicBezTo>
                  <a:cubicBezTo>
                    <a:pt x="6343" y="875"/>
                    <a:pt x="6171" y="14"/>
                    <a:pt x="5907" y="14"/>
                  </a:cubicBezTo>
                  <a:cubicBezTo>
                    <a:pt x="5887" y="14"/>
                    <a:pt x="5867" y="19"/>
                    <a:pt x="5846" y="29"/>
                  </a:cubicBezTo>
                  <a:cubicBezTo>
                    <a:pt x="5589" y="161"/>
                    <a:pt x="5762" y="746"/>
                    <a:pt x="5881" y="1058"/>
                  </a:cubicBezTo>
                  <a:cubicBezTo>
                    <a:pt x="4009" y="814"/>
                    <a:pt x="2053" y="614"/>
                    <a:pt x="1" y="467"/>
                  </a:cubicBezTo>
                  <a:lnTo>
                    <a:pt x="1" y="467"/>
                  </a:lnTo>
                  <a:lnTo>
                    <a:pt x="71" y="19151"/>
                  </a:lnTo>
                  <a:lnTo>
                    <a:pt x="42182" y="19151"/>
                  </a:lnTo>
                  <a:cubicBezTo>
                    <a:pt x="42182" y="19151"/>
                    <a:pt x="36185" y="8887"/>
                    <a:pt x="17516" y="3466"/>
                  </a:cubicBezTo>
                  <a:cubicBezTo>
                    <a:pt x="17716" y="3145"/>
                    <a:pt x="17967" y="2673"/>
                    <a:pt x="17758" y="2631"/>
                  </a:cubicBezTo>
                  <a:cubicBezTo>
                    <a:pt x="17746" y="2628"/>
                    <a:pt x="17733" y="2627"/>
                    <a:pt x="17721" y="2627"/>
                  </a:cubicBezTo>
                  <a:cubicBezTo>
                    <a:pt x="17493" y="2627"/>
                    <a:pt x="17230" y="3083"/>
                    <a:pt x="17098" y="3348"/>
                  </a:cubicBezTo>
                  <a:cubicBezTo>
                    <a:pt x="17070" y="3341"/>
                    <a:pt x="17041" y="3334"/>
                    <a:pt x="17015" y="3327"/>
                  </a:cubicBezTo>
                  <a:cubicBezTo>
                    <a:pt x="17021" y="3000"/>
                    <a:pt x="17002" y="2426"/>
                    <a:pt x="16786" y="2426"/>
                  </a:cubicBezTo>
                  <a:cubicBezTo>
                    <a:pt x="16776" y="2426"/>
                    <a:pt x="16766" y="2427"/>
                    <a:pt x="16756" y="2429"/>
                  </a:cubicBezTo>
                  <a:cubicBezTo>
                    <a:pt x="16540" y="2484"/>
                    <a:pt x="16547" y="2902"/>
                    <a:pt x="16582" y="3202"/>
                  </a:cubicBezTo>
                  <a:cubicBezTo>
                    <a:pt x="13653" y="2394"/>
                    <a:pt x="10425" y="1713"/>
                    <a:pt x="6876" y="1198"/>
                  </a:cubicBezTo>
                  <a:cubicBezTo>
                    <a:pt x="7021" y="829"/>
                    <a:pt x="7307" y="1"/>
                    <a:pt x="70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1" name="Google Shape;881;p25"/>
          <p:cNvSpPr/>
          <p:nvPr/>
        </p:nvSpPr>
        <p:spPr>
          <a:xfrm>
            <a:off x="-47125" y="4379875"/>
            <a:ext cx="9223348" cy="775424"/>
          </a:xfrm>
          <a:custGeom>
            <a:avLst/>
            <a:gdLst/>
            <a:ahLst/>
            <a:cxnLst/>
            <a:rect l="l" t="t" r="r" b="b"/>
            <a:pathLst>
              <a:path w="112497" h="22095" extrusionOk="0">
                <a:moveTo>
                  <a:pt x="56127" y="0"/>
                </a:moveTo>
                <a:cubicBezTo>
                  <a:pt x="39493" y="0"/>
                  <a:pt x="20270" y="270"/>
                  <a:pt x="28" y="1079"/>
                </a:cubicBezTo>
                <a:cubicBezTo>
                  <a:pt x="0" y="1088"/>
                  <a:pt x="174" y="11183"/>
                  <a:pt x="180" y="13813"/>
                </a:cubicBezTo>
                <a:cubicBezTo>
                  <a:pt x="195" y="18247"/>
                  <a:pt x="222" y="22095"/>
                  <a:pt x="222" y="22095"/>
                </a:cubicBezTo>
                <a:lnTo>
                  <a:pt x="112497" y="22095"/>
                </a:lnTo>
                <a:lnTo>
                  <a:pt x="112308" y="1079"/>
                </a:lnTo>
                <a:cubicBezTo>
                  <a:pt x="112308" y="1079"/>
                  <a:pt x="89395" y="0"/>
                  <a:pt x="5612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2" name="Google Shape;882;p25"/>
          <p:cNvSpPr/>
          <p:nvPr/>
        </p:nvSpPr>
        <p:spPr>
          <a:xfrm>
            <a:off x="1150314" y="4584829"/>
            <a:ext cx="1245904" cy="601510"/>
          </a:xfrm>
          <a:custGeom>
            <a:avLst/>
            <a:gdLst/>
            <a:ahLst/>
            <a:cxnLst/>
            <a:rect l="l" t="t" r="r" b="b"/>
            <a:pathLst>
              <a:path w="20715" h="10001" extrusionOk="0">
                <a:moveTo>
                  <a:pt x="12769" y="1"/>
                </a:moveTo>
                <a:cubicBezTo>
                  <a:pt x="12044" y="1"/>
                  <a:pt x="11363" y="168"/>
                  <a:pt x="10750" y="467"/>
                </a:cubicBezTo>
                <a:cubicBezTo>
                  <a:pt x="9930" y="864"/>
                  <a:pt x="9255" y="1504"/>
                  <a:pt x="8796" y="2290"/>
                </a:cubicBezTo>
                <a:cubicBezTo>
                  <a:pt x="8030" y="1713"/>
                  <a:pt x="7069" y="1365"/>
                  <a:pt x="6041" y="1365"/>
                </a:cubicBezTo>
                <a:cubicBezTo>
                  <a:pt x="3500" y="1365"/>
                  <a:pt x="1440" y="3424"/>
                  <a:pt x="1440" y="5964"/>
                </a:cubicBezTo>
                <a:cubicBezTo>
                  <a:pt x="1440" y="6779"/>
                  <a:pt x="1657" y="7538"/>
                  <a:pt x="2024" y="8206"/>
                </a:cubicBezTo>
                <a:cubicBezTo>
                  <a:pt x="1182" y="8588"/>
                  <a:pt x="479" y="9214"/>
                  <a:pt x="0" y="10001"/>
                </a:cubicBezTo>
                <a:lnTo>
                  <a:pt x="20715" y="10001"/>
                </a:lnTo>
                <a:cubicBezTo>
                  <a:pt x="20201" y="8199"/>
                  <a:pt x="18849" y="6744"/>
                  <a:pt x="17111" y="6096"/>
                </a:cubicBezTo>
                <a:cubicBezTo>
                  <a:pt x="17278" y="5624"/>
                  <a:pt x="17362" y="5123"/>
                  <a:pt x="17362" y="4593"/>
                </a:cubicBezTo>
                <a:cubicBezTo>
                  <a:pt x="17362" y="2053"/>
                  <a:pt x="15309" y="1"/>
                  <a:pt x="1276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3" name="Google Shape;883;p25"/>
          <p:cNvSpPr/>
          <p:nvPr/>
        </p:nvSpPr>
        <p:spPr>
          <a:xfrm>
            <a:off x="-5074" y="4134827"/>
            <a:ext cx="1361563" cy="1030464"/>
          </a:xfrm>
          <a:custGeom>
            <a:avLst/>
            <a:gdLst/>
            <a:ahLst/>
            <a:cxnLst/>
            <a:rect l="l" t="t" r="r" b="b"/>
            <a:pathLst>
              <a:path w="22638" h="17133" extrusionOk="0">
                <a:moveTo>
                  <a:pt x="4586" y="0"/>
                </a:moveTo>
                <a:cubicBezTo>
                  <a:pt x="2764" y="0"/>
                  <a:pt x="1128" y="787"/>
                  <a:pt x="0" y="2039"/>
                </a:cubicBezTo>
                <a:cubicBezTo>
                  <a:pt x="15" y="10112"/>
                  <a:pt x="42" y="17133"/>
                  <a:pt x="42" y="17133"/>
                </a:cubicBezTo>
                <a:lnTo>
                  <a:pt x="22616" y="17133"/>
                </a:lnTo>
                <a:cubicBezTo>
                  <a:pt x="22629" y="16966"/>
                  <a:pt x="22637" y="16806"/>
                  <a:pt x="22637" y="16639"/>
                </a:cubicBezTo>
                <a:cubicBezTo>
                  <a:pt x="22637" y="14140"/>
                  <a:pt x="21154" y="11991"/>
                  <a:pt x="19018" y="11016"/>
                </a:cubicBezTo>
                <a:cubicBezTo>
                  <a:pt x="19519" y="10126"/>
                  <a:pt x="19805" y="9102"/>
                  <a:pt x="19805" y="8010"/>
                </a:cubicBezTo>
                <a:cubicBezTo>
                  <a:pt x="19805" y="7871"/>
                  <a:pt x="19798" y="7732"/>
                  <a:pt x="19790" y="7599"/>
                </a:cubicBezTo>
                <a:cubicBezTo>
                  <a:pt x="19581" y="4377"/>
                  <a:pt x="16903" y="1837"/>
                  <a:pt x="13633" y="1837"/>
                </a:cubicBezTo>
                <a:cubicBezTo>
                  <a:pt x="12242" y="1837"/>
                  <a:pt x="10954" y="2296"/>
                  <a:pt x="9924" y="3076"/>
                </a:cubicBezTo>
                <a:cubicBezTo>
                  <a:pt x="8851" y="1233"/>
                  <a:pt x="6869" y="0"/>
                  <a:pt x="458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4" name="Google Shape;884;p25"/>
          <p:cNvSpPr/>
          <p:nvPr/>
        </p:nvSpPr>
        <p:spPr>
          <a:xfrm flipH="1">
            <a:off x="6956405" y="4668849"/>
            <a:ext cx="1071846" cy="517502"/>
          </a:xfrm>
          <a:custGeom>
            <a:avLst/>
            <a:gdLst/>
            <a:ahLst/>
            <a:cxnLst/>
            <a:rect l="l" t="t" r="r" b="b"/>
            <a:pathLst>
              <a:path w="20715" h="10001" extrusionOk="0">
                <a:moveTo>
                  <a:pt x="12769" y="1"/>
                </a:moveTo>
                <a:cubicBezTo>
                  <a:pt x="12044" y="1"/>
                  <a:pt x="11363" y="168"/>
                  <a:pt x="10750" y="467"/>
                </a:cubicBezTo>
                <a:cubicBezTo>
                  <a:pt x="9930" y="864"/>
                  <a:pt x="9255" y="1504"/>
                  <a:pt x="8796" y="2290"/>
                </a:cubicBezTo>
                <a:cubicBezTo>
                  <a:pt x="8030" y="1713"/>
                  <a:pt x="7069" y="1365"/>
                  <a:pt x="6041" y="1365"/>
                </a:cubicBezTo>
                <a:cubicBezTo>
                  <a:pt x="3500" y="1365"/>
                  <a:pt x="1440" y="3424"/>
                  <a:pt x="1440" y="5964"/>
                </a:cubicBezTo>
                <a:cubicBezTo>
                  <a:pt x="1440" y="6779"/>
                  <a:pt x="1657" y="7538"/>
                  <a:pt x="2024" y="8206"/>
                </a:cubicBezTo>
                <a:cubicBezTo>
                  <a:pt x="1182" y="8588"/>
                  <a:pt x="479" y="9214"/>
                  <a:pt x="0" y="10001"/>
                </a:cubicBezTo>
                <a:lnTo>
                  <a:pt x="20715" y="10001"/>
                </a:lnTo>
                <a:cubicBezTo>
                  <a:pt x="20201" y="8199"/>
                  <a:pt x="18849" y="6744"/>
                  <a:pt x="17111" y="6096"/>
                </a:cubicBezTo>
                <a:cubicBezTo>
                  <a:pt x="17278" y="5624"/>
                  <a:pt x="17362" y="5123"/>
                  <a:pt x="17362" y="4593"/>
                </a:cubicBezTo>
                <a:cubicBezTo>
                  <a:pt x="17362" y="2053"/>
                  <a:pt x="15309" y="1"/>
                  <a:pt x="1276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5" name="Google Shape;885;p25"/>
          <p:cNvSpPr/>
          <p:nvPr/>
        </p:nvSpPr>
        <p:spPr>
          <a:xfrm flipH="1">
            <a:off x="7737365" y="4070701"/>
            <a:ext cx="1446285" cy="1094585"/>
          </a:xfrm>
          <a:custGeom>
            <a:avLst/>
            <a:gdLst/>
            <a:ahLst/>
            <a:cxnLst/>
            <a:rect l="l" t="t" r="r" b="b"/>
            <a:pathLst>
              <a:path w="22638" h="17133" extrusionOk="0">
                <a:moveTo>
                  <a:pt x="4586" y="0"/>
                </a:moveTo>
                <a:cubicBezTo>
                  <a:pt x="2764" y="0"/>
                  <a:pt x="1128" y="787"/>
                  <a:pt x="0" y="2039"/>
                </a:cubicBezTo>
                <a:cubicBezTo>
                  <a:pt x="15" y="10112"/>
                  <a:pt x="42" y="17133"/>
                  <a:pt x="42" y="17133"/>
                </a:cubicBezTo>
                <a:lnTo>
                  <a:pt x="22616" y="17133"/>
                </a:lnTo>
                <a:cubicBezTo>
                  <a:pt x="22629" y="16966"/>
                  <a:pt x="22637" y="16806"/>
                  <a:pt x="22637" y="16639"/>
                </a:cubicBezTo>
                <a:cubicBezTo>
                  <a:pt x="22637" y="14140"/>
                  <a:pt x="21154" y="11991"/>
                  <a:pt x="19018" y="11016"/>
                </a:cubicBezTo>
                <a:cubicBezTo>
                  <a:pt x="19519" y="10126"/>
                  <a:pt x="19805" y="9102"/>
                  <a:pt x="19805" y="8010"/>
                </a:cubicBezTo>
                <a:cubicBezTo>
                  <a:pt x="19805" y="7871"/>
                  <a:pt x="19798" y="7732"/>
                  <a:pt x="19790" y="7599"/>
                </a:cubicBezTo>
                <a:cubicBezTo>
                  <a:pt x="19581" y="4377"/>
                  <a:pt x="16903" y="1837"/>
                  <a:pt x="13633" y="1837"/>
                </a:cubicBezTo>
                <a:cubicBezTo>
                  <a:pt x="12242" y="1837"/>
                  <a:pt x="10954" y="2296"/>
                  <a:pt x="9924" y="3076"/>
                </a:cubicBezTo>
                <a:cubicBezTo>
                  <a:pt x="8851" y="1233"/>
                  <a:pt x="6869" y="0"/>
                  <a:pt x="458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86" name="Google Shape;886;p25"/>
          <p:cNvGrpSpPr/>
          <p:nvPr/>
        </p:nvGrpSpPr>
        <p:grpSpPr>
          <a:xfrm>
            <a:off x="396058" y="4092999"/>
            <a:ext cx="638089" cy="591643"/>
            <a:chOff x="247670" y="4242199"/>
            <a:chExt cx="638089" cy="591643"/>
          </a:xfrm>
        </p:grpSpPr>
        <p:sp>
          <p:nvSpPr>
            <p:cNvPr id="887" name="Google Shape;887;p25"/>
            <p:cNvSpPr/>
            <p:nvPr/>
          </p:nvSpPr>
          <p:spPr>
            <a:xfrm>
              <a:off x="535347" y="4508152"/>
              <a:ext cx="308019" cy="252899"/>
            </a:xfrm>
            <a:custGeom>
              <a:avLst/>
              <a:gdLst/>
              <a:ahLst/>
              <a:cxnLst/>
              <a:rect l="l" t="t" r="r" b="b"/>
              <a:pathLst>
                <a:path w="3800" h="3120" extrusionOk="0">
                  <a:moveTo>
                    <a:pt x="925" y="1"/>
                  </a:moveTo>
                  <a:lnTo>
                    <a:pt x="0" y="752"/>
                  </a:lnTo>
                  <a:cubicBezTo>
                    <a:pt x="31" y="789"/>
                    <a:pt x="1005" y="3119"/>
                    <a:pt x="1986" y="3119"/>
                  </a:cubicBezTo>
                  <a:cubicBezTo>
                    <a:pt x="2125" y="3119"/>
                    <a:pt x="2265" y="3072"/>
                    <a:pt x="2402" y="2965"/>
                  </a:cubicBezTo>
                  <a:cubicBezTo>
                    <a:pt x="3799" y="1865"/>
                    <a:pt x="925" y="1"/>
                    <a:pt x="925" y="1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25"/>
            <p:cNvSpPr/>
            <p:nvPr/>
          </p:nvSpPr>
          <p:spPr>
            <a:xfrm>
              <a:off x="515569" y="4242199"/>
              <a:ext cx="263518" cy="263194"/>
            </a:xfrm>
            <a:custGeom>
              <a:avLst/>
              <a:gdLst/>
              <a:ahLst/>
              <a:cxnLst/>
              <a:rect l="l" t="t" r="r" b="b"/>
              <a:pathLst>
                <a:path w="3251" h="3247" extrusionOk="0">
                  <a:moveTo>
                    <a:pt x="1544" y="0"/>
                  </a:moveTo>
                  <a:cubicBezTo>
                    <a:pt x="305" y="0"/>
                    <a:pt x="0" y="2752"/>
                    <a:pt x="0" y="2752"/>
                  </a:cubicBezTo>
                  <a:lnTo>
                    <a:pt x="1086" y="3247"/>
                  </a:lnTo>
                  <a:cubicBezTo>
                    <a:pt x="1107" y="3198"/>
                    <a:pt x="3250" y="700"/>
                    <a:pt x="1991" y="109"/>
                  </a:cubicBezTo>
                  <a:cubicBezTo>
                    <a:pt x="1830" y="34"/>
                    <a:pt x="1681" y="0"/>
                    <a:pt x="1544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25"/>
            <p:cNvSpPr/>
            <p:nvPr/>
          </p:nvSpPr>
          <p:spPr>
            <a:xfrm>
              <a:off x="247670" y="4464218"/>
              <a:ext cx="294482" cy="170950"/>
            </a:xfrm>
            <a:custGeom>
              <a:avLst/>
              <a:gdLst/>
              <a:ahLst/>
              <a:cxnLst/>
              <a:rect l="l" t="t" r="r" b="b"/>
              <a:pathLst>
                <a:path w="3633" h="2109" extrusionOk="0">
                  <a:moveTo>
                    <a:pt x="3340" y="119"/>
                  </a:moveTo>
                  <a:cubicBezTo>
                    <a:pt x="3292" y="132"/>
                    <a:pt x="0" y="0"/>
                    <a:pt x="321" y="1356"/>
                  </a:cubicBezTo>
                  <a:cubicBezTo>
                    <a:pt x="454" y="1918"/>
                    <a:pt x="846" y="2108"/>
                    <a:pt x="1317" y="2108"/>
                  </a:cubicBezTo>
                  <a:cubicBezTo>
                    <a:pt x="2303" y="2108"/>
                    <a:pt x="3633" y="1273"/>
                    <a:pt x="3633" y="1273"/>
                  </a:cubicBezTo>
                  <a:lnTo>
                    <a:pt x="3340" y="119"/>
                  </a:ln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25"/>
            <p:cNvSpPr/>
            <p:nvPr/>
          </p:nvSpPr>
          <p:spPr>
            <a:xfrm>
              <a:off x="542075" y="4336146"/>
              <a:ext cx="343684" cy="244794"/>
            </a:xfrm>
            <a:custGeom>
              <a:avLst/>
              <a:gdLst/>
              <a:ahLst/>
              <a:cxnLst/>
              <a:rect l="l" t="t" r="r" b="b"/>
              <a:pathLst>
                <a:path w="4240" h="3020" extrusionOk="0">
                  <a:moveTo>
                    <a:pt x="2928" y="1"/>
                  </a:moveTo>
                  <a:cubicBezTo>
                    <a:pt x="2084" y="1"/>
                    <a:pt x="1" y="1600"/>
                    <a:pt x="1" y="1600"/>
                  </a:cubicBezTo>
                  <a:lnTo>
                    <a:pt x="231" y="2624"/>
                  </a:lnTo>
                  <a:cubicBezTo>
                    <a:pt x="231" y="2624"/>
                    <a:pt x="1622" y="3020"/>
                    <a:pt x="2640" y="3020"/>
                  </a:cubicBezTo>
                  <a:cubicBezTo>
                    <a:pt x="2978" y="3020"/>
                    <a:pt x="3275" y="2976"/>
                    <a:pt x="3466" y="2859"/>
                  </a:cubicBezTo>
                  <a:cubicBezTo>
                    <a:pt x="4239" y="2400"/>
                    <a:pt x="2506" y="1600"/>
                    <a:pt x="2506" y="1600"/>
                  </a:cubicBezTo>
                  <a:cubicBezTo>
                    <a:pt x="2506" y="1600"/>
                    <a:pt x="3646" y="807"/>
                    <a:pt x="3222" y="132"/>
                  </a:cubicBezTo>
                  <a:cubicBezTo>
                    <a:pt x="3163" y="40"/>
                    <a:pt x="3061" y="1"/>
                    <a:pt x="2928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25"/>
            <p:cNvSpPr/>
            <p:nvPr/>
          </p:nvSpPr>
          <p:spPr>
            <a:xfrm>
              <a:off x="267935" y="4254601"/>
              <a:ext cx="324473" cy="302101"/>
            </a:xfrm>
            <a:custGeom>
              <a:avLst/>
              <a:gdLst/>
              <a:ahLst/>
              <a:cxnLst/>
              <a:rect l="l" t="t" r="r" b="b"/>
              <a:pathLst>
                <a:path w="4003" h="3727" extrusionOk="0">
                  <a:moveTo>
                    <a:pt x="2471" y="0"/>
                  </a:moveTo>
                  <a:cubicBezTo>
                    <a:pt x="1944" y="0"/>
                    <a:pt x="2033" y="1507"/>
                    <a:pt x="2033" y="1507"/>
                  </a:cubicBezTo>
                  <a:cubicBezTo>
                    <a:pt x="2033" y="1507"/>
                    <a:pt x="1519" y="1243"/>
                    <a:pt x="1049" y="1243"/>
                  </a:cubicBezTo>
                  <a:cubicBezTo>
                    <a:pt x="790" y="1243"/>
                    <a:pt x="545" y="1323"/>
                    <a:pt x="405" y="1569"/>
                  </a:cubicBezTo>
                  <a:cubicBezTo>
                    <a:pt x="1" y="2265"/>
                    <a:pt x="3209" y="3727"/>
                    <a:pt x="3209" y="3727"/>
                  </a:cubicBezTo>
                  <a:lnTo>
                    <a:pt x="4002" y="3045"/>
                  </a:lnTo>
                  <a:cubicBezTo>
                    <a:pt x="4002" y="3045"/>
                    <a:pt x="3466" y="540"/>
                    <a:pt x="2695" y="74"/>
                  </a:cubicBezTo>
                  <a:cubicBezTo>
                    <a:pt x="2610" y="23"/>
                    <a:pt x="2536" y="0"/>
                    <a:pt x="2471" y="0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25"/>
            <p:cNvSpPr/>
            <p:nvPr/>
          </p:nvSpPr>
          <p:spPr>
            <a:xfrm>
              <a:off x="331971" y="4518366"/>
              <a:ext cx="260438" cy="315476"/>
            </a:xfrm>
            <a:custGeom>
              <a:avLst/>
              <a:gdLst/>
              <a:ahLst/>
              <a:cxnLst/>
              <a:rect l="l" t="t" r="r" b="b"/>
              <a:pathLst>
                <a:path w="3213" h="3892" extrusionOk="0">
                  <a:moveTo>
                    <a:pt x="2272" y="0"/>
                  </a:moveTo>
                  <a:cubicBezTo>
                    <a:pt x="2272" y="0"/>
                    <a:pt x="171" y="1468"/>
                    <a:pt x="46" y="2358"/>
                  </a:cubicBezTo>
                  <a:cubicBezTo>
                    <a:pt x="0" y="2667"/>
                    <a:pt x="175" y="2767"/>
                    <a:pt x="423" y="2767"/>
                  </a:cubicBezTo>
                  <a:cubicBezTo>
                    <a:pt x="893" y="2767"/>
                    <a:pt x="1626" y="2407"/>
                    <a:pt x="1626" y="2407"/>
                  </a:cubicBezTo>
                  <a:lnTo>
                    <a:pt x="1626" y="2407"/>
                  </a:lnTo>
                  <a:cubicBezTo>
                    <a:pt x="1626" y="2407"/>
                    <a:pt x="1520" y="3793"/>
                    <a:pt x="2314" y="3890"/>
                  </a:cubicBezTo>
                  <a:cubicBezTo>
                    <a:pt x="2324" y="3891"/>
                    <a:pt x="2335" y="3891"/>
                    <a:pt x="2346" y="3891"/>
                  </a:cubicBezTo>
                  <a:cubicBezTo>
                    <a:pt x="3110" y="3891"/>
                    <a:pt x="3212" y="459"/>
                    <a:pt x="3212" y="459"/>
                  </a:cubicBezTo>
                  <a:lnTo>
                    <a:pt x="2272" y="0"/>
                  </a:ln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25"/>
            <p:cNvSpPr/>
            <p:nvPr/>
          </p:nvSpPr>
          <p:spPr>
            <a:xfrm>
              <a:off x="476661" y="4431957"/>
              <a:ext cx="172166" cy="172166"/>
            </a:xfrm>
            <a:custGeom>
              <a:avLst/>
              <a:gdLst/>
              <a:ahLst/>
              <a:cxnLst/>
              <a:rect l="l" t="t" r="r" b="b"/>
              <a:pathLst>
                <a:path w="2124" h="2124" extrusionOk="0">
                  <a:moveTo>
                    <a:pt x="1058" y="1"/>
                  </a:moveTo>
                  <a:cubicBezTo>
                    <a:pt x="474" y="1"/>
                    <a:pt x="1" y="482"/>
                    <a:pt x="1" y="1066"/>
                  </a:cubicBezTo>
                  <a:cubicBezTo>
                    <a:pt x="1" y="1651"/>
                    <a:pt x="474" y="2123"/>
                    <a:pt x="1058" y="2123"/>
                  </a:cubicBezTo>
                  <a:cubicBezTo>
                    <a:pt x="1643" y="2123"/>
                    <a:pt x="2124" y="1651"/>
                    <a:pt x="2124" y="1066"/>
                  </a:cubicBezTo>
                  <a:cubicBezTo>
                    <a:pt x="2124" y="482"/>
                    <a:pt x="1643" y="1"/>
                    <a:pt x="105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4" name="Google Shape;894;p25"/>
          <p:cNvGrpSpPr/>
          <p:nvPr/>
        </p:nvGrpSpPr>
        <p:grpSpPr>
          <a:xfrm>
            <a:off x="1266143" y="4453577"/>
            <a:ext cx="424177" cy="392970"/>
            <a:chOff x="1098868" y="3880677"/>
            <a:chExt cx="424177" cy="392970"/>
          </a:xfrm>
        </p:grpSpPr>
        <p:sp>
          <p:nvSpPr>
            <p:cNvPr id="895" name="Google Shape;895;p25"/>
            <p:cNvSpPr/>
            <p:nvPr/>
          </p:nvSpPr>
          <p:spPr>
            <a:xfrm>
              <a:off x="1290004" y="4057547"/>
              <a:ext cx="204913" cy="167870"/>
            </a:xfrm>
            <a:custGeom>
              <a:avLst/>
              <a:gdLst/>
              <a:ahLst/>
              <a:cxnLst/>
              <a:rect l="l" t="t" r="r" b="b"/>
              <a:pathLst>
                <a:path w="2528" h="2071" extrusionOk="0">
                  <a:moveTo>
                    <a:pt x="613" y="0"/>
                  </a:moveTo>
                  <a:lnTo>
                    <a:pt x="0" y="493"/>
                  </a:lnTo>
                  <a:cubicBezTo>
                    <a:pt x="19" y="518"/>
                    <a:pt x="668" y="2071"/>
                    <a:pt x="1320" y="2071"/>
                  </a:cubicBezTo>
                  <a:cubicBezTo>
                    <a:pt x="1411" y="2071"/>
                    <a:pt x="1503" y="2040"/>
                    <a:pt x="1594" y="1969"/>
                  </a:cubicBezTo>
                  <a:cubicBezTo>
                    <a:pt x="2527" y="1238"/>
                    <a:pt x="613" y="0"/>
                    <a:pt x="613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25"/>
            <p:cNvSpPr/>
            <p:nvPr/>
          </p:nvSpPr>
          <p:spPr>
            <a:xfrm>
              <a:off x="1277035" y="3880677"/>
              <a:ext cx="174922" cy="175165"/>
            </a:xfrm>
            <a:custGeom>
              <a:avLst/>
              <a:gdLst/>
              <a:ahLst/>
              <a:cxnLst/>
              <a:rect l="l" t="t" r="r" b="b"/>
              <a:pathLst>
                <a:path w="2158" h="2161" extrusionOk="0">
                  <a:moveTo>
                    <a:pt x="1019" y="0"/>
                  </a:moveTo>
                  <a:cubicBezTo>
                    <a:pt x="198" y="0"/>
                    <a:pt x="0" y="1827"/>
                    <a:pt x="0" y="1827"/>
                  </a:cubicBezTo>
                  <a:lnTo>
                    <a:pt x="716" y="2161"/>
                  </a:lnTo>
                  <a:cubicBezTo>
                    <a:pt x="731" y="2126"/>
                    <a:pt x="2158" y="462"/>
                    <a:pt x="1316" y="73"/>
                  </a:cubicBezTo>
                  <a:cubicBezTo>
                    <a:pt x="1209" y="23"/>
                    <a:pt x="1110" y="0"/>
                    <a:pt x="1019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25"/>
            <p:cNvSpPr/>
            <p:nvPr/>
          </p:nvSpPr>
          <p:spPr>
            <a:xfrm>
              <a:off x="1098868" y="4028123"/>
              <a:ext cx="195673" cy="113643"/>
            </a:xfrm>
            <a:custGeom>
              <a:avLst/>
              <a:gdLst/>
              <a:ahLst/>
              <a:cxnLst/>
              <a:rect l="l" t="t" r="r" b="b"/>
              <a:pathLst>
                <a:path w="2414" h="1402" extrusionOk="0">
                  <a:moveTo>
                    <a:pt x="2220" y="78"/>
                  </a:moveTo>
                  <a:cubicBezTo>
                    <a:pt x="2185" y="91"/>
                    <a:pt x="0" y="1"/>
                    <a:pt x="216" y="906"/>
                  </a:cubicBezTo>
                  <a:cubicBezTo>
                    <a:pt x="303" y="1276"/>
                    <a:pt x="563" y="1402"/>
                    <a:pt x="875" y="1402"/>
                  </a:cubicBezTo>
                  <a:cubicBezTo>
                    <a:pt x="1529" y="1402"/>
                    <a:pt x="2413" y="849"/>
                    <a:pt x="2413" y="849"/>
                  </a:cubicBezTo>
                  <a:lnTo>
                    <a:pt x="2220" y="78"/>
                  </a:ln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25"/>
            <p:cNvSpPr/>
            <p:nvPr/>
          </p:nvSpPr>
          <p:spPr>
            <a:xfrm>
              <a:off x="1294462" y="3943092"/>
              <a:ext cx="228582" cy="162520"/>
            </a:xfrm>
            <a:custGeom>
              <a:avLst/>
              <a:gdLst/>
              <a:ahLst/>
              <a:cxnLst/>
              <a:rect l="l" t="t" r="r" b="b"/>
              <a:pathLst>
                <a:path w="2820" h="2005" extrusionOk="0">
                  <a:moveTo>
                    <a:pt x="1943" y="1"/>
                  </a:moveTo>
                  <a:cubicBezTo>
                    <a:pt x="1385" y="1"/>
                    <a:pt x="0" y="1063"/>
                    <a:pt x="0" y="1063"/>
                  </a:cubicBezTo>
                  <a:lnTo>
                    <a:pt x="154" y="1746"/>
                  </a:lnTo>
                  <a:cubicBezTo>
                    <a:pt x="154" y="1746"/>
                    <a:pt x="1076" y="2004"/>
                    <a:pt x="1752" y="2004"/>
                  </a:cubicBezTo>
                  <a:cubicBezTo>
                    <a:pt x="1979" y="2004"/>
                    <a:pt x="2177" y="1975"/>
                    <a:pt x="2305" y="1898"/>
                  </a:cubicBezTo>
                  <a:cubicBezTo>
                    <a:pt x="2819" y="1593"/>
                    <a:pt x="1664" y="1063"/>
                    <a:pt x="1664" y="1063"/>
                  </a:cubicBezTo>
                  <a:cubicBezTo>
                    <a:pt x="1664" y="1063"/>
                    <a:pt x="2422" y="536"/>
                    <a:pt x="2138" y="90"/>
                  </a:cubicBezTo>
                  <a:cubicBezTo>
                    <a:pt x="2100" y="28"/>
                    <a:pt x="2032" y="1"/>
                    <a:pt x="1943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25"/>
            <p:cNvSpPr/>
            <p:nvPr/>
          </p:nvSpPr>
          <p:spPr>
            <a:xfrm>
              <a:off x="1112405" y="3888702"/>
              <a:ext cx="215451" cy="201023"/>
            </a:xfrm>
            <a:custGeom>
              <a:avLst/>
              <a:gdLst/>
              <a:ahLst/>
              <a:cxnLst/>
              <a:rect l="l" t="t" r="r" b="b"/>
              <a:pathLst>
                <a:path w="2658" h="2480" extrusionOk="0">
                  <a:moveTo>
                    <a:pt x="1640" y="1"/>
                  </a:moveTo>
                  <a:cubicBezTo>
                    <a:pt x="1294" y="1"/>
                    <a:pt x="1350" y="1005"/>
                    <a:pt x="1350" y="1005"/>
                  </a:cubicBezTo>
                  <a:cubicBezTo>
                    <a:pt x="1350" y="1005"/>
                    <a:pt x="1008" y="831"/>
                    <a:pt x="694" y="831"/>
                  </a:cubicBezTo>
                  <a:cubicBezTo>
                    <a:pt x="522" y="831"/>
                    <a:pt x="358" y="883"/>
                    <a:pt x="264" y="1046"/>
                  </a:cubicBezTo>
                  <a:cubicBezTo>
                    <a:pt x="0" y="1506"/>
                    <a:pt x="2130" y="2479"/>
                    <a:pt x="2130" y="2479"/>
                  </a:cubicBezTo>
                  <a:lnTo>
                    <a:pt x="2657" y="2027"/>
                  </a:lnTo>
                  <a:cubicBezTo>
                    <a:pt x="2657" y="2027"/>
                    <a:pt x="2303" y="357"/>
                    <a:pt x="1787" y="51"/>
                  </a:cubicBezTo>
                  <a:cubicBezTo>
                    <a:pt x="1731" y="16"/>
                    <a:pt x="1682" y="1"/>
                    <a:pt x="1640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25"/>
            <p:cNvSpPr/>
            <p:nvPr/>
          </p:nvSpPr>
          <p:spPr>
            <a:xfrm>
              <a:off x="1154555" y="4064275"/>
              <a:ext cx="173301" cy="209372"/>
            </a:xfrm>
            <a:custGeom>
              <a:avLst/>
              <a:gdLst/>
              <a:ahLst/>
              <a:cxnLst/>
              <a:rect l="l" t="t" r="r" b="b"/>
              <a:pathLst>
                <a:path w="2138" h="2583" extrusionOk="0">
                  <a:moveTo>
                    <a:pt x="1511" y="1"/>
                  </a:moveTo>
                  <a:cubicBezTo>
                    <a:pt x="1511" y="1"/>
                    <a:pt x="120" y="974"/>
                    <a:pt x="30" y="1566"/>
                  </a:cubicBezTo>
                  <a:cubicBezTo>
                    <a:pt x="1" y="1771"/>
                    <a:pt x="118" y="1838"/>
                    <a:pt x="284" y="1838"/>
                  </a:cubicBezTo>
                  <a:cubicBezTo>
                    <a:pt x="597" y="1838"/>
                    <a:pt x="1080" y="1601"/>
                    <a:pt x="1080" y="1601"/>
                  </a:cubicBezTo>
                  <a:lnTo>
                    <a:pt x="1080" y="1601"/>
                  </a:lnTo>
                  <a:cubicBezTo>
                    <a:pt x="1080" y="1601"/>
                    <a:pt x="1010" y="2519"/>
                    <a:pt x="1539" y="2581"/>
                  </a:cubicBezTo>
                  <a:cubicBezTo>
                    <a:pt x="1546" y="2582"/>
                    <a:pt x="1553" y="2582"/>
                    <a:pt x="1560" y="2582"/>
                  </a:cubicBezTo>
                  <a:cubicBezTo>
                    <a:pt x="2071" y="2582"/>
                    <a:pt x="2137" y="306"/>
                    <a:pt x="2137" y="306"/>
                  </a:cubicBezTo>
                  <a:lnTo>
                    <a:pt x="1511" y="1"/>
                  </a:ln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25"/>
            <p:cNvSpPr/>
            <p:nvPr/>
          </p:nvSpPr>
          <p:spPr>
            <a:xfrm>
              <a:off x="1251177" y="4006804"/>
              <a:ext cx="113886" cy="114453"/>
            </a:xfrm>
            <a:custGeom>
              <a:avLst/>
              <a:gdLst/>
              <a:ahLst/>
              <a:cxnLst/>
              <a:rect l="l" t="t" r="r" b="b"/>
              <a:pathLst>
                <a:path w="1405" h="1412" extrusionOk="0">
                  <a:moveTo>
                    <a:pt x="701" y="0"/>
                  </a:moveTo>
                  <a:cubicBezTo>
                    <a:pt x="312" y="0"/>
                    <a:pt x="0" y="319"/>
                    <a:pt x="0" y="710"/>
                  </a:cubicBezTo>
                  <a:cubicBezTo>
                    <a:pt x="0" y="1099"/>
                    <a:pt x="312" y="1411"/>
                    <a:pt x="701" y="1411"/>
                  </a:cubicBezTo>
                  <a:cubicBezTo>
                    <a:pt x="1092" y="1411"/>
                    <a:pt x="1405" y="1099"/>
                    <a:pt x="1405" y="710"/>
                  </a:cubicBezTo>
                  <a:cubicBezTo>
                    <a:pt x="1405" y="319"/>
                    <a:pt x="1092" y="0"/>
                    <a:pt x="70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2" name="Google Shape;902;p25"/>
          <p:cNvGrpSpPr/>
          <p:nvPr/>
        </p:nvGrpSpPr>
        <p:grpSpPr>
          <a:xfrm>
            <a:off x="7737367" y="3889991"/>
            <a:ext cx="729272" cy="676189"/>
            <a:chOff x="247670" y="4242199"/>
            <a:chExt cx="638089" cy="591643"/>
          </a:xfrm>
        </p:grpSpPr>
        <p:sp>
          <p:nvSpPr>
            <p:cNvPr id="903" name="Google Shape;903;p25"/>
            <p:cNvSpPr/>
            <p:nvPr/>
          </p:nvSpPr>
          <p:spPr>
            <a:xfrm>
              <a:off x="535347" y="4508152"/>
              <a:ext cx="308019" cy="252899"/>
            </a:xfrm>
            <a:custGeom>
              <a:avLst/>
              <a:gdLst/>
              <a:ahLst/>
              <a:cxnLst/>
              <a:rect l="l" t="t" r="r" b="b"/>
              <a:pathLst>
                <a:path w="3800" h="3120" extrusionOk="0">
                  <a:moveTo>
                    <a:pt x="925" y="1"/>
                  </a:moveTo>
                  <a:lnTo>
                    <a:pt x="0" y="752"/>
                  </a:lnTo>
                  <a:cubicBezTo>
                    <a:pt x="31" y="789"/>
                    <a:pt x="1005" y="3119"/>
                    <a:pt x="1986" y="3119"/>
                  </a:cubicBezTo>
                  <a:cubicBezTo>
                    <a:pt x="2125" y="3119"/>
                    <a:pt x="2265" y="3072"/>
                    <a:pt x="2402" y="2965"/>
                  </a:cubicBezTo>
                  <a:cubicBezTo>
                    <a:pt x="3799" y="1865"/>
                    <a:pt x="925" y="1"/>
                    <a:pt x="925" y="1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25"/>
            <p:cNvSpPr/>
            <p:nvPr/>
          </p:nvSpPr>
          <p:spPr>
            <a:xfrm>
              <a:off x="515569" y="4242199"/>
              <a:ext cx="263518" cy="263194"/>
            </a:xfrm>
            <a:custGeom>
              <a:avLst/>
              <a:gdLst/>
              <a:ahLst/>
              <a:cxnLst/>
              <a:rect l="l" t="t" r="r" b="b"/>
              <a:pathLst>
                <a:path w="3251" h="3247" extrusionOk="0">
                  <a:moveTo>
                    <a:pt x="1544" y="0"/>
                  </a:moveTo>
                  <a:cubicBezTo>
                    <a:pt x="305" y="0"/>
                    <a:pt x="0" y="2752"/>
                    <a:pt x="0" y="2752"/>
                  </a:cubicBezTo>
                  <a:lnTo>
                    <a:pt x="1086" y="3247"/>
                  </a:lnTo>
                  <a:cubicBezTo>
                    <a:pt x="1107" y="3198"/>
                    <a:pt x="3250" y="700"/>
                    <a:pt x="1991" y="109"/>
                  </a:cubicBezTo>
                  <a:cubicBezTo>
                    <a:pt x="1830" y="34"/>
                    <a:pt x="1681" y="0"/>
                    <a:pt x="1544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25"/>
            <p:cNvSpPr/>
            <p:nvPr/>
          </p:nvSpPr>
          <p:spPr>
            <a:xfrm>
              <a:off x="247670" y="4464218"/>
              <a:ext cx="294482" cy="170950"/>
            </a:xfrm>
            <a:custGeom>
              <a:avLst/>
              <a:gdLst/>
              <a:ahLst/>
              <a:cxnLst/>
              <a:rect l="l" t="t" r="r" b="b"/>
              <a:pathLst>
                <a:path w="3633" h="2109" extrusionOk="0">
                  <a:moveTo>
                    <a:pt x="3340" y="119"/>
                  </a:moveTo>
                  <a:cubicBezTo>
                    <a:pt x="3292" y="132"/>
                    <a:pt x="0" y="0"/>
                    <a:pt x="321" y="1356"/>
                  </a:cubicBezTo>
                  <a:cubicBezTo>
                    <a:pt x="454" y="1918"/>
                    <a:pt x="846" y="2108"/>
                    <a:pt x="1317" y="2108"/>
                  </a:cubicBezTo>
                  <a:cubicBezTo>
                    <a:pt x="2303" y="2108"/>
                    <a:pt x="3633" y="1273"/>
                    <a:pt x="3633" y="1273"/>
                  </a:cubicBezTo>
                  <a:lnTo>
                    <a:pt x="3340" y="119"/>
                  </a:ln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25"/>
            <p:cNvSpPr/>
            <p:nvPr/>
          </p:nvSpPr>
          <p:spPr>
            <a:xfrm>
              <a:off x="542075" y="4336146"/>
              <a:ext cx="343684" cy="244794"/>
            </a:xfrm>
            <a:custGeom>
              <a:avLst/>
              <a:gdLst/>
              <a:ahLst/>
              <a:cxnLst/>
              <a:rect l="l" t="t" r="r" b="b"/>
              <a:pathLst>
                <a:path w="4240" h="3020" extrusionOk="0">
                  <a:moveTo>
                    <a:pt x="2928" y="1"/>
                  </a:moveTo>
                  <a:cubicBezTo>
                    <a:pt x="2084" y="1"/>
                    <a:pt x="1" y="1600"/>
                    <a:pt x="1" y="1600"/>
                  </a:cubicBezTo>
                  <a:lnTo>
                    <a:pt x="231" y="2624"/>
                  </a:lnTo>
                  <a:cubicBezTo>
                    <a:pt x="231" y="2624"/>
                    <a:pt x="1622" y="3020"/>
                    <a:pt x="2640" y="3020"/>
                  </a:cubicBezTo>
                  <a:cubicBezTo>
                    <a:pt x="2978" y="3020"/>
                    <a:pt x="3275" y="2976"/>
                    <a:pt x="3466" y="2859"/>
                  </a:cubicBezTo>
                  <a:cubicBezTo>
                    <a:pt x="4239" y="2400"/>
                    <a:pt x="2506" y="1600"/>
                    <a:pt x="2506" y="1600"/>
                  </a:cubicBezTo>
                  <a:cubicBezTo>
                    <a:pt x="2506" y="1600"/>
                    <a:pt x="3646" y="807"/>
                    <a:pt x="3222" y="132"/>
                  </a:cubicBezTo>
                  <a:cubicBezTo>
                    <a:pt x="3163" y="40"/>
                    <a:pt x="3061" y="1"/>
                    <a:pt x="2928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25"/>
            <p:cNvSpPr/>
            <p:nvPr/>
          </p:nvSpPr>
          <p:spPr>
            <a:xfrm>
              <a:off x="267935" y="4254601"/>
              <a:ext cx="324473" cy="302101"/>
            </a:xfrm>
            <a:custGeom>
              <a:avLst/>
              <a:gdLst/>
              <a:ahLst/>
              <a:cxnLst/>
              <a:rect l="l" t="t" r="r" b="b"/>
              <a:pathLst>
                <a:path w="4003" h="3727" extrusionOk="0">
                  <a:moveTo>
                    <a:pt x="2471" y="0"/>
                  </a:moveTo>
                  <a:cubicBezTo>
                    <a:pt x="1944" y="0"/>
                    <a:pt x="2033" y="1507"/>
                    <a:pt x="2033" y="1507"/>
                  </a:cubicBezTo>
                  <a:cubicBezTo>
                    <a:pt x="2033" y="1507"/>
                    <a:pt x="1519" y="1243"/>
                    <a:pt x="1049" y="1243"/>
                  </a:cubicBezTo>
                  <a:cubicBezTo>
                    <a:pt x="790" y="1243"/>
                    <a:pt x="545" y="1323"/>
                    <a:pt x="405" y="1569"/>
                  </a:cubicBezTo>
                  <a:cubicBezTo>
                    <a:pt x="1" y="2265"/>
                    <a:pt x="3209" y="3727"/>
                    <a:pt x="3209" y="3727"/>
                  </a:cubicBezTo>
                  <a:lnTo>
                    <a:pt x="4002" y="3045"/>
                  </a:lnTo>
                  <a:cubicBezTo>
                    <a:pt x="4002" y="3045"/>
                    <a:pt x="3466" y="540"/>
                    <a:pt x="2695" y="74"/>
                  </a:cubicBezTo>
                  <a:cubicBezTo>
                    <a:pt x="2610" y="23"/>
                    <a:pt x="2536" y="0"/>
                    <a:pt x="2471" y="0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25"/>
            <p:cNvSpPr/>
            <p:nvPr/>
          </p:nvSpPr>
          <p:spPr>
            <a:xfrm>
              <a:off x="331971" y="4518366"/>
              <a:ext cx="260438" cy="315476"/>
            </a:xfrm>
            <a:custGeom>
              <a:avLst/>
              <a:gdLst/>
              <a:ahLst/>
              <a:cxnLst/>
              <a:rect l="l" t="t" r="r" b="b"/>
              <a:pathLst>
                <a:path w="3213" h="3892" extrusionOk="0">
                  <a:moveTo>
                    <a:pt x="2272" y="0"/>
                  </a:moveTo>
                  <a:cubicBezTo>
                    <a:pt x="2272" y="0"/>
                    <a:pt x="171" y="1468"/>
                    <a:pt x="46" y="2358"/>
                  </a:cubicBezTo>
                  <a:cubicBezTo>
                    <a:pt x="0" y="2667"/>
                    <a:pt x="175" y="2767"/>
                    <a:pt x="423" y="2767"/>
                  </a:cubicBezTo>
                  <a:cubicBezTo>
                    <a:pt x="893" y="2767"/>
                    <a:pt x="1626" y="2407"/>
                    <a:pt x="1626" y="2407"/>
                  </a:cubicBezTo>
                  <a:lnTo>
                    <a:pt x="1626" y="2407"/>
                  </a:lnTo>
                  <a:cubicBezTo>
                    <a:pt x="1626" y="2407"/>
                    <a:pt x="1520" y="3793"/>
                    <a:pt x="2314" y="3890"/>
                  </a:cubicBezTo>
                  <a:cubicBezTo>
                    <a:pt x="2324" y="3891"/>
                    <a:pt x="2335" y="3891"/>
                    <a:pt x="2346" y="3891"/>
                  </a:cubicBezTo>
                  <a:cubicBezTo>
                    <a:pt x="3110" y="3891"/>
                    <a:pt x="3212" y="459"/>
                    <a:pt x="3212" y="459"/>
                  </a:cubicBezTo>
                  <a:lnTo>
                    <a:pt x="2272" y="0"/>
                  </a:ln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25"/>
            <p:cNvSpPr/>
            <p:nvPr/>
          </p:nvSpPr>
          <p:spPr>
            <a:xfrm>
              <a:off x="476661" y="4431957"/>
              <a:ext cx="172166" cy="172166"/>
            </a:xfrm>
            <a:custGeom>
              <a:avLst/>
              <a:gdLst/>
              <a:ahLst/>
              <a:cxnLst/>
              <a:rect l="l" t="t" r="r" b="b"/>
              <a:pathLst>
                <a:path w="2124" h="2124" extrusionOk="0">
                  <a:moveTo>
                    <a:pt x="1058" y="1"/>
                  </a:moveTo>
                  <a:cubicBezTo>
                    <a:pt x="474" y="1"/>
                    <a:pt x="1" y="482"/>
                    <a:pt x="1" y="1066"/>
                  </a:cubicBezTo>
                  <a:cubicBezTo>
                    <a:pt x="1" y="1651"/>
                    <a:pt x="474" y="2123"/>
                    <a:pt x="1058" y="2123"/>
                  </a:cubicBezTo>
                  <a:cubicBezTo>
                    <a:pt x="1643" y="2123"/>
                    <a:pt x="2124" y="1651"/>
                    <a:pt x="2124" y="1066"/>
                  </a:cubicBezTo>
                  <a:cubicBezTo>
                    <a:pt x="2124" y="482"/>
                    <a:pt x="1643" y="1"/>
                    <a:pt x="105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0" name="Google Shape;910;p25"/>
          <p:cNvGrpSpPr/>
          <p:nvPr/>
        </p:nvGrpSpPr>
        <p:grpSpPr>
          <a:xfrm>
            <a:off x="7106283" y="4554803"/>
            <a:ext cx="424202" cy="393206"/>
            <a:chOff x="247670" y="4242199"/>
            <a:chExt cx="638089" cy="591643"/>
          </a:xfrm>
        </p:grpSpPr>
        <p:sp>
          <p:nvSpPr>
            <p:cNvPr id="911" name="Google Shape;911;p25"/>
            <p:cNvSpPr/>
            <p:nvPr/>
          </p:nvSpPr>
          <p:spPr>
            <a:xfrm>
              <a:off x="535347" y="4508152"/>
              <a:ext cx="308019" cy="252899"/>
            </a:xfrm>
            <a:custGeom>
              <a:avLst/>
              <a:gdLst/>
              <a:ahLst/>
              <a:cxnLst/>
              <a:rect l="l" t="t" r="r" b="b"/>
              <a:pathLst>
                <a:path w="3800" h="3120" extrusionOk="0">
                  <a:moveTo>
                    <a:pt x="925" y="1"/>
                  </a:moveTo>
                  <a:lnTo>
                    <a:pt x="0" y="752"/>
                  </a:lnTo>
                  <a:cubicBezTo>
                    <a:pt x="31" y="789"/>
                    <a:pt x="1005" y="3119"/>
                    <a:pt x="1986" y="3119"/>
                  </a:cubicBezTo>
                  <a:cubicBezTo>
                    <a:pt x="2125" y="3119"/>
                    <a:pt x="2265" y="3072"/>
                    <a:pt x="2402" y="2965"/>
                  </a:cubicBezTo>
                  <a:cubicBezTo>
                    <a:pt x="3799" y="1865"/>
                    <a:pt x="925" y="1"/>
                    <a:pt x="925" y="1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25"/>
            <p:cNvSpPr/>
            <p:nvPr/>
          </p:nvSpPr>
          <p:spPr>
            <a:xfrm>
              <a:off x="515569" y="4242199"/>
              <a:ext cx="263518" cy="263194"/>
            </a:xfrm>
            <a:custGeom>
              <a:avLst/>
              <a:gdLst/>
              <a:ahLst/>
              <a:cxnLst/>
              <a:rect l="l" t="t" r="r" b="b"/>
              <a:pathLst>
                <a:path w="3251" h="3247" extrusionOk="0">
                  <a:moveTo>
                    <a:pt x="1544" y="0"/>
                  </a:moveTo>
                  <a:cubicBezTo>
                    <a:pt x="305" y="0"/>
                    <a:pt x="0" y="2752"/>
                    <a:pt x="0" y="2752"/>
                  </a:cubicBezTo>
                  <a:lnTo>
                    <a:pt x="1086" y="3247"/>
                  </a:lnTo>
                  <a:cubicBezTo>
                    <a:pt x="1107" y="3198"/>
                    <a:pt x="3250" y="700"/>
                    <a:pt x="1991" y="109"/>
                  </a:cubicBezTo>
                  <a:cubicBezTo>
                    <a:pt x="1830" y="34"/>
                    <a:pt x="1681" y="0"/>
                    <a:pt x="1544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25"/>
            <p:cNvSpPr/>
            <p:nvPr/>
          </p:nvSpPr>
          <p:spPr>
            <a:xfrm>
              <a:off x="247670" y="4464218"/>
              <a:ext cx="294482" cy="170950"/>
            </a:xfrm>
            <a:custGeom>
              <a:avLst/>
              <a:gdLst/>
              <a:ahLst/>
              <a:cxnLst/>
              <a:rect l="l" t="t" r="r" b="b"/>
              <a:pathLst>
                <a:path w="3633" h="2109" extrusionOk="0">
                  <a:moveTo>
                    <a:pt x="3340" y="119"/>
                  </a:moveTo>
                  <a:cubicBezTo>
                    <a:pt x="3292" y="132"/>
                    <a:pt x="0" y="0"/>
                    <a:pt x="321" y="1356"/>
                  </a:cubicBezTo>
                  <a:cubicBezTo>
                    <a:pt x="454" y="1918"/>
                    <a:pt x="846" y="2108"/>
                    <a:pt x="1317" y="2108"/>
                  </a:cubicBezTo>
                  <a:cubicBezTo>
                    <a:pt x="2303" y="2108"/>
                    <a:pt x="3633" y="1273"/>
                    <a:pt x="3633" y="1273"/>
                  </a:cubicBezTo>
                  <a:lnTo>
                    <a:pt x="3340" y="119"/>
                  </a:ln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25"/>
            <p:cNvSpPr/>
            <p:nvPr/>
          </p:nvSpPr>
          <p:spPr>
            <a:xfrm>
              <a:off x="542075" y="4336146"/>
              <a:ext cx="343684" cy="244794"/>
            </a:xfrm>
            <a:custGeom>
              <a:avLst/>
              <a:gdLst/>
              <a:ahLst/>
              <a:cxnLst/>
              <a:rect l="l" t="t" r="r" b="b"/>
              <a:pathLst>
                <a:path w="4240" h="3020" extrusionOk="0">
                  <a:moveTo>
                    <a:pt x="2928" y="1"/>
                  </a:moveTo>
                  <a:cubicBezTo>
                    <a:pt x="2084" y="1"/>
                    <a:pt x="1" y="1600"/>
                    <a:pt x="1" y="1600"/>
                  </a:cubicBezTo>
                  <a:lnTo>
                    <a:pt x="231" y="2624"/>
                  </a:lnTo>
                  <a:cubicBezTo>
                    <a:pt x="231" y="2624"/>
                    <a:pt x="1622" y="3020"/>
                    <a:pt x="2640" y="3020"/>
                  </a:cubicBezTo>
                  <a:cubicBezTo>
                    <a:pt x="2978" y="3020"/>
                    <a:pt x="3275" y="2976"/>
                    <a:pt x="3466" y="2859"/>
                  </a:cubicBezTo>
                  <a:cubicBezTo>
                    <a:pt x="4239" y="2400"/>
                    <a:pt x="2506" y="1600"/>
                    <a:pt x="2506" y="1600"/>
                  </a:cubicBezTo>
                  <a:cubicBezTo>
                    <a:pt x="2506" y="1600"/>
                    <a:pt x="3646" y="807"/>
                    <a:pt x="3222" y="132"/>
                  </a:cubicBezTo>
                  <a:cubicBezTo>
                    <a:pt x="3163" y="40"/>
                    <a:pt x="3061" y="1"/>
                    <a:pt x="2928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25"/>
            <p:cNvSpPr/>
            <p:nvPr/>
          </p:nvSpPr>
          <p:spPr>
            <a:xfrm>
              <a:off x="267935" y="4254601"/>
              <a:ext cx="324473" cy="302101"/>
            </a:xfrm>
            <a:custGeom>
              <a:avLst/>
              <a:gdLst/>
              <a:ahLst/>
              <a:cxnLst/>
              <a:rect l="l" t="t" r="r" b="b"/>
              <a:pathLst>
                <a:path w="4003" h="3727" extrusionOk="0">
                  <a:moveTo>
                    <a:pt x="2471" y="0"/>
                  </a:moveTo>
                  <a:cubicBezTo>
                    <a:pt x="1944" y="0"/>
                    <a:pt x="2033" y="1507"/>
                    <a:pt x="2033" y="1507"/>
                  </a:cubicBezTo>
                  <a:cubicBezTo>
                    <a:pt x="2033" y="1507"/>
                    <a:pt x="1519" y="1243"/>
                    <a:pt x="1049" y="1243"/>
                  </a:cubicBezTo>
                  <a:cubicBezTo>
                    <a:pt x="790" y="1243"/>
                    <a:pt x="545" y="1323"/>
                    <a:pt x="405" y="1569"/>
                  </a:cubicBezTo>
                  <a:cubicBezTo>
                    <a:pt x="1" y="2265"/>
                    <a:pt x="3209" y="3727"/>
                    <a:pt x="3209" y="3727"/>
                  </a:cubicBezTo>
                  <a:lnTo>
                    <a:pt x="4002" y="3045"/>
                  </a:lnTo>
                  <a:cubicBezTo>
                    <a:pt x="4002" y="3045"/>
                    <a:pt x="3466" y="540"/>
                    <a:pt x="2695" y="74"/>
                  </a:cubicBezTo>
                  <a:cubicBezTo>
                    <a:pt x="2610" y="23"/>
                    <a:pt x="2536" y="0"/>
                    <a:pt x="2471" y="0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25"/>
            <p:cNvSpPr/>
            <p:nvPr/>
          </p:nvSpPr>
          <p:spPr>
            <a:xfrm>
              <a:off x="331971" y="4518366"/>
              <a:ext cx="260438" cy="315476"/>
            </a:xfrm>
            <a:custGeom>
              <a:avLst/>
              <a:gdLst/>
              <a:ahLst/>
              <a:cxnLst/>
              <a:rect l="l" t="t" r="r" b="b"/>
              <a:pathLst>
                <a:path w="3213" h="3892" extrusionOk="0">
                  <a:moveTo>
                    <a:pt x="2272" y="0"/>
                  </a:moveTo>
                  <a:cubicBezTo>
                    <a:pt x="2272" y="0"/>
                    <a:pt x="171" y="1468"/>
                    <a:pt x="46" y="2358"/>
                  </a:cubicBezTo>
                  <a:cubicBezTo>
                    <a:pt x="0" y="2667"/>
                    <a:pt x="175" y="2767"/>
                    <a:pt x="423" y="2767"/>
                  </a:cubicBezTo>
                  <a:cubicBezTo>
                    <a:pt x="893" y="2767"/>
                    <a:pt x="1626" y="2407"/>
                    <a:pt x="1626" y="2407"/>
                  </a:cubicBezTo>
                  <a:lnTo>
                    <a:pt x="1626" y="2407"/>
                  </a:lnTo>
                  <a:cubicBezTo>
                    <a:pt x="1626" y="2407"/>
                    <a:pt x="1520" y="3793"/>
                    <a:pt x="2314" y="3890"/>
                  </a:cubicBezTo>
                  <a:cubicBezTo>
                    <a:pt x="2324" y="3891"/>
                    <a:pt x="2335" y="3891"/>
                    <a:pt x="2346" y="3891"/>
                  </a:cubicBezTo>
                  <a:cubicBezTo>
                    <a:pt x="3110" y="3891"/>
                    <a:pt x="3212" y="459"/>
                    <a:pt x="3212" y="459"/>
                  </a:cubicBezTo>
                  <a:lnTo>
                    <a:pt x="2272" y="0"/>
                  </a:ln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25"/>
            <p:cNvSpPr/>
            <p:nvPr/>
          </p:nvSpPr>
          <p:spPr>
            <a:xfrm>
              <a:off x="476661" y="4431957"/>
              <a:ext cx="172166" cy="172166"/>
            </a:xfrm>
            <a:custGeom>
              <a:avLst/>
              <a:gdLst/>
              <a:ahLst/>
              <a:cxnLst/>
              <a:rect l="l" t="t" r="r" b="b"/>
              <a:pathLst>
                <a:path w="2124" h="2124" extrusionOk="0">
                  <a:moveTo>
                    <a:pt x="1058" y="1"/>
                  </a:moveTo>
                  <a:cubicBezTo>
                    <a:pt x="474" y="1"/>
                    <a:pt x="1" y="482"/>
                    <a:pt x="1" y="1066"/>
                  </a:cubicBezTo>
                  <a:cubicBezTo>
                    <a:pt x="1" y="1651"/>
                    <a:pt x="474" y="2123"/>
                    <a:pt x="1058" y="2123"/>
                  </a:cubicBezTo>
                  <a:cubicBezTo>
                    <a:pt x="1643" y="2123"/>
                    <a:pt x="2124" y="1651"/>
                    <a:pt x="2124" y="1066"/>
                  </a:cubicBezTo>
                  <a:cubicBezTo>
                    <a:pt x="2124" y="482"/>
                    <a:pt x="1643" y="1"/>
                    <a:pt x="105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8" name="Google Shape;918;p25"/>
          <p:cNvSpPr txBox="1">
            <a:spLocks noGrp="1"/>
          </p:cNvSpPr>
          <p:nvPr>
            <p:ph type="title" hasCustomPrompt="1"/>
          </p:nvPr>
        </p:nvSpPr>
        <p:spPr>
          <a:xfrm>
            <a:off x="1150313" y="1497550"/>
            <a:ext cx="655800" cy="67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19" name="Google Shape;919;p25"/>
          <p:cNvSpPr txBox="1">
            <a:spLocks noGrp="1"/>
          </p:cNvSpPr>
          <p:nvPr>
            <p:ph type="subTitle" idx="1"/>
          </p:nvPr>
        </p:nvSpPr>
        <p:spPr>
          <a:xfrm>
            <a:off x="1976563" y="1792324"/>
            <a:ext cx="2336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920" name="Google Shape;920;p25"/>
          <p:cNvSpPr txBox="1">
            <a:spLocks noGrp="1"/>
          </p:cNvSpPr>
          <p:nvPr>
            <p:ph type="title" idx="2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21" name="Google Shape;921;p25"/>
          <p:cNvSpPr txBox="1">
            <a:spLocks noGrp="1"/>
          </p:cNvSpPr>
          <p:nvPr>
            <p:ph type="subTitle" idx="3"/>
          </p:nvPr>
        </p:nvSpPr>
        <p:spPr>
          <a:xfrm>
            <a:off x="1976563" y="1274825"/>
            <a:ext cx="2336400" cy="517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 Medium"/>
                <a:ea typeface="Grandstander Medium"/>
                <a:cs typeface="Grandstander Medium"/>
                <a:sym typeface="Grandstander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"/>
                <a:ea typeface="Grandstander"/>
                <a:cs typeface="Grandstander"/>
                <a:sym typeface="Grandstand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"/>
                <a:ea typeface="Grandstander"/>
                <a:cs typeface="Grandstander"/>
                <a:sym typeface="Grandstand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"/>
                <a:ea typeface="Grandstander"/>
                <a:cs typeface="Grandstander"/>
                <a:sym typeface="Grandstand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"/>
                <a:ea typeface="Grandstander"/>
                <a:cs typeface="Grandstander"/>
                <a:sym typeface="Grandstand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"/>
                <a:ea typeface="Grandstander"/>
                <a:cs typeface="Grandstander"/>
                <a:sym typeface="Grandstand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"/>
                <a:ea typeface="Grandstander"/>
                <a:cs typeface="Grandstander"/>
                <a:sym typeface="Grandstand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"/>
                <a:ea typeface="Grandstander"/>
                <a:cs typeface="Grandstander"/>
                <a:sym typeface="Grandstand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"/>
                <a:ea typeface="Grandstander"/>
                <a:cs typeface="Grandstander"/>
                <a:sym typeface="Grandstander"/>
              </a:defRPr>
            </a:lvl9pPr>
          </a:lstStyle>
          <a:p>
            <a:endParaRPr/>
          </a:p>
        </p:txBody>
      </p:sp>
      <p:sp>
        <p:nvSpPr>
          <p:cNvPr id="922" name="Google Shape;922;p25"/>
          <p:cNvSpPr txBox="1">
            <a:spLocks noGrp="1"/>
          </p:cNvSpPr>
          <p:nvPr>
            <p:ph type="title" idx="4" hasCustomPrompt="1"/>
          </p:nvPr>
        </p:nvSpPr>
        <p:spPr>
          <a:xfrm>
            <a:off x="1150313" y="2835500"/>
            <a:ext cx="655800" cy="67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23" name="Google Shape;923;p25"/>
          <p:cNvSpPr txBox="1">
            <a:spLocks noGrp="1"/>
          </p:cNvSpPr>
          <p:nvPr>
            <p:ph type="subTitle" idx="5"/>
          </p:nvPr>
        </p:nvSpPr>
        <p:spPr>
          <a:xfrm>
            <a:off x="1976563" y="3130274"/>
            <a:ext cx="2336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924" name="Google Shape;924;p25"/>
          <p:cNvSpPr txBox="1">
            <a:spLocks noGrp="1"/>
          </p:cNvSpPr>
          <p:nvPr>
            <p:ph type="subTitle" idx="6"/>
          </p:nvPr>
        </p:nvSpPr>
        <p:spPr>
          <a:xfrm>
            <a:off x="1976563" y="2612775"/>
            <a:ext cx="2336400" cy="517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 Medium"/>
                <a:ea typeface="Grandstander Medium"/>
                <a:cs typeface="Grandstander Medium"/>
                <a:sym typeface="Grandstander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"/>
                <a:ea typeface="Grandstander"/>
                <a:cs typeface="Grandstander"/>
                <a:sym typeface="Grandstand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"/>
                <a:ea typeface="Grandstander"/>
                <a:cs typeface="Grandstander"/>
                <a:sym typeface="Grandstand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"/>
                <a:ea typeface="Grandstander"/>
                <a:cs typeface="Grandstander"/>
                <a:sym typeface="Grandstand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"/>
                <a:ea typeface="Grandstander"/>
                <a:cs typeface="Grandstander"/>
                <a:sym typeface="Grandstand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"/>
                <a:ea typeface="Grandstander"/>
                <a:cs typeface="Grandstander"/>
                <a:sym typeface="Grandstand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"/>
                <a:ea typeface="Grandstander"/>
                <a:cs typeface="Grandstander"/>
                <a:sym typeface="Grandstand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"/>
                <a:ea typeface="Grandstander"/>
                <a:cs typeface="Grandstander"/>
                <a:sym typeface="Grandstand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"/>
                <a:ea typeface="Grandstander"/>
                <a:cs typeface="Grandstander"/>
                <a:sym typeface="Grandstander"/>
              </a:defRPr>
            </a:lvl9pPr>
          </a:lstStyle>
          <a:p>
            <a:endParaRPr/>
          </a:p>
        </p:txBody>
      </p:sp>
      <p:sp>
        <p:nvSpPr>
          <p:cNvPr id="925" name="Google Shape;925;p25"/>
          <p:cNvSpPr txBox="1">
            <a:spLocks noGrp="1"/>
          </p:cNvSpPr>
          <p:nvPr>
            <p:ph type="title" idx="7" hasCustomPrompt="1"/>
          </p:nvPr>
        </p:nvSpPr>
        <p:spPr>
          <a:xfrm>
            <a:off x="4955863" y="1497550"/>
            <a:ext cx="655800" cy="67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26" name="Google Shape;926;p25"/>
          <p:cNvSpPr txBox="1">
            <a:spLocks noGrp="1"/>
          </p:cNvSpPr>
          <p:nvPr>
            <p:ph type="subTitle" idx="8"/>
          </p:nvPr>
        </p:nvSpPr>
        <p:spPr>
          <a:xfrm>
            <a:off x="5782113" y="1792324"/>
            <a:ext cx="2336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927" name="Google Shape;927;p25"/>
          <p:cNvSpPr txBox="1">
            <a:spLocks noGrp="1"/>
          </p:cNvSpPr>
          <p:nvPr>
            <p:ph type="subTitle" idx="9"/>
          </p:nvPr>
        </p:nvSpPr>
        <p:spPr>
          <a:xfrm>
            <a:off x="5782113" y="1274825"/>
            <a:ext cx="2336400" cy="517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 Medium"/>
                <a:ea typeface="Grandstander Medium"/>
                <a:cs typeface="Grandstander Medium"/>
                <a:sym typeface="Grandstander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"/>
                <a:ea typeface="Grandstander"/>
                <a:cs typeface="Grandstander"/>
                <a:sym typeface="Grandstand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"/>
                <a:ea typeface="Grandstander"/>
                <a:cs typeface="Grandstander"/>
                <a:sym typeface="Grandstand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"/>
                <a:ea typeface="Grandstander"/>
                <a:cs typeface="Grandstander"/>
                <a:sym typeface="Grandstand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"/>
                <a:ea typeface="Grandstander"/>
                <a:cs typeface="Grandstander"/>
                <a:sym typeface="Grandstand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"/>
                <a:ea typeface="Grandstander"/>
                <a:cs typeface="Grandstander"/>
                <a:sym typeface="Grandstand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"/>
                <a:ea typeface="Grandstander"/>
                <a:cs typeface="Grandstander"/>
                <a:sym typeface="Grandstand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"/>
                <a:ea typeface="Grandstander"/>
                <a:cs typeface="Grandstander"/>
                <a:sym typeface="Grandstand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"/>
                <a:ea typeface="Grandstander"/>
                <a:cs typeface="Grandstander"/>
                <a:sym typeface="Grandstander"/>
              </a:defRPr>
            </a:lvl9pPr>
          </a:lstStyle>
          <a:p>
            <a:endParaRPr/>
          </a:p>
        </p:txBody>
      </p:sp>
      <p:sp>
        <p:nvSpPr>
          <p:cNvPr id="928" name="Google Shape;928;p25"/>
          <p:cNvSpPr txBox="1">
            <a:spLocks noGrp="1"/>
          </p:cNvSpPr>
          <p:nvPr>
            <p:ph type="title" idx="13" hasCustomPrompt="1"/>
          </p:nvPr>
        </p:nvSpPr>
        <p:spPr>
          <a:xfrm>
            <a:off x="4955863" y="2835500"/>
            <a:ext cx="655800" cy="67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29" name="Google Shape;929;p25"/>
          <p:cNvSpPr txBox="1">
            <a:spLocks noGrp="1"/>
          </p:cNvSpPr>
          <p:nvPr>
            <p:ph type="subTitle" idx="14"/>
          </p:nvPr>
        </p:nvSpPr>
        <p:spPr>
          <a:xfrm>
            <a:off x="5782113" y="3130274"/>
            <a:ext cx="2336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930" name="Google Shape;930;p25"/>
          <p:cNvSpPr txBox="1">
            <a:spLocks noGrp="1"/>
          </p:cNvSpPr>
          <p:nvPr>
            <p:ph type="subTitle" idx="15"/>
          </p:nvPr>
        </p:nvSpPr>
        <p:spPr>
          <a:xfrm>
            <a:off x="5782113" y="2612775"/>
            <a:ext cx="2336400" cy="517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 Medium"/>
                <a:ea typeface="Grandstander Medium"/>
                <a:cs typeface="Grandstander Medium"/>
                <a:sym typeface="Grandstander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"/>
                <a:ea typeface="Grandstander"/>
                <a:cs typeface="Grandstander"/>
                <a:sym typeface="Grandstand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"/>
                <a:ea typeface="Grandstander"/>
                <a:cs typeface="Grandstander"/>
                <a:sym typeface="Grandstand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"/>
                <a:ea typeface="Grandstander"/>
                <a:cs typeface="Grandstander"/>
                <a:sym typeface="Grandstand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"/>
                <a:ea typeface="Grandstander"/>
                <a:cs typeface="Grandstander"/>
                <a:sym typeface="Grandstand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"/>
                <a:ea typeface="Grandstander"/>
                <a:cs typeface="Grandstander"/>
                <a:sym typeface="Grandstand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"/>
                <a:ea typeface="Grandstander"/>
                <a:cs typeface="Grandstander"/>
                <a:sym typeface="Grandstand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"/>
                <a:ea typeface="Grandstander"/>
                <a:cs typeface="Grandstander"/>
                <a:sym typeface="Grandstand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"/>
                <a:ea typeface="Grandstander"/>
                <a:cs typeface="Grandstander"/>
                <a:sym typeface="Grandstand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p34"/>
          <p:cNvSpPr/>
          <p:nvPr/>
        </p:nvSpPr>
        <p:spPr>
          <a:xfrm>
            <a:off x="3239738" y="3322763"/>
            <a:ext cx="2625218" cy="1820748"/>
          </a:xfrm>
          <a:custGeom>
            <a:avLst/>
            <a:gdLst/>
            <a:ahLst/>
            <a:cxnLst/>
            <a:rect l="l" t="t" r="r" b="b"/>
            <a:pathLst>
              <a:path w="29761" h="25212" extrusionOk="0">
                <a:moveTo>
                  <a:pt x="18503" y="1"/>
                </a:moveTo>
                <a:cubicBezTo>
                  <a:pt x="16171" y="1"/>
                  <a:pt x="14126" y="1267"/>
                  <a:pt x="13034" y="3145"/>
                </a:cubicBezTo>
                <a:cubicBezTo>
                  <a:pt x="11975" y="2352"/>
                  <a:pt x="10660" y="1879"/>
                  <a:pt x="9234" y="1879"/>
                </a:cubicBezTo>
                <a:cubicBezTo>
                  <a:pt x="5741" y="1879"/>
                  <a:pt x="2902" y="4718"/>
                  <a:pt x="2902" y="8212"/>
                </a:cubicBezTo>
                <a:cubicBezTo>
                  <a:pt x="2902" y="9333"/>
                  <a:pt x="3194" y="10383"/>
                  <a:pt x="3708" y="11295"/>
                </a:cubicBezTo>
                <a:cubicBezTo>
                  <a:pt x="1517" y="12289"/>
                  <a:pt x="1" y="14495"/>
                  <a:pt x="1" y="17057"/>
                </a:cubicBezTo>
                <a:cubicBezTo>
                  <a:pt x="1" y="20549"/>
                  <a:pt x="2831" y="23381"/>
                  <a:pt x="6325" y="23381"/>
                </a:cubicBezTo>
                <a:cubicBezTo>
                  <a:pt x="8977" y="23381"/>
                  <a:pt x="11245" y="21753"/>
                  <a:pt x="12192" y="19443"/>
                </a:cubicBezTo>
                <a:lnTo>
                  <a:pt x="15565" y="23994"/>
                </a:lnTo>
                <a:cubicBezTo>
                  <a:pt x="15677" y="23207"/>
                  <a:pt x="15767" y="22392"/>
                  <a:pt x="15754" y="21592"/>
                </a:cubicBezTo>
                <a:lnTo>
                  <a:pt x="15754" y="21592"/>
                </a:lnTo>
                <a:cubicBezTo>
                  <a:pt x="16512" y="22386"/>
                  <a:pt x="17431" y="23034"/>
                  <a:pt x="18461" y="23471"/>
                </a:cubicBezTo>
                <a:lnTo>
                  <a:pt x="19540" y="25211"/>
                </a:lnTo>
                <a:cubicBezTo>
                  <a:pt x="19456" y="24724"/>
                  <a:pt x="19365" y="24244"/>
                  <a:pt x="19254" y="23763"/>
                </a:cubicBezTo>
                <a:lnTo>
                  <a:pt x="19254" y="23763"/>
                </a:lnTo>
                <a:cubicBezTo>
                  <a:pt x="20013" y="23994"/>
                  <a:pt x="20812" y="24119"/>
                  <a:pt x="21641" y="24119"/>
                </a:cubicBezTo>
                <a:cubicBezTo>
                  <a:pt x="26128" y="24119"/>
                  <a:pt x="29760" y="20487"/>
                  <a:pt x="29760" y="15998"/>
                </a:cubicBezTo>
                <a:cubicBezTo>
                  <a:pt x="29760" y="12519"/>
                  <a:pt x="27569" y="9548"/>
                  <a:pt x="24486" y="8393"/>
                </a:cubicBezTo>
                <a:cubicBezTo>
                  <a:pt x="24709" y="7746"/>
                  <a:pt x="24834" y="7050"/>
                  <a:pt x="24834" y="6327"/>
                </a:cubicBezTo>
                <a:cubicBezTo>
                  <a:pt x="24834" y="2833"/>
                  <a:pt x="22003" y="1"/>
                  <a:pt x="1850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1" name="Google Shape;1271;p34"/>
          <p:cNvSpPr/>
          <p:nvPr/>
        </p:nvSpPr>
        <p:spPr>
          <a:xfrm flipH="1">
            <a:off x="8323885" y="3671738"/>
            <a:ext cx="1746789" cy="943185"/>
          </a:xfrm>
          <a:custGeom>
            <a:avLst/>
            <a:gdLst/>
            <a:ahLst/>
            <a:cxnLst/>
            <a:rect l="l" t="t" r="r" b="b"/>
            <a:pathLst>
              <a:path w="21550" h="11636" extrusionOk="0">
                <a:moveTo>
                  <a:pt x="8175" y="1"/>
                </a:moveTo>
                <a:cubicBezTo>
                  <a:pt x="5636" y="1"/>
                  <a:pt x="3575" y="2053"/>
                  <a:pt x="3575" y="4593"/>
                </a:cubicBezTo>
                <a:cubicBezTo>
                  <a:pt x="3575" y="5116"/>
                  <a:pt x="3666" y="5624"/>
                  <a:pt x="3833" y="6090"/>
                </a:cubicBezTo>
                <a:cubicBezTo>
                  <a:pt x="1593" y="6931"/>
                  <a:pt x="0" y="9089"/>
                  <a:pt x="0" y="11614"/>
                </a:cubicBezTo>
                <a:lnTo>
                  <a:pt x="0" y="11636"/>
                </a:lnTo>
                <a:lnTo>
                  <a:pt x="21550" y="11636"/>
                </a:lnTo>
                <a:cubicBezTo>
                  <a:pt x="21299" y="10098"/>
                  <a:pt x="20291" y="8824"/>
                  <a:pt x="18920" y="8197"/>
                </a:cubicBezTo>
                <a:cubicBezTo>
                  <a:pt x="19289" y="7538"/>
                  <a:pt x="19497" y="6771"/>
                  <a:pt x="19497" y="5958"/>
                </a:cubicBezTo>
                <a:cubicBezTo>
                  <a:pt x="19497" y="3424"/>
                  <a:pt x="17443" y="1365"/>
                  <a:pt x="14905" y="1365"/>
                </a:cubicBezTo>
                <a:cubicBezTo>
                  <a:pt x="13868" y="1365"/>
                  <a:pt x="12914" y="1706"/>
                  <a:pt x="12149" y="2284"/>
                </a:cubicBezTo>
                <a:cubicBezTo>
                  <a:pt x="11495" y="1163"/>
                  <a:pt x="10381" y="342"/>
                  <a:pt x="9066" y="84"/>
                </a:cubicBezTo>
                <a:cubicBezTo>
                  <a:pt x="8774" y="29"/>
                  <a:pt x="8482" y="1"/>
                  <a:pt x="8175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2" name="Google Shape;1272;p34"/>
          <p:cNvSpPr/>
          <p:nvPr/>
        </p:nvSpPr>
        <p:spPr>
          <a:xfrm flipH="1">
            <a:off x="-539905" y="3671762"/>
            <a:ext cx="1446086" cy="1099161"/>
          </a:xfrm>
          <a:custGeom>
            <a:avLst/>
            <a:gdLst/>
            <a:ahLst/>
            <a:cxnLst/>
            <a:rect l="l" t="t" r="r" b="b"/>
            <a:pathLst>
              <a:path w="22192" h="16868" extrusionOk="0">
                <a:moveTo>
                  <a:pt x="18050" y="1"/>
                </a:moveTo>
                <a:cubicBezTo>
                  <a:pt x="15775" y="1"/>
                  <a:pt x="13785" y="1232"/>
                  <a:pt x="12714" y="3075"/>
                </a:cubicBezTo>
                <a:cubicBezTo>
                  <a:pt x="11684" y="2297"/>
                  <a:pt x="10396" y="1838"/>
                  <a:pt x="9005" y="1838"/>
                </a:cubicBezTo>
                <a:cubicBezTo>
                  <a:pt x="6562" y="1838"/>
                  <a:pt x="4454" y="3257"/>
                  <a:pt x="3452" y="5316"/>
                </a:cubicBezTo>
                <a:cubicBezTo>
                  <a:pt x="3055" y="6131"/>
                  <a:pt x="2833" y="7042"/>
                  <a:pt x="2833" y="8010"/>
                </a:cubicBezTo>
                <a:cubicBezTo>
                  <a:pt x="2833" y="9102"/>
                  <a:pt x="3118" y="10131"/>
                  <a:pt x="3619" y="11023"/>
                </a:cubicBezTo>
                <a:cubicBezTo>
                  <a:pt x="1484" y="11990"/>
                  <a:pt x="1" y="14139"/>
                  <a:pt x="1" y="16637"/>
                </a:cubicBezTo>
                <a:cubicBezTo>
                  <a:pt x="1" y="16714"/>
                  <a:pt x="1" y="16791"/>
                  <a:pt x="7" y="16868"/>
                </a:cubicBezTo>
                <a:lnTo>
                  <a:pt x="22192" y="16868"/>
                </a:lnTo>
                <a:lnTo>
                  <a:pt x="22192" y="1594"/>
                </a:lnTo>
                <a:cubicBezTo>
                  <a:pt x="21098" y="599"/>
                  <a:pt x="19645" y="1"/>
                  <a:pt x="1805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3" name="Google Shape;1273;p34"/>
          <p:cNvSpPr/>
          <p:nvPr/>
        </p:nvSpPr>
        <p:spPr>
          <a:xfrm>
            <a:off x="-91050" y="4465695"/>
            <a:ext cx="9321501" cy="753550"/>
          </a:xfrm>
          <a:custGeom>
            <a:avLst/>
            <a:gdLst/>
            <a:ahLst/>
            <a:cxnLst/>
            <a:rect l="l" t="t" r="r" b="b"/>
            <a:pathLst>
              <a:path w="112497" h="22095" extrusionOk="0">
                <a:moveTo>
                  <a:pt x="56127" y="0"/>
                </a:moveTo>
                <a:cubicBezTo>
                  <a:pt x="39493" y="0"/>
                  <a:pt x="20270" y="270"/>
                  <a:pt x="28" y="1079"/>
                </a:cubicBezTo>
                <a:cubicBezTo>
                  <a:pt x="0" y="1088"/>
                  <a:pt x="174" y="11183"/>
                  <a:pt x="180" y="13813"/>
                </a:cubicBezTo>
                <a:cubicBezTo>
                  <a:pt x="195" y="18247"/>
                  <a:pt x="222" y="22095"/>
                  <a:pt x="222" y="22095"/>
                </a:cubicBezTo>
                <a:lnTo>
                  <a:pt x="112497" y="22095"/>
                </a:lnTo>
                <a:lnTo>
                  <a:pt x="112308" y="1079"/>
                </a:lnTo>
                <a:cubicBezTo>
                  <a:pt x="112308" y="1079"/>
                  <a:pt x="89395" y="0"/>
                  <a:pt x="5612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74" name="Google Shape;1274;p34"/>
          <p:cNvGrpSpPr/>
          <p:nvPr/>
        </p:nvGrpSpPr>
        <p:grpSpPr>
          <a:xfrm>
            <a:off x="5902868" y="4609227"/>
            <a:ext cx="424177" cy="392970"/>
            <a:chOff x="1098868" y="3880677"/>
            <a:chExt cx="424177" cy="392970"/>
          </a:xfrm>
        </p:grpSpPr>
        <p:sp>
          <p:nvSpPr>
            <p:cNvPr id="1275" name="Google Shape;1275;p34"/>
            <p:cNvSpPr/>
            <p:nvPr/>
          </p:nvSpPr>
          <p:spPr>
            <a:xfrm>
              <a:off x="1290004" y="4057547"/>
              <a:ext cx="204913" cy="167870"/>
            </a:xfrm>
            <a:custGeom>
              <a:avLst/>
              <a:gdLst/>
              <a:ahLst/>
              <a:cxnLst/>
              <a:rect l="l" t="t" r="r" b="b"/>
              <a:pathLst>
                <a:path w="2528" h="2071" extrusionOk="0">
                  <a:moveTo>
                    <a:pt x="613" y="0"/>
                  </a:moveTo>
                  <a:lnTo>
                    <a:pt x="0" y="493"/>
                  </a:lnTo>
                  <a:cubicBezTo>
                    <a:pt x="19" y="518"/>
                    <a:pt x="668" y="2071"/>
                    <a:pt x="1320" y="2071"/>
                  </a:cubicBezTo>
                  <a:cubicBezTo>
                    <a:pt x="1411" y="2071"/>
                    <a:pt x="1503" y="2040"/>
                    <a:pt x="1594" y="1969"/>
                  </a:cubicBezTo>
                  <a:cubicBezTo>
                    <a:pt x="2527" y="1238"/>
                    <a:pt x="613" y="0"/>
                    <a:pt x="613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34"/>
            <p:cNvSpPr/>
            <p:nvPr/>
          </p:nvSpPr>
          <p:spPr>
            <a:xfrm>
              <a:off x="1277035" y="3880677"/>
              <a:ext cx="174922" cy="175165"/>
            </a:xfrm>
            <a:custGeom>
              <a:avLst/>
              <a:gdLst/>
              <a:ahLst/>
              <a:cxnLst/>
              <a:rect l="l" t="t" r="r" b="b"/>
              <a:pathLst>
                <a:path w="2158" h="2161" extrusionOk="0">
                  <a:moveTo>
                    <a:pt x="1019" y="0"/>
                  </a:moveTo>
                  <a:cubicBezTo>
                    <a:pt x="198" y="0"/>
                    <a:pt x="0" y="1827"/>
                    <a:pt x="0" y="1827"/>
                  </a:cubicBezTo>
                  <a:lnTo>
                    <a:pt x="716" y="2161"/>
                  </a:lnTo>
                  <a:cubicBezTo>
                    <a:pt x="731" y="2126"/>
                    <a:pt x="2158" y="462"/>
                    <a:pt x="1316" y="73"/>
                  </a:cubicBezTo>
                  <a:cubicBezTo>
                    <a:pt x="1209" y="23"/>
                    <a:pt x="1110" y="0"/>
                    <a:pt x="1019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34"/>
            <p:cNvSpPr/>
            <p:nvPr/>
          </p:nvSpPr>
          <p:spPr>
            <a:xfrm>
              <a:off x="1098868" y="4028123"/>
              <a:ext cx="195673" cy="113643"/>
            </a:xfrm>
            <a:custGeom>
              <a:avLst/>
              <a:gdLst/>
              <a:ahLst/>
              <a:cxnLst/>
              <a:rect l="l" t="t" r="r" b="b"/>
              <a:pathLst>
                <a:path w="2414" h="1402" extrusionOk="0">
                  <a:moveTo>
                    <a:pt x="2220" y="78"/>
                  </a:moveTo>
                  <a:cubicBezTo>
                    <a:pt x="2185" y="91"/>
                    <a:pt x="0" y="1"/>
                    <a:pt x="216" y="906"/>
                  </a:cubicBezTo>
                  <a:cubicBezTo>
                    <a:pt x="303" y="1276"/>
                    <a:pt x="563" y="1402"/>
                    <a:pt x="875" y="1402"/>
                  </a:cubicBezTo>
                  <a:cubicBezTo>
                    <a:pt x="1529" y="1402"/>
                    <a:pt x="2413" y="849"/>
                    <a:pt x="2413" y="849"/>
                  </a:cubicBezTo>
                  <a:lnTo>
                    <a:pt x="2220" y="78"/>
                  </a:ln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34"/>
            <p:cNvSpPr/>
            <p:nvPr/>
          </p:nvSpPr>
          <p:spPr>
            <a:xfrm>
              <a:off x="1294462" y="3943092"/>
              <a:ext cx="228582" cy="162520"/>
            </a:xfrm>
            <a:custGeom>
              <a:avLst/>
              <a:gdLst/>
              <a:ahLst/>
              <a:cxnLst/>
              <a:rect l="l" t="t" r="r" b="b"/>
              <a:pathLst>
                <a:path w="2820" h="2005" extrusionOk="0">
                  <a:moveTo>
                    <a:pt x="1943" y="1"/>
                  </a:moveTo>
                  <a:cubicBezTo>
                    <a:pt x="1385" y="1"/>
                    <a:pt x="0" y="1063"/>
                    <a:pt x="0" y="1063"/>
                  </a:cubicBezTo>
                  <a:lnTo>
                    <a:pt x="154" y="1746"/>
                  </a:lnTo>
                  <a:cubicBezTo>
                    <a:pt x="154" y="1746"/>
                    <a:pt x="1076" y="2004"/>
                    <a:pt x="1752" y="2004"/>
                  </a:cubicBezTo>
                  <a:cubicBezTo>
                    <a:pt x="1979" y="2004"/>
                    <a:pt x="2177" y="1975"/>
                    <a:pt x="2305" y="1898"/>
                  </a:cubicBezTo>
                  <a:cubicBezTo>
                    <a:pt x="2819" y="1593"/>
                    <a:pt x="1664" y="1063"/>
                    <a:pt x="1664" y="1063"/>
                  </a:cubicBezTo>
                  <a:cubicBezTo>
                    <a:pt x="1664" y="1063"/>
                    <a:pt x="2422" y="536"/>
                    <a:pt x="2138" y="90"/>
                  </a:cubicBezTo>
                  <a:cubicBezTo>
                    <a:pt x="2100" y="28"/>
                    <a:pt x="2032" y="1"/>
                    <a:pt x="1943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34"/>
            <p:cNvSpPr/>
            <p:nvPr/>
          </p:nvSpPr>
          <p:spPr>
            <a:xfrm>
              <a:off x="1112405" y="3888702"/>
              <a:ext cx="215451" cy="201023"/>
            </a:xfrm>
            <a:custGeom>
              <a:avLst/>
              <a:gdLst/>
              <a:ahLst/>
              <a:cxnLst/>
              <a:rect l="l" t="t" r="r" b="b"/>
              <a:pathLst>
                <a:path w="2658" h="2480" extrusionOk="0">
                  <a:moveTo>
                    <a:pt x="1640" y="1"/>
                  </a:moveTo>
                  <a:cubicBezTo>
                    <a:pt x="1294" y="1"/>
                    <a:pt x="1350" y="1005"/>
                    <a:pt x="1350" y="1005"/>
                  </a:cubicBezTo>
                  <a:cubicBezTo>
                    <a:pt x="1350" y="1005"/>
                    <a:pt x="1008" y="831"/>
                    <a:pt x="694" y="831"/>
                  </a:cubicBezTo>
                  <a:cubicBezTo>
                    <a:pt x="522" y="831"/>
                    <a:pt x="358" y="883"/>
                    <a:pt x="264" y="1046"/>
                  </a:cubicBezTo>
                  <a:cubicBezTo>
                    <a:pt x="0" y="1506"/>
                    <a:pt x="2130" y="2479"/>
                    <a:pt x="2130" y="2479"/>
                  </a:cubicBezTo>
                  <a:lnTo>
                    <a:pt x="2657" y="2027"/>
                  </a:lnTo>
                  <a:cubicBezTo>
                    <a:pt x="2657" y="2027"/>
                    <a:pt x="2303" y="357"/>
                    <a:pt x="1787" y="51"/>
                  </a:cubicBezTo>
                  <a:cubicBezTo>
                    <a:pt x="1731" y="16"/>
                    <a:pt x="1682" y="1"/>
                    <a:pt x="1640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34"/>
            <p:cNvSpPr/>
            <p:nvPr/>
          </p:nvSpPr>
          <p:spPr>
            <a:xfrm>
              <a:off x="1154555" y="4064275"/>
              <a:ext cx="173301" cy="209372"/>
            </a:xfrm>
            <a:custGeom>
              <a:avLst/>
              <a:gdLst/>
              <a:ahLst/>
              <a:cxnLst/>
              <a:rect l="l" t="t" r="r" b="b"/>
              <a:pathLst>
                <a:path w="2138" h="2583" extrusionOk="0">
                  <a:moveTo>
                    <a:pt x="1511" y="1"/>
                  </a:moveTo>
                  <a:cubicBezTo>
                    <a:pt x="1511" y="1"/>
                    <a:pt x="120" y="974"/>
                    <a:pt x="30" y="1566"/>
                  </a:cubicBezTo>
                  <a:cubicBezTo>
                    <a:pt x="1" y="1771"/>
                    <a:pt x="118" y="1838"/>
                    <a:pt x="284" y="1838"/>
                  </a:cubicBezTo>
                  <a:cubicBezTo>
                    <a:pt x="597" y="1838"/>
                    <a:pt x="1080" y="1601"/>
                    <a:pt x="1080" y="1601"/>
                  </a:cubicBezTo>
                  <a:lnTo>
                    <a:pt x="1080" y="1601"/>
                  </a:lnTo>
                  <a:cubicBezTo>
                    <a:pt x="1080" y="1601"/>
                    <a:pt x="1010" y="2519"/>
                    <a:pt x="1539" y="2581"/>
                  </a:cubicBezTo>
                  <a:cubicBezTo>
                    <a:pt x="1546" y="2582"/>
                    <a:pt x="1553" y="2582"/>
                    <a:pt x="1560" y="2582"/>
                  </a:cubicBezTo>
                  <a:cubicBezTo>
                    <a:pt x="2071" y="2582"/>
                    <a:pt x="2137" y="306"/>
                    <a:pt x="2137" y="306"/>
                  </a:cubicBezTo>
                  <a:lnTo>
                    <a:pt x="1511" y="1"/>
                  </a:ln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34"/>
            <p:cNvSpPr/>
            <p:nvPr/>
          </p:nvSpPr>
          <p:spPr>
            <a:xfrm>
              <a:off x="1251177" y="4006804"/>
              <a:ext cx="113886" cy="114453"/>
            </a:xfrm>
            <a:custGeom>
              <a:avLst/>
              <a:gdLst/>
              <a:ahLst/>
              <a:cxnLst/>
              <a:rect l="l" t="t" r="r" b="b"/>
              <a:pathLst>
                <a:path w="1405" h="1412" extrusionOk="0">
                  <a:moveTo>
                    <a:pt x="701" y="0"/>
                  </a:moveTo>
                  <a:cubicBezTo>
                    <a:pt x="312" y="0"/>
                    <a:pt x="0" y="319"/>
                    <a:pt x="0" y="710"/>
                  </a:cubicBezTo>
                  <a:cubicBezTo>
                    <a:pt x="0" y="1099"/>
                    <a:pt x="312" y="1411"/>
                    <a:pt x="701" y="1411"/>
                  </a:cubicBezTo>
                  <a:cubicBezTo>
                    <a:pt x="1092" y="1411"/>
                    <a:pt x="1405" y="1099"/>
                    <a:pt x="1405" y="710"/>
                  </a:cubicBezTo>
                  <a:cubicBezTo>
                    <a:pt x="1405" y="319"/>
                    <a:pt x="1092" y="0"/>
                    <a:pt x="701" y="0"/>
                  </a:cubicBezTo>
                  <a:close/>
                </a:path>
              </a:pathLst>
            </a:custGeom>
            <a:solidFill>
              <a:srgbClr val="FFB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2" name="Google Shape;1282;p34"/>
          <p:cNvGrpSpPr/>
          <p:nvPr/>
        </p:nvGrpSpPr>
        <p:grpSpPr>
          <a:xfrm>
            <a:off x="2775432" y="4609216"/>
            <a:ext cx="321950" cy="298264"/>
            <a:chOff x="1098868" y="3880677"/>
            <a:chExt cx="424177" cy="392970"/>
          </a:xfrm>
        </p:grpSpPr>
        <p:sp>
          <p:nvSpPr>
            <p:cNvPr id="1283" name="Google Shape;1283;p34"/>
            <p:cNvSpPr/>
            <p:nvPr/>
          </p:nvSpPr>
          <p:spPr>
            <a:xfrm>
              <a:off x="1290004" y="4057547"/>
              <a:ext cx="204913" cy="167870"/>
            </a:xfrm>
            <a:custGeom>
              <a:avLst/>
              <a:gdLst/>
              <a:ahLst/>
              <a:cxnLst/>
              <a:rect l="l" t="t" r="r" b="b"/>
              <a:pathLst>
                <a:path w="2528" h="2071" extrusionOk="0">
                  <a:moveTo>
                    <a:pt x="613" y="0"/>
                  </a:moveTo>
                  <a:lnTo>
                    <a:pt x="0" y="493"/>
                  </a:lnTo>
                  <a:cubicBezTo>
                    <a:pt x="19" y="518"/>
                    <a:pt x="668" y="2071"/>
                    <a:pt x="1320" y="2071"/>
                  </a:cubicBezTo>
                  <a:cubicBezTo>
                    <a:pt x="1411" y="2071"/>
                    <a:pt x="1503" y="2040"/>
                    <a:pt x="1594" y="1969"/>
                  </a:cubicBezTo>
                  <a:cubicBezTo>
                    <a:pt x="2527" y="1238"/>
                    <a:pt x="613" y="0"/>
                    <a:pt x="613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34"/>
            <p:cNvSpPr/>
            <p:nvPr/>
          </p:nvSpPr>
          <p:spPr>
            <a:xfrm>
              <a:off x="1277035" y="3880677"/>
              <a:ext cx="174922" cy="175165"/>
            </a:xfrm>
            <a:custGeom>
              <a:avLst/>
              <a:gdLst/>
              <a:ahLst/>
              <a:cxnLst/>
              <a:rect l="l" t="t" r="r" b="b"/>
              <a:pathLst>
                <a:path w="2158" h="2161" extrusionOk="0">
                  <a:moveTo>
                    <a:pt x="1019" y="0"/>
                  </a:moveTo>
                  <a:cubicBezTo>
                    <a:pt x="198" y="0"/>
                    <a:pt x="0" y="1827"/>
                    <a:pt x="0" y="1827"/>
                  </a:cubicBezTo>
                  <a:lnTo>
                    <a:pt x="716" y="2161"/>
                  </a:lnTo>
                  <a:cubicBezTo>
                    <a:pt x="731" y="2126"/>
                    <a:pt x="2158" y="462"/>
                    <a:pt x="1316" y="73"/>
                  </a:cubicBezTo>
                  <a:cubicBezTo>
                    <a:pt x="1209" y="23"/>
                    <a:pt x="1110" y="0"/>
                    <a:pt x="1019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34"/>
            <p:cNvSpPr/>
            <p:nvPr/>
          </p:nvSpPr>
          <p:spPr>
            <a:xfrm>
              <a:off x="1098868" y="4028123"/>
              <a:ext cx="195673" cy="113643"/>
            </a:xfrm>
            <a:custGeom>
              <a:avLst/>
              <a:gdLst/>
              <a:ahLst/>
              <a:cxnLst/>
              <a:rect l="l" t="t" r="r" b="b"/>
              <a:pathLst>
                <a:path w="2414" h="1402" extrusionOk="0">
                  <a:moveTo>
                    <a:pt x="2220" y="78"/>
                  </a:moveTo>
                  <a:cubicBezTo>
                    <a:pt x="2185" y="91"/>
                    <a:pt x="0" y="1"/>
                    <a:pt x="216" y="906"/>
                  </a:cubicBezTo>
                  <a:cubicBezTo>
                    <a:pt x="303" y="1276"/>
                    <a:pt x="563" y="1402"/>
                    <a:pt x="875" y="1402"/>
                  </a:cubicBezTo>
                  <a:cubicBezTo>
                    <a:pt x="1529" y="1402"/>
                    <a:pt x="2413" y="849"/>
                    <a:pt x="2413" y="849"/>
                  </a:cubicBezTo>
                  <a:lnTo>
                    <a:pt x="2220" y="78"/>
                  </a:ln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34"/>
            <p:cNvSpPr/>
            <p:nvPr/>
          </p:nvSpPr>
          <p:spPr>
            <a:xfrm>
              <a:off x="1294462" y="3943092"/>
              <a:ext cx="228582" cy="162520"/>
            </a:xfrm>
            <a:custGeom>
              <a:avLst/>
              <a:gdLst/>
              <a:ahLst/>
              <a:cxnLst/>
              <a:rect l="l" t="t" r="r" b="b"/>
              <a:pathLst>
                <a:path w="2820" h="2005" extrusionOk="0">
                  <a:moveTo>
                    <a:pt x="1943" y="1"/>
                  </a:moveTo>
                  <a:cubicBezTo>
                    <a:pt x="1385" y="1"/>
                    <a:pt x="0" y="1063"/>
                    <a:pt x="0" y="1063"/>
                  </a:cubicBezTo>
                  <a:lnTo>
                    <a:pt x="154" y="1746"/>
                  </a:lnTo>
                  <a:cubicBezTo>
                    <a:pt x="154" y="1746"/>
                    <a:pt x="1076" y="2004"/>
                    <a:pt x="1752" y="2004"/>
                  </a:cubicBezTo>
                  <a:cubicBezTo>
                    <a:pt x="1979" y="2004"/>
                    <a:pt x="2177" y="1975"/>
                    <a:pt x="2305" y="1898"/>
                  </a:cubicBezTo>
                  <a:cubicBezTo>
                    <a:pt x="2819" y="1593"/>
                    <a:pt x="1664" y="1063"/>
                    <a:pt x="1664" y="1063"/>
                  </a:cubicBezTo>
                  <a:cubicBezTo>
                    <a:pt x="1664" y="1063"/>
                    <a:pt x="2422" y="536"/>
                    <a:pt x="2138" y="90"/>
                  </a:cubicBezTo>
                  <a:cubicBezTo>
                    <a:pt x="2100" y="28"/>
                    <a:pt x="2032" y="1"/>
                    <a:pt x="1943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34"/>
            <p:cNvSpPr/>
            <p:nvPr/>
          </p:nvSpPr>
          <p:spPr>
            <a:xfrm>
              <a:off x="1112405" y="3888702"/>
              <a:ext cx="215451" cy="201023"/>
            </a:xfrm>
            <a:custGeom>
              <a:avLst/>
              <a:gdLst/>
              <a:ahLst/>
              <a:cxnLst/>
              <a:rect l="l" t="t" r="r" b="b"/>
              <a:pathLst>
                <a:path w="2658" h="2480" extrusionOk="0">
                  <a:moveTo>
                    <a:pt x="1640" y="1"/>
                  </a:moveTo>
                  <a:cubicBezTo>
                    <a:pt x="1294" y="1"/>
                    <a:pt x="1350" y="1005"/>
                    <a:pt x="1350" y="1005"/>
                  </a:cubicBezTo>
                  <a:cubicBezTo>
                    <a:pt x="1350" y="1005"/>
                    <a:pt x="1008" y="831"/>
                    <a:pt x="694" y="831"/>
                  </a:cubicBezTo>
                  <a:cubicBezTo>
                    <a:pt x="522" y="831"/>
                    <a:pt x="358" y="883"/>
                    <a:pt x="264" y="1046"/>
                  </a:cubicBezTo>
                  <a:cubicBezTo>
                    <a:pt x="0" y="1506"/>
                    <a:pt x="2130" y="2479"/>
                    <a:pt x="2130" y="2479"/>
                  </a:cubicBezTo>
                  <a:lnTo>
                    <a:pt x="2657" y="2027"/>
                  </a:lnTo>
                  <a:cubicBezTo>
                    <a:pt x="2657" y="2027"/>
                    <a:pt x="2303" y="357"/>
                    <a:pt x="1787" y="51"/>
                  </a:cubicBezTo>
                  <a:cubicBezTo>
                    <a:pt x="1731" y="16"/>
                    <a:pt x="1682" y="1"/>
                    <a:pt x="1640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34"/>
            <p:cNvSpPr/>
            <p:nvPr/>
          </p:nvSpPr>
          <p:spPr>
            <a:xfrm>
              <a:off x="1154555" y="4064275"/>
              <a:ext cx="173301" cy="209372"/>
            </a:xfrm>
            <a:custGeom>
              <a:avLst/>
              <a:gdLst/>
              <a:ahLst/>
              <a:cxnLst/>
              <a:rect l="l" t="t" r="r" b="b"/>
              <a:pathLst>
                <a:path w="2138" h="2583" extrusionOk="0">
                  <a:moveTo>
                    <a:pt x="1511" y="1"/>
                  </a:moveTo>
                  <a:cubicBezTo>
                    <a:pt x="1511" y="1"/>
                    <a:pt x="120" y="974"/>
                    <a:pt x="30" y="1566"/>
                  </a:cubicBezTo>
                  <a:cubicBezTo>
                    <a:pt x="1" y="1771"/>
                    <a:pt x="118" y="1838"/>
                    <a:pt x="284" y="1838"/>
                  </a:cubicBezTo>
                  <a:cubicBezTo>
                    <a:pt x="597" y="1838"/>
                    <a:pt x="1080" y="1601"/>
                    <a:pt x="1080" y="1601"/>
                  </a:cubicBezTo>
                  <a:lnTo>
                    <a:pt x="1080" y="1601"/>
                  </a:lnTo>
                  <a:cubicBezTo>
                    <a:pt x="1080" y="1601"/>
                    <a:pt x="1010" y="2519"/>
                    <a:pt x="1539" y="2581"/>
                  </a:cubicBezTo>
                  <a:cubicBezTo>
                    <a:pt x="1546" y="2582"/>
                    <a:pt x="1553" y="2582"/>
                    <a:pt x="1560" y="2582"/>
                  </a:cubicBezTo>
                  <a:cubicBezTo>
                    <a:pt x="2071" y="2582"/>
                    <a:pt x="2137" y="306"/>
                    <a:pt x="2137" y="306"/>
                  </a:cubicBezTo>
                  <a:lnTo>
                    <a:pt x="1511" y="1"/>
                  </a:ln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34"/>
            <p:cNvSpPr/>
            <p:nvPr/>
          </p:nvSpPr>
          <p:spPr>
            <a:xfrm>
              <a:off x="1251177" y="4006804"/>
              <a:ext cx="113886" cy="114453"/>
            </a:xfrm>
            <a:custGeom>
              <a:avLst/>
              <a:gdLst/>
              <a:ahLst/>
              <a:cxnLst/>
              <a:rect l="l" t="t" r="r" b="b"/>
              <a:pathLst>
                <a:path w="1405" h="1412" extrusionOk="0">
                  <a:moveTo>
                    <a:pt x="701" y="0"/>
                  </a:moveTo>
                  <a:cubicBezTo>
                    <a:pt x="312" y="0"/>
                    <a:pt x="0" y="319"/>
                    <a:pt x="0" y="710"/>
                  </a:cubicBezTo>
                  <a:cubicBezTo>
                    <a:pt x="0" y="1099"/>
                    <a:pt x="312" y="1411"/>
                    <a:pt x="701" y="1411"/>
                  </a:cubicBezTo>
                  <a:cubicBezTo>
                    <a:pt x="1092" y="1411"/>
                    <a:pt x="1405" y="1099"/>
                    <a:pt x="1405" y="710"/>
                  </a:cubicBezTo>
                  <a:cubicBezTo>
                    <a:pt x="1405" y="319"/>
                    <a:pt x="1092" y="0"/>
                    <a:pt x="701" y="0"/>
                  </a:cubicBezTo>
                  <a:close/>
                </a:path>
              </a:pathLst>
            </a:custGeom>
            <a:solidFill>
              <a:srgbClr val="FFB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0" name="Google Shape;1290;p34"/>
          <p:cNvGrpSpPr/>
          <p:nvPr/>
        </p:nvGrpSpPr>
        <p:grpSpPr>
          <a:xfrm>
            <a:off x="75850" y="4348563"/>
            <a:ext cx="376160" cy="348446"/>
            <a:chOff x="1098868" y="3880677"/>
            <a:chExt cx="424177" cy="392970"/>
          </a:xfrm>
        </p:grpSpPr>
        <p:sp>
          <p:nvSpPr>
            <p:cNvPr id="1291" name="Google Shape;1291;p34"/>
            <p:cNvSpPr/>
            <p:nvPr/>
          </p:nvSpPr>
          <p:spPr>
            <a:xfrm>
              <a:off x="1290004" y="4057547"/>
              <a:ext cx="204913" cy="167870"/>
            </a:xfrm>
            <a:custGeom>
              <a:avLst/>
              <a:gdLst/>
              <a:ahLst/>
              <a:cxnLst/>
              <a:rect l="l" t="t" r="r" b="b"/>
              <a:pathLst>
                <a:path w="2528" h="2071" extrusionOk="0">
                  <a:moveTo>
                    <a:pt x="613" y="0"/>
                  </a:moveTo>
                  <a:lnTo>
                    <a:pt x="0" y="493"/>
                  </a:lnTo>
                  <a:cubicBezTo>
                    <a:pt x="19" y="518"/>
                    <a:pt x="668" y="2071"/>
                    <a:pt x="1320" y="2071"/>
                  </a:cubicBezTo>
                  <a:cubicBezTo>
                    <a:pt x="1411" y="2071"/>
                    <a:pt x="1503" y="2040"/>
                    <a:pt x="1594" y="1969"/>
                  </a:cubicBezTo>
                  <a:cubicBezTo>
                    <a:pt x="2527" y="1238"/>
                    <a:pt x="613" y="0"/>
                    <a:pt x="613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34"/>
            <p:cNvSpPr/>
            <p:nvPr/>
          </p:nvSpPr>
          <p:spPr>
            <a:xfrm>
              <a:off x="1277035" y="3880677"/>
              <a:ext cx="174922" cy="175165"/>
            </a:xfrm>
            <a:custGeom>
              <a:avLst/>
              <a:gdLst/>
              <a:ahLst/>
              <a:cxnLst/>
              <a:rect l="l" t="t" r="r" b="b"/>
              <a:pathLst>
                <a:path w="2158" h="2161" extrusionOk="0">
                  <a:moveTo>
                    <a:pt x="1019" y="0"/>
                  </a:moveTo>
                  <a:cubicBezTo>
                    <a:pt x="198" y="0"/>
                    <a:pt x="0" y="1827"/>
                    <a:pt x="0" y="1827"/>
                  </a:cubicBezTo>
                  <a:lnTo>
                    <a:pt x="716" y="2161"/>
                  </a:lnTo>
                  <a:cubicBezTo>
                    <a:pt x="731" y="2126"/>
                    <a:pt x="2158" y="462"/>
                    <a:pt x="1316" y="73"/>
                  </a:cubicBezTo>
                  <a:cubicBezTo>
                    <a:pt x="1209" y="23"/>
                    <a:pt x="1110" y="0"/>
                    <a:pt x="1019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34"/>
            <p:cNvSpPr/>
            <p:nvPr/>
          </p:nvSpPr>
          <p:spPr>
            <a:xfrm>
              <a:off x="1098868" y="4028123"/>
              <a:ext cx="195673" cy="113643"/>
            </a:xfrm>
            <a:custGeom>
              <a:avLst/>
              <a:gdLst/>
              <a:ahLst/>
              <a:cxnLst/>
              <a:rect l="l" t="t" r="r" b="b"/>
              <a:pathLst>
                <a:path w="2414" h="1402" extrusionOk="0">
                  <a:moveTo>
                    <a:pt x="2220" y="78"/>
                  </a:moveTo>
                  <a:cubicBezTo>
                    <a:pt x="2185" y="91"/>
                    <a:pt x="0" y="1"/>
                    <a:pt x="216" y="906"/>
                  </a:cubicBezTo>
                  <a:cubicBezTo>
                    <a:pt x="303" y="1276"/>
                    <a:pt x="563" y="1402"/>
                    <a:pt x="875" y="1402"/>
                  </a:cubicBezTo>
                  <a:cubicBezTo>
                    <a:pt x="1529" y="1402"/>
                    <a:pt x="2413" y="849"/>
                    <a:pt x="2413" y="849"/>
                  </a:cubicBezTo>
                  <a:lnTo>
                    <a:pt x="2220" y="78"/>
                  </a:ln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34"/>
            <p:cNvSpPr/>
            <p:nvPr/>
          </p:nvSpPr>
          <p:spPr>
            <a:xfrm>
              <a:off x="1294462" y="3943092"/>
              <a:ext cx="228582" cy="162520"/>
            </a:xfrm>
            <a:custGeom>
              <a:avLst/>
              <a:gdLst/>
              <a:ahLst/>
              <a:cxnLst/>
              <a:rect l="l" t="t" r="r" b="b"/>
              <a:pathLst>
                <a:path w="2820" h="2005" extrusionOk="0">
                  <a:moveTo>
                    <a:pt x="1943" y="1"/>
                  </a:moveTo>
                  <a:cubicBezTo>
                    <a:pt x="1385" y="1"/>
                    <a:pt x="0" y="1063"/>
                    <a:pt x="0" y="1063"/>
                  </a:cubicBezTo>
                  <a:lnTo>
                    <a:pt x="154" y="1746"/>
                  </a:lnTo>
                  <a:cubicBezTo>
                    <a:pt x="154" y="1746"/>
                    <a:pt x="1076" y="2004"/>
                    <a:pt x="1752" y="2004"/>
                  </a:cubicBezTo>
                  <a:cubicBezTo>
                    <a:pt x="1979" y="2004"/>
                    <a:pt x="2177" y="1975"/>
                    <a:pt x="2305" y="1898"/>
                  </a:cubicBezTo>
                  <a:cubicBezTo>
                    <a:pt x="2819" y="1593"/>
                    <a:pt x="1664" y="1063"/>
                    <a:pt x="1664" y="1063"/>
                  </a:cubicBezTo>
                  <a:cubicBezTo>
                    <a:pt x="1664" y="1063"/>
                    <a:pt x="2422" y="536"/>
                    <a:pt x="2138" y="90"/>
                  </a:cubicBezTo>
                  <a:cubicBezTo>
                    <a:pt x="2100" y="28"/>
                    <a:pt x="2032" y="1"/>
                    <a:pt x="1943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34"/>
            <p:cNvSpPr/>
            <p:nvPr/>
          </p:nvSpPr>
          <p:spPr>
            <a:xfrm>
              <a:off x="1112405" y="3888702"/>
              <a:ext cx="215451" cy="201023"/>
            </a:xfrm>
            <a:custGeom>
              <a:avLst/>
              <a:gdLst/>
              <a:ahLst/>
              <a:cxnLst/>
              <a:rect l="l" t="t" r="r" b="b"/>
              <a:pathLst>
                <a:path w="2658" h="2480" extrusionOk="0">
                  <a:moveTo>
                    <a:pt x="1640" y="1"/>
                  </a:moveTo>
                  <a:cubicBezTo>
                    <a:pt x="1294" y="1"/>
                    <a:pt x="1350" y="1005"/>
                    <a:pt x="1350" y="1005"/>
                  </a:cubicBezTo>
                  <a:cubicBezTo>
                    <a:pt x="1350" y="1005"/>
                    <a:pt x="1008" y="831"/>
                    <a:pt x="694" y="831"/>
                  </a:cubicBezTo>
                  <a:cubicBezTo>
                    <a:pt x="522" y="831"/>
                    <a:pt x="358" y="883"/>
                    <a:pt x="264" y="1046"/>
                  </a:cubicBezTo>
                  <a:cubicBezTo>
                    <a:pt x="0" y="1506"/>
                    <a:pt x="2130" y="2479"/>
                    <a:pt x="2130" y="2479"/>
                  </a:cubicBezTo>
                  <a:lnTo>
                    <a:pt x="2657" y="2027"/>
                  </a:lnTo>
                  <a:cubicBezTo>
                    <a:pt x="2657" y="2027"/>
                    <a:pt x="2303" y="357"/>
                    <a:pt x="1787" y="51"/>
                  </a:cubicBezTo>
                  <a:cubicBezTo>
                    <a:pt x="1731" y="16"/>
                    <a:pt x="1682" y="1"/>
                    <a:pt x="1640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34"/>
            <p:cNvSpPr/>
            <p:nvPr/>
          </p:nvSpPr>
          <p:spPr>
            <a:xfrm>
              <a:off x="1154555" y="4064275"/>
              <a:ext cx="173301" cy="209372"/>
            </a:xfrm>
            <a:custGeom>
              <a:avLst/>
              <a:gdLst/>
              <a:ahLst/>
              <a:cxnLst/>
              <a:rect l="l" t="t" r="r" b="b"/>
              <a:pathLst>
                <a:path w="2138" h="2583" extrusionOk="0">
                  <a:moveTo>
                    <a:pt x="1511" y="1"/>
                  </a:moveTo>
                  <a:cubicBezTo>
                    <a:pt x="1511" y="1"/>
                    <a:pt x="120" y="974"/>
                    <a:pt x="30" y="1566"/>
                  </a:cubicBezTo>
                  <a:cubicBezTo>
                    <a:pt x="1" y="1771"/>
                    <a:pt x="118" y="1838"/>
                    <a:pt x="284" y="1838"/>
                  </a:cubicBezTo>
                  <a:cubicBezTo>
                    <a:pt x="597" y="1838"/>
                    <a:pt x="1080" y="1601"/>
                    <a:pt x="1080" y="1601"/>
                  </a:cubicBezTo>
                  <a:lnTo>
                    <a:pt x="1080" y="1601"/>
                  </a:lnTo>
                  <a:cubicBezTo>
                    <a:pt x="1080" y="1601"/>
                    <a:pt x="1010" y="2519"/>
                    <a:pt x="1539" y="2581"/>
                  </a:cubicBezTo>
                  <a:cubicBezTo>
                    <a:pt x="1546" y="2582"/>
                    <a:pt x="1553" y="2582"/>
                    <a:pt x="1560" y="2582"/>
                  </a:cubicBezTo>
                  <a:cubicBezTo>
                    <a:pt x="2071" y="2582"/>
                    <a:pt x="2137" y="306"/>
                    <a:pt x="2137" y="306"/>
                  </a:cubicBezTo>
                  <a:lnTo>
                    <a:pt x="1511" y="1"/>
                  </a:ln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34"/>
            <p:cNvSpPr/>
            <p:nvPr/>
          </p:nvSpPr>
          <p:spPr>
            <a:xfrm>
              <a:off x="1251177" y="4006804"/>
              <a:ext cx="113886" cy="114453"/>
            </a:xfrm>
            <a:custGeom>
              <a:avLst/>
              <a:gdLst/>
              <a:ahLst/>
              <a:cxnLst/>
              <a:rect l="l" t="t" r="r" b="b"/>
              <a:pathLst>
                <a:path w="1405" h="1412" extrusionOk="0">
                  <a:moveTo>
                    <a:pt x="701" y="0"/>
                  </a:moveTo>
                  <a:cubicBezTo>
                    <a:pt x="312" y="0"/>
                    <a:pt x="0" y="319"/>
                    <a:pt x="0" y="710"/>
                  </a:cubicBezTo>
                  <a:cubicBezTo>
                    <a:pt x="0" y="1099"/>
                    <a:pt x="312" y="1411"/>
                    <a:pt x="701" y="1411"/>
                  </a:cubicBezTo>
                  <a:cubicBezTo>
                    <a:pt x="1092" y="1411"/>
                    <a:pt x="1405" y="1099"/>
                    <a:pt x="1405" y="710"/>
                  </a:cubicBezTo>
                  <a:cubicBezTo>
                    <a:pt x="1405" y="319"/>
                    <a:pt x="1092" y="0"/>
                    <a:pt x="701" y="0"/>
                  </a:cubicBezTo>
                  <a:close/>
                </a:path>
              </a:pathLst>
            </a:custGeom>
            <a:solidFill>
              <a:srgbClr val="FFB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8" name="Google Shape;1298;p34"/>
          <p:cNvGrpSpPr/>
          <p:nvPr/>
        </p:nvGrpSpPr>
        <p:grpSpPr>
          <a:xfrm>
            <a:off x="8676225" y="4402663"/>
            <a:ext cx="376160" cy="348446"/>
            <a:chOff x="1098868" y="3880677"/>
            <a:chExt cx="424177" cy="392970"/>
          </a:xfrm>
        </p:grpSpPr>
        <p:sp>
          <p:nvSpPr>
            <p:cNvPr id="1299" name="Google Shape;1299;p34"/>
            <p:cNvSpPr/>
            <p:nvPr/>
          </p:nvSpPr>
          <p:spPr>
            <a:xfrm>
              <a:off x="1290004" y="4057547"/>
              <a:ext cx="204913" cy="167870"/>
            </a:xfrm>
            <a:custGeom>
              <a:avLst/>
              <a:gdLst/>
              <a:ahLst/>
              <a:cxnLst/>
              <a:rect l="l" t="t" r="r" b="b"/>
              <a:pathLst>
                <a:path w="2528" h="2071" extrusionOk="0">
                  <a:moveTo>
                    <a:pt x="613" y="0"/>
                  </a:moveTo>
                  <a:lnTo>
                    <a:pt x="0" y="493"/>
                  </a:lnTo>
                  <a:cubicBezTo>
                    <a:pt x="19" y="518"/>
                    <a:pt x="668" y="2071"/>
                    <a:pt x="1320" y="2071"/>
                  </a:cubicBezTo>
                  <a:cubicBezTo>
                    <a:pt x="1411" y="2071"/>
                    <a:pt x="1503" y="2040"/>
                    <a:pt x="1594" y="1969"/>
                  </a:cubicBezTo>
                  <a:cubicBezTo>
                    <a:pt x="2527" y="1238"/>
                    <a:pt x="613" y="0"/>
                    <a:pt x="613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34"/>
            <p:cNvSpPr/>
            <p:nvPr/>
          </p:nvSpPr>
          <p:spPr>
            <a:xfrm>
              <a:off x="1277035" y="3880677"/>
              <a:ext cx="174922" cy="175165"/>
            </a:xfrm>
            <a:custGeom>
              <a:avLst/>
              <a:gdLst/>
              <a:ahLst/>
              <a:cxnLst/>
              <a:rect l="l" t="t" r="r" b="b"/>
              <a:pathLst>
                <a:path w="2158" h="2161" extrusionOk="0">
                  <a:moveTo>
                    <a:pt x="1019" y="0"/>
                  </a:moveTo>
                  <a:cubicBezTo>
                    <a:pt x="198" y="0"/>
                    <a:pt x="0" y="1827"/>
                    <a:pt x="0" y="1827"/>
                  </a:cubicBezTo>
                  <a:lnTo>
                    <a:pt x="716" y="2161"/>
                  </a:lnTo>
                  <a:cubicBezTo>
                    <a:pt x="731" y="2126"/>
                    <a:pt x="2158" y="462"/>
                    <a:pt x="1316" y="73"/>
                  </a:cubicBezTo>
                  <a:cubicBezTo>
                    <a:pt x="1209" y="23"/>
                    <a:pt x="1110" y="0"/>
                    <a:pt x="1019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34"/>
            <p:cNvSpPr/>
            <p:nvPr/>
          </p:nvSpPr>
          <p:spPr>
            <a:xfrm>
              <a:off x="1098868" y="4028123"/>
              <a:ext cx="195673" cy="113643"/>
            </a:xfrm>
            <a:custGeom>
              <a:avLst/>
              <a:gdLst/>
              <a:ahLst/>
              <a:cxnLst/>
              <a:rect l="l" t="t" r="r" b="b"/>
              <a:pathLst>
                <a:path w="2414" h="1402" extrusionOk="0">
                  <a:moveTo>
                    <a:pt x="2220" y="78"/>
                  </a:moveTo>
                  <a:cubicBezTo>
                    <a:pt x="2185" y="91"/>
                    <a:pt x="0" y="1"/>
                    <a:pt x="216" y="906"/>
                  </a:cubicBezTo>
                  <a:cubicBezTo>
                    <a:pt x="303" y="1276"/>
                    <a:pt x="563" y="1402"/>
                    <a:pt x="875" y="1402"/>
                  </a:cubicBezTo>
                  <a:cubicBezTo>
                    <a:pt x="1529" y="1402"/>
                    <a:pt x="2413" y="849"/>
                    <a:pt x="2413" y="849"/>
                  </a:cubicBezTo>
                  <a:lnTo>
                    <a:pt x="2220" y="78"/>
                  </a:ln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34"/>
            <p:cNvSpPr/>
            <p:nvPr/>
          </p:nvSpPr>
          <p:spPr>
            <a:xfrm>
              <a:off x="1294462" y="3943092"/>
              <a:ext cx="228582" cy="162520"/>
            </a:xfrm>
            <a:custGeom>
              <a:avLst/>
              <a:gdLst/>
              <a:ahLst/>
              <a:cxnLst/>
              <a:rect l="l" t="t" r="r" b="b"/>
              <a:pathLst>
                <a:path w="2820" h="2005" extrusionOk="0">
                  <a:moveTo>
                    <a:pt x="1943" y="1"/>
                  </a:moveTo>
                  <a:cubicBezTo>
                    <a:pt x="1385" y="1"/>
                    <a:pt x="0" y="1063"/>
                    <a:pt x="0" y="1063"/>
                  </a:cubicBezTo>
                  <a:lnTo>
                    <a:pt x="154" y="1746"/>
                  </a:lnTo>
                  <a:cubicBezTo>
                    <a:pt x="154" y="1746"/>
                    <a:pt x="1076" y="2004"/>
                    <a:pt x="1752" y="2004"/>
                  </a:cubicBezTo>
                  <a:cubicBezTo>
                    <a:pt x="1979" y="2004"/>
                    <a:pt x="2177" y="1975"/>
                    <a:pt x="2305" y="1898"/>
                  </a:cubicBezTo>
                  <a:cubicBezTo>
                    <a:pt x="2819" y="1593"/>
                    <a:pt x="1664" y="1063"/>
                    <a:pt x="1664" y="1063"/>
                  </a:cubicBezTo>
                  <a:cubicBezTo>
                    <a:pt x="1664" y="1063"/>
                    <a:pt x="2422" y="536"/>
                    <a:pt x="2138" y="90"/>
                  </a:cubicBezTo>
                  <a:cubicBezTo>
                    <a:pt x="2100" y="28"/>
                    <a:pt x="2032" y="1"/>
                    <a:pt x="1943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34"/>
            <p:cNvSpPr/>
            <p:nvPr/>
          </p:nvSpPr>
          <p:spPr>
            <a:xfrm>
              <a:off x="1112405" y="3888702"/>
              <a:ext cx="215451" cy="201023"/>
            </a:xfrm>
            <a:custGeom>
              <a:avLst/>
              <a:gdLst/>
              <a:ahLst/>
              <a:cxnLst/>
              <a:rect l="l" t="t" r="r" b="b"/>
              <a:pathLst>
                <a:path w="2658" h="2480" extrusionOk="0">
                  <a:moveTo>
                    <a:pt x="1640" y="1"/>
                  </a:moveTo>
                  <a:cubicBezTo>
                    <a:pt x="1294" y="1"/>
                    <a:pt x="1350" y="1005"/>
                    <a:pt x="1350" y="1005"/>
                  </a:cubicBezTo>
                  <a:cubicBezTo>
                    <a:pt x="1350" y="1005"/>
                    <a:pt x="1008" y="831"/>
                    <a:pt x="694" y="831"/>
                  </a:cubicBezTo>
                  <a:cubicBezTo>
                    <a:pt x="522" y="831"/>
                    <a:pt x="358" y="883"/>
                    <a:pt x="264" y="1046"/>
                  </a:cubicBezTo>
                  <a:cubicBezTo>
                    <a:pt x="0" y="1506"/>
                    <a:pt x="2130" y="2479"/>
                    <a:pt x="2130" y="2479"/>
                  </a:cubicBezTo>
                  <a:lnTo>
                    <a:pt x="2657" y="2027"/>
                  </a:lnTo>
                  <a:cubicBezTo>
                    <a:pt x="2657" y="2027"/>
                    <a:pt x="2303" y="357"/>
                    <a:pt x="1787" y="51"/>
                  </a:cubicBezTo>
                  <a:cubicBezTo>
                    <a:pt x="1731" y="16"/>
                    <a:pt x="1682" y="1"/>
                    <a:pt x="1640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34"/>
            <p:cNvSpPr/>
            <p:nvPr/>
          </p:nvSpPr>
          <p:spPr>
            <a:xfrm>
              <a:off x="1154555" y="4064275"/>
              <a:ext cx="173301" cy="209372"/>
            </a:xfrm>
            <a:custGeom>
              <a:avLst/>
              <a:gdLst/>
              <a:ahLst/>
              <a:cxnLst/>
              <a:rect l="l" t="t" r="r" b="b"/>
              <a:pathLst>
                <a:path w="2138" h="2583" extrusionOk="0">
                  <a:moveTo>
                    <a:pt x="1511" y="1"/>
                  </a:moveTo>
                  <a:cubicBezTo>
                    <a:pt x="1511" y="1"/>
                    <a:pt x="120" y="974"/>
                    <a:pt x="30" y="1566"/>
                  </a:cubicBezTo>
                  <a:cubicBezTo>
                    <a:pt x="1" y="1771"/>
                    <a:pt x="118" y="1838"/>
                    <a:pt x="284" y="1838"/>
                  </a:cubicBezTo>
                  <a:cubicBezTo>
                    <a:pt x="597" y="1838"/>
                    <a:pt x="1080" y="1601"/>
                    <a:pt x="1080" y="1601"/>
                  </a:cubicBezTo>
                  <a:lnTo>
                    <a:pt x="1080" y="1601"/>
                  </a:lnTo>
                  <a:cubicBezTo>
                    <a:pt x="1080" y="1601"/>
                    <a:pt x="1010" y="2519"/>
                    <a:pt x="1539" y="2581"/>
                  </a:cubicBezTo>
                  <a:cubicBezTo>
                    <a:pt x="1546" y="2582"/>
                    <a:pt x="1553" y="2582"/>
                    <a:pt x="1560" y="2582"/>
                  </a:cubicBezTo>
                  <a:cubicBezTo>
                    <a:pt x="2071" y="2582"/>
                    <a:pt x="2137" y="306"/>
                    <a:pt x="2137" y="306"/>
                  </a:cubicBezTo>
                  <a:lnTo>
                    <a:pt x="1511" y="1"/>
                  </a:ln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34"/>
            <p:cNvSpPr/>
            <p:nvPr/>
          </p:nvSpPr>
          <p:spPr>
            <a:xfrm>
              <a:off x="1251177" y="4006804"/>
              <a:ext cx="113886" cy="114453"/>
            </a:xfrm>
            <a:custGeom>
              <a:avLst/>
              <a:gdLst/>
              <a:ahLst/>
              <a:cxnLst/>
              <a:rect l="l" t="t" r="r" b="b"/>
              <a:pathLst>
                <a:path w="1405" h="1412" extrusionOk="0">
                  <a:moveTo>
                    <a:pt x="701" y="0"/>
                  </a:moveTo>
                  <a:cubicBezTo>
                    <a:pt x="312" y="0"/>
                    <a:pt x="0" y="319"/>
                    <a:pt x="0" y="710"/>
                  </a:cubicBezTo>
                  <a:cubicBezTo>
                    <a:pt x="0" y="1099"/>
                    <a:pt x="312" y="1411"/>
                    <a:pt x="701" y="1411"/>
                  </a:cubicBezTo>
                  <a:cubicBezTo>
                    <a:pt x="1092" y="1411"/>
                    <a:pt x="1405" y="1099"/>
                    <a:pt x="1405" y="710"/>
                  </a:cubicBezTo>
                  <a:cubicBezTo>
                    <a:pt x="1405" y="319"/>
                    <a:pt x="1092" y="0"/>
                    <a:pt x="701" y="0"/>
                  </a:cubicBezTo>
                  <a:close/>
                </a:path>
              </a:pathLst>
            </a:custGeom>
            <a:solidFill>
              <a:srgbClr val="FFB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06" name="Google Shape;1306;p34"/>
          <p:cNvSpPr/>
          <p:nvPr/>
        </p:nvSpPr>
        <p:spPr>
          <a:xfrm>
            <a:off x="7628210" y="1949199"/>
            <a:ext cx="2472177" cy="753551"/>
          </a:xfrm>
          <a:custGeom>
            <a:avLst/>
            <a:gdLst/>
            <a:ahLst/>
            <a:cxnLst/>
            <a:rect l="l" t="t" r="r" b="b"/>
            <a:pathLst>
              <a:path w="24293" h="7405" extrusionOk="0">
                <a:moveTo>
                  <a:pt x="15711" y="0"/>
                </a:moveTo>
                <a:cubicBezTo>
                  <a:pt x="13606" y="0"/>
                  <a:pt x="11570" y="1578"/>
                  <a:pt x="11114" y="3641"/>
                </a:cubicBezTo>
                <a:cubicBezTo>
                  <a:pt x="10395" y="2995"/>
                  <a:pt x="9427" y="2640"/>
                  <a:pt x="8461" y="2640"/>
                </a:cubicBezTo>
                <a:cubicBezTo>
                  <a:pt x="8126" y="2640"/>
                  <a:pt x="7791" y="2683"/>
                  <a:pt x="7467" y="2771"/>
                </a:cubicBezTo>
                <a:cubicBezTo>
                  <a:pt x="6215" y="3118"/>
                  <a:pt x="5164" y="4135"/>
                  <a:pt x="4775" y="5372"/>
                </a:cubicBezTo>
                <a:cubicBezTo>
                  <a:pt x="4409" y="5161"/>
                  <a:pt x="3991" y="5066"/>
                  <a:pt x="3555" y="5066"/>
                </a:cubicBezTo>
                <a:cubicBezTo>
                  <a:pt x="2120" y="5066"/>
                  <a:pt x="503" y="6101"/>
                  <a:pt x="0" y="7405"/>
                </a:cubicBezTo>
                <a:lnTo>
                  <a:pt x="24167" y="7405"/>
                </a:lnTo>
                <a:cubicBezTo>
                  <a:pt x="24167" y="7405"/>
                  <a:pt x="24292" y="7328"/>
                  <a:pt x="24167" y="7078"/>
                </a:cubicBezTo>
                <a:cubicBezTo>
                  <a:pt x="23431" y="5645"/>
                  <a:pt x="21919" y="4608"/>
                  <a:pt x="20306" y="4588"/>
                </a:cubicBezTo>
                <a:cubicBezTo>
                  <a:pt x="20278" y="2333"/>
                  <a:pt x="18379" y="252"/>
                  <a:pt x="16131" y="22"/>
                </a:cubicBezTo>
                <a:cubicBezTo>
                  <a:pt x="15991" y="7"/>
                  <a:pt x="15851" y="0"/>
                  <a:pt x="1571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7" name="Google Shape;1307;p34"/>
          <p:cNvSpPr/>
          <p:nvPr/>
        </p:nvSpPr>
        <p:spPr>
          <a:xfrm flipH="1">
            <a:off x="-765067" y="1451775"/>
            <a:ext cx="2057981" cy="627296"/>
          </a:xfrm>
          <a:custGeom>
            <a:avLst/>
            <a:gdLst/>
            <a:ahLst/>
            <a:cxnLst/>
            <a:rect l="l" t="t" r="r" b="b"/>
            <a:pathLst>
              <a:path w="24293" h="7405" extrusionOk="0">
                <a:moveTo>
                  <a:pt x="15711" y="0"/>
                </a:moveTo>
                <a:cubicBezTo>
                  <a:pt x="13606" y="0"/>
                  <a:pt x="11570" y="1578"/>
                  <a:pt x="11114" y="3641"/>
                </a:cubicBezTo>
                <a:cubicBezTo>
                  <a:pt x="10395" y="2995"/>
                  <a:pt x="9427" y="2640"/>
                  <a:pt x="8461" y="2640"/>
                </a:cubicBezTo>
                <a:cubicBezTo>
                  <a:pt x="8126" y="2640"/>
                  <a:pt x="7791" y="2683"/>
                  <a:pt x="7467" y="2771"/>
                </a:cubicBezTo>
                <a:cubicBezTo>
                  <a:pt x="6215" y="3118"/>
                  <a:pt x="5164" y="4135"/>
                  <a:pt x="4775" y="5372"/>
                </a:cubicBezTo>
                <a:cubicBezTo>
                  <a:pt x="4409" y="5161"/>
                  <a:pt x="3991" y="5066"/>
                  <a:pt x="3555" y="5066"/>
                </a:cubicBezTo>
                <a:cubicBezTo>
                  <a:pt x="2120" y="5066"/>
                  <a:pt x="503" y="6101"/>
                  <a:pt x="0" y="7405"/>
                </a:cubicBezTo>
                <a:lnTo>
                  <a:pt x="24167" y="7405"/>
                </a:lnTo>
                <a:cubicBezTo>
                  <a:pt x="24167" y="7405"/>
                  <a:pt x="24292" y="7328"/>
                  <a:pt x="24167" y="7078"/>
                </a:cubicBezTo>
                <a:cubicBezTo>
                  <a:pt x="23431" y="5645"/>
                  <a:pt x="21919" y="4608"/>
                  <a:pt x="20306" y="4588"/>
                </a:cubicBezTo>
                <a:cubicBezTo>
                  <a:pt x="20278" y="2333"/>
                  <a:pt x="18379" y="252"/>
                  <a:pt x="16131" y="22"/>
                </a:cubicBezTo>
                <a:cubicBezTo>
                  <a:pt x="15991" y="7"/>
                  <a:pt x="15851" y="0"/>
                  <a:pt x="1571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8" name="Google Shape;1308;p34"/>
          <p:cNvSpPr/>
          <p:nvPr/>
        </p:nvSpPr>
        <p:spPr>
          <a:xfrm flipH="1">
            <a:off x="5951951" y="-122380"/>
            <a:ext cx="1446102" cy="440783"/>
          </a:xfrm>
          <a:custGeom>
            <a:avLst/>
            <a:gdLst/>
            <a:ahLst/>
            <a:cxnLst/>
            <a:rect l="l" t="t" r="r" b="b"/>
            <a:pathLst>
              <a:path w="24293" h="7405" extrusionOk="0">
                <a:moveTo>
                  <a:pt x="15711" y="0"/>
                </a:moveTo>
                <a:cubicBezTo>
                  <a:pt x="13606" y="0"/>
                  <a:pt x="11570" y="1578"/>
                  <a:pt x="11114" y="3641"/>
                </a:cubicBezTo>
                <a:cubicBezTo>
                  <a:pt x="10395" y="2995"/>
                  <a:pt x="9427" y="2640"/>
                  <a:pt x="8461" y="2640"/>
                </a:cubicBezTo>
                <a:cubicBezTo>
                  <a:pt x="8126" y="2640"/>
                  <a:pt x="7791" y="2683"/>
                  <a:pt x="7467" y="2771"/>
                </a:cubicBezTo>
                <a:cubicBezTo>
                  <a:pt x="6215" y="3118"/>
                  <a:pt x="5164" y="4135"/>
                  <a:pt x="4775" y="5372"/>
                </a:cubicBezTo>
                <a:cubicBezTo>
                  <a:pt x="4409" y="5161"/>
                  <a:pt x="3991" y="5066"/>
                  <a:pt x="3555" y="5066"/>
                </a:cubicBezTo>
                <a:cubicBezTo>
                  <a:pt x="2120" y="5066"/>
                  <a:pt x="503" y="6101"/>
                  <a:pt x="0" y="7405"/>
                </a:cubicBezTo>
                <a:lnTo>
                  <a:pt x="24167" y="7405"/>
                </a:lnTo>
                <a:cubicBezTo>
                  <a:pt x="24167" y="7405"/>
                  <a:pt x="24292" y="7328"/>
                  <a:pt x="24167" y="7078"/>
                </a:cubicBezTo>
                <a:cubicBezTo>
                  <a:pt x="23431" y="5645"/>
                  <a:pt x="21919" y="4608"/>
                  <a:pt x="20306" y="4588"/>
                </a:cubicBezTo>
                <a:cubicBezTo>
                  <a:pt x="20278" y="2333"/>
                  <a:pt x="18379" y="252"/>
                  <a:pt x="16131" y="22"/>
                </a:cubicBezTo>
                <a:cubicBezTo>
                  <a:pt x="15991" y="7"/>
                  <a:pt x="15851" y="0"/>
                  <a:pt x="1571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9" name="Google Shape;1309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310" name="Google Shape;1310;p34"/>
          <p:cNvSpPr txBox="1">
            <a:spLocks noGrp="1"/>
          </p:cNvSpPr>
          <p:nvPr>
            <p:ph type="subTitle" idx="1"/>
          </p:nvPr>
        </p:nvSpPr>
        <p:spPr>
          <a:xfrm>
            <a:off x="2006750" y="1969275"/>
            <a:ext cx="2200200" cy="71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311" name="Google Shape;1311;p34"/>
          <p:cNvSpPr txBox="1">
            <a:spLocks noGrp="1"/>
          </p:cNvSpPr>
          <p:nvPr>
            <p:ph type="subTitle" idx="2"/>
          </p:nvPr>
        </p:nvSpPr>
        <p:spPr>
          <a:xfrm>
            <a:off x="2006739" y="1451775"/>
            <a:ext cx="2200200" cy="517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 Medium"/>
                <a:ea typeface="Grandstander Medium"/>
                <a:cs typeface="Grandstander Medium"/>
                <a:sym typeface="Grandstander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"/>
                <a:ea typeface="Grandstander"/>
                <a:cs typeface="Grandstander"/>
                <a:sym typeface="Grandstander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"/>
                <a:ea typeface="Grandstander"/>
                <a:cs typeface="Grandstander"/>
                <a:sym typeface="Grandstander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"/>
                <a:ea typeface="Grandstander"/>
                <a:cs typeface="Grandstander"/>
                <a:sym typeface="Grandstander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"/>
                <a:ea typeface="Grandstander"/>
                <a:cs typeface="Grandstander"/>
                <a:sym typeface="Grandstander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"/>
                <a:ea typeface="Grandstander"/>
                <a:cs typeface="Grandstander"/>
                <a:sym typeface="Grandstander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"/>
                <a:ea typeface="Grandstander"/>
                <a:cs typeface="Grandstander"/>
                <a:sym typeface="Grandstander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"/>
                <a:ea typeface="Grandstander"/>
                <a:cs typeface="Grandstander"/>
                <a:sym typeface="Grandstander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"/>
                <a:ea typeface="Grandstander"/>
                <a:cs typeface="Grandstander"/>
                <a:sym typeface="Grandstander"/>
              </a:defRPr>
            </a:lvl9pPr>
          </a:lstStyle>
          <a:p>
            <a:endParaRPr/>
          </a:p>
        </p:txBody>
      </p:sp>
      <p:sp>
        <p:nvSpPr>
          <p:cNvPr id="1312" name="Google Shape;1312;p34"/>
          <p:cNvSpPr txBox="1">
            <a:spLocks noGrp="1"/>
          </p:cNvSpPr>
          <p:nvPr>
            <p:ph type="subTitle" idx="3"/>
          </p:nvPr>
        </p:nvSpPr>
        <p:spPr>
          <a:xfrm>
            <a:off x="4937050" y="1969275"/>
            <a:ext cx="2200200" cy="71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313" name="Google Shape;1313;p34"/>
          <p:cNvSpPr txBox="1">
            <a:spLocks noGrp="1"/>
          </p:cNvSpPr>
          <p:nvPr>
            <p:ph type="subTitle" idx="4"/>
          </p:nvPr>
        </p:nvSpPr>
        <p:spPr>
          <a:xfrm>
            <a:off x="4937039" y="1451775"/>
            <a:ext cx="2200200" cy="517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 Medium"/>
                <a:ea typeface="Grandstander Medium"/>
                <a:cs typeface="Grandstander Medium"/>
                <a:sym typeface="Grandstander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"/>
                <a:ea typeface="Grandstander"/>
                <a:cs typeface="Grandstander"/>
                <a:sym typeface="Grandstander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"/>
                <a:ea typeface="Grandstander"/>
                <a:cs typeface="Grandstander"/>
                <a:sym typeface="Grandstander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"/>
                <a:ea typeface="Grandstander"/>
                <a:cs typeface="Grandstander"/>
                <a:sym typeface="Grandstander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"/>
                <a:ea typeface="Grandstander"/>
                <a:cs typeface="Grandstander"/>
                <a:sym typeface="Grandstander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"/>
                <a:ea typeface="Grandstander"/>
                <a:cs typeface="Grandstander"/>
                <a:sym typeface="Grandstander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"/>
                <a:ea typeface="Grandstander"/>
                <a:cs typeface="Grandstander"/>
                <a:sym typeface="Grandstander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"/>
                <a:ea typeface="Grandstander"/>
                <a:cs typeface="Grandstander"/>
                <a:sym typeface="Grandstander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"/>
                <a:ea typeface="Grandstander"/>
                <a:cs typeface="Grandstander"/>
                <a:sym typeface="Grandstander"/>
              </a:defRPr>
            </a:lvl9pPr>
          </a:lstStyle>
          <a:p>
            <a:endParaRPr/>
          </a:p>
        </p:txBody>
      </p:sp>
      <p:sp>
        <p:nvSpPr>
          <p:cNvPr id="1314" name="Google Shape;1314;p34"/>
          <p:cNvSpPr txBox="1">
            <a:spLocks noGrp="1"/>
          </p:cNvSpPr>
          <p:nvPr>
            <p:ph type="subTitle" idx="5"/>
          </p:nvPr>
        </p:nvSpPr>
        <p:spPr>
          <a:xfrm>
            <a:off x="715100" y="3620150"/>
            <a:ext cx="2200200" cy="71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315" name="Google Shape;1315;p34"/>
          <p:cNvSpPr txBox="1">
            <a:spLocks noGrp="1"/>
          </p:cNvSpPr>
          <p:nvPr>
            <p:ph type="subTitle" idx="6"/>
          </p:nvPr>
        </p:nvSpPr>
        <p:spPr>
          <a:xfrm>
            <a:off x="715102" y="3102650"/>
            <a:ext cx="2200200" cy="517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 Medium"/>
                <a:ea typeface="Grandstander Medium"/>
                <a:cs typeface="Grandstander Medium"/>
                <a:sym typeface="Grandstander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"/>
                <a:ea typeface="Grandstander"/>
                <a:cs typeface="Grandstander"/>
                <a:sym typeface="Grandstander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"/>
                <a:ea typeface="Grandstander"/>
                <a:cs typeface="Grandstander"/>
                <a:sym typeface="Grandstander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"/>
                <a:ea typeface="Grandstander"/>
                <a:cs typeface="Grandstander"/>
                <a:sym typeface="Grandstander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"/>
                <a:ea typeface="Grandstander"/>
                <a:cs typeface="Grandstander"/>
                <a:sym typeface="Grandstander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"/>
                <a:ea typeface="Grandstander"/>
                <a:cs typeface="Grandstander"/>
                <a:sym typeface="Grandstander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"/>
                <a:ea typeface="Grandstander"/>
                <a:cs typeface="Grandstander"/>
                <a:sym typeface="Grandstander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"/>
                <a:ea typeface="Grandstander"/>
                <a:cs typeface="Grandstander"/>
                <a:sym typeface="Grandstander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"/>
                <a:ea typeface="Grandstander"/>
                <a:cs typeface="Grandstander"/>
                <a:sym typeface="Grandstander"/>
              </a:defRPr>
            </a:lvl9pPr>
          </a:lstStyle>
          <a:p>
            <a:endParaRPr/>
          </a:p>
        </p:txBody>
      </p:sp>
      <p:sp>
        <p:nvSpPr>
          <p:cNvPr id="1316" name="Google Shape;1316;p34"/>
          <p:cNvSpPr txBox="1">
            <a:spLocks noGrp="1"/>
          </p:cNvSpPr>
          <p:nvPr>
            <p:ph type="subTitle" idx="7"/>
          </p:nvPr>
        </p:nvSpPr>
        <p:spPr>
          <a:xfrm>
            <a:off x="6228700" y="3620150"/>
            <a:ext cx="2200200" cy="71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317" name="Google Shape;1317;p34"/>
          <p:cNvSpPr txBox="1">
            <a:spLocks noGrp="1"/>
          </p:cNvSpPr>
          <p:nvPr>
            <p:ph type="subTitle" idx="8"/>
          </p:nvPr>
        </p:nvSpPr>
        <p:spPr>
          <a:xfrm>
            <a:off x="6228702" y="3102650"/>
            <a:ext cx="2200200" cy="517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 Medium"/>
                <a:ea typeface="Grandstander Medium"/>
                <a:cs typeface="Grandstander Medium"/>
                <a:sym typeface="Grandstander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"/>
                <a:ea typeface="Grandstander"/>
                <a:cs typeface="Grandstander"/>
                <a:sym typeface="Grandstander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"/>
                <a:ea typeface="Grandstander"/>
                <a:cs typeface="Grandstander"/>
                <a:sym typeface="Grandstander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"/>
                <a:ea typeface="Grandstander"/>
                <a:cs typeface="Grandstander"/>
                <a:sym typeface="Grandstander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"/>
                <a:ea typeface="Grandstander"/>
                <a:cs typeface="Grandstander"/>
                <a:sym typeface="Grandstander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"/>
                <a:ea typeface="Grandstander"/>
                <a:cs typeface="Grandstander"/>
                <a:sym typeface="Grandstander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"/>
                <a:ea typeface="Grandstander"/>
                <a:cs typeface="Grandstander"/>
                <a:sym typeface="Grandstander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"/>
                <a:ea typeface="Grandstander"/>
                <a:cs typeface="Grandstander"/>
                <a:sym typeface="Grandstander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Grandstander"/>
              <a:buNone/>
              <a:defRPr sz="2400">
                <a:solidFill>
                  <a:schemeClr val="accent6"/>
                </a:solidFill>
                <a:latin typeface="Grandstander"/>
                <a:ea typeface="Grandstander"/>
                <a:cs typeface="Grandstander"/>
                <a:sym typeface="Grandstand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Google Shape;1569;p40"/>
          <p:cNvSpPr/>
          <p:nvPr/>
        </p:nvSpPr>
        <p:spPr>
          <a:xfrm>
            <a:off x="-82750" y="3207376"/>
            <a:ext cx="2412352" cy="1820748"/>
          </a:xfrm>
          <a:custGeom>
            <a:avLst/>
            <a:gdLst/>
            <a:ahLst/>
            <a:cxnLst/>
            <a:rect l="l" t="t" r="r" b="b"/>
            <a:pathLst>
              <a:path w="29761" h="25212" extrusionOk="0">
                <a:moveTo>
                  <a:pt x="18503" y="1"/>
                </a:moveTo>
                <a:cubicBezTo>
                  <a:pt x="16171" y="1"/>
                  <a:pt x="14126" y="1267"/>
                  <a:pt x="13034" y="3145"/>
                </a:cubicBezTo>
                <a:cubicBezTo>
                  <a:pt x="11975" y="2352"/>
                  <a:pt x="10660" y="1879"/>
                  <a:pt x="9234" y="1879"/>
                </a:cubicBezTo>
                <a:cubicBezTo>
                  <a:pt x="5741" y="1879"/>
                  <a:pt x="2902" y="4718"/>
                  <a:pt x="2902" y="8212"/>
                </a:cubicBezTo>
                <a:cubicBezTo>
                  <a:pt x="2902" y="9333"/>
                  <a:pt x="3194" y="10383"/>
                  <a:pt x="3708" y="11295"/>
                </a:cubicBezTo>
                <a:cubicBezTo>
                  <a:pt x="1517" y="12289"/>
                  <a:pt x="1" y="14495"/>
                  <a:pt x="1" y="17057"/>
                </a:cubicBezTo>
                <a:cubicBezTo>
                  <a:pt x="1" y="20549"/>
                  <a:pt x="2831" y="23381"/>
                  <a:pt x="6325" y="23381"/>
                </a:cubicBezTo>
                <a:cubicBezTo>
                  <a:pt x="8977" y="23381"/>
                  <a:pt x="11245" y="21753"/>
                  <a:pt x="12192" y="19443"/>
                </a:cubicBezTo>
                <a:lnTo>
                  <a:pt x="15565" y="23994"/>
                </a:lnTo>
                <a:cubicBezTo>
                  <a:pt x="15677" y="23207"/>
                  <a:pt x="15767" y="22392"/>
                  <a:pt x="15754" y="21592"/>
                </a:cubicBezTo>
                <a:lnTo>
                  <a:pt x="15754" y="21592"/>
                </a:lnTo>
                <a:cubicBezTo>
                  <a:pt x="16512" y="22386"/>
                  <a:pt x="17431" y="23034"/>
                  <a:pt x="18461" y="23471"/>
                </a:cubicBezTo>
                <a:lnTo>
                  <a:pt x="19540" y="25211"/>
                </a:lnTo>
                <a:cubicBezTo>
                  <a:pt x="19456" y="24724"/>
                  <a:pt x="19365" y="24244"/>
                  <a:pt x="19254" y="23763"/>
                </a:cubicBezTo>
                <a:lnTo>
                  <a:pt x="19254" y="23763"/>
                </a:lnTo>
                <a:cubicBezTo>
                  <a:pt x="20013" y="23994"/>
                  <a:pt x="20812" y="24119"/>
                  <a:pt x="21641" y="24119"/>
                </a:cubicBezTo>
                <a:cubicBezTo>
                  <a:pt x="26128" y="24119"/>
                  <a:pt x="29760" y="20487"/>
                  <a:pt x="29760" y="15998"/>
                </a:cubicBezTo>
                <a:cubicBezTo>
                  <a:pt x="29760" y="12519"/>
                  <a:pt x="27569" y="9548"/>
                  <a:pt x="24486" y="8393"/>
                </a:cubicBezTo>
                <a:cubicBezTo>
                  <a:pt x="24709" y="7746"/>
                  <a:pt x="24834" y="7050"/>
                  <a:pt x="24834" y="6327"/>
                </a:cubicBezTo>
                <a:cubicBezTo>
                  <a:pt x="24834" y="2833"/>
                  <a:pt x="22003" y="1"/>
                  <a:pt x="1850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0" name="Google Shape;1570;p40"/>
          <p:cNvSpPr/>
          <p:nvPr/>
        </p:nvSpPr>
        <p:spPr>
          <a:xfrm>
            <a:off x="-1008493" y="2737233"/>
            <a:ext cx="1558979" cy="1447525"/>
          </a:xfrm>
          <a:custGeom>
            <a:avLst/>
            <a:gdLst/>
            <a:ahLst/>
            <a:cxnLst/>
            <a:rect l="l" t="t" r="r" b="b"/>
            <a:pathLst>
              <a:path w="19233" h="17858" extrusionOk="0">
                <a:moveTo>
                  <a:pt x="8776" y="1"/>
                </a:moveTo>
                <a:cubicBezTo>
                  <a:pt x="6682" y="1"/>
                  <a:pt x="4815" y="1497"/>
                  <a:pt x="4426" y="3629"/>
                </a:cubicBezTo>
                <a:cubicBezTo>
                  <a:pt x="4231" y="4701"/>
                  <a:pt x="4439" y="5752"/>
                  <a:pt x="4940" y="6628"/>
                </a:cubicBezTo>
                <a:cubicBezTo>
                  <a:pt x="2769" y="7101"/>
                  <a:pt x="987" y="8834"/>
                  <a:pt x="563" y="11157"/>
                </a:cubicBezTo>
                <a:cubicBezTo>
                  <a:pt x="0" y="14240"/>
                  <a:pt x="2039" y="17198"/>
                  <a:pt x="5129" y="17762"/>
                </a:cubicBezTo>
                <a:cubicBezTo>
                  <a:pt x="5476" y="17826"/>
                  <a:pt x="5822" y="17857"/>
                  <a:pt x="6162" y="17857"/>
                </a:cubicBezTo>
                <a:cubicBezTo>
                  <a:pt x="7999" y="17857"/>
                  <a:pt x="9693" y="16960"/>
                  <a:pt x="10744" y="15521"/>
                </a:cubicBezTo>
                <a:cubicBezTo>
                  <a:pt x="11376" y="16585"/>
                  <a:pt x="12442" y="17387"/>
                  <a:pt x="13756" y="17622"/>
                </a:cubicBezTo>
                <a:cubicBezTo>
                  <a:pt x="14029" y="17673"/>
                  <a:pt x="14300" y="17697"/>
                  <a:pt x="14567" y="17697"/>
                </a:cubicBezTo>
                <a:cubicBezTo>
                  <a:pt x="16662" y="17697"/>
                  <a:pt x="18518" y="16202"/>
                  <a:pt x="18913" y="14067"/>
                </a:cubicBezTo>
                <a:cubicBezTo>
                  <a:pt x="19232" y="12306"/>
                  <a:pt x="18461" y="10601"/>
                  <a:pt x="17083" y="9634"/>
                </a:cubicBezTo>
                <a:cubicBezTo>
                  <a:pt x="17549" y="9070"/>
                  <a:pt x="17883" y="8389"/>
                  <a:pt x="18030" y="7617"/>
                </a:cubicBezTo>
                <a:cubicBezTo>
                  <a:pt x="18467" y="5209"/>
                  <a:pt x="16874" y="2906"/>
                  <a:pt x="14466" y="2467"/>
                </a:cubicBezTo>
                <a:cubicBezTo>
                  <a:pt x="14196" y="2416"/>
                  <a:pt x="13928" y="2391"/>
                  <a:pt x="13663" y="2391"/>
                </a:cubicBezTo>
                <a:cubicBezTo>
                  <a:pt x="13354" y="2391"/>
                  <a:pt x="13050" y="2425"/>
                  <a:pt x="12754" y="2488"/>
                </a:cubicBezTo>
                <a:cubicBezTo>
                  <a:pt x="12163" y="1271"/>
                  <a:pt x="11016" y="337"/>
                  <a:pt x="9575" y="74"/>
                </a:cubicBezTo>
                <a:cubicBezTo>
                  <a:pt x="9306" y="24"/>
                  <a:pt x="9039" y="1"/>
                  <a:pt x="877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71" name="Google Shape;1571;p40"/>
          <p:cNvGrpSpPr/>
          <p:nvPr/>
        </p:nvGrpSpPr>
        <p:grpSpPr>
          <a:xfrm>
            <a:off x="4421550" y="3713155"/>
            <a:ext cx="6972138" cy="1314981"/>
            <a:chOff x="-72875" y="2823347"/>
            <a:chExt cx="6972138" cy="1552332"/>
          </a:xfrm>
        </p:grpSpPr>
        <p:sp>
          <p:nvSpPr>
            <p:cNvPr id="1572" name="Google Shape;1572;p40"/>
            <p:cNvSpPr/>
            <p:nvPr/>
          </p:nvSpPr>
          <p:spPr>
            <a:xfrm>
              <a:off x="3480663" y="2823347"/>
              <a:ext cx="3418600" cy="1552332"/>
            </a:xfrm>
            <a:custGeom>
              <a:avLst/>
              <a:gdLst/>
              <a:ahLst/>
              <a:cxnLst/>
              <a:rect l="l" t="t" r="r" b="b"/>
              <a:pathLst>
                <a:path w="42175" h="19151" extrusionOk="0">
                  <a:moveTo>
                    <a:pt x="7007" y="1"/>
                  </a:moveTo>
                  <a:cubicBezTo>
                    <a:pt x="6680" y="1"/>
                    <a:pt x="6458" y="884"/>
                    <a:pt x="6403" y="1135"/>
                  </a:cubicBezTo>
                  <a:cubicBezTo>
                    <a:pt x="6395" y="1135"/>
                    <a:pt x="6388" y="1128"/>
                    <a:pt x="6381" y="1128"/>
                  </a:cubicBezTo>
                  <a:cubicBezTo>
                    <a:pt x="6336" y="875"/>
                    <a:pt x="6164" y="14"/>
                    <a:pt x="5899" y="14"/>
                  </a:cubicBezTo>
                  <a:cubicBezTo>
                    <a:pt x="5880" y="14"/>
                    <a:pt x="5859" y="19"/>
                    <a:pt x="5838" y="29"/>
                  </a:cubicBezTo>
                  <a:cubicBezTo>
                    <a:pt x="5581" y="161"/>
                    <a:pt x="5755" y="746"/>
                    <a:pt x="5874" y="1058"/>
                  </a:cubicBezTo>
                  <a:cubicBezTo>
                    <a:pt x="4001" y="814"/>
                    <a:pt x="2046" y="614"/>
                    <a:pt x="0" y="467"/>
                  </a:cubicBezTo>
                  <a:lnTo>
                    <a:pt x="0" y="467"/>
                  </a:lnTo>
                  <a:lnTo>
                    <a:pt x="70" y="19151"/>
                  </a:lnTo>
                  <a:lnTo>
                    <a:pt x="42174" y="19151"/>
                  </a:lnTo>
                  <a:cubicBezTo>
                    <a:pt x="42174" y="19151"/>
                    <a:pt x="36177" y="8887"/>
                    <a:pt x="17508" y="3466"/>
                  </a:cubicBezTo>
                  <a:cubicBezTo>
                    <a:pt x="17709" y="3145"/>
                    <a:pt x="17959" y="2673"/>
                    <a:pt x="17751" y="2631"/>
                  </a:cubicBezTo>
                  <a:cubicBezTo>
                    <a:pt x="17738" y="2628"/>
                    <a:pt x="17726" y="2627"/>
                    <a:pt x="17713" y="2627"/>
                  </a:cubicBezTo>
                  <a:cubicBezTo>
                    <a:pt x="17486" y="2627"/>
                    <a:pt x="17222" y="3083"/>
                    <a:pt x="17091" y="3348"/>
                  </a:cubicBezTo>
                  <a:cubicBezTo>
                    <a:pt x="17063" y="3341"/>
                    <a:pt x="17034" y="3334"/>
                    <a:pt x="17007" y="3327"/>
                  </a:cubicBezTo>
                  <a:cubicBezTo>
                    <a:pt x="17014" y="3000"/>
                    <a:pt x="16994" y="2426"/>
                    <a:pt x="16779" y="2426"/>
                  </a:cubicBezTo>
                  <a:cubicBezTo>
                    <a:pt x="16769" y="2426"/>
                    <a:pt x="16759" y="2427"/>
                    <a:pt x="16749" y="2429"/>
                  </a:cubicBezTo>
                  <a:cubicBezTo>
                    <a:pt x="16540" y="2484"/>
                    <a:pt x="16540" y="2902"/>
                    <a:pt x="16575" y="3202"/>
                  </a:cubicBezTo>
                  <a:cubicBezTo>
                    <a:pt x="13646" y="2394"/>
                    <a:pt x="10424" y="1713"/>
                    <a:pt x="6869" y="1198"/>
                  </a:cubicBezTo>
                  <a:cubicBezTo>
                    <a:pt x="7014" y="829"/>
                    <a:pt x="7300" y="1"/>
                    <a:pt x="700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40"/>
            <p:cNvSpPr/>
            <p:nvPr/>
          </p:nvSpPr>
          <p:spPr>
            <a:xfrm>
              <a:off x="-72875" y="2825675"/>
              <a:ext cx="3563016" cy="1447504"/>
            </a:xfrm>
            <a:custGeom>
              <a:avLst/>
              <a:gdLst/>
              <a:ahLst/>
              <a:cxnLst/>
              <a:rect l="l" t="t" r="r" b="b"/>
              <a:pathLst>
                <a:path w="43958" h="19958" extrusionOk="0">
                  <a:moveTo>
                    <a:pt x="36651" y="1"/>
                  </a:moveTo>
                  <a:cubicBezTo>
                    <a:pt x="36345" y="1"/>
                    <a:pt x="36644" y="864"/>
                    <a:pt x="36791" y="1253"/>
                  </a:cubicBezTo>
                  <a:cubicBezTo>
                    <a:pt x="31871" y="1963"/>
                    <a:pt x="27549" y="2993"/>
                    <a:pt x="23772" y="4211"/>
                  </a:cubicBezTo>
                  <a:cubicBezTo>
                    <a:pt x="23807" y="3897"/>
                    <a:pt x="23820" y="3424"/>
                    <a:pt x="23590" y="3369"/>
                  </a:cubicBezTo>
                  <a:cubicBezTo>
                    <a:pt x="23577" y="3366"/>
                    <a:pt x="23565" y="3364"/>
                    <a:pt x="23554" y="3364"/>
                  </a:cubicBezTo>
                  <a:cubicBezTo>
                    <a:pt x="23319" y="3364"/>
                    <a:pt x="23313" y="4037"/>
                    <a:pt x="23319" y="4356"/>
                  </a:cubicBezTo>
                  <a:cubicBezTo>
                    <a:pt x="23297" y="4363"/>
                    <a:pt x="23277" y="4371"/>
                    <a:pt x="23264" y="4371"/>
                  </a:cubicBezTo>
                  <a:cubicBezTo>
                    <a:pt x="23130" y="4111"/>
                    <a:pt x="22833" y="3566"/>
                    <a:pt x="22581" y="3566"/>
                  </a:cubicBezTo>
                  <a:cubicBezTo>
                    <a:pt x="22569" y="3566"/>
                    <a:pt x="22557" y="3567"/>
                    <a:pt x="22546" y="3570"/>
                  </a:cubicBezTo>
                  <a:cubicBezTo>
                    <a:pt x="22310" y="3626"/>
                    <a:pt x="22629" y="4183"/>
                    <a:pt x="22838" y="4517"/>
                  </a:cubicBezTo>
                  <a:cubicBezTo>
                    <a:pt x="5630" y="10327"/>
                    <a:pt x="1" y="19957"/>
                    <a:pt x="1" y="19957"/>
                  </a:cubicBezTo>
                  <a:lnTo>
                    <a:pt x="43889" y="19957"/>
                  </a:lnTo>
                  <a:lnTo>
                    <a:pt x="43957" y="488"/>
                  </a:lnTo>
                  <a:lnTo>
                    <a:pt x="43957" y="488"/>
                  </a:lnTo>
                  <a:cubicBezTo>
                    <a:pt x="41821" y="640"/>
                    <a:pt x="39782" y="849"/>
                    <a:pt x="37835" y="1106"/>
                  </a:cubicBezTo>
                  <a:cubicBezTo>
                    <a:pt x="37952" y="781"/>
                    <a:pt x="38140" y="168"/>
                    <a:pt x="37868" y="36"/>
                  </a:cubicBezTo>
                  <a:cubicBezTo>
                    <a:pt x="37846" y="24"/>
                    <a:pt x="37824" y="19"/>
                    <a:pt x="37802" y="19"/>
                  </a:cubicBezTo>
                  <a:cubicBezTo>
                    <a:pt x="37527" y="19"/>
                    <a:pt x="37350" y="912"/>
                    <a:pt x="37305" y="1177"/>
                  </a:cubicBezTo>
                  <a:cubicBezTo>
                    <a:pt x="37299" y="1177"/>
                    <a:pt x="37284" y="1183"/>
                    <a:pt x="37277" y="1183"/>
                  </a:cubicBezTo>
                  <a:cubicBezTo>
                    <a:pt x="37222" y="919"/>
                    <a:pt x="36991" y="1"/>
                    <a:pt x="366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74" name="Google Shape;1574;p40"/>
          <p:cNvSpPr/>
          <p:nvPr/>
        </p:nvSpPr>
        <p:spPr>
          <a:xfrm>
            <a:off x="-271325" y="3583026"/>
            <a:ext cx="3419167" cy="1367286"/>
          </a:xfrm>
          <a:custGeom>
            <a:avLst/>
            <a:gdLst/>
            <a:ahLst/>
            <a:cxnLst/>
            <a:rect l="l" t="t" r="r" b="b"/>
            <a:pathLst>
              <a:path w="42182" h="19151" extrusionOk="0">
                <a:moveTo>
                  <a:pt x="7015" y="1"/>
                </a:moveTo>
                <a:cubicBezTo>
                  <a:pt x="6687" y="1"/>
                  <a:pt x="6465" y="884"/>
                  <a:pt x="6410" y="1135"/>
                </a:cubicBezTo>
                <a:cubicBezTo>
                  <a:pt x="6402" y="1135"/>
                  <a:pt x="6395" y="1128"/>
                  <a:pt x="6389" y="1128"/>
                </a:cubicBezTo>
                <a:cubicBezTo>
                  <a:pt x="6343" y="875"/>
                  <a:pt x="6171" y="14"/>
                  <a:pt x="5907" y="14"/>
                </a:cubicBezTo>
                <a:cubicBezTo>
                  <a:pt x="5887" y="14"/>
                  <a:pt x="5867" y="19"/>
                  <a:pt x="5846" y="29"/>
                </a:cubicBezTo>
                <a:cubicBezTo>
                  <a:pt x="5589" y="161"/>
                  <a:pt x="5762" y="746"/>
                  <a:pt x="5881" y="1058"/>
                </a:cubicBezTo>
                <a:cubicBezTo>
                  <a:pt x="4009" y="814"/>
                  <a:pt x="2053" y="614"/>
                  <a:pt x="1" y="467"/>
                </a:cubicBezTo>
                <a:lnTo>
                  <a:pt x="1" y="467"/>
                </a:lnTo>
                <a:lnTo>
                  <a:pt x="71" y="19151"/>
                </a:lnTo>
                <a:lnTo>
                  <a:pt x="42182" y="19151"/>
                </a:lnTo>
                <a:cubicBezTo>
                  <a:pt x="42182" y="19151"/>
                  <a:pt x="36185" y="8887"/>
                  <a:pt x="17516" y="3466"/>
                </a:cubicBezTo>
                <a:cubicBezTo>
                  <a:pt x="17716" y="3145"/>
                  <a:pt x="17967" y="2673"/>
                  <a:pt x="17758" y="2631"/>
                </a:cubicBezTo>
                <a:cubicBezTo>
                  <a:pt x="17746" y="2628"/>
                  <a:pt x="17733" y="2627"/>
                  <a:pt x="17721" y="2627"/>
                </a:cubicBezTo>
                <a:cubicBezTo>
                  <a:pt x="17493" y="2627"/>
                  <a:pt x="17230" y="3083"/>
                  <a:pt x="17098" y="3348"/>
                </a:cubicBezTo>
                <a:cubicBezTo>
                  <a:pt x="17070" y="3341"/>
                  <a:pt x="17041" y="3334"/>
                  <a:pt x="17015" y="3327"/>
                </a:cubicBezTo>
                <a:cubicBezTo>
                  <a:pt x="17021" y="3000"/>
                  <a:pt x="17002" y="2426"/>
                  <a:pt x="16786" y="2426"/>
                </a:cubicBezTo>
                <a:cubicBezTo>
                  <a:pt x="16776" y="2426"/>
                  <a:pt x="16766" y="2427"/>
                  <a:pt x="16756" y="2429"/>
                </a:cubicBezTo>
                <a:cubicBezTo>
                  <a:pt x="16540" y="2484"/>
                  <a:pt x="16547" y="2902"/>
                  <a:pt x="16582" y="3202"/>
                </a:cubicBezTo>
                <a:cubicBezTo>
                  <a:pt x="13653" y="2394"/>
                  <a:pt x="10425" y="1713"/>
                  <a:pt x="6876" y="1198"/>
                </a:cubicBezTo>
                <a:cubicBezTo>
                  <a:pt x="7021" y="829"/>
                  <a:pt x="7307" y="1"/>
                  <a:pt x="7015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5" name="Google Shape;1575;p40"/>
          <p:cNvSpPr/>
          <p:nvPr/>
        </p:nvSpPr>
        <p:spPr>
          <a:xfrm>
            <a:off x="7558449" y="1213674"/>
            <a:ext cx="2225360" cy="678317"/>
          </a:xfrm>
          <a:custGeom>
            <a:avLst/>
            <a:gdLst/>
            <a:ahLst/>
            <a:cxnLst/>
            <a:rect l="l" t="t" r="r" b="b"/>
            <a:pathLst>
              <a:path w="24293" h="7405" extrusionOk="0">
                <a:moveTo>
                  <a:pt x="15711" y="0"/>
                </a:moveTo>
                <a:cubicBezTo>
                  <a:pt x="13606" y="0"/>
                  <a:pt x="11570" y="1578"/>
                  <a:pt x="11114" y="3641"/>
                </a:cubicBezTo>
                <a:cubicBezTo>
                  <a:pt x="10395" y="2995"/>
                  <a:pt x="9427" y="2640"/>
                  <a:pt x="8461" y="2640"/>
                </a:cubicBezTo>
                <a:cubicBezTo>
                  <a:pt x="8126" y="2640"/>
                  <a:pt x="7791" y="2683"/>
                  <a:pt x="7467" y="2771"/>
                </a:cubicBezTo>
                <a:cubicBezTo>
                  <a:pt x="6215" y="3118"/>
                  <a:pt x="5164" y="4135"/>
                  <a:pt x="4775" y="5372"/>
                </a:cubicBezTo>
                <a:cubicBezTo>
                  <a:pt x="4409" y="5161"/>
                  <a:pt x="3991" y="5066"/>
                  <a:pt x="3555" y="5066"/>
                </a:cubicBezTo>
                <a:cubicBezTo>
                  <a:pt x="2120" y="5066"/>
                  <a:pt x="503" y="6101"/>
                  <a:pt x="0" y="7405"/>
                </a:cubicBezTo>
                <a:lnTo>
                  <a:pt x="24167" y="7405"/>
                </a:lnTo>
                <a:cubicBezTo>
                  <a:pt x="24167" y="7405"/>
                  <a:pt x="24292" y="7328"/>
                  <a:pt x="24167" y="7078"/>
                </a:cubicBezTo>
                <a:cubicBezTo>
                  <a:pt x="23431" y="5645"/>
                  <a:pt x="21919" y="4608"/>
                  <a:pt x="20306" y="4588"/>
                </a:cubicBezTo>
                <a:cubicBezTo>
                  <a:pt x="20278" y="2333"/>
                  <a:pt x="18379" y="252"/>
                  <a:pt x="16131" y="22"/>
                </a:cubicBezTo>
                <a:cubicBezTo>
                  <a:pt x="15991" y="7"/>
                  <a:pt x="15851" y="0"/>
                  <a:pt x="1571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6" name="Google Shape;1576;p40"/>
          <p:cNvSpPr/>
          <p:nvPr/>
        </p:nvSpPr>
        <p:spPr>
          <a:xfrm>
            <a:off x="-91050" y="4282071"/>
            <a:ext cx="9321501" cy="937159"/>
          </a:xfrm>
          <a:custGeom>
            <a:avLst/>
            <a:gdLst/>
            <a:ahLst/>
            <a:cxnLst/>
            <a:rect l="l" t="t" r="r" b="b"/>
            <a:pathLst>
              <a:path w="112497" h="22095" extrusionOk="0">
                <a:moveTo>
                  <a:pt x="56127" y="0"/>
                </a:moveTo>
                <a:cubicBezTo>
                  <a:pt x="39493" y="0"/>
                  <a:pt x="20270" y="270"/>
                  <a:pt x="28" y="1079"/>
                </a:cubicBezTo>
                <a:cubicBezTo>
                  <a:pt x="0" y="1088"/>
                  <a:pt x="174" y="11183"/>
                  <a:pt x="180" y="13813"/>
                </a:cubicBezTo>
                <a:cubicBezTo>
                  <a:pt x="195" y="18247"/>
                  <a:pt x="222" y="22095"/>
                  <a:pt x="222" y="22095"/>
                </a:cubicBezTo>
                <a:lnTo>
                  <a:pt x="112497" y="22095"/>
                </a:lnTo>
                <a:lnTo>
                  <a:pt x="112308" y="1079"/>
                </a:lnTo>
                <a:cubicBezTo>
                  <a:pt x="112308" y="1079"/>
                  <a:pt x="89395" y="0"/>
                  <a:pt x="5612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7" name="Google Shape;1577;p40"/>
          <p:cNvSpPr/>
          <p:nvPr/>
        </p:nvSpPr>
        <p:spPr>
          <a:xfrm flipH="1">
            <a:off x="-559524" y="1426698"/>
            <a:ext cx="1720127" cy="524330"/>
          </a:xfrm>
          <a:custGeom>
            <a:avLst/>
            <a:gdLst/>
            <a:ahLst/>
            <a:cxnLst/>
            <a:rect l="l" t="t" r="r" b="b"/>
            <a:pathLst>
              <a:path w="24293" h="7405" extrusionOk="0">
                <a:moveTo>
                  <a:pt x="15711" y="0"/>
                </a:moveTo>
                <a:cubicBezTo>
                  <a:pt x="13606" y="0"/>
                  <a:pt x="11570" y="1578"/>
                  <a:pt x="11114" y="3641"/>
                </a:cubicBezTo>
                <a:cubicBezTo>
                  <a:pt x="10395" y="2995"/>
                  <a:pt x="9427" y="2640"/>
                  <a:pt x="8461" y="2640"/>
                </a:cubicBezTo>
                <a:cubicBezTo>
                  <a:pt x="8126" y="2640"/>
                  <a:pt x="7791" y="2683"/>
                  <a:pt x="7467" y="2771"/>
                </a:cubicBezTo>
                <a:cubicBezTo>
                  <a:pt x="6215" y="3118"/>
                  <a:pt x="5164" y="4135"/>
                  <a:pt x="4775" y="5372"/>
                </a:cubicBezTo>
                <a:cubicBezTo>
                  <a:pt x="4409" y="5161"/>
                  <a:pt x="3991" y="5066"/>
                  <a:pt x="3555" y="5066"/>
                </a:cubicBezTo>
                <a:cubicBezTo>
                  <a:pt x="2120" y="5066"/>
                  <a:pt x="503" y="6101"/>
                  <a:pt x="0" y="7405"/>
                </a:cubicBezTo>
                <a:lnTo>
                  <a:pt x="24167" y="7405"/>
                </a:lnTo>
                <a:cubicBezTo>
                  <a:pt x="24167" y="7405"/>
                  <a:pt x="24292" y="7328"/>
                  <a:pt x="24167" y="7078"/>
                </a:cubicBezTo>
                <a:cubicBezTo>
                  <a:pt x="23431" y="5645"/>
                  <a:pt x="21919" y="4608"/>
                  <a:pt x="20306" y="4588"/>
                </a:cubicBezTo>
                <a:cubicBezTo>
                  <a:pt x="20278" y="2333"/>
                  <a:pt x="18379" y="252"/>
                  <a:pt x="16131" y="22"/>
                </a:cubicBezTo>
                <a:cubicBezTo>
                  <a:pt x="15991" y="7"/>
                  <a:pt x="15851" y="0"/>
                  <a:pt x="1571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8" name="Google Shape;1578;p40"/>
          <p:cNvSpPr/>
          <p:nvPr/>
        </p:nvSpPr>
        <p:spPr>
          <a:xfrm>
            <a:off x="1918793" y="276075"/>
            <a:ext cx="1301194" cy="396630"/>
          </a:xfrm>
          <a:custGeom>
            <a:avLst/>
            <a:gdLst/>
            <a:ahLst/>
            <a:cxnLst/>
            <a:rect l="l" t="t" r="r" b="b"/>
            <a:pathLst>
              <a:path w="24293" h="7405" extrusionOk="0">
                <a:moveTo>
                  <a:pt x="15711" y="0"/>
                </a:moveTo>
                <a:cubicBezTo>
                  <a:pt x="13606" y="0"/>
                  <a:pt x="11570" y="1578"/>
                  <a:pt x="11114" y="3641"/>
                </a:cubicBezTo>
                <a:cubicBezTo>
                  <a:pt x="10395" y="2995"/>
                  <a:pt x="9427" y="2640"/>
                  <a:pt x="8461" y="2640"/>
                </a:cubicBezTo>
                <a:cubicBezTo>
                  <a:pt x="8126" y="2640"/>
                  <a:pt x="7791" y="2683"/>
                  <a:pt x="7467" y="2771"/>
                </a:cubicBezTo>
                <a:cubicBezTo>
                  <a:pt x="6215" y="3118"/>
                  <a:pt x="5164" y="4135"/>
                  <a:pt x="4775" y="5372"/>
                </a:cubicBezTo>
                <a:cubicBezTo>
                  <a:pt x="4409" y="5161"/>
                  <a:pt x="3991" y="5066"/>
                  <a:pt x="3555" y="5066"/>
                </a:cubicBezTo>
                <a:cubicBezTo>
                  <a:pt x="2120" y="5066"/>
                  <a:pt x="503" y="6101"/>
                  <a:pt x="0" y="7405"/>
                </a:cubicBezTo>
                <a:lnTo>
                  <a:pt x="24167" y="7405"/>
                </a:lnTo>
                <a:cubicBezTo>
                  <a:pt x="24167" y="7405"/>
                  <a:pt x="24292" y="7328"/>
                  <a:pt x="24167" y="7078"/>
                </a:cubicBezTo>
                <a:cubicBezTo>
                  <a:pt x="23431" y="5645"/>
                  <a:pt x="21919" y="4608"/>
                  <a:pt x="20306" y="4588"/>
                </a:cubicBezTo>
                <a:cubicBezTo>
                  <a:pt x="20278" y="2333"/>
                  <a:pt x="18379" y="252"/>
                  <a:pt x="16131" y="22"/>
                </a:cubicBezTo>
                <a:cubicBezTo>
                  <a:pt x="15991" y="7"/>
                  <a:pt x="15851" y="0"/>
                  <a:pt x="1571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9" name="Google Shape;1579;p40"/>
          <p:cNvSpPr/>
          <p:nvPr/>
        </p:nvSpPr>
        <p:spPr>
          <a:xfrm flipH="1">
            <a:off x="6257268" y="-120550"/>
            <a:ext cx="1301194" cy="396630"/>
          </a:xfrm>
          <a:custGeom>
            <a:avLst/>
            <a:gdLst/>
            <a:ahLst/>
            <a:cxnLst/>
            <a:rect l="l" t="t" r="r" b="b"/>
            <a:pathLst>
              <a:path w="24293" h="7405" extrusionOk="0">
                <a:moveTo>
                  <a:pt x="15711" y="0"/>
                </a:moveTo>
                <a:cubicBezTo>
                  <a:pt x="13606" y="0"/>
                  <a:pt x="11570" y="1578"/>
                  <a:pt x="11114" y="3641"/>
                </a:cubicBezTo>
                <a:cubicBezTo>
                  <a:pt x="10395" y="2995"/>
                  <a:pt x="9427" y="2640"/>
                  <a:pt x="8461" y="2640"/>
                </a:cubicBezTo>
                <a:cubicBezTo>
                  <a:pt x="8126" y="2640"/>
                  <a:pt x="7791" y="2683"/>
                  <a:pt x="7467" y="2771"/>
                </a:cubicBezTo>
                <a:cubicBezTo>
                  <a:pt x="6215" y="3118"/>
                  <a:pt x="5164" y="4135"/>
                  <a:pt x="4775" y="5372"/>
                </a:cubicBezTo>
                <a:cubicBezTo>
                  <a:pt x="4409" y="5161"/>
                  <a:pt x="3991" y="5066"/>
                  <a:pt x="3555" y="5066"/>
                </a:cubicBezTo>
                <a:cubicBezTo>
                  <a:pt x="2120" y="5066"/>
                  <a:pt x="503" y="6101"/>
                  <a:pt x="0" y="7405"/>
                </a:cubicBezTo>
                <a:lnTo>
                  <a:pt x="24167" y="7405"/>
                </a:lnTo>
                <a:cubicBezTo>
                  <a:pt x="24167" y="7405"/>
                  <a:pt x="24292" y="7328"/>
                  <a:pt x="24167" y="7078"/>
                </a:cubicBezTo>
                <a:cubicBezTo>
                  <a:pt x="23431" y="5645"/>
                  <a:pt x="21919" y="4608"/>
                  <a:pt x="20306" y="4588"/>
                </a:cubicBezTo>
                <a:cubicBezTo>
                  <a:pt x="20278" y="2333"/>
                  <a:pt x="18379" y="252"/>
                  <a:pt x="16131" y="22"/>
                </a:cubicBezTo>
                <a:cubicBezTo>
                  <a:pt x="15991" y="7"/>
                  <a:pt x="15851" y="0"/>
                  <a:pt x="1571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80" name="Google Shape;1580;p40"/>
          <p:cNvGrpSpPr/>
          <p:nvPr/>
        </p:nvGrpSpPr>
        <p:grpSpPr>
          <a:xfrm>
            <a:off x="374618" y="4554164"/>
            <a:ext cx="424177" cy="392970"/>
            <a:chOff x="1098868" y="3880677"/>
            <a:chExt cx="424177" cy="392970"/>
          </a:xfrm>
        </p:grpSpPr>
        <p:sp>
          <p:nvSpPr>
            <p:cNvPr id="1581" name="Google Shape;1581;p40"/>
            <p:cNvSpPr/>
            <p:nvPr/>
          </p:nvSpPr>
          <p:spPr>
            <a:xfrm>
              <a:off x="1290004" y="4057547"/>
              <a:ext cx="204913" cy="167870"/>
            </a:xfrm>
            <a:custGeom>
              <a:avLst/>
              <a:gdLst/>
              <a:ahLst/>
              <a:cxnLst/>
              <a:rect l="l" t="t" r="r" b="b"/>
              <a:pathLst>
                <a:path w="2528" h="2071" extrusionOk="0">
                  <a:moveTo>
                    <a:pt x="613" y="0"/>
                  </a:moveTo>
                  <a:lnTo>
                    <a:pt x="0" y="493"/>
                  </a:lnTo>
                  <a:cubicBezTo>
                    <a:pt x="19" y="518"/>
                    <a:pt x="668" y="2071"/>
                    <a:pt x="1320" y="2071"/>
                  </a:cubicBezTo>
                  <a:cubicBezTo>
                    <a:pt x="1411" y="2071"/>
                    <a:pt x="1503" y="2040"/>
                    <a:pt x="1594" y="1969"/>
                  </a:cubicBezTo>
                  <a:cubicBezTo>
                    <a:pt x="2527" y="1238"/>
                    <a:pt x="613" y="0"/>
                    <a:pt x="613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40"/>
            <p:cNvSpPr/>
            <p:nvPr/>
          </p:nvSpPr>
          <p:spPr>
            <a:xfrm>
              <a:off x="1277035" y="3880677"/>
              <a:ext cx="174922" cy="175165"/>
            </a:xfrm>
            <a:custGeom>
              <a:avLst/>
              <a:gdLst/>
              <a:ahLst/>
              <a:cxnLst/>
              <a:rect l="l" t="t" r="r" b="b"/>
              <a:pathLst>
                <a:path w="2158" h="2161" extrusionOk="0">
                  <a:moveTo>
                    <a:pt x="1019" y="0"/>
                  </a:moveTo>
                  <a:cubicBezTo>
                    <a:pt x="198" y="0"/>
                    <a:pt x="0" y="1827"/>
                    <a:pt x="0" y="1827"/>
                  </a:cubicBezTo>
                  <a:lnTo>
                    <a:pt x="716" y="2161"/>
                  </a:lnTo>
                  <a:cubicBezTo>
                    <a:pt x="731" y="2126"/>
                    <a:pt x="2158" y="462"/>
                    <a:pt x="1316" y="73"/>
                  </a:cubicBezTo>
                  <a:cubicBezTo>
                    <a:pt x="1209" y="23"/>
                    <a:pt x="1110" y="0"/>
                    <a:pt x="1019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40"/>
            <p:cNvSpPr/>
            <p:nvPr/>
          </p:nvSpPr>
          <p:spPr>
            <a:xfrm>
              <a:off x="1098868" y="4028123"/>
              <a:ext cx="195673" cy="113643"/>
            </a:xfrm>
            <a:custGeom>
              <a:avLst/>
              <a:gdLst/>
              <a:ahLst/>
              <a:cxnLst/>
              <a:rect l="l" t="t" r="r" b="b"/>
              <a:pathLst>
                <a:path w="2414" h="1402" extrusionOk="0">
                  <a:moveTo>
                    <a:pt x="2220" y="78"/>
                  </a:moveTo>
                  <a:cubicBezTo>
                    <a:pt x="2185" y="91"/>
                    <a:pt x="0" y="1"/>
                    <a:pt x="216" y="906"/>
                  </a:cubicBezTo>
                  <a:cubicBezTo>
                    <a:pt x="303" y="1276"/>
                    <a:pt x="563" y="1402"/>
                    <a:pt x="875" y="1402"/>
                  </a:cubicBezTo>
                  <a:cubicBezTo>
                    <a:pt x="1529" y="1402"/>
                    <a:pt x="2413" y="849"/>
                    <a:pt x="2413" y="849"/>
                  </a:cubicBezTo>
                  <a:lnTo>
                    <a:pt x="2220" y="78"/>
                  </a:ln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40"/>
            <p:cNvSpPr/>
            <p:nvPr/>
          </p:nvSpPr>
          <p:spPr>
            <a:xfrm>
              <a:off x="1294462" y="3943092"/>
              <a:ext cx="228582" cy="162520"/>
            </a:xfrm>
            <a:custGeom>
              <a:avLst/>
              <a:gdLst/>
              <a:ahLst/>
              <a:cxnLst/>
              <a:rect l="l" t="t" r="r" b="b"/>
              <a:pathLst>
                <a:path w="2820" h="2005" extrusionOk="0">
                  <a:moveTo>
                    <a:pt x="1943" y="1"/>
                  </a:moveTo>
                  <a:cubicBezTo>
                    <a:pt x="1385" y="1"/>
                    <a:pt x="0" y="1063"/>
                    <a:pt x="0" y="1063"/>
                  </a:cubicBezTo>
                  <a:lnTo>
                    <a:pt x="154" y="1746"/>
                  </a:lnTo>
                  <a:cubicBezTo>
                    <a:pt x="154" y="1746"/>
                    <a:pt x="1076" y="2004"/>
                    <a:pt x="1752" y="2004"/>
                  </a:cubicBezTo>
                  <a:cubicBezTo>
                    <a:pt x="1979" y="2004"/>
                    <a:pt x="2177" y="1975"/>
                    <a:pt x="2305" y="1898"/>
                  </a:cubicBezTo>
                  <a:cubicBezTo>
                    <a:pt x="2819" y="1593"/>
                    <a:pt x="1664" y="1063"/>
                    <a:pt x="1664" y="1063"/>
                  </a:cubicBezTo>
                  <a:cubicBezTo>
                    <a:pt x="1664" y="1063"/>
                    <a:pt x="2422" y="536"/>
                    <a:pt x="2138" y="90"/>
                  </a:cubicBezTo>
                  <a:cubicBezTo>
                    <a:pt x="2100" y="28"/>
                    <a:pt x="2032" y="1"/>
                    <a:pt x="1943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40"/>
            <p:cNvSpPr/>
            <p:nvPr/>
          </p:nvSpPr>
          <p:spPr>
            <a:xfrm>
              <a:off x="1112405" y="3888702"/>
              <a:ext cx="215451" cy="201023"/>
            </a:xfrm>
            <a:custGeom>
              <a:avLst/>
              <a:gdLst/>
              <a:ahLst/>
              <a:cxnLst/>
              <a:rect l="l" t="t" r="r" b="b"/>
              <a:pathLst>
                <a:path w="2658" h="2480" extrusionOk="0">
                  <a:moveTo>
                    <a:pt x="1640" y="1"/>
                  </a:moveTo>
                  <a:cubicBezTo>
                    <a:pt x="1294" y="1"/>
                    <a:pt x="1350" y="1005"/>
                    <a:pt x="1350" y="1005"/>
                  </a:cubicBezTo>
                  <a:cubicBezTo>
                    <a:pt x="1350" y="1005"/>
                    <a:pt x="1008" y="831"/>
                    <a:pt x="694" y="831"/>
                  </a:cubicBezTo>
                  <a:cubicBezTo>
                    <a:pt x="522" y="831"/>
                    <a:pt x="358" y="883"/>
                    <a:pt x="264" y="1046"/>
                  </a:cubicBezTo>
                  <a:cubicBezTo>
                    <a:pt x="0" y="1506"/>
                    <a:pt x="2130" y="2479"/>
                    <a:pt x="2130" y="2479"/>
                  </a:cubicBezTo>
                  <a:lnTo>
                    <a:pt x="2657" y="2027"/>
                  </a:lnTo>
                  <a:cubicBezTo>
                    <a:pt x="2657" y="2027"/>
                    <a:pt x="2303" y="357"/>
                    <a:pt x="1787" y="51"/>
                  </a:cubicBezTo>
                  <a:cubicBezTo>
                    <a:pt x="1731" y="16"/>
                    <a:pt x="1682" y="1"/>
                    <a:pt x="1640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40"/>
            <p:cNvSpPr/>
            <p:nvPr/>
          </p:nvSpPr>
          <p:spPr>
            <a:xfrm>
              <a:off x="1154555" y="4064275"/>
              <a:ext cx="173301" cy="209372"/>
            </a:xfrm>
            <a:custGeom>
              <a:avLst/>
              <a:gdLst/>
              <a:ahLst/>
              <a:cxnLst/>
              <a:rect l="l" t="t" r="r" b="b"/>
              <a:pathLst>
                <a:path w="2138" h="2583" extrusionOk="0">
                  <a:moveTo>
                    <a:pt x="1511" y="1"/>
                  </a:moveTo>
                  <a:cubicBezTo>
                    <a:pt x="1511" y="1"/>
                    <a:pt x="120" y="974"/>
                    <a:pt x="30" y="1566"/>
                  </a:cubicBezTo>
                  <a:cubicBezTo>
                    <a:pt x="1" y="1771"/>
                    <a:pt x="118" y="1838"/>
                    <a:pt x="284" y="1838"/>
                  </a:cubicBezTo>
                  <a:cubicBezTo>
                    <a:pt x="597" y="1838"/>
                    <a:pt x="1080" y="1601"/>
                    <a:pt x="1080" y="1601"/>
                  </a:cubicBezTo>
                  <a:lnTo>
                    <a:pt x="1080" y="1601"/>
                  </a:lnTo>
                  <a:cubicBezTo>
                    <a:pt x="1080" y="1601"/>
                    <a:pt x="1010" y="2519"/>
                    <a:pt x="1539" y="2581"/>
                  </a:cubicBezTo>
                  <a:cubicBezTo>
                    <a:pt x="1546" y="2582"/>
                    <a:pt x="1553" y="2582"/>
                    <a:pt x="1560" y="2582"/>
                  </a:cubicBezTo>
                  <a:cubicBezTo>
                    <a:pt x="2071" y="2582"/>
                    <a:pt x="2137" y="306"/>
                    <a:pt x="2137" y="306"/>
                  </a:cubicBezTo>
                  <a:lnTo>
                    <a:pt x="1511" y="1"/>
                  </a:ln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40"/>
            <p:cNvSpPr/>
            <p:nvPr/>
          </p:nvSpPr>
          <p:spPr>
            <a:xfrm>
              <a:off x="1251177" y="4006804"/>
              <a:ext cx="113886" cy="114453"/>
            </a:xfrm>
            <a:custGeom>
              <a:avLst/>
              <a:gdLst/>
              <a:ahLst/>
              <a:cxnLst/>
              <a:rect l="l" t="t" r="r" b="b"/>
              <a:pathLst>
                <a:path w="1405" h="1412" extrusionOk="0">
                  <a:moveTo>
                    <a:pt x="701" y="0"/>
                  </a:moveTo>
                  <a:cubicBezTo>
                    <a:pt x="312" y="0"/>
                    <a:pt x="0" y="319"/>
                    <a:pt x="0" y="710"/>
                  </a:cubicBezTo>
                  <a:cubicBezTo>
                    <a:pt x="0" y="1099"/>
                    <a:pt x="312" y="1411"/>
                    <a:pt x="701" y="1411"/>
                  </a:cubicBezTo>
                  <a:cubicBezTo>
                    <a:pt x="1092" y="1411"/>
                    <a:pt x="1405" y="1099"/>
                    <a:pt x="1405" y="710"/>
                  </a:cubicBezTo>
                  <a:cubicBezTo>
                    <a:pt x="1405" y="319"/>
                    <a:pt x="1092" y="0"/>
                    <a:pt x="701" y="0"/>
                  </a:cubicBezTo>
                  <a:close/>
                </a:path>
              </a:pathLst>
            </a:custGeom>
            <a:solidFill>
              <a:srgbClr val="FFB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88" name="Google Shape;1588;p40"/>
          <p:cNvGrpSpPr/>
          <p:nvPr/>
        </p:nvGrpSpPr>
        <p:grpSpPr>
          <a:xfrm>
            <a:off x="7357193" y="4160764"/>
            <a:ext cx="424177" cy="392970"/>
            <a:chOff x="1098868" y="3880677"/>
            <a:chExt cx="424177" cy="392970"/>
          </a:xfrm>
        </p:grpSpPr>
        <p:sp>
          <p:nvSpPr>
            <p:cNvPr id="1589" name="Google Shape;1589;p40"/>
            <p:cNvSpPr/>
            <p:nvPr/>
          </p:nvSpPr>
          <p:spPr>
            <a:xfrm>
              <a:off x="1290004" y="4057547"/>
              <a:ext cx="204913" cy="167870"/>
            </a:xfrm>
            <a:custGeom>
              <a:avLst/>
              <a:gdLst/>
              <a:ahLst/>
              <a:cxnLst/>
              <a:rect l="l" t="t" r="r" b="b"/>
              <a:pathLst>
                <a:path w="2528" h="2071" extrusionOk="0">
                  <a:moveTo>
                    <a:pt x="613" y="0"/>
                  </a:moveTo>
                  <a:lnTo>
                    <a:pt x="0" y="493"/>
                  </a:lnTo>
                  <a:cubicBezTo>
                    <a:pt x="19" y="518"/>
                    <a:pt x="668" y="2071"/>
                    <a:pt x="1320" y="2071"/>
                  </a:cubicBezTo>
                  <a:cubicBezTo>
                    <a:pt x="1411" y="2071"/>
                    <a:pt x="1503" y="2040"/>
                    <a:pt x="1594" y="1969"/>
                  </a:cubicBezTo>
                  <a:cubicBezTo>
                    <a:pt x="2527" y="1238"/>
                    <a:pt x="613" y="0"/>
                    <a:pt x="613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40"/>
            <p:cNvSpPr/>
            <p:nvPr/>
          </p:nvSpPr>
          <p:spPr>
            <a:xfrm>
              <a:off x="1277035" y="3880677"/>
              <a:ext cx="174922" cy="175165"/>
            </a:xfrm>
            <a:custGeom>
              <a:avLst/>
              <a:gdLst/>
              <a:ahLst/>
              <a:cxnLst/>
              <a:rect l="l" t="t" r="r" b="b"/>
              <a:pathLst>
                <a:path w="2158" h="2161" extrusionOk="0">
                  <a:moveTo>
                    <a:pt x="1019" y="0"/>
                  </a:moveTo>
                  <a:cubicBezTo>
                    <a:pt x="198" y="0"/>
                    <a:pt x="0" y="1827"/>
                    <a:pt x="0" y="1827"/>
                  </a:cubicBezTo>
                  <a:lnTo>
                    <a:pt x="716" y="2161"/>
                  </a:lnTo>
                  <a:cubicBezTo>
                    <a:pt x="731" y="2126"/>
                    <a:pt x="2158" y="462"/>
                    <a:pt x="1316" y="73"/>
                  </a:cubicBezTo>
                  <a:cubicBezTo>
                    <a:pt x="1209" y="23"/>
                    <a:pt x="1110" y="0"/>
                    <a:pt x="1019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40"/>
            <p:cNvSpPr/>
            <p:nvPr/>
          </p:nvSpPr>
          <p:spPr>
            <a:xfrm>
              <a:off x="1098868" y="4028123"/>
              <a:ext cx="195673" cy="113643"/>
            </a:xfrm>
            <a:custGeom>
              <a:avLst/>
              <a:gdLst/>
              <a:ahLst/>
              <a:cxnLst/>
              <a:rect l="l" t="t" r="r" b="b"/>
              <a:pathLst>
                <a:path w="2414" h="1402" extrusionOk="0">
                  <a:moveTo>
                    <a:pt x="2220" y="78"/>
                  </a:moveTo>
                  <a:cubicBezTo>
                    <a:pt x="2185" y="91"/>
                    <a:pt x="0" y="1"/>
                    <a:pt x="216" y="906"/>
                  </a:cubicBezTo>
                  <a:cubicBezTo>
                    <a:pt x="303" y="1276"/>
                    <a:pt x="563" y="1402"/>
                    <a:pt x="875" y="1402"/>
                  </a:cubicBezTo>
                  <a:cubicBezTo>
                    <a:pt x="1529" y="1402"/>
                    <a:pt x="2413" y="849"/>
                    <a:pt x="2413" y="849"/>
                  </a:cubicBezTo>
                  <a:lnTo>
                    <a:pt x="2220" y="78"/>
                  </a:ln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40"/>
            <p:cNvSpPr/>
            <p:nvPr/>
          </p:nvSpPr>
          <p:spPr>
            <a:xfrm>
              <a:off x="1294462" y="3943092"/>
              <a:ext cx="228582" cy="162520"/>
            </a:xfrm>
            <a:custGeom>
              <a:avLst/>
              <a:gdLst/>
              <a:ahLst/>
              <a:cxnLst/>
              <a:rect l="l" t="t" r="r" b="b"/>
              <a:pathLst>
                <a:path w="2820" h="2005" extrusionOk="0">
                  <a:moveTo>
                    <a:pt x="1943" y="1"/>
                  </a:moveTo>
                  <a:cubicBezTo>
                    <a:pt x="1385" y="1"/>
                    <a:pt x="0" y="1063"/>
                    <a:pt x="0" y="1063"/>
                  </a:cubicBezTo>
                  <a:lnTo>
                    <a:pt x="154" y="1746"/>
                  </a:lnTo>
                  <a:cubicBezTo>
                    <a:pt x="154" y="1746"/>
                    <a:pt x="1076" y="2004"/>
                    <a:pt x="1752" y="2004"/>
                  </a:cubicBezTo>
                  <a:cubicBezTo>
                    <a:pt x="1979" y="2004"/>
                    <a:pt x="2177" y="1975"/>
                    <a:pt x="2305" y="1898"/>
                  </a:cubicBezTo>
                  <a:cubicBezTo>
                    <a:pt x="2819" y="1593"/>
                    <a:pt x="1664" y="1063"/>
                    <a:pt x="1664" y="1063"/>
                  </a:cubicBezTo>
                  <a:cubicBezTo>
                    <a:pt x="1664" y="1063"/>
                    <a:pt x="2422" y="536"/>
                    <a:pt x="2138" y="90"/>
                  </a:cubicBezTo>
                  <a:cubicBezTo>
                    <a:pt x="2100" y="28"/>
                    <a:pt x="2032" y="1"/>
                    <a:pt x="1943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40"/>
            <p:cNvSpPr/>
            <p:nvPr/>
          </p:nvSpPr>
          <p:spPr>
            <a:xfrm>
              <a:off x="1112405" y="3888702"/>
              <a:ext cx="215451" cy="201023"/>
            </a:xfrm>
            <a:custGeom>
              <a:avLst/>
              <a:gdLst/>
              <a:ahLst/>
              <a:cxnLst/>
              <a:rect l="l" t="t" r="r" b="b"/>
              <a:pathLst>
                <a:path w="2658" h="2480" extrusionOk="0">
                  <a:moveTo>
                    <a:pt x="1640" y="1"/>
                  </a:moveTo>
                  <a:cubicBezTo>
                    <a:pt x="1294" y="1"/>
                    <a:pt x="1350" y="1005"/>
                    <a:pt x="1350" y="1005"/>
                  </a:cubicBezTo>
                  <a:cubicBezTo>
                    <a:pt x="1350" y="1005"/>
                    <a:pt x="1008" y="831"/>
                    <a:pt x="694" y="831"/>
                  </a:cubicBezTo>
                  <a:cubicBezTo>
                    <a:pt x="522" y="831"/>
                    <a:pt x="358" y="883"/>
                    <a:pt x="264" y="1046"/>
                  </a:cubicBezTo>
                  <a:cubicBezTo>
                    <a:pt x="0" y="1506"/>
                    <a:pt x="2130" y="2479"/>
                    <a:pt x="2130" y="2479"/>
                  </a:cubicBezTo>
                  <a:lnTo>
                    <a:pt x="2657" y="2027"/>
                  </a:lnTo>
                  <a:cubicBezTo>
                    <a:pt x="2657" y="2027"/>
                    <a:pt x="2303" y="357"/>
                    <a:pt x="1787" y="51"/>
                  </a:cubicBezTo>
                  <a:cubicBezTo>
                    <a:pt x="1731" y="16"/>
                    <a:pt x="1682" y="1"/>
                    <a:pt x="1640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40"/>
            <p:cNvSpPr/>
            <p:nvPr/>
          </p:nvSpPr>
          <p:spPr>
            <a:xfrm>
              <a:off x="1154555" y="4064275"/>
              <a:ext cx="173301" cy="209372"/>
            </a:xfrm>
            <a:custGeom>
              <a:avLst/>
              <a:gdLst/>
              <a:ahLst/>
              <a:cxnLst/>
              <a:rect l="l" t="t" r="r" b="b"/>
              <a:pathLst>
                <a:path w="2138" h="2583" extrusionOk="0">
                  <a:moveTo>
                    <a:pt x="1511" y="1"/>
                  </a:moveTo>
                  <a:cubicBezTo>
                    <a:pt x="1511" y="1"/>
                    <a:pt x="120" y="974"/>
                    <a:pt x="30" y="1566"/>
                  </a:cubicBezTo>
                  <a:cubicBezTo>
                    <a:pt x="1" y="1771"/>
                    <a:pt x="118" y="1838"/>
                    <a:pt x="284" y="1838"/>
                  </a:cubicBezTo>
                  <a:cubicBezTo>
                    <a:pt x="597" y="1838"/>
                    <a:pt x="1080" y="1601"/>
                    <a:pt x="1080" y="1601"/>
                  </a:cubicBezTo>
                  <a:lnTo>
                    <a:pt x="1080" y="1601"/>
                  </a:lnTo>
                  <a:cubicBezTo>
                    <a:pt x="1080" y="1601"/>
                    <a:pt x="1010" y="2519"/>
                    <a:pt x="1539" y="2581"/>
                  </a:cubicBezTo>
                  <a:cubicBezTo>
                    <a:pt x="1546" y="2582"/>
                    <a:pt x="1553" y="2582"/>
                    <a:pt x="1560" y="2582"/>
                  </a:cubicBezTo>
                  <a:cubicBezTo>
                    <a:pt x="2071" y="2582"/>
                    <a:pt x="2137" y="306"/>
                    <a:pt x="2137" y="306"/>
                  </a:cubicBezTo>
                  <a:lnTo>
                    <a:pt x="1511" y="1"/>
                  </a:ln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40"/>
            <p:cNvSpPr/>
            <p:nvPr/>
          </p:nvSpPr>
          <p:spPr>
            <a:xfrm>
              <a:off x="1251177" y="4006804"/>
              <a:ext cx="113886" cy="114453"/>
            </a:xfrm>
            <a:custGeom>
              <a:avLst/>
              <a:gdLst/>
              <a:ahLst/>
              <a:cxnLst/>
              <a:rect l="l" t="t" r="r" b="b"/>
              <a:pathLst>
                <a:path w="1405" h="1412" extrusionOk="0">
                  <a:moveTo>
                    <a:pt x="701" y="0"/>
                  </a:moveTo>
                  <a:cubicBezTo>
                    <a:pt x="312" y="0"/>
                    <a:pt x="0" y="319"/>
                    <a:pt x="0" y="710"/>
                  </a:cubicBezTo>
                  <a:cubicBezTo>
                    <a:pt x="0" y="1099"/>
                    <a:pt x="312" y="1411"/>
                    <a:pt x="701" y="1411"/>
                  </a:cubicBezTo>
                  <a:cubicBezTo>
                    <a:pt x="1092" y="1411"/>
                    <a:pt x="1405" y="1099"/>
                    <a:pt x="1405" y="710"/>
                  </a:cubicBezTo>
                  <a:cubicBezTo>
                    <a:pt x="1405" y="319"/>
                    <a:pt x="1092" y="0"/>
                    <a:pt x="701" y="0"/>
                  </a:cubicBezTo>
                  <a:close/>
                </a:path>
              </a:pathLst>
            </a:custGeom>
            <a:solidFill>
              <a:srgbClr val="FFB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96" name="Google Shape;1596;p40"/>
          <p:cNvGrpSpPr/>
          <p:nvPr/>
        </p:nvGrpSpPr>
        <p:grpSpPr>
          <a:xfrm>
            <a:off x="8287556" y="4619712"/>
            <a:ext cx="282671" cy="261875"/>
            <a:chOff x="1098868" y="3880677"/>
            <a:chExt cx="424177" cy="392970"/>
          </a:xfrm>
        </p:grpSpPr>
        <p:sp>
          <p:nvSpPr>
            <p:cNvPr id="1597" name="Google Shape;1597;p40"/>
            <p:cNvSpPr/>
            <p:nvPr/>
          </p:nvSpPr>
          <p:spPr>
            <a:xfrm>
              <a:off x="1290004" y="4057547"/>
              <a:ext cx="204913" cy="167870"/>
            </a:xfrm>
            <a:custGeom>
              <a:avLst/>
              <a:gdLst/>
              <a:ahLst/>
              <a:cxnLst/>
              <a:rect l="l" t="t" r="r" b="b"/>
              <a:pathLst>
                <a:path w="2528" h="2071" extrusionOk="0">
                  <a:moveTo>
                    <a:pt x="613" y="0"/>
                  </a:moveTo>
                  <a:lnTo>
                    <a:pt x="0" y="493"/>
                  </a:lnTo>
                  <a:cubicBezTo>
                    <a:pt x="19" y="518"/>
                    <a:pt x="668" y="2071"/>
                    <a:pt x="1320" y="2071"/>
                  </a:cubicBezTo>
                  <a:cubicBezTo>
                    <a:pt x="1411" y="2071"/>
                    <a:pt x="1503" y="2040"/>
                    <a:pt x="1594" y="1969"/>
                  </a:cubicBezTo>
                  <a:cubicBezTo>
                    <a:pt x="2527" y="1238"/>
                    <a:pt x="613" y="0"/>
                    <a:pt x="613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40"/>
            <p:cNvSpPr/>
            <p:nvPr/>
          </p:nvSpPr>
          <p:spPr>
            <a:xfrm>
              <a:off x="1277035" y="3880677"/>
              <a:ext cx="174922" cy="175165"/>
            </a:xfrm>
            <a:custGeom>
              <a:avLst/>
              <a:gdLst/>
              <a:ahLst/>
              <a:cxnLst/>
              <a:rect l="l" t="t" r="r" b="b"/>
              <a:pathLst>
                <a:path w="2158" h="2161" extrusionOk="0">
                  <a:moveTo>
                    <a:pt x="1019" y="0"/>
                  </a:moveTo>
                  <a:cubicBezTo>
                    <a:pt x="198" y="0"/>
                    <a:pt x="0" y="1827"/>
                    <a:pt x="0" y="1827"/>
                  </a:cubicBezTo>
                  <a:lnTo>
                    <a:pt x="716" y="2161"/>
                  </a:lnTo>
                  <a:cubicBezTo>
                    <a:pt x="731" y="2126"/>
                    <a:pt x="2158" y="462"/>
                    <a:pt x="1316" y="73"/>
                  </a:cubicBezTo>
                  <a:cubicBezTo>
                    <a:pt x="1209" y="23"/>
                    <a:pt x="1110" y="0"/>
                    <a:pt x="1019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40"/>
            <p:cNvSpPr/>
            <p:nvPr/>
          </p:nvSpPr>
          <p:spPr>
            <a:xfrm>
              <a:off x="1098868" y="4028123"/>
              <a:ext cx="195673" cy="113643"/>
            </a:xfrm>
            <a:custGeom>
              <a:avLst/>
              <a:gdLst/>
              <a:ahLst/>
              <a:cxnLst/>
              <a:rect l="l" t="t" r="r" b="b"/>
              <a:pathLst>
                <a:path w="2414" h="1402" extrusionOk="0">
                  <a:moveTo>
                    <a:pt x="2220" y="78"/>
                  </a:moveTo>
                  <a:cubicBezTo>
                    <a:pt x="2185" y="91"/>
                    <a:pt x="0" y="1"/>
                    <a:pt x="216" y="906"/>
                  </a:cubicBezTo>
                  <a:cubicBezTo>
                    <a:pt x="303" y="1276"/>
                    <a:pt x="563" y="1402"/>
                    <a:pt x="875" y="1402"/>
                  </a:cubicBezTo>
                  <a:cubicBezTo>
                    <a:pt x="1529" y="1402"/>
                    <a:pt x="2413" y="849"/>
                    <a:pt x="2413" y="849"/>
                  </a:cubicBezTo>
                  <a:lnTo>
                    <a:pt x="2220" y="78"/>
                  </a:ln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40"/>
            <p:cNvSpPr/>
            <p:nvPr/>
          </p:nvSpPr>
          <p:spPr>
            <a:xfrm>
              <a:off x="1294462" y="3943092"/>
              <a:ext cx="228582" cy="162520"/>
            </a:xfrm>
            <a:custGeom>
              <a:avLst/>
              <a:gdLst/>
              <a:ahLst/>
              <a:cxnLst/>
              <a:rect l="l" t="t" r="r" b="b"/>
              <a:pathLst>
                <a:path w="2820" h="2005" extrusionOk="0">
                  <a:moveTo>
                    <a:pt x="1943" y="1"/>
                  </a:moveTo>
                  <a:cubicBezTo>
                    <a:pt x="1385" y="1"/>
                    <a:pt x="0" y="1063"/>
                    <a:pt x="0" y="1063"/>
                  </a:cubicBezTo>
                  <a:lnTo>
                    <a:pt x="154" y="1746"/>
                  </a:lnTo>
                  <a:cubicBezTo>
                    <a:pt x="154" y="1746"/>
                    <a:pt x="1076" y="2004"/>
                    <a:pt x="1752" y="2004"/>
                  </a:cubicBezTo>
                  <a:cubicBezTo>
                    <a:pt x="1979" y="2004"/>
                    <a:pt x="2177" y="1975"/>
                    <a:pt x="2305" y="1898"/>
                  </a:cubicBezTo>
                  <a:cubicBezTo>
                    <a:pt x="2819" y="1593"/>
                    <a:pt x="1664" y="1063"/>
                    <a:pt x="1664" y="1063"/>
                  </a:cubicBezTo>
                  <a:cubicBezTo>
                    <a:pt x="1664" y="1063"/>
                    <a:pt x="2422" y="536"/>
                    <a:pt x="2138" y="90"/>
                  </a:cubicBezTo>
                  <a:cubicBezTo>
                    <a:pt x="2100" y="28"/>
                    <a:pt x="2032" y="1"/>
                    <a:pt x="1943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40"/>
            <p:cNvSpPr/>
            <p:nvPr/>
          </p:nvSpPr>
          <p:spPr>
            <a:xfrm>
              <a:off x="1112405" y="3888702"/>
              <a:ext cx="215451" cy="201023"/>
            </a:xfrm>
            <a:custGeom>
              <a:avLst/>
              <a:gdLst/>
              <a:ahLst/>
              <a:cxnLst/>
              <a:rect l="l" t="t" r="r" b="b"/>
              <a:pathLst>
                <a:path w="2658" h="2480" extrusionOk="0">
                  <a:moveTo>
                    <a:pt x="1640" y="1"/>
                  </a:moveTo>
                  <a:cubicBezTo>
                    <a:pt x="1294" y="1"/>
                    <a:pt x="1350" y="1005"/>
                    <a:pt x="1350" y="1005"/>
                  </a:cubicBezTo>
                  <a:cubicBezTo>
                    <a:pt x="1350" y="1005"/>
                    <a:pt x="1008" y="831"/>
                    <a:pt x="694" y="831"/>
                  </a:cubicBezTo>
                  <a:cubicBezTo>
                    <a:pt x="522" y="831"/>
                    <a:pt x="358" y="883"/>
                    <a:pt x="264" y="1046"/>
                  </a:cubicBezTo>
                  <a:cubicBezTo>
                    <a:pt x="0" y="1506"/>
                    <a:pt x="2130" y="2479"/>
                    <a:pt x="2130" y="2479"/>
                  </a:cubicBezTo>
                  <a:lnTo>
                    <a:pt x="2657" y="2027"/>
                  </a:lnTo>
                  <a:cubicBezTo>
                    <a:pt x="2657" y="2027"/>
                    <a:pt x="2303" y="357"/>
                    <a:pt x="1787" y="51"/>
                  </a:cubicBezTo>
                  <a:cubicBezTo>
                    <a:pt x="1731" y="16"/>
                    <a:pt x="1682" y="1"/>
                    <a:pt x="1640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40"/>
            <p:cNvSpPr/>
            <p:nvPr/>
          </p:nvSpPr>
          <p:spPr>
            <a:xfrm>
              <a:off x="1154555" y="4064275"/>
              <a:ext cx="173301" cy="209372"/>
            </a:xfrm>
            <a:custGeom>
              <a:avLst/>
              <a:gdLst/>
              <a:ahLst/>
              <a:cxnLst/>
              <a:rect l="l" t="t" r="r" b="b"/>
              <a:pathLst>
                <a:path w="2138" h="2583" extrusionOk="0">
                  <a:moveTo>
                    <a:pt x="1511" y="1"/>
                  </a:moveTo>
                  <a:cubicBezTo>
                    <a:pt x="1511" y="1"/>
                    <a:pt x="120" y="974"/>
                    <a:pt x="30" y="1566"/>
                  </a:cubicBezTo>
                  <a:cubicBezTo>
                    <a:pt x="1" y="1771"/>
                    <a:pt x="118" y="1838"/>
                    <a:pt x="284" y="1838"/>
                  </a:cubicBezTo>
                  <a:cubicBezTo>
                    <a:pt x="597" y="1838"/>
                    <a:pt x="1080" y="1601"/>
                    <a:pt x="1080" y="1601"/>
                  </a:cubicBezTo>
                  <a:lnTo>
                    <a:pt x="1080" y="1601"/>
                  </a:lnTo>
                  <a:cubicBezTo>
                    <a:pt x="1080" y="1601"/>
                    <a:pt x="1010" y="2519"/>
                    <a:pt x="1539" y="2581"/>
                  </a:cubicBezTo>
                  <a:cubicBezTo>
                    <a:pt x="1546" y="2582"/>
                    <a:pt x="1553" y="2582"/>
                    <a:pt x="1560" y="2582"/>
                  </a:cubicBezTo>
                  <a:cubicBezTo>
                    <a:pt x="2071" y="2582"/>
                    <a:pt x="2137" y="306"/>
                    <a:pt x="2137" y="306"/>
                  </a:cubicBezTo>
                  <a:lnTo>
                    <a:pt x="1511" y="1"/>
                  </a:ln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40"/>
            <p:cNvSpPr/>
            <p:nvPr/>
          </p:nvSpPr>
          <p:spPr>
            <a:xfrm>
              <a:off x="1251177" y="4006804"/>
              <a:ext cx="113886" cy="114453"/>
            </a:xfrm>
            <a:custGeom>
              <a:avLst/>
              <a:gdLst/>
              <a:ahLst/>
              <a:cxnLst/>
              <a:rect l="l" t="t" r="r" b="b"/>
              <a:pathLst>
                <a:path w="1405" h="1412" extrusionOk="0">
                  <a:moveTo>
                    <a:pt x="701" y="0"/>
                  </a:moveTo>
                  <a:cubicBezTo>
                    <a:pt x="312" y="0"/>
                    <a:pt x="0" y="319"/>
                    <a:pt x="0" y="710"/>
                  </a:cubicBezTo>
                  <a:cubicBezTo>
                    <a:pt x="0" y="1099"/>
                    <a:pt x="312" y="1411"/>
                    <a:pt x="701" y="1411"/>
                  </a:cubicBezTo>
                  <a:cubicBezTo>
                    <a:pt x="1092" y="1411"/>
                    <a:pt x="1405" y="1099"/>
                    <a:pt x="1405" y="710"/>
                  </a:cubicBezTo>
                  <a:cubicBezTo>
                    <a:pt x="1405" y="319"/>
                    <a:pt x="1092" y="0"/>
                    <a:pt x="701" y="0"/>
                  </a:cubicBezTo>
                  <a:close/>
                </a:path>
              </a:pathLst>
            </a:custGeom>
            <a:solidFill>
              <a:srgbClr val="FFB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4" name="Google Shape;1604;p40"/>
          <p:cNvGrpSpPr/>
          <p:nvPr/>
        </p:nvGrpSpPr>
        <p:grpSpPr>
          <a:xfrm>
            <a:off x="2329589" y="4477569"/>
            <a:ext cx="282671" cy="261875"/>
            <a:chOff x="1098868" y="3880677"/>
            <a:chExt cx="424177" cy="392970"/>
          </a:xfrm>
        </p:grpSpPr>
        <p:sp>
          <p:nvSpPr>
            <p:cNvPr id="1605" name="Google Shape;1605;p40"/>
            <p:cNvSpPr/>
            <p:nvPr/>
          </p:nvSpPr>
          <p:spPr>
            <a:xfrm>
              <a:off x="1290004" y="4057547"/>
              <a:ext cx="204913" cy="167870"/>
            </a:xfrm>
            <a:custGeom>
              <a:avLst/>
              <a:gdLst/>
              <a:ahLst/>
              <a:cxnLst/>
              <a:rect l="l" t="t" r="r" b="b"/>
              <a:pathLst>
                <a:path w="2528" h="2071" extrusionOk="0">
                  <a:moveTo>
                    <a:pt x="613" y="0"/>
                  </a:moveTo>
                  <a:lnTo>
                    <a:pt x="0" y="493"/>
                  </a:lnTo>
                  <a:cubicBezTo>
                    <a:pt x="19" y="518"/>
                    <a:pt x="668" y="2071"/>
                    <a:pt x="1320" y="2071"/>
                  </a:cubicBezTo>
                  <a:cubicBezTo>
                    <a:pt x="1411" y="2071"/>
                    <a:pt x="1503" y="2040"/>
                    <a:pt x="1594" y="1969"/>
                  </a:cubicBezTo>
                  <a:cubicBezTo>
                    <a:pt x="2527" y="1238"/>
                    <a:pt x="613" y="0"/>
                    <a:pt x="613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40"/>
            <p:cNvSpPr/>
            <p:nvPr/>
          </p:nvSpPr>
          <p:spPr>
            <a:xfrm>
              <a:off x="1277035" y="3880677"/>
              <a:ext cx="174922" cy="175165"/>
            </a:xfrm>
            <a:custGeom>
              <a:avLst/>
              <a:gdLst/>
              <a:ahLst/>
              <a:cxnLst/>
              <a:rect l="l" t="t" r="r" b="b"/>
              <a:pathLst>
                <a:path w="2158" h="2161" extrusionOk="0">
                  <a:moveTo>
                    <a:pt x="1019" y="0"/>
                  </a:moveTo>
                  <a:cubicBezTo>
                    <a:pt x="198" y="0"/>
                    <a:pt x="0" y="1827"/>
                    <a:pt x="0" y="1827"/>
                  </a:cubicBezTo>
                  <a:lnTo>
                    <a:pt x="716" y="2161"/>
                  </a:lnTo>
                  <a:cubicBezTo>
                    <a:pt x="731" y="2126"/>
                    <a:pt x="2158" y="462"/>
                    <a:pt x="1316" y="73"/>
                  </a:cubicBezTo>
                  <a:cubicBezTo>
                    <a:pt x="1209" y="23"/>
                    <a:pt x="1110" y="0"/>
                    <a:pt x="1019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40"/>
            <p:cNvSpPr/>
            <p:nvPr/>
          </p:nvSpPr>
          <p:spPr>
            <a:xfrm>
              <a:off x="1098868" y="4028123"/>
              <a:ext cx="195673" cy="113643"/>
            </a:xfrm>
            <a:custGeom>
              <a:avLst/>
              <a:gdLst/>
              <a:ahLst/>
              <a:cxnLst/>
              <a:rect l="l" t="t" r="r" b="b"/>
              <a:pathLst>
                <a:path w="2414" h="1402" extrusionOk="0">
                  <a:moveTo>
                    <a:pt x="2220" y="78"/>
                  </a:moveTo>
                  <a:cubicBezTo>
                    <a:pt x="2185" y="91"/>
                    <a:pt x="0" y="1"/>
                    <a:pt x="216" y="906"/>
                  </a:cubicBezTo>
                  <a:cubicBezTo>
                    <a:pt x="303" y="1276"/>
                    <a:pt x="563" y="1402"/>
                    <a:pt x="875" y="1402"/>
                  </a:cubicBezTo>
                  <a:cubicBezTo>
                    <a:pt x="1529" y="1402"/>
                    <a:pt x="2413" y="849"/>
                    <a:pt x="2413" y="849"/>
                  </a:cubicBezTo>
                  <a:lnTo>
                    <a:pt x="2220" y="78"/>
                  </a:ln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40"/>
            <p:cNvSpPr/>
            <p:nvPr/>
          </p:nvSpPr>
          <p:spPr>
            <a:xfrm>
              <a:off x="1294462" y="3943092"/>
              <a:ext cx="228582" cy="162520"/>
            </a:xfrm>
            <a:custGeom>
              <a:avLst/>
              <a:gdLst/>
              <a:ahLst/>
              <a:cxnLst/>
              <a:rect l="l" t="t" r="r" b="b"/>
              <a:pathLst>
                <a:path w="2820" h="2005" extrusionOk="0">
                  <a:moveTo>
                    <a:pt x="1943" y="1"/>
                  </a:moveTo>
                  <a:cubicBezTo>
                    <a:pt x="1385" y="1"/>
                    <a:pt x="0" y="1063"/>
                    <a:pt x="0" y="1063"/>
                  </a:cubicBezTo>
                  <a:lnTo>
                    <a:pt x="154" y="1746"/>
                  </a:lnTo>
                  <a:cubicBezTo>
                    <a:pt x="154" y="1746"/>
                    <a:pt x="1076" y="2004"/>
                    <a:pt x="1752" y="2004"/>
                  </a:cubicBezTo>
                  <a:cubicBezTo>
                    <a:pt x="1979" y="2004"/>
                    <a:pt x="2177" y="1975"/>
                    <a:pt x="2305" y="1898"/>
                  </a:cubicBezTo>
                  <a:cubicBezTo>
                    <a:pt x="2819" y="1593"/>
                    <a:pt x="1664" y="1063"/>
                    <a:pt x="1664" y="1063"/>
                  </a:cubicBezTo>
                  <a:cubicBezTo>
                    <a:pt x="1664" y="1063"/>
                    <a:pt x="2422" y="536"/>
                    <a:pt x="2138" y="90"/>
                  </a:cubicBezTo>
                  <a:cubicBezTo>
                    <a:pt x="2100" y="28"/>
                    <a:pt x="2032" y="1"/>
                    <a:pt x="1943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40"/>
            <p:cNvSpPr/>
            <p:nvPr/>
          </p:nvSpPr>
          <p:spPr>
            <a:xfrm>
              <a:off x="1112405" y="3888702"/>
              <a:ext cx="215451" cy="201023"/>
            </a:xfrm>
            <a:custGeom>
              <a:avLst/>
              <a:gdLst/>
              <a:ahLst/>
              <a:cxnLst/>
              <a:rect l="l" t="t" r="r" b="b"/>
              <a:pathLst>
                <a:path w="2658" h="2480" extrusionOk="0">
                  <a:moveTo>
                    <a:pt x="1640" y="1"/>
                  </a:moveTo>
                  <a:cubicBezTo>
                    <a:pt x="1294" y="1"/>
                    <a:pt x="1350" y="1005"/>
                    <a:pt x="1350" y="1005"/>
                  </a:cubicBezTo>
                  <a:cubicBezTo>
                    <a:pt x="1350" y="1005"/>
                    <a:pt x="1008" y="831"/>
                    <a:pt x="694" y="831"/>
                  </a:cubicBezTo>
                  <a:cubicBezTo>
                    <a:pt x="522" y="831"/>
                    <a:pt x="358" y="883"/>
                    <a:pt x="264" y="1046"/>
                  </a:cubicBezTo>
                  <a:cubicBezTo>
                    <a:pt x="0" y="1506"/>
                    <a:pt x="2130" y="2479"/>
                    <a:pt x="2130" y="2479"/>
                  </a:cubicBezTo>
                  <a:lnTo>
                    <a:pt x="2657" y="2027"/>
                  </a:lnTo>
                  <a:cubicBezTo>
                    <a:pt x="2657" y="2027"/>
                    <a:pt x="2303" y="357"/>
                    <a:pt x="1787" y="51"/>
                  </a:cubicBezTo>
                  <a:cubicBezTo>
                    <a:pt x="1731" y="16"/>
                    <a:pt x="1682" y="1"/>
                    <a:pt x="1640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40"/>
            <p:cNvSpPr/>
            <p:nvPr/>
          </p:nvSpPr>
          <p:spPr>
            <a:xfrm>
              <a:off x="1154555" y="4064275"/>
              <a:ext cx="173301" cy="209372"/>
            </a:xfrm>
            <a:custGeom>
              <a:avLst/>
              <a:gdLst/>
              <a:ahLst/>
              <a:cxnLst/>
              <a:rect l="l" t="t" r="r" b="b"/>
              <a:pathLst>
                <a:path w="2138" h="2583" extrusionOk="0">
                  <a:moveTo>
                    <a:pt x="1511" y="1"/>
                  </a:moveTo>
                  <a:cubicBezTo>
                    <a:pt x="1511" y="1"/>
                    <a:pt x="120" y="974"/>
                    <a:pt x="30" y="1566"/>
                  </a:cubicBezTo>
                  <a:cubicBezTo>
                    <a:pt x="1" y="1771"/>
                    <a:pt x="118" y="1838"/>
                    <a:pt x="284" y="1838"/>
                  </a:cubicBezTo>
                  <a:cubicBezTo>
                    <a:pt x="597" y="1838"/>
                    <a:pt x="1080" y="1601"/>
                    <a:pt x="1080" y="1601"/>
                  </a:cubicBezTo>
                  <a:lnTo>
                    <a:pt x="1080" y="1601"/>
                  </a:lnTo>
                  <a:cubicBezTo>
                    <a:pt x="1080" y="1601"/>
                    <a:pt x="1010" y="2519"/>
                    <a:pt x="1539" y="2581"/>
                  </a:cubicBezTo>
                  <a:cubicBezTo>
                    <a:pt x="1546" y="2582"/>
                    <a:pt x="1553" y="2582"/>
                    <a:pt x="1560" y="2582"/>
                  </a:cubicBezTo>
                  <a:cubicBezTo>
                    <a:pt x="2071" y="2582"/>
                    <a:pt x="2137" y="306"/>
                    <a:pt x="2137" y="306"/>
                  </a:cubicBezTo>
                  <a:lnTo>
                    <a:pt x="1511" y="1"/>
                  </a:ln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40"/>
            <p:cNvSpPr/>
            <p:nvPr/>
          </p:nvSpPr>
          <p:spPr>
            <a:xfrm>
              <a:off x="1251177" y="4006804"/>
              <a:ext cx="113886" cy="114453"/>
            </a:xfrm>
            <a:custGeom>
              <a:avLst/>
              <a:gdLst/>
              <a:ahLst/>
              <a:cxnLst/>
              <a:rect l="l" t="t" r="r" b="b"/>
              <a:pathLst>
                <a:path w="1405" h="1412" extrusionOk="0">
                  <a:moveTo>
                    <a:pt x="701" y="0"/>
                  </a:moveTo>
                  <a:cubicBezTo>
                    <a:pt x="312" y="0"/>
                    <a:pt x="0" y="319"/>
                    <a:pt x="0" y="710"/>
                  </a:cubicBezTo>
                  <a:cubicBezTo>
                    <a:pt x="0" y="1099"/>
                    <a:pt x="312" y="1411"/>
                    <a:pt x="701" y="1411"/>
                  </a:cubicBezTo>
                  <a:cubicBezTo>
                    <a:pt x="1092" y="1411"/>
                    <a:pt x="1405" y="1099"/>
                    <a:pt x="1405" y="710"/>
                  </a:cubicBezTo>
                  <a:cubicBezTo>
                    <a:pt x="1405" y="319"/>
                    <a:pt x="1092" y="0"/>
                    <a:pt x="701" y="0"/>
                  </a:cubicBezTo>
                  <a:close/>
                </a:path>
              </a:pathLst>
            </a:custGeom>
            <a:solidFill>
              <a:srgbClr val="FFB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12" name="Google Shape;1612;p40"/>
          <p:cNvGrpSpPr/>
          <p:nvPr/>
        </p:nvGrpSpPr>
        <p:grpSpPr>
          <a:xfrm>
            <a:off x="4581714" y="4619694"/>
            <a:ext cx="282671" cy="261875"/>
            <a:chOff x="1098868" y="3880677"/>
            <a:chExt cx="424177" cy="392970"/>
          </a:xfrm>
        </p:grpSpPr>
        <p:sp>
          <p:nvSpPr>
            <p:cNvPr id="1613" name="Google Shape;1613;p40"/>
            <p:cNvSpPr/>
            <p:nvPr/>
          </p:nvSpPr>
          <p:spPr>
            <a:xfrm>
              <a:off x="1290004" y="4057547"/>
              <a:ext cx="204913" cy="167870"/>
            </a:xfrm>
            <a:custGeom>
              <a:avLst/>
              <a:gdLst/>
              <a:ahLst/>
              <a:cxnLst/>
              <a:rect l="l" t="t" r="r" b="b"/>
              <a:pathLst>
                <a:path w="2528" h="2071" extrusionOk="0">
                  <a:moveTo>
                    <a:pt x="613" y="0"/>
                  </a:moveTo>
                  <a:lnTo>
                    <a:pt x="0" y="493"/>
                  </a:lnTo>
                  <a:cubicBezTo>
                    <a:pt x="19" y="518"/>
                    <a:pt x="668" y="2071"/>
                    <a:pt x="1320" y="2071"/>
                  </a:cubicBezTo>
                  <a:cubicBezTo>
                    <a:pt x="1411" y="2071"/>
                    <a:pt x="1503" y="2040"/>
                    <a:pt x="1594" y="1969"/>
                  </a:cubicBezTo>
                  <a:cubicBezTo>
                    <a:pt x="2527" y="1238"/>
                    <a:pt x="613" y="0"/>
                    <a:pt x="613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40"/>
            <p:cNvSpPr/>
            <p:nvPr/>
          </p:nvSpPr>
          <p:spPr>
            <a:xfrm>
              <a:off x="1277035" y="3880677"/>
              <a:ext cx="174922" cy="175165"/>
            </a:xfrm>
            <a:custGeom>
              <a:avLst/>
              <a:gdLst/>
              <a:ahLst/>
              <a:cxnLst/>
              <a:rect l="l" t="t" r="r" b="b"/>
              <a:pathLst>
                <a:path w="2158" h="2161" extrusionOk="0">
                  <a:moveTo>
                    <a:pt x="1019" y="0"/>
                  </a:moveTo>
                  <a:cubicBezTo>
                    <a:pt x="198" y="0"/>
                    <a:pt x="0" y="1827"/>
                    <a:pt x="0" y="1827"/>
                  </a:cubicBezTo>
                  <a:lnTo>
                    <a:pt x="716" y="2161"/>
                  </a:lnTo>
                  <a:cubicBezTo>
                    <a:pt x="731" y="2126"/>
                    <a:pt x="2158" y="462"/>
                    <a:pt x="1316" y="73"/>
                  </a:cubicBezTo>
                  <a:cubicBezTo>
                    <a:pt x="1209" y="23"/>
                    <a:pt x="1110" y="0"/>
                    <a:pt x="1019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40"/>
            <p:cNvSpPr/>
            <p:nvPr/>
          </p:nvSpPr>
          <p:spPr>
            <a:xfrm>
              <a:off x="1098868" y="4028123"/>
              <a:ext cx="195673" cy="113643"/>
            </a:xfrm>
            <a:custGeom>
              <a:avLst/>
              <a:gdLst/>
              <a:ahLst/>
              <a:cxnLst/>
              <a:rect l="l" t="t" r="r" b="b"/>
              <a:pathLst>
                <a:path w="2414" h="1402" extrusionOk="0">
                  <a:moveTo>
                    <a:pt x="2220" y="78"/>
                  </a:moveTo>
                  <a:cubicBezTo>
                    <a:pt x="2185" y="91"/>
                    <a:pt x="0" y="1"/>
                    <a:pt x="216" y="906"/>
                  </a:cubicBezTo>
                  <a:cubicBezTo>
                    <a:pt x="303" y="1276"/>
                    <a:pt x="563" y="1402"/>
                    <a:pt x="875" y="1402"/>
                  </a:cubicBezTo>
                  <a:cubicBezTo>
                    <a:pt x="1529" y="1402"/>
                    <a:pt x="2413" y="849"/>
                    <a:pt x="2413" y="849"/>
                  </a:cubicBezTo>
                  <a:lnTo>
                    <a:pt x="2220" y="78"/>
                  </a:ln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40"/>
            <p:cNvSpPr/>
            <p:nvPr/>
          </p:nvSpPr>
          <p:spPr>
            <a:xfrm>
              <a:off x="1294462" y="3943092"/>
              <a:ext cx="228582" cy="162520"/>
            </a:xfrm>
            <a:custGeom>
              <a:avLst/>
              <a:gdLst/>
              <a:ahLst/>
              <a:cxnLst/>
              <a:rect l="l" t="t" r="r" b="b"/>
              <a:pathLst>
                <a:path w="2820" h="2005" extrusionOk="0">
                  <a:moveTo>
                    <a:pt x="1943" y="1"/>
                  </a:moveTo>
                  <a:cubicBezTo>
                    <a:pt x="1385" y="1"/>
                    <a:pt x="0" y="1063"/>
                    <a:pt x="0" y="1063"/>
                  </a:cubicBezTo>
                  <a:lnTo>
                    <a:pt x="154" y="1746"/>
                  </a:lnTo>
                  <a:cubicBezTo>
                    <a:pt x="154" y="1746"/>
                    <a:pt x="1076" y="2004"/>
                    <a:pt x="1752" y="2004"/>
                  </a:cubicBezTo>
                  <a:cubicBezTo>
                    <a:pt x="1979" y="2004"/>
                    <a:pt x="2177" y="1975"/>
                    <a:pt x="2305" y="1898"/>
                  </a:cubicBezTo>
                  <a:cubicBezTo>
                    <a:pt x="2819" y="1593"/>
                    <a:pt x="1664" y="1063"/>
                    <a:pt x="1664" y="1063"/>
                  </a:cubicBezTo>
                  <a:cubicBezTo>
                    <a:pt x="1664" y="1063"/>
                    <a:pt x="2422" y="536"/>
                    <a:pt x="2138" y="90"/>
                  </a:cubicBezTo>
                  <a:cubicBezTo>
                    <a:pt x="2100" y="28"/>
                    <a:pt x="2032" y="1"/>
                    <a:pt x="1943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40"/>
            <p:cNvSpPr/>
            <p:nvPr/>
          </p:nvSpPr>
          <p:spPr>
            <a:xfrm>
              <a:off x="1112405" y="3888702"/>
              <a:ext cx="215451" cy="201023"/>
            </a:xfrm>
            <a:custGeom>
              <a:avLst/>
              <a:gdLst/>
              <a:ahLst/>
              <a:cxnLst/>
              <a:rect l="l" t="t" r="r" b="b"/>
              <a:pathLst>
                <a:path w="2658" h="2480" extrusionOk="0">
                  <a:moveTo>
                    <a:pt x="1640" y="1"/>
                  </a:moveTo>
                  <a:cubicBezTo>
                    <a:pt x="1294" y="1"/>
                    <a:pt x="1350" y="1005"/>
                    <a:pt x="1350" y="1005"/>
                  </a:cubicBezTo>
                  <a:cubicBezTo>
                    <a:pt x="1350" y="1005"/>
                    <a:pt x="1008" y="831"/>
                    <a:pt x="694" y="831"/>
                  </a:cubicBezTo>
                  <a:cubicBezTo>
                    <a:pt x="522" y="831"/>
                    <a:pt x="358" y="883"/>
                    <a:pt x="264" y="1046"/>
                  </a:cubicBezTo>
                  <a:cubicBezTo>
                    <a:pt x="0" y="1506"/>
                    <a:pt x="2130" y="2479"/>
                    <a:pt x="2130" y="2479"/>
                  </a:cubicBezTo>
                  <a:lnTo>
                    <a:pt x="2657" y="2027"/>
                  </a:lnTo>
                  <a:cubicBezTo>
                    <a:pt x="2657" y="2027"/>
                    <a:pt x="2303" y="357"/>
                    <a:pt x="1787" y="51"/>
                  </a:cubicBezTo>
                  <a:cubicBezTo>
                    <a:pt x="1731" y="16"/>
                    <a:pt x="1682" y="1"/>
                    <a:pt x="1640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40"/>
            <p:cNvSpPr/>
            <p:nvPr/>
          </p:nvSpPr>
          <p:spPr>
            <a:xfrm>
              <a:off x="1154555" y="4064275"/>
              <a:ext cx="173301" cy="209372"/>
            </a:xfrm>
            <a:custGeom>
              <a:avLst/>
              <a:gdLst/>
              <a:ahLst/>
              <a:cxnLst/>
              <a:rect l="l" t="t" r="r" b="b"/>
              <a:pathLst>
                <a:path w="2138" h="2583" extrusionOk="0">
                  <a:moveTo>
                    <a:pt x="1511" y="1"/>
                  </a:moveTo>
                  <a:cubicBezTo>
                    <a:pt x="1511" y="1"/>
                    <a:pt x="120" y="974"/>
                    <a:pt x="30" y="1566"/>
                  </a:cubicBezTo>
                  <a:cubicBezTo>
                    <a:pt x="1" y="1771"/>
                    <a:pt x="118" y="1838"/>
                    <a:pt x="284" y="1838"/>
                  </a:cubicBezTo>
                  <a:cubicBezTo>
                    <a:pt x="597" y="1838"/>
                    <a:pt x="1080" y="1601"/>
                    <a:pt x="1080" y="1601"/>
                  </a:cubicBezTo>
                  <a:lnTo>
                    <a:pt x="1080" y="1601"/>
                  </a:lnTo>
                  <a:cubicBezTo>
                    <a:pt x="1080" y="1601"/>
                    <a:pt x="1010" y="2519"/>
                    <a:pt x="1539" y="2581"/>
                  </a:cubicBezTo>
                  <a:cubicBezTo>
                    <a:pt x="1546" y="2582"/>
                    <a:pt x="1553" y="2582"/>
                    <a:pt x="1560" y="2582"/>
                  </a:cubicBezTo>
                  <a:cubicBezTo>
                    <a:pt x="2071" y="2582"/>
                    <a:pt x="2137" y="306"/>
                    <a:pt x="2137" y="306"/>
                  </a:cubicBezTo>
                  <a:lnTo>
                    <a:pt x="1511" y="1"/>
                  </a:ln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40"/>
            <p:cNvSpPr/>
            <p:nvPr/>
          </p:nvSpPr>
          <p:spPr>
            <a:xfrm>
              <a:off x="1251177" y="4006804"/>
              <a:ext cx="113886" cy="114453"/>
            </a:xfrm>
            <a:custGeom>
              <a:avLst/>
              <a:gdLst/>
              <a:ahLst/>
              <a:cxnLst/>
              <a:rect l="l" t="t" r="r" b="b"/>
              <a:pathLst>
                <a:path w="1405" h="1412" extrusionOk="0">
                  <a:moveTo>
                    <a:pt x="701" y="0"/>
                  </a:moveTo>
                  <a:cubicBezTo>
                    <a:pt x="312" y="0"/>
                    <a:pt x="0" y="319"/>
                    <a:pt x="0" y="710"/>
                  </a:cubicBezTo>
                  <a:cubicBezTo>
                    <a:pt x="0" y="1099"/>
                    <a:pt x="312" y="1411"/>
                    <a:pt x="701" y="1411"/>
                  </a:cubicBezTo>
                  <a:cubicBezTo>
                    <a:pt x="1092" y="1411"/>
                    <a:pt x="1405" y="1099"/>
                    <a:pt x="1405" y="710"/>
                  </a:cubicBezTo>
                  <a:cubicBezTo>
                    <a:pt x="1405" y="319"/>
                    <a:pt x="1092" y="0"/>
                    <a:pt x="701" y="0"/>
                  </a:cubicBezTo>
                  <a:close/>
                </a:path>
              </a:pathLst>
            </a:custGeom>
            <a:solidFill>
              <a:srgbClr val="FFB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" name="Google Shape;1621;p41"/>
          <p:cNvSpPr/>
          <p:nvPr/>
        </p:nvSpPr>
        <p:spPr>
          <a:xfrm>
            <a:off x="7780498" y="2154099"/>
            <a:ext cx="3214742" cy="2723166"/>
          </a:xfrm>
          <a:custGeom>
            <a:avLst/>
            <a:gdLst/>
            <a:ahLst/>
            <a:cxnLst/>
            <a:rect l="l" t="t" r="r" b="b"/>
            <a:pathLst>
              <a:path w="29762" h="25211" extrusionOk="0">
                <a:moveTo>
                  <a:pt x="11253" y="0"/>
                </a:moveTo>
                <a:cubicBezTo>
                  <a:pt x="7759" y="0"/>
                  <a:pt x="4927" y="2833"/>
                  <a:pt x="4927" y="6326"/>
                </a:cubicBezTo>
                <a:cubicBezTo>
                  <a:pt x="4927" y="7056"/>
                  <a:pt x="5046" y="7746"/>
                  <a:pt x="5274" y="8399"/>
                </a:cubicBezTo>
                <a:cubicBezTo>
                  <a:pt x="2193" y="9548"/>
                  <a:pt x="1" y="12519"/>
                  <a:pt x="1" y="16006"/>
                </a:cubicBezTo>
                <a:cubicBezTo>
                  <a:pt x="1" y="20486"/>
                  <a:pt x="3633" y="24119"/>
                  <a:pt x="8113" y="24119"/>
                </a:cubicBezTo>
                <a:cubicBezTo>
                  <a:pt x="8948" y="24119"/>
                  <a:pt x="9750" y="23993"/>
                  <a:pt x="10508" y="23763"/>
                </a:cubicBezTo>
                <a:lnTo>
                  <a:pt x="10508" y="23763"/>
                </a:lnTo>
                <a:cubicBezTo>
                  <a:pt x="10396" y="24244"/>
                  <a:pt x="10299" y="24732"/>
                  <a:pt x="10223" y="25211"/>
                </a:cubicBezTo>
                <a:lnTo>
                  <a:pt x="11301" y="23471"/>
                </a:lnTo>
                <a:cubicBezTo>
                  <a:pt x="12324" y="23033"/>
                  <a:pt x="13242" y="22394"/>
                  <a:pt x="14000" y="21592"/>
                </a:cubicBezTo>
                <a:lnTo>
                  <a:pt x="14000" y="21592"/>
                </a:lnTo>
                <a:cubicBezTo>
                  <a:pt x="13994" y="22394"/>
                  <a:pt x="14077" y="23207"/>
                  <a:pt x="14196" y="24000"/>
                </a:cubicBezTo>
                <a:lnTo>
                  <a:pt x="17571" y="19449"/>
                </a:lnTo>
                <a:cubicBezTo>
                  <a:pt x="18509" y="21759"/>
                  <a:pt x="20779" y="23387"/>
                  <a:pt x="23429" y="23387"/>
                </a:cubicBezTo>
                <a:cubicBezTo>
                  <a:pt x="26929" y="23387"/>
                  <a:pt x="29762" y="20557"/>
                  <a:pt x="29762" y="17056"/>
                </a:cubicBezTo>
                <a:cubicBezTo>
                  <a:pt x="29762" y="14503"/>
                  <a:pt x="28237" y="12297"/>
                  <a:pt x="26053" y="11295"/>
                </a:cubicBezTo>
                <a:cubicBezTo>
                  <a:pt x="26560" y="10383"/>
                  <a:pt x="26853" y="9332"/>
                  <a:pt x="26853" y="8212"/>
                </a:cubicBezTo>
                <a:cubicBezTo>
                  <a:pt x="26853" y="4718"/>
                  <a:pt x="24020" y="1886"/>
                  <a:pt x="20528" y="1886"/>
                </a:cubicBezTo>
                <a:cubicBezTo>
                  <a:pt x="19102" y="1886"/>
                  <a:pt x="17786" y="2360"/>
                  <a:pt x="16729" y="3153"/>
                </a:cubicBezTo>
                <a:cubicBezTo>
                  <a:pt x="15628" y="1268"/>
                  <a:pt x="13591" y="0"/>
                  <a:pt x="1125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2" name="Google Shape;1622;p41"/>
          <p:cNvSpPr/>
          <p:nvPr/>
        </p:nvSpPr>
        <p:spPr>
          <a:xfrm>
            <a:off x="6925958" y="3240956"/>
            <a:ext cx="1559060" cy="1447444"/>
          </a:xfrm>
          <a:custGeom>
            <a:avLst/>
            <a:gdLst/>
            <a:ahLst/>
            <a:cxnLst/>
            <a:rect l="l" t="t" r="r" b="b"/>
            <a:pathLst>
              <a:path w="19234" h="17857" extrusionOk="0">
                <a:moveTo>
                  <a:pt x="8771" y="1"/>
                </a:moveTo>
                <a:cubicBezTo>
                  <a:pt x="6677" y="1"/>
                  <a:pt x="4821" y="1495"/>
                  <a:pt x="4426" y="3631"/>
                </a:cubicBezTo>
                <a:cubicBezTo>
                  <a:pt x="4230" y="4703"/>
                  <a:pt x="4439" y="5754"/>
                  <a:pt x="4940" y="6624"/>
                </a:cubicBezTo>
                <a:cubicBezTo>
                  <a:pt x="2769" y="7103"/>
                  <a:pt x="989" y="8828"/>
                  <a:pt x="565" y="11153"/>
                </a:cubicBezTo>
                <a:cubicBezTo>
                  <a:pt x="0" y="14236"/>
                  <a:pt x="2046" y="17200"/>
                  <a:pt x="5129" y="17763"/>
                </a:cubicBezTo>
                <a:cubicBezTo>
                  <a:pt x="5474" y="17826"/>
                  <a:pt x="5818" y="17856"/>
                  <a:pt x="6157" y="17856"/>
                </a:cubicBezTo>
                <a:cubicBezTo>
                  <a:pt x="7998" y="17856"/>
                  <a:pt x="9700" y="16962"/>
                  <a:pt x="10752" y="15517"/>
                </a:cubicBezTo>
                <a:cubicBezTo>
                  <a:pt x="11378" y="16580"/>
                  <a:pt x="12448" y="17380"/>
                  <a:pt x="13764" y="17624"/>
                </a:cubicBezTo>
                <a:cubicBezTo>
                  <a:pt x="14032" y="17673"/>
                  <a:pt x="14299" y="17697"/>
                  <a:pt x="14563" y="17697"/>
                </a:cubicBezTo>
                <a:cubicBezTo>
                  <a:pt x="16657" y="17697"/>
                  <a:pt x="18524" y="16200"/>
                  <a:pt x="18913" y="14062"/>
                </a:cubicBezTo>
                <a:cubicBezTo>
                  <a:pt x="19234" y="12302"/>
                  <a:pt x="18467" y="10597"/>
                  <a:pt x="17089" y="9636"/>
                </a:cubicBezTo>
                <a:cubicBezTo>
                  <a:pt x="17557" y="9072"/>
                  <a:pt x="17891" y="8384"/>
                  <a:pt x="18029" y="7611"/>
                </a:cubicBezTo>
                <a:cubicBezTo>
                  <a:pt x="18467" y="5211"/>
                  <a:pt x="16874" y="2900"/>
                  <a:pt x="14474" y="2462"/>
                </a:cubicBezTo>
                <a:cubicBezTo>
                  <a:pt x="14205" y="2414"/>
                  <a:pt x="13937" y="2391"/>
                  <a:pt x="13672" y="2391"/>
                </a:cubicBezTo>
                <a:cubicBezTo>
                  <a:pt x="13361" y="2391"/>
                  <a:pt x="13056" y="2423"/>
                  <a:pt x="12762" y="2482"/>
                </a:cubicBezTo>
                <a:cubicBezTo>
                  <a:pt x="12163" y="1265"/>
                  <a:pt x="11015" y="333"/>
                  <a:pt x="9583" y="76"/>
                </a:cubicBezTo>
                <a:cubicBezTo>
                  <a:pt x="9310" y="25"/>
                  <a:pt x="9039" y="1"/>
                  <a:pt x="877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3" name="Google Shape;1623;p41"/>
          <p:cNvSpPr/>
          <p:nvPr/>
        </p:nvSpPr>
        <p:spPr>
          <a:xfrm flipH="1">
            <a:off x="5916175" y="3696776"/>
            <a:ext cx="3419167" cy="1367286"/>
          </a:xfrm>
          <a:custGeom>
            <a:avLst/>
            <a:gdLst/>
            <a:ahLst/>
            <a:cxnLst/>
            <a:rect l="l" t="t" r="r" b="b"/>
            <a:pathLst>
              <a:path w="42182" h="19151" extrusionOk="0">
                <a:moveTo>
                  <a:pt x="7015" y="1"/>
                </a:moveTo>
                <a:cubicBezTo>
                  <a:pt x="6687" y="1"/>
                  <a:pt x="6465" y="884"/>
                  <a:pt x="6410" y="1135"/>
                </a:cubicBezTo>
                <a:cubicBezTo>
                  <a:pt x="6402" y="1135"/>
                  <a:pt x="6395" y="1128"/>
                  <a:pt x="6389" y="1128"/>
                </a:cubicBezTo>
                <a:cubicBezTo>
                  <a:pt x="6343" y="875"/>
                  <a:pt x="6171" y="14"/>
                  <a:pt x="5907" y="14"/>
                </a:cubicBezTo>
                <a:cubicBezTo>
                  <a:pt x="5887" y="14"/>
                  <a:pt x="5867" y="19"/>
                  <a:pt x="5846" y="29"/>
                </a:cubicBezTo>
                <a:cubicBezTo>
                  <a:pt x="5589" y="161"/>
                  <a:pt x="5762" y="746"/>
                  <a:pt x="5881" y="1058"/>
                </a:cubicBezTo>
                <a:cubicBezTo>
                  <a:pt x="4009" y="814"/>
                  <a:pt x="2053" y="614"/>
                  <a:pt x="1" y="467"/>
                </a:cubicBezTo>
                <a:lnTo>
                  <a:pt x="1" y="467"/>
                </a:lnTo>
                <a:lnTo>
                  <a:pt x="71" y="19151"/>
                </a:lnTo>
                <a:lnTo>
                  <a:pt x="42182" y="19151"/>
                </a:lnTo>
                <a:cubicBezTo>
                  <a:pt x="42182" y="19151"/>
                  <a:pt x="36185" y="8887"/>
                  <a:pt x="17516" y="3466"/>
                </a:cubicBezTo>
                <a:cubicBezTo>
                  <a:pt x="17716" y="3145"/>
                  <a:pt x="17967" y="2673"/>
                  <a:pt x="17758" y="2631"/>
                </a:cubicBezTo>
                <a:cubicBezTo>
                  <a:pt x="17746" y="2628"/>
                  <a:pt x="17733" y="2627"/>
                  <a:pt x="17721" y="2627"/>
                </a:cubicBezTo>
                <a:cubicBezTo>
                  <a:pt x="17493" y="2627"/>
                  <a:pt x="17230" y="3083"/>
                  <a:pt x="17098" y="3348"/>
                </a:cubicBezTo>
                <a:cubicBezTo>
                  <a:pt x="17070" y="3341"/>
                  <a:pt x="17041" y="3334"/>
                  <a:pt x="17015" y="3327"/>
                </a:cubicBezTo>
                <a:cubicBezTo>
                  <a:pt x="17021" y="3000"/>
                  <a:pt x="17002" y="2426"/>
                  <a:pt x="16786" y="2426"/>
                </a:cubicBezTo>
                <a:cubicBezTo>
                  <a:pt x="16776" y="2426"/>
                  <a:pt x="16766" y="2427"/>
                  <a:pt x="16756" y="2429"/>
                </a:cubicBezTo>
                <a:cubicBezTo>
                  <a:pt x="16540" y="2484"/>
                  <a:pt x="16547" y="2902"/>
                  <a:pt x="16582" y="3202"/>
                </a:cubicBezTo>
                <a:cubicBezTo>
                  <a:pt x="13653" y="2394"/>
                  <a:pt x="10425" y="1713"/>
                  <a:pt x="6876" y="1198"/>
                </a:cubicBezTo>
                <a:cubicBezTo>
                  <a:pt x="7021" y="829"/>
                  <a:pt x="7307" y="1"/>
                  <a:pt x="7015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4" name="Google Shape;1624;p41"/>
          <p:cNvSpPr/>
          <p:nvPr/>
        </p:nvSpPr>
        <p:spPr>
          <a:xfrm>
            <a:off x="-91050" y="4518124"/>
            <a:ext cx="9321501" cy="701019"/>
          </a:xfrm>
          <a:custGeom>
            <a:avLst/>
            <a:gdLst/>
            <a:ahLst/>
            <a:cxnLst/>
            <a:rect l="l" t="t" r="r" b="b"/>
            <a:pathLst>
              <a:path w="112497" h="22095" extrusionOk="0">
                <a:moveTo>
                  <a:pt x="56127" y="0"/>
                </a:moveTo>
                <a:cubicBezTo>
                  <a:pt x="39493" y="0"/>
                  <a:pt x="20270" y="270"/>
                  <a:pt x="28" y="1079"/>
                </a:cubicBezTo>
                <a:cubicBezTo>
                  <a:pt x="0" y="1088"/>
                  <a:pt x="174" y="11183"/>
                  <a:pt x="180" y="13813"/>
                </a:cubicBezTo>
                <a:cubicBezTo>
                  <a:pt x="195" y="18247"/>
                  <a:pt x="222" y="22095"/>
                  <a:pt x="222" y="22095"/>
                </a:cubicBezTo>
                <a:lnTo>
                  <a:pt x="112497" y="22095"/>
                </a:lnTo>
                <a:lnTo>
                  <a:pt x="112308" y="1079"/>
                </a:lnTo>
                <a:cubicBezTo>
                  <a:pt x="112308" y="1079"/>
                  <a:pt x="89395" y="0"/>
                  <a:pt x="5612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25" name="Google Shape;1625;p41"/>
          <p:cNvGrpSpPr/>
          <p:nvPr/>
        </p:nvGrpSpPr>
        <p:grpSpPr>
          <a:xfrm>
            <a:off x="8594305" y="2532264"/>
            <a:ext cx="424177" cy="392970"/>
            <a:chOff x="1098868" y="3880677"/>
            <a:chExt cx="424177" cy="392970"/>
          </a:xfrm>
        </p:grpSpPr>
        <p:sp>
          <p:nvSpPr>
            <p:cNvPr id="1626" name="Google Shape;1626;p41"/>
            <p:cNvSpPr/>
            <p:nvPr/>
          </p:nvSpPr>
          <p:spPr>
            <a:xfrm>
              <a:off x="1290004" y="4057547"/>
              <a:ext cx="204913" cy="167870"/>
            </a:xfrm>
            <a:custGeom>
              <a:avLst/>
              <a:gdLst/>
              <a:ahLst/>
              <a:cxnLst/>
              <a:rect l="l" t="t" r="r" b="b"/>
              <a:pathLst>
                <a:path w="2528" h="2071" extrusionOk="0">
                  <a:moveTo>
                    <a:pt x="613" y="0"/>
                  </a:moveTo>
                  <a:lnTo>
                    <a:pt x="0" y="493"/>
                  </a:lnTo>
                  <a:cubicBezTo>
                    <a:pt x="19" y="518"/>
                    <a:pt x="668" y="2071"/>
                    <a:pt x="1320" y="2071"/>
                  </a:cubicBezTo>
                  <a:cubicBezTo>
                    <a:pt x="1411" y="2071"/>
                    <a:pt x="1503" y="2040"/>
                    <a:pt x="1594" y="1969"/>
                  </a:cubicBezTo>
                  <a:cubicBezTo>
                    <a:pt x="2527" y="1238"/>
                    <a:pt x="613" y="0"/>
                    <a:pt x="613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41"/>
            <p:cNvSpPr/>
            <p:nvPr/>
          </p:nvSpPr>
          <p:spPr>
            <a:xfrm>
              <a:off x="1277035" y="3880677"/>
              <a:ext cx="174922" cy="175165"/>
            </a:xfrm>
            <a:custGeom>
              <a:avLst/>
              <a:gdLst/>
              <a:ahLst/>
              <a:cxnLst/>
              <a:rect l="l" t="t" r="r" b="b"/>
              <a:pathLst>
                <a:path w="2158" h="2161" extrusionOk="0">
                  <a:moveTo>
                    <a:pt x="1019" y="0"/>
                  </a:moveTo>
                  <a:cubicBezTo>
                    <a:pt x="198" y="0"/>
                    <a:pt x="0" y="1827"/>
                    <a:pt x="0" y="1827"/>
                  </a:cubicBezTo>
                  <a:lnTo>
                    <a:pt x="716" y="2161"/>
                  </a:lnTo>
                  <a:cubicBezTo>
                    <a:pt x="731" y="2126"/>
                    <a:pt x="2158" y="462"/>
                    <a:pt x="1316" y="73"/>
                  </a:cubicBezTo>
                  <a:cubicBezTo>
                    <a:pt x="1209" y="23"/>
                    <a:pt x="1110" y="0"/>
                    <a:pt x="1019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41"/>
            <p:cNvSpPr/>
            <p:nvPr/>
          </p:nvSpPr>
          <p:spPr>
            <a:xfrm>
              <a:off x="1098868" y="4028123"/>
              <a:ext cx="195673" cy="113643"/>
            </a:xfrm>
            <a:custGeom>
              <a:avLst/>
              <a:gdLst/>
              <a:ahLst/>
              <a:cxnLst/>
              <a:rect l="l" t="t" r="r" b="b"/>
              <a:pathLst>
                <a:path w="2414" h="1402" extrusionOk="0">
                  <a:moveTo>
                    <a:pt x="2220" y="78"/>
                  </a:moveTo>
                  <a:cubicBezTo>
                    <a:pt x="2185" y="91"/>
                    <a:pt x="0" y="1"/>
                    <a:pt x="216" y="906"/>
                  </a:cubicBezTo>
                  <a:cubicBezTo>
                    <a:pt x="303" y="1276"/>
                    <a:pt x="563" y="1402"/>
                    <a:pt x="875" y="1402"/>
                  </a:cubicBezTo>
                  <a:cubicBezTo>
                    <a:pt x="1529" y="1402"/>
                    <a:pt x="2413" y="849"/>
                    <a:pt x="2413" y="849"/>
                  </a:cubicBezTo>
                  <a:lnTo>
                    <a:pt x="2220" y="78"/>
                  </a:ln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41"/>
            <p:cNvSpPr/>
            <p:nvPr/>
          </p:nvSpPr>
          <p:spPr>
            <a:xfrm>
              <a:off x="1294462" y="3943092"/>
              <a:ext cx="228582" cy="162520"/>
            </a:xfrm>
            <a:custGeom>
              <a:avLst/>
              <a:gdLst/>
              <a:ahLst/>
              <a:cxnLst/>
              <a:rect l="l" t="t" r="r" b="b"/>
              <a:pathLst>
                <a:path w="2820" h="2005" extrusionOk="0">
                  <a:moveTo>
                    <a:pt x="1943" y="1"/>
                  </a:moveTo>
                  <a:cubicBezTo>
                    <a:pt x="1385" y="1"/>
                    <a:pt x="0" y="1063"/>
                    <a:pt x="0" y="1063"/>
                  </a:cubicBezTo>
                  <a:lnTo>
                    <a:pt x="154" y="1746"/>
                  </a:lnTo>
                  <a:cubicBezTo>
                    <a:pt x="154" y="1746"/>
                    <a:pt x="1076" y="2004"/>
                    <a:pt x="1752" y="2004"/>
                  </a:cubicBezTo>
                  <a:cubicBezTo>
                    <a:pt x="1979" y="2004"/>
                    <a:pt x="2177" y="1975"/>
                    <a:pt x="2305" y="1898"/>
                  </a:cubicBezTo>
                  <a:cubicBezTo>
                    <a:pt x="2819" y="1593"/>
                    <a:pt x="1664" y="1063"/>
                    <a:pt x="1664" y="1063"/>
                  </a:cubicBezTo>
                  <a:cubicBezTo>
                    <a:pt x="1664" y="1063"/>
                    <a:pt x="2422" y="536"/>
                    <a:pt x="2138" y="90"/>
                  </a:cubicBezTo>
                  <a:cubicBezTo>
                    <a:pt x="2100" y="28"/>
                    <a:pt x="2032" y="1"/>
                    <a:pt x="1943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41"/>
            <p:cNvSpPr/>
            <p:nvPr/>
          </p:nvSpPr>
          <p:spPr>
            <a:xfrm>
              <a:off x="1112405" y="3888702"/>
              <a:ext cx="215451" cy="201023"/>
            </a:xfrm>
            <a:custGeom>
              <a:avLst/>
              <a:gdLst/>
              <a:ahLst/>
              <a:cxnLst/>
              <a:rect l="l" t="t" r="r" b="b"/>
              <a:pathLst>
                <a:path w="2658" h="2480" extrusionOk="0">
                  <a:moveTo>
                    <a:pt x="1640" y="1"/>
                  </a:moveTo>
                  <a:cubicBezTo>
                    <a:pt x="1294" y="1"/>
                    <a:pt x="1350" y="1005"/>
                    <a:pt x="1350" y="1005"/>
                  </a:cubicBezTo>
                  <a:cubicBezTo>
                    <a:pt x="1350" y="1005"/>
                    <a:pt x="1008" y="831"/>
                    <a:pt x="694" y="831"/>
                  </a:cubicBezTo>
                  <a:cubicBezTo>
                    <a:pt x="522" y="831"/>
                    <a:pt x="358" y="883"/>
                    <a:pt x="264" y="1046"/>
                  </a:cubicBezTo>
                  <a:cubicBezTo>
                    <a:pt x="0" y="1506"/>
                    <a:pt x="2130" y="2479"/>
                    <a:pt x="2130" y="2479"/>
                  </a:cubicBezTo>
                  <a:lnTo>
                    <a:pt x="2657" y="2027"/>
                  </a:lnTo>
                  <a:cubicBezTo>
                    <a:pt x="2657" y="2027"/>
                    <a:pt x="2303" y="357"/>
                    <a:pt x="1787" y="51"/>
                  </a:cubicBezTo>
                  <a:cubicBezTo>
                    <a:pt x="1731" y="16"/>
                    <a:pt x="1682" y="1"/>
                    <a:pt x="1640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41"/>
            <p:cNvSpPr/>
            <p:nvPr/>
          </p:nvSpPr>
          <p:spPr>
            <a:xfrm>
              <a:off x="1154555" y="4064275"/>
              <a:ext cx="173301" cy="209372"/>
            </a:xfrm>
            <a:custGeom>
              <a:avLst/>
              <a:gdLst/>
              <a:ahLst/>
              <a:cxnLst/>
              <a:rect l="l" t="t" r="r" b="b"/>
              <a:pathLst>
                <a:path w="2138" h="2583" extrusionOk="0">
                  <a:moveTo>
                    <a:pt x="1511" y="1"/>
                  </a:moveTo>
                  <a:cubicBezTo>
                    <a:pt x="1511" y="1"/>
                    <a:pt x="120" y="974"/>
                    <a:pt x="30" y="1566"/>
                  </a:cubicBezTo>
                  <a:cubicBezTo>
                    <a:pt x="1" y="1771"/>
                    <a:pt x="118" y="1838"/>
                    <a:pt x="284" y="1838"/>
                  </a:cubicBezTo>
                  <a:cubicBezTo>
                    <a:pt x="597" y="1838"/>
                    <a:pt x="1080" y="1601"/>
                    <a:pt x="1080" y="1601"/>
                  </a:cubicBezTo>
                  <a:lnTo>
                    <a:pt x="1080" y="1601"/>
                  </a:lnTo>
                  <a:cubicBezTo>
                    <a:pt x="1080" y="1601"/>
                    <a:pt x="1010" y="2519"/>
                    <a:pt x="1539" y="2581"/>
                  </a:cubicBezTo>
                  <a:cubicBezTo>
                    <a:pt x="1546" y="2582"/>
                    <a:pt x="1553" y="2582"/>
                    <a:pt x="1560" y="2582"/>
                  </a:cubicBezTo>
                  <a:cubicBezTo>
                    <a:pt x="2071" y="2582"/>
                    <a:pt x="2137" y="306"/>
                    <a:pt x="2137" y="306"/>
                  </a:cubicBezTo>
                  <a:lnTo>
                    <a:pt x="1511" y="1"/>
                  </a:ln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41"/>
            <p:cNvSpPr/>
            <p:nvPr/>
          </p:nvSpPr>
          <p:spPr>
            <a:xfrm>
              <a:off x="1251177" y="4006804"/>
              <a:ext cx="113886" cy="114453"/>
            </a:xfrm>
            <a:custGeom>
              <a:avLst/>
              <a:gdLst/>
              <a:ahLst/>
              <a:cxnLst/>
              <a:rect l="l" t="t" r="r" b="b"/>
              <a:pathLst>
                <a:path w="1405" h="1412" extrusionOk="0">
                  <a:moveTo>
                    <a:pt x="701" y="0"/>
                  </a:moveTo>
                  <a:cubicBezTo>
                    <a:pt x="312" y="0"/>
                    <a:pt x="0" y="319"/>
                    <a:pt x="0" y="710"/>
                  </a:cubicBezTo>
                  <a:cubicBezTo>
                    <a:pt x="0" y="1099"/>
                    <a:pt x="312" y="1411"/>
                    <a:pt x="701" y="1411"/>
                  </a:cubicBezTo>
                  <a:cubicBezTo>
                    <a:pt x="1092" y="1411"/>
                    <a:pt x="1405" y="1099"/>
                    <a:pt x="1405" y="710"/>
                  </a:cubicBezTo>
                  <a:cubicBezTo>
                    <a:pt x="1405" y="319"/>
                    <a:pt x="1092" y="0"/>
                    <a:pt x="701" y="0"/>
                  </a:cubicBezTo>
                  <a:close/>
                </a:path>
              </a:pathLst>
            </a:custGeom>
            <a:solidFill>
              <a:srgbClr val="FFB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3" name="Google Shape;1633;p41"/>
          <p:cNvSpPr/>
          <p:nvPr/>
        </p:nvSpPr>
        <p:spPr>
          <a:xfrm>
            <a:off x="-486251" y="315299"/>
            <a:ext cx="2225360" cy="678317"/>
          </a:xfrm>
          <a:custGeom>
            <a:avLst/>
            <a:gdLst/>
            <a:ahLst/>
            <a:cxnLst/>
            <a:rect l="l" t="t" r="r" b="b"/>
            <a:pathLst>
              <a:path w="24293" h="7405" extrusionOk="0">
                <a:moveTo>
                  <a:pt x="15711" y="0"/>
                </a:moveTo>
                <a:cubicBezTo>
                  <a:pt x="13606" y="0"/>
                  <a:pt x="11570" y="1578"/>
                  <a:pt x="11114" y="3641"/>
                </a:cubicBezTo>
                <a:cubicBezTo>
                  <a:pt x="10395" y="2995"/>
                  <a:pt x="9427" y="2640"/>
                  <a:pt x="8461" y="2640"/>
                </a:cubicBezTo>
                <a:cubicBezTo>
                  <a:pt x="8126" y="2640"/>
                  <a:pt x="7791" y="2683"/>
                  <a:pt x="7467" y="2771"/>
                </a:cubicBezTo>
                <a:cubicBezTo>
                  <a:pt x="6215" y="3118"/>
                  <a:pt x="5164" y="4135"/>
                  <a:pt x="4775" y="5372"/>
                </a:cubicBezTo>
                <a:cubicBezTo>
                  <a:pt x="4409" y="5161"/>
                  <a:pt x="3991" y="5066"/>
                  <a:pt x="3555" y="5066"/>
                </a:cubicBezTo>
                <a:cubicBezTo>
                  <a:pt x="2120" y="5066"/>
                  <a:pt x="503" y="6101"/>
                  <a:pt x="0" y="7405"/>
                </a:cubicBezTo>
                <a:lnTo>
                  <a:pt x="24167" y="7405"/>
                </a:lnTo>
                <a:cubicBezTo>
                  <a:pt x="24167" y="7405"/>
                  <a:pt x="24292" y="7328"/>
                  <a:pt x="24167" y="7078"/>
                </a:cubicBezTo>
                <a:cubicBezTo>
                  <a:pt x="23431" y="5645"/>
                  <a:pt x="21919" y="4608"/>
                  <a:pt x="20306" y="4588"/>
                </a:cubicBezTo>
                <a:cubicBezTo>
                  <a:pt x="20278" y="2333"/>
                  <a:pt x="18379" y="252"/>
                  <a:pt x="16131" y="22"/>
                </a:cubicBezTo>
                <a:cubicBezTo>
                  <a:pt x="15991" y="7"/>
                  <a:pt x="15851" y="0"/>
                  <a:pt x="1571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4" name="Google Shape;1634;p41"/>
          <p:cNvSpPr/>
          <p:nvPr/>
        </p:nvSpPr>
        <p:spPr>
          <a:xfrm flipH="1">
            <a:off x="-205425" y="2793771"/>
            <a:ext cx="1289230" cy="392983"/>
          </a:xfrm>
          <a:custGeom>
            <a:avLst/>
            <a:gdLst/>
            <a:ahLst/>
            <a:cxnLst/>
            <a:rect l="l" t="t" r="r" b="b"/>
            <a:pathLst>
              <a:path w="24293" h="7405" extrusionOk="0">
                <a:moveTo>
                  <a:pt x="15711" y="0"/>
                </a:moveTo>
                <a:cubicBezTo>
                  <a:pt x="13606" y="0"/>
                  <a:pt x="11570" y="1578"/>
                  <a:pt x="11114" y="3641"/>
                </a:cubicBezTo>
                <a:cubicBezTo>
                  <a:pt x="10395" y="2995"/>
                  <a:pt x="9427" y="2640"/>
                  <a:pt x="8461" y="2640"/>
                </a:cubicBezTo>
                <a:cubicBezTo>
                  <a:pt x="8126" y="2640"/>
                  <a:pt x="7791" y="2683"/>
                  <a:pt x="7467" y="2771"/>
                </a:cubicBezTo>
                <a:cubicBezTo>
                  <a:pt x="6215" y="3118"/>
                  <a:pt x="5164" y="4135"/>
                  <a:pt x="4775" y="5372"/>
                </a:cubicBezTo>
                <a:cubicBezTo>
                  <a:pt x="4409" y="5161"/>
                  <a:pt x="3991" y="5066"/>
                  <a:pt x="3555" y="5066"/>
                </a:cubicBezTo>
                <a:cubicBezTo>
                  <a:pt x="2120" y="5066"/>
                  <a:pt x="503" y="6101"/>
                  <a:pt x="0" y="7405"/>
                </a:cubicBezTo>
                <a:lnTo>
                  <a:pt x="24167" y="7405"/>
                </a:lnTo>
                <a:cubicBezTo>
                  <a:pt x="24167" y="7405"/>
                  <a:pt x="24292" y="7328"/>
                  <a:pt x="24167" y="7078"/>
                </a:cubicBezTo>
                <a:cubicBezTo>
                  <a:pt x="23431" y="5645"/>
                  <a:pt x="21919" y="4608"/>
                  <a:pt x="20306" y="4588"/>
                </a:cubicBezTo>
                <a:cubicBezTo>
                  <a:pt x="20278" y="2333"/>
                  <a:pt x="18379" y="252"/>
                  <a:pt x="16131" y="22"/>
                </a:cubicBezTo>
                <a:cubicBezTo>
                  <a:pt x="15991" y="7"/>
                  <a:pt x="15851" y="0"/>
                  <a:pt x="1571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5" name="Google Shape;1635;p41"/>
          <p:cNvSpPr/>
          <p:nvPr/>
        </p:nvSpPr>
        <p:spPr>
          <a:xfrm flipH="1">
            <a:off x="7603305" y="1139399"/>
            <a:ext cx="1651195" cy="503318"/>
          </a:xfrm>
          <a:custGeom>
            <a:avLst/>
            <a:gdLst/>
            <a:ahLst/>
            <a:cxnLst/>
            <a:rect l="l" t="t" r="r" b="b"/>
            <a:pathLst>
              <a:path w="24293" h="7405" extrusionOk="0">
                <a:moveTo>
                  <a:pt x="15711" y="0"/>
                </a:moveTo>
                <a:cubicBezTo>
                  <a:pt x="13606" y="0"/>
                  <a:pt x="11570" y="1578"/>
                  <a:pt x="11114" y="3641"/>
                </a:cubicBezTo>
                <a:cubicBezTo>
                  <a:pt x="10395" y="2995"/>
                  <a:pt x="9427" y="2640"/>
                  <a:pt x="8461" y="2640"/>
                </a:cubicBezTo>
                <a:cubicBezTo>
                  <a:pt x="8126" y="2640"/>
                  <a:pt x="7791" y="2683"/>
                  <a:pt x="7467" y="2771"/>
                </a:cubicBezTo>
                <a:cubicBezTo>
                  <a:pt x="6215" y="3118"/>
                  <a:pt x="5164" y="4135"/>
                  <a:pt x="4775" y="5372"/>
                </a:cubicBezTo>
                <a:cubicBezTo>
                  <a:pt x="4409" y="5161"/>
                  <a:pt x="3991" y="5066"/>
                  <a:pt x="3555" y="5066"/>
                </a:cubicBezTo>
                <a:cubicBezTo>
                  <a:pt x="2120" y="5066"/>
                  <a:pt x="503" y="6101"/>
                  <a:pt x="0" y="7405"/>
                </a:cubicBezTo>
                <a:lnTo>
                  <a:pt x="24167" y="7405"/>
                </a:lnTo>
                <a:cubicBezTo>
                  <a:pt x="24167" y="7405"/>
                  <a:pt x="24292" y="7328"/>
                  <a:pt x="24167" y="7078"/>
                </a:cubicBezTo>
                <a:cubicBezTo>
                  <a:pt x="23431" y="5645"/>
                  <a:pt x="21919" y="4608"/>
                  <a:pt x="20306" y="4588"/>
                </a:cubicBezTo>
                <a:cubicBezTo>
                  <a:pt x="20278" y="2333"/>
                  <a:pt x="18379" y="252"/>
                  <a:pt x="16131" y="22"/>
                </a:cubicBezTo>
                <a:cubicBezTo>
                  <a:pt x="15991" y="7"/>
                  <a:pt x="15851" y="0"/>
                  <a:pt x="1571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36" name="Google Shape;1636;p41"/>
          <p:cNvGrpSpPr/>
          <p:nvPr/>
        </p:nvGrpSpPr>
        <p:grpSpPr>
          <a:xfrm>
            <a:off x="7443622" y="3439311"/>
            <a:ext cx="336839" cy="312057"/>
            <a:chOff x="1098868" y="3880677"/>
            <a:chExt cx="424177" cy="392970"/>
          </a:xfrm>
        </p:grpSpPr>
        <p:sp>
          <p:nvSpPr>
            <p:cNvPr id="1637" name="Google Shape;1637;p41"/>
            <p:cNvSpPr/>
            <p:nvPr/>
          </p:nvSpPr>
          <p:spPr>
            <a:xfrm>
              <a:off x="1290004" y="4057547"/>
              <a:ext cx="204913" cy="167870"/>
            </a:xfrm>
            <a:custGeom>
              <a:avLst/>
              <a:gdLst/>
              <a:ahLst/>
              <a:cxnLst/>
              <a:rect l="l" t="t" r="r" b="b"/>
              <a:pathLst>
                <a:path w="2528" h="2071" extrusionOk="0">
                  <a:moveTo>
                    <a:pt x="613" y="0"/>
                  </a:moveTo>
                  <a:lnTo>
                    <a:pt x="0" y="493"/>
                  </a:lnTo>
                  <a:cubicBezTo>
                    <a:pt x="19" y="518"/>
                    <a:pt x="668" y="2071"/>
                    <a:pt x="1320" y="2071"/>
                  </a:cubicBezTo>
                  <a:cubicBezTo>
                    <a:pt x="1411" y="2071"/>
                    <a:pt x="1503" y="2040"/>
                    <a:pt x="1594" y="1969"/>
                  </a:cubicBezTo>
                  <a:cubicBezTo>
                    <a:pt x="2527" y="1238"/>
                    <a:pt x="613" y="0"/>
                    <a:pt x="613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41"/>
            <p:cNvSpPr/>
            <p:nvPr/>
          </p:nvSpPr>
          <p:spPr>
            <a:xfrm>
              <a:off x="1277035" y="3880677"/>
              <a:ext cx="174922" cy="175165"/>
            </a:xfrm>
            <a:custGeom>
              <a:avLst/>
              <a:gdLst/>
              <a:ahLst/>
              <a:cxnLst/>
              <a:rect l="l" t="t" r="r" b="b"/>
              <a:pathLst>
                <a:path w="2158" h="2161" extrusionOk="0">
                  <a:moveTo>
                    <a:pt x="1019" y="0"/>
                  </a:moveTo>
                  <a:cubicBezTo>
                    <a:pt x="198" y="0"/>
                    <a:pt x="0" y="1827"/>
                    <a:pt x="0" y="1827"/>
                  </a:cubicBezTo>
                  <a:lnTo>
                    <a:pt x="716" y="2161"/>
                  </a:lnTo>
                  <a:cubicBezTo>
                    <a:pt x="731" y="2126"/>
                    <a:pt x="2158" y="462"/>
                    <a:pt x="1316" y="73"/>
                  </a:cubicBezTo>
                  <a:cubicBezTo>
                    <a:pt x="1209" y="23"/>
                    <a:pt x="1110" y="0"/>
                    <a:pt x="1019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41"/>
            <p:cNvSpPr/>
            <p:nvPr/>
          </p:nvSpPr>
          <p:spPr>
            <a:xfrm>
              <a:off x="1098868" y="4028123"/>
              <a:ext cx="195673" cy="113643"/>
            </a:xfrm>
            <a:custGeom>
              <a:avLst/>
              <a:gdLst/>
              <a:ahLst/>
              <a:cxnLst/>
              <a:rect l="l" t="t" r="r" b="b"/>
              <a:pathLst>
                <a:path w="2414" h="1402" extrusionOk="0">
                  <a:moveTo>
                    <a:pt x="2220" y="78"/>
                  </a:moveTo>
                  <a:cubicBezTo>
                    <a:pt x="2185" y="91"/>
                    <a:pt x="0" y="1"/>
                    <a:pt x="216" y="906"/>
                  </a:cubicBezTo>
                  <a:cubicBezTo>
                    <a:pt x="303" y="1276"/>
                    <a:pt x="563" y="1402"/>
                    <a:pt x="875" y="1402"/>
                  </a:cubicBezTo>
                  <a:cubicBezTo>
                    <a:pt x="1529" y="1402"/>
                    <a:pt x="2413" y="849"/>
                    <a:pt x="2413" y="849"/>
                  </a:cubicBezTo>
                  <a:lnTo>
                    <a:pt x="2220" y="78"/>
                  </a:ln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41"/>
            <p:cNvSpPr/>
            <p:nvPr/>
          </p:nvSpPr>
          <p:spPr>
            <a:xfrm>
              <a:off x="1294462" y="3943092"/>
              <a:ext cx="228582" cy="162520"/>
            </a:xfrm>
            <a:custGeom>
              <a:avLst/>
              <a:gdLst/>
              <a:ahLst/>
              <a:cxnLst/>
              <a:rect l="l" t="t" r="r" b="b"/>
              <a:pathLst>
                <a:path w="2820" h="2005" extrusionOk="0">
                  <a:moveTo>
                    <a:pt x="1943" y="1"/>
                  </a:moveTo>
                  <a:cubicBezTo>
                    <a:pt x="1385" y="1"/>
                    <a:pt x="0" y="1063"/>
                    <a:pt x="0" y="1063"/>
                  </a:cubicBezTo>
                  <a:lnTo>
                    <a:pt x="154" y="1746"/>
                  </a:lnTo>
                  <a:cubicBezTo>
                    <a:pt x="154" y="1746"/>
                    <a:pt x="1076" y="2004"/>
                    <a:pt x="1752" y="2004"/>
                  </a:cubicBezTo>
                  <a:cubicBezTo>
                    <a:pt x="1979" y="2004"/>
                    <a:pt x="2177" y="1975"/>
                    <a:pt x="2305" y="1898"/>
                  </a:cubicBezTo>
                  <a:cubicBezTo>
                    <a:pt x="2819" y="1593"/>
                    <a:pt x="1664" y="1063"/>
                    <a:pt x="1664" y="1063"/>
                  </a:cubicBezTo>
                  <a:cubicBezTo>
                    <a:pt x="1664" y="1063"/>
                    <a:pt x="2422" y="536"/>
                    <a:pt x="2138" y="90"/>
                  </a:cubicBezTo>
                  <a:cubicBezTo>
                    <a:pt x="2100" y="28"/>
                    <a:pt x="2032" y="1"/>
                    <a:pt x="1943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41"/>
            <p:cNvSpPr/>
            <p:nvPr/>
          </p:nvSpPr>
          <p:spPr>
            <a:xfrm>
              <a:off x="1112405" y="3888702"/>
              <a:ext cx="215451" cy="201023"/>
            </a:xfrm>
            <a:custGeom>
              <a:avLst/>
              <a:gdLst/>
              <a:ahLst/>
              <a:cxnLst/>
              <a:rect l="l" t="t" r="r" b="b"/>
              <a:pathLst>
                <a:path w="2658" h="2480" extrusionOk="0">
                  <a:moveTo>
                    <a:pt x="1640" y="1"/>
                  </a:moveTo>
                  <a:cubicBezTo>
                    <a:pt x="1294" y="1"/>
                    <a:pt x="1350" y="1005"/>
                    <a:pt x="1350" y="1005"/>
                  </a:cubicBezTo>
                  <a:cubicBezTo>
                    <a:pt x="1350" y="1005"/>
                    <a:pt x="1008" y="831"/>
                    <a:pt x="694" y="831"/>
                  </a:cubicBezTo>
                  <a:cubicBezTo>
                    <a:pt x="522" y="831"/>
                    <a:pt x="358" y="883"/>
                    <a:pt x="264" y="1046"/>
                  </a:cubicBezTo>
                  <a:cubicBezTo>
                    <a:pt x="0" y="1506"/>
                    <a:pt x="2130" y="2479"/>
                    <a:pt x="2130" y="2479"/>
                  </a:cubicBezTo>
                  <a:lnTo>
                    <a:pt x="2657" y="2027"/>
                  </a:lnTo>
                  <a:cubicBezTo>
                    <a:pt x="2657" y="2027"/>
                    <a:pt x="2303" y="357"/>
                    <a:pt x="1787" y="51"/>
                  </a:cubicBezTo>
                  <a:cubicBezTo>
                    <a:pt x="1731" y="16"/>
                    <a:pt x="1682" y="1"/>
                    <a:pt x="1640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41"/>
            <p:cNvSpPr/>
            <p:nvPr/>
          </p:nvSpPr>
          <p:spPr>
            <a:xfrm>
              <a:off x="1154555" y="4064275"/>
              <a:ext cx="173301" cy="209372"/>
            </a:xfrm>
            <a:custGeom>
              <a:avLst/>
              <a:gdLst/>
              <a:ahLst/>
              <a:cxnLst/>
              <a:rect l="l" t="t" r="r" b="b"/>
              <a:pathLst>
                <a:path w="2138" h="2583" extrusionOk="0">
                  <a:moveTo>
                    <a:pt x="1511" y="1"/>
                  </a:moveTo>
                  <a:cubicBezTo>
                    <a:pt x="1511" y="1"/>
                    <a:pt x="120" y="974"/>
                    <a:pt x="30" y="1566"/>
                  </a:cubicBezTo>
                  <a:cubicBezTo>
                    <a:pt x="1" y="1771"/>
                    <a:pt x="118" y="1838"/>
                    <a:pt x="284" y="1838"/>
                  </a:cubicBezTo>
                  <a:cubicBezTo>
                    <a:pt x="597" y="1838"/>
                    <a:pt x="1080" y="1601"/>
                    <a:pt x="1080" y="1601"/>
                  </a:cubicBezTo>
                  <a:lnTo>
                    <a:pt x="1080" y="1601"/>
                  </a:lnTo>
                  <a:cubicBezTo>
                    <a:pt x="1080" y="1601"/>
                    <a:pt x="1010" y="2519"/>
                    <a:pt x="1539" y="2581"/>
                  </a:cubicBezTo>
                  <a:cubicBezTo>
                    <a:pt x="1546" y="2582"/>
                    <a:pt x="1553" y="2582"/>
                    <a:pt x="1560" y="2582"/>
                  </a:cubicBezTo>
                  <a:cubicBezTo>
                    <a:pt x="2071" y="2582"/>
                    <a:pt x="2137" y="306"/>
                    <a:pt x="2137" y="306"/>
                  </a:cubicBezTo>
                  <a:lnTo>
                    <a:pt x="1511" y="1"/>
                  </a:ln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41"/>
            <p:cNvSpPr/>
            <p:nvPr/>
          </p:nvSpPr>
          <p:spPr>
            <a:xfrm>
              <a:off x="1251177" y="4006804"/>
              <a:ext cx="113886" cy="114453"/>
            </a:xfrm>
            <a:custGeom>
              <a:avLst/>
              <a:gdLst/>
              <a:ahLst/>
              <a:cxnLst/>
              <a:rect l="l" t="t" r="r" b="b"/>
              <a:pathLst>
                <a:path w="1405" h="1412" extrusionOk="0">
                  <a:moveTo>
                    <a:pt x="701" y="0"/>
                  </a:moveTo>
                  <a:cubicBezTo>
                    <a:pt x="312" y="0"/>
                    <a:pt x="0" y="319"/>
                    <a:pt x="0" y="710"/>
                  </a:cubicBezTo>
                  <a:cubicBezTo>
                    <a:pt x="0" y="1099"/>
                    <a:pt x="312" y="1411"/>
                    <a:pt x="701" y="1411"/>
                  </a:cubicBezTo>
                  <a:cubicBezTo>
                    <a:pt x="1092" y="1411"/>
                    <a:pt x="1405" y="1099"/>
                    <a:pt x="1405" y="710"/>
                  </a:cubicBezTo>
                  <a:cubicBezTo>
                    <a:pt x="1405" y="319"/>
                    <a:pt x="1092" y="0"/>
                    <a:pt x="701" y="0"/>
                  </a:cubicBezTo>
                  <a:close/>
                </a:path>
              </a:pathLst>
            </a:custGeom>
            <a:solidFill>
              <a:srgbClr val="FFB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44" name="Google Shape;1644;p41"/>
          <p:cNvGrpSpPr/>
          <p:nvPr/>
        </p:nvGrpSpPr>
        <p:grpSpPr>
          <a:xfrm>
            <a:off x="8181222" y="4403111"/>
            <a:ext cx="336839" cy="312057"/>
            <a:chOff x="1098868" y="3880677"/>
            <a:chExt cx="424177" cy="392970"/>
          </a:xfrm>
        </p:grpSpPr>
        <p:sp>
          <p:nvSpPr>
            <p:cNvPr id="1645" name="Google Shape;1645;p41"/>
            <p:cNvSpPr/>
            <p:nvPr/>
          </p:nvSpPr>
          <p:spPr>
            <a:xfrm>
              <a:off x="1290004" y="4057547"/>
              <a:ext cx="204913" cy="167870"/>
            </a:xfrm>
            <a:custGeom>
              <a:avLst/>
              <a:gdLst/>
              <a:ahLst/>
              <a:cxnLst/>
              <a:rect l="l" t="t" r="r" b="b"/>
              <a:pathLst>
                <a:path w="2528" h="2071" extrusionOk="0">
                  <a:moveTo>
                    <a:pt x="613" y="0"/>
                  </a:moveTo>
                  <a:lnTo>
                    <a:pt x="0" y="493"/>
                  </a:lnTo>
                  <a:cubicBezTo>
                    <a:pt x="19" y="518"/>
                    <a:pt x="668" y="2071"/>
                    <a:pt x="1320" y="2071"/>
                  </a:cubicBezTo>
                  <a:cubicBezTo>
                    <a:pt x="1411" y="2071"/>
                    <a:pt x="1503" y="2040"/>
                    <a:pt x="1594" y="1969"/>
                  </a:cubicBezTo>
                  <a:cubicBezTo>
                    <a:pt x="2527" y="1238"/>
                    <a:pt x="613" y="0"/>
                    <a:pt x="613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41"/>
            <p:cNvSpPr/>
            <p:nvPr/>
          </p:nvSpPr>
          <p:spPr>
            <a:xfrm>
              <a:off x="1277035" y="3880677"/>
              <a:ext cx="174922" cy="175165"/>
            </a:xfrm>
            <a:custGeom>
              <a:avLst/>
              <a:gdLst/>
              <a:ahLst/>
              <a:cxnLst/>
              <a:rect l="l" t="t" r="r" b="b"/>
              <a:pathLst>
                <a:path w="2158" h="2161" extrusionOk="0">
                  <a:moveTo>
                    <a:pt x="1019" y="0"/>
                  </a:moveTo>
                  <a:cubicBezTo>
                    <a:pt x="198" y="0"/>
                    <a:pt x="0" y="1827"/>
                    <a:pt x="0" y="1827"/>
                  </a:cubicBezTo>
                  <a:lnTo>
                    <a:pt x="716" y="2161"/>
                  </a:lnTo>
                  <a:cubicBezTo>
                    <a:pt x="731" y="2126"/>
                    <a:pt x="2158" y="462"/>
                    <a:pt x="1316" y="73"/>
                  </a:cubicBezTo>
                  <a:cubicBezTo>
                    <a:pt x="1209" y="23"/>
                    <a:pt x="1110" y="0"/>
                    <a:pt x="1019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41"/>
            <p:cNvSpPr/>
            <p:nvPr/>
          </p:nvSpPr>
          <p:spPr>
            <a:xfrm>
              <a:off x="1098868" y="4028123"/>
              <a:ext cx="195673" cy="113643"/>
            </a:xfrm>
            <a:custGeom>
              <a:avLst/>
              <a:gdLst/>
              <a:ahLst/>
              <a:cxnLst/>
              <a:rect l="l" t="t" r="r" b="b"/>
              <a:pathLst>
                <a:path w="2414" h="1402" extrusionOk="0">
                  <a:moveTo>
                    <a:pt x="2220" y="78"/>
                  </a:moveTo>
                  <a:cubicBezTo>
                    <a:pt x="2185" y="91"/>
                    <a:pt x="0" y="1"/>
                    <a:pt x="216" y="906"/>
                  </a:cubicBezTo>
                  <a:cubicBezTo>
                    <a:pt x="303" y="1276"/>
                    <a:pt x="563" y="1402"/>
                    <a:pt x="875" y="1402"/>
                  </a:cubicBezTo>
                  <a:cubicBezTo>
                    <a:pt x="1529" y="1402"/>
                    <a:pt x="2413" y="849"/>
                    <a:pt x="2413" y="849"/>
                  </a:cubicBezTo>
                  <a:lnTo>
                    <a:pt x="2220" y="78"/>
                  </a:ln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41"/>
            <p:cNvSpPr/>
            <p:nvPr/>
          </p:nvSpPr>
          <p:spPr>
            <a:xfrm>
              <a:off x="1294462" y="3943092"/>
              <a:ext cx="228582" cy="162520"/>
            </a:xfrm>
            <a:custGeom>
              <a:avLst/>
              <a:gdLst/>
              <a:ahLst/>
              <a:cxnLst/>
              <a:rect l="l" t="t" r="r" b="b"/>
              <a:pathLst>
                <a:path w="2820" h="2005" extrusionOk="0">
                  <a:moveTo>
                    <a:pt x="1943" y="1"/>
                  </a:moveTo>
                  <a:cubicBezTo>
                    <a:pt x="1385" y="1"/>
                    <a:pt x="0" y="1063"/>
                    <a:pt x="0" y="1063"/>
                  </a:cubicBezTo>
                  <a:lnTo>
                    <a:pt x="154" y="1746"/>
                  </a:lnTo>
                  <a:cubicBezTo>
                    <a:pt x="154" y="1746"/>
                    <a:pt x="1076" y="2004"/>
                    <a:pt x="1752" y="2004"/>
                  </a:cubicBezTo>
                  <a:cubicBezTo>
                    <a:pt x="1979" y="2004"/>
                    <a:pt x="2177" y="1975"/>
                    <a:pt x="2305" y="1898"/>
                  </a:cubicBezTo>
                  <a:cubicBezTo>
                    <a:pt x="2819" y="1593"/>
                    <a:pt x="1664" y="1063"/>
                    <a:pt x="1664" y="1063"/>
                  </a:cubicBezTo>
                  <a:cubicBezTo>
                    <a:pt x="1664" y="1063"/>
                    <a:pt x="2422" y="536"/>
                    <a:pt x="2138" y="90"/>
                  </a:cubicBezTo>
                  <a:cubicBezTo>
                    <a:pt x="2100" y="28"/>
                    <a:pt x="2032" y="1"/>
                    <a:pt x="1943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41"/>
            <p:cNvSpPr/>
            <p:nvPr/>
          </p:nvSpPr>
          <p:spPr>
            <a:xfrm>
              <a:off x="1112405" y="3888702"/>
              <a:ext cx="215451" cy="201023"/>
            </a:xfrm>
            <a:custGeom>
              <a:avLst/>
              <a:gdLst/>
              <a:ahLst/>
              <a:cxnLst/>
              <a:rect l="l" t="t" r="r" b="b"/>
              <a:pathLst>
                <a:path w="2658" h="2480" extrusionOk="0">
                  <a:moveTo>
                    <a:pt x="1640" y="1"/>
                  </a:moveTo>
                  <a:cubicBezTo>
                    <a:pt x="1294" y="1"/>
                    <a:pt x="1350" y="1005"/>
                    <a:pt x="1350" y="1005"/>
                  </a:cubicBezTo>
                  <a:cubicBezTo>
                    <a:pt x="1350" y="1005"/>
                    <a:pt x="1008" y="831"/>
                    <a:pt x="694" y="831"/>
                  </a:cubicBezTo>
                  <a:cubicBezTo>
                    <a:pt x="522" y="831"/>
                    <a:pt x="358" y="883"/>
                    <a:pt x="264" y="1046"/>
                  </a:cubicBezTo>
                  <a:cubicBezTo>
                    <a:pt x="0" y="1506"/>
                    <a:pt x="2130" y="2479"/>
                    <a:pt x="2130" y="2479"/>
                  </a:cubicBezTo>
                  <a:lnTo>
                    <a:pt x="2657" y="2027"/>
                  </a:lnTo>
                  <a:cubicBezTo>
                    <a:pt x="2657" y="2027"/>
                    <a:pt x="2303" y="357"/>
                    <a:pt x="1787" y="51"/>
                  </a:cubicBezTo>
                  <a:cubicBezTo>
                    <a:pt x="1731" y="16"/>
                    <a:pt x="1682" y="1"/>
                    <a:pt x="1640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41"/>
            <p:cNvSpPr/>
            <p:nvPr/>
          </p:nvSpPr>
          <p:spPr>
            <a:xfrm>
              <a:off x="1154555" y="4064275"/>
              <a:ext cx="173301" cy="209372"/>
            </a:xfrm>
            <a:custGeom>
              <a:avLst/>
              <a:gdLst/>
              <a:ahLst/>
              <a:cxnLst/>
              <a:rect l="l" t="t" r="r" b="b"/>
              <a:pathLst>
                <a:path w="2138" h="2583" extrusionOk="0">
                  <a:moveTo>
                    <a:pt x="1511" y="1"/>
                  </a:moveTo>
                  <a:cubicBezTo>
                    <a:pt x="1511" y="1"/>
                    <a:pt x="120" y="974"/>
                    <a:pt x="30" y="1566"/>
                  </a:cubicBezTo>
                  <a:cubicBezTo>
                    <a:pt x="1" y="1771"/>
                    <a:pt x="118" y="1838"/>
                    <a:pt x="284" y="1838"/>
                  </a:cubicBezTo>
                  <a:cubicBezTo>
                    <a:pt x="597" y="1838"/>
                    <a:pt x="1080" y="1601"/>
                    <a:pt x="1080" y="1601"/>
                  </a:cubicBezTo>
                  <a:lnTo>
                    <a:pt x="1080" y="1601"/>
                  </a:lnTo>
                  <a:cubicBezTo>
                    <a:pt x="1080" y="1601"/>
                    <a:pt x="1010" y="2519"/>
                    <a:pt x="1539" y="2581"/>
                  </a:cubicBezTo>
                  <a:cubicBezTo>
                    <a:pt x="1546" y="2582"/>
                    <a:pt x="1553" y="2582"/>
                    <a:pt x="1560" y="2582"/>
                  </a:cubicBezTo>
                  <a:cubicBezTo>
                    <a:pt x="2071" y="2582"/>
                    <a:pt x="2137" y="306"/>
                    <a:pt x="2137" y="306"/>
                  </a:cubicBezTo>
                  <a:lnTo>
                    <a:pt x="1511" y="1"/>
                  </a:ln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41"/>
            <p:cNvSpPr/>
            <p:nvPr/>
          </p:nvSpPr>
          <p:spPr>
            <a:xfrm>
              <a:off x="1251177" y="4006804"/>
              <a:ext cx="113886" cy="114453"/>
            </a:xfrm>
            <a:custGeom>
              <a:avLst/>
              <a:gdLst/>
              <a:ahLst/>
              <a:cxnLst/>
              <a:rect l="l" t="t" r="r" b="b"/>
              <a:pathLst>
                <a:path w="1405" h="1412" extrusionOk="0">
                  <a:moveTo>
                    <a:pt x="701" y="0"/>
                  </a:moveTo>
                  <a:cubicBezTo>
                    <a:pt x="312" y="0"/>
                    <a:pt x="0" y="319"/>
                    <a:pt x="0" y="710"/>
                  </a:cubicBezTo>
                  <a:cubicBezTo>
                    <a:pt x="0" y="1099"/>
                    <a:pt x="312" y="1411"/>
                    <a:pt x="701" y="1411"/>
                  </a:cubicBezTo>
                  <a:cubicBezTo>
                    <a:pt x="1092" y="1411"/>
                    <a:pt x="1405" y="1099"/>
                    <a:pt x="1405" y="710"/>
                  </a:cubicBezTo>
                  <a:cubicBezTo>
                    <a:pt x="1405" y="319"/>
                    <a:pt x="1092" y="0"/>
                    <a:pt x="701" y="0"/>
                  </a:cubicBezTo>
                  <a:close/>
                </a:path>
              </a:pathLst>
            </a:custGeom>
            <a:solidFill>
              <a:srgbClr val="FFB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52" name="Google Shape;1652;p41"/>
          <p:cNvGrpSpPr/>
          <p:nvPr/>
        </p:nvGrpSpPr>
        <p:grpSpPr>
          <a:xfrm>
            <a:off x="598755" y="4391043"/>
            <a:ext cx="424177" cy="393009"/>
            <a:chOff x="1098868" y="3880677"/>
            <a:chExt cx="424177" cy="392970"/>
          </a:xfrm>
        </p:grpSpPr>
        <p:sp>
          <p:nvSpPr>
            <p:cNvPr id="1653" name="Google Shape;1653;p41"/>
            <p:cNvSpPr/>
            <p:nvPr/>
          </p:nvSpPr>
          <p:spPr>
            <a:xfrm>
              <a:off x="1290004" y="4057547"/>
              <a:ext cx="204913" cy="167870"/>
            </a:xfrm>
            <a:custGeom>
              <a:avLst/>
              <a:gdLst/>
              <a:ahLst/>
              <a:cxnLst/>
              <a:rect l="l" t="t" r="r" b="b"/>
              <a:pathLst>
                <a:path w="2528" h="2071" extrusionOk="0">
                  <a:moveTo>
                    <a:pt x="613" y="0"/>
                  </a:moveTo>
                  <a:lnTo>
                    <a:pt x="0" y="493"/>
                  </a:lnTo>
                  <a:cubicBezTo>
                    <a:pt x="19" y="518"/>
                    <a:pt x="668" y="2071"/>
                    <a:pt x="1320" y="2071"/>
                  </a:cubicBezTo>
                  <a:cubicBezTo>
                    <a:pt x="1411" y="2071"/>
                    <a:pt x="1503" y="2040"/>
                    <a:pt x="1594" y="1969"/>
                  </a:cubicBezTo>
                  <a:cubicBezTo>
                    <a:pt x="2527" y="1238"/>
                    <a:pt x="613" y="0"/>
                    <a:pt x="613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41"/>
            <p:cNvSpPr/>
            <p:nvPr/>
          </p:nvSpPr>
          <p:spPr>
            <a:xfrm>
              <a:off x="1277035" y="3880677"/>
              <a:ext cx="174922" cy="175165"/>
            </a:xfrm>
            <a:custGeom>
              <a:avLst/>
              <a:gdLst/>
              <a:ahLst/>
              <a:cxnLst/>
              <a:rect l="l" t="t" r="r" b="b"/>
              <a:pathLst>
                <a:path w="2158" h="2161" extrusionOk="0">
                  <a:moveTo>
                    <a:pt x="1019" y="0"/>
                  </a:moveTo>
                  <a:cubicBezTo>
                    <a:pt x="198" y="0"/>
                    <a:pt x="0" y="1827"/>
                    <a:pt x="0" y="1827"/>
                  </a:cubicBezTo>
                  <a:lnTo>
                    <a:pt x="716" y="2161"/>
                  </a:lnTo>
                  <a:cubicBezTo>
                    <a:pt x="731" y="2126"/>
                    <a:pt x="2158" y="462"/>
                    <a:pt x="1316" y="73"/>
                  </a:cubicBezTo>
                  <a:cubicBezTo>
                    <a:pt x="1209" y="23"/>
                    <a:pt x="1110" y="0"/>
                    <a:pt x="1019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41"/>
            <p:cNvSpPr/>
            <p:nvPr/>
          </p:nvSpPr>
          <p:spPr>
            <a:xfrm>
              <a:off x="1098868" y="4028123"/>
              <a:ext cx="195673" cy="113643"/>
            </a:xfrm>
            <a:custGeom>
              <a:avLst/>
              <a:gdLst/>
              <a:ahLst/>
              <a:cxnLst/>
              <a:rect l="l" t="t" r="r" b="b"/>
              <a:pathLst>
                <a:path w="2414" h="1402" extrusionOk="0">
                  <a:moveTo>
                    <a:pt x="2220" y="78"/>
                  </a:moveTo>
                  <a:cubicBezTo>
                    <a:pt x="2185" y="91"/>
                    <a:pt x="0" y="1"/>
                    <a:pt x="216" y="906"/>
                  </a:cubicBezTo>
                  <a:cubicBezTo>
                    <a:pt x="303" y="1276"/>
                    <a:pt x="563" y="1402"/>
                    <a:pt x="875" y="1402"/>
                  </a:cubicBezTo>
                  <a:cubicBezTo>
                    <a:pt x="1529" y="1402"/>
                    <a:pt x="2413" y="849"/>
                    <a:pt x="2413" y="849"/>
                  </a:cubicBezTo>
                  <a:lnTo>
                    <a:pt x="2220" y="78"/>
                  </a:ln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41"/>
            <p:cNvSpPr/>
            <p:nvPr/>
          </p:nvSpPr>
          <p:spPr>
            <a:xfrm>
              <a:off x="1294462" y="3943092"/>
              <a:ext cx="228582" cy="162520"/>
            </a:xfrm>
            <a:custGeom>
              <a:avLst/>
              <a:gdLst/>
              <a:ahLst/>
              <a:cxnLst/>
              <a:rect l="l" t="t" r="r" b="b"/>
              <a:pathLst>
                <a:path w="2820" h="2005" extrusionOk="0">
                  <a:moveTo>
                    <a:pt x="1943" y="1"/>
                  </a:moveTo>
                  <a:cubicBezTo>
                    <a:pt x="1385" y="1"/>
                    <a:pt x="0" y="1063"/>
                    <a:pt x="0" y="1063"/>
                  </a:cubicBezTo>
                  <a:lnTo>
                    <a:pt x="154" y="1746"/>
                  </a:lnTo>
                  <a:cubicBezTo>
                    <a:pt x="154" y="1746"/>
                    <a:pt x="1076" y="2004"/>
                    <a:pt x="1752" y="2004"/>
                  </a:cubicBezTo>
                  <a:cubicBezTo>
                    <a:pt x="1979" y="2004"/>
                    <a:pt x="2177" y="1975"/>
                    <a:pt x="2305" y="1898"/>
                  </a:cubicBezTo>
                  <a:cubicBezTo>
                    <a:pt x="2819" y="1593"/>
                    <a:pt x="1664" y="1063"/>
                    <a:pt x="1664" y="1063"/>
                  </a:cubicBezTo>
                  <a:cubicBezTo>
                    <a:pt x="1664" y="1063"/>
                    <a:pt x="2422" y="536"/>
                    <a:pt x="2138" y="90"/>
                  </a:cubicBezTo>
                  <a:cubicBezTo>
                    <a:pt x="2100" y="28"/>
                    <a:pt x="2032" y="1"/>
                    <a:pt x="1943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41"/>
            <p:cNvSpPr/>
            <p:nvPr/>
          </p:nvSpPr>
          <p:spPr>
            <a:xfrm>
              <a:off x="1112405" y="3888702"/>
              <a:ext cx="215451" cy="201023"/>
            </a:xfrm>
            <a:custGeom>
              <a:avLst/>
              <a:gdLst/>
              <a:ahLst/>
              <a:cxnLst/>
              <a:rect l="l" t="t" r="r" b="b"/>
              <a:pathLst>
                <a:path w="2658" h="2480" extrusionOk="0">
                  <a:moveTo>
                    <a:pt x="1640" y="1"/>
                  </a:moveTo>
                  <a:cubicBezTo>
                    <a:pt x="1294" y="1"/>
                    <a:pt x="1350" y="1005"/>
                    <a:pt x="1350" y="1005"/>
                  </a:cubicBezTo>
                  <a:cubicBezTo>
                    <a:pt x="1350" y="1005"/>
                    <a:pt x="1008" y="831"/>
                    <a:pt x="694" y="831"/>
                  </a:cubicBezTo>
                  <a:cubicBezTo>
                    <a:pt x="522" y="831"/>
                    <a:pt x="358" y="883"/>
                    <a:pt x="264" y="1046"/>
                  </a:cubicBezTo>
                  <a:cubicBezTo>
                    <a:pt x="0" y="1506"/>
                    <a:pt x="2130" y="2479"/>
                    <a:pt x="2130" y="2479"/>
                  </a:cubicBezTo>
                  <a:lnTo>
                    <a:pt x="2657" y="2027"/>
                  </a:lnTo>
                  <a:cubicBezTo>
                    <a:pt x="2657" y="2027"/>
                    <a:pt x="2303" y="357"/>
                    <a:pt x="1787" y="51"/>
                  </a:cubicBezTo>
                  <a:cubicBezTo>
                    <a:pt x="1731" y="16"/>
                    <a:pt x="1682" y="1"/>
                    <a:pt x="1640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41"/>
            <p:cNvSpPr/>
            <p:nvPr/>
          </p:nvSpPr>
          <p:spPr>
            <a:xfrm>
              <a:off x="1154555" y="4064275"/>
              <a:ext cx="173301" cy="209372"/>
            </a:xfrm>
            <a:custGeom>
              <a:avLst/>
              <a:gdLst/>
              <a:ahLst/>
              <a:cxnLst/>
              <a:rect l="l" t="t" r="r" b="b"/>
              <a:pathLst>
                <a:path w="2138" h="2583" extrusionOk="0">
                  <a:moveTo>
                    <a:pt x="1511" y="1"/>
                  </a:moveTo>
                  <a:cubicBezTo>
                    <a:pt x="1511" y="1"/>
                    <a:pt x="120" y="974"/>
                    <a:pt x="30" y="1566"/>
                  </a:cubicBezTo>
                  <a:cubicBezTo>
                    <a:pt x="1" y="1771"/>
                    <a:pt x="118" y="1838"/>
                    <a:pt x="284" y="1838"/>
                  </a:cubicBezTo>
                  <a:cubicBezTo>
                    <a:pt x="597" y="1838"/>
                    <a:pt x="1080" y="1601"/>
                    <a:pt x="1080" y="1601"/>
                  </a:cubicBezTo>
                  <a:lnTo>
                    <a:pt x="1080" y="1601"/>
                  </a:lnTo>
                  <a:cubicBezTo>
                    <a:pt x="1080" y="1601"/>
                    <a:pt x="1010" y="2519"/>
                    <a:pt x="1539" y="2581"/>
                  </a:cubicBezTo>
                  <a:cubicBezTo>
                    <a:pt x="1546" y="2582"/>
                    <a:pt x="1553" y="2582"/>
                    <a:pt x="1560" y="2582"/>
                  </a:cubicBezTo>
                  <a:cubicBezTo>
                    <a:pt x="2071" y="2582"/>
                    <a:pt x="2137" y="306"/>
                    <a:pt x="2137" y="306"/>
                  </a:cubicBezTo>
                  <a:lnTo>
                    <a:pt x="1511" y="1"/>
                  </a:ln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41"/>
            <p:cNvSpPr/>
            <p:nvPr/>
          </p:nvSpPr>
          <p:spPr>
            <a:xfrm>
              <a:off x="1251177" y="4006804"/>
              <a:ext cx="113886" cy="114453"/>
            </a:xfrm>
            <a:custGeom>
              <a:avLst/>
              <a:gdLst/>
              <a:ahLst/>
              <a:cxnLst/>
              <a:rect l="l" t="t" r="r" b="b"/>
              <a:pathLst>
                <a:path w="1405" h="1412" extrusionOk="0">
                  <a:moveTo>
                    <a:pt x="701" y="0"/>
                  </a:moveTo>
                  <a:cubicBezTo>
                    <a:pt x="312" y="0"/>
                    <a:pt x="0" y="319"/>
                    <a:pt x="0" y="710"/>
                  </a:cubicBezTo>
                  <a:cubicBezTo>
                    <a:pt x="0" y="1099"/>
                    <a:pt x="312" y="1411"/>
                    <a:pt x="701" y="1411"/>
                  </a:cubicBezTo>
                  <a:cubicBezTo>
                    <a:pt x="1092" y="1411"/>
                    <a:pt x="1405" y="1099"/>
                    <a:pt x="1405" y="710"/>
                  </a:cubicBezTo>
                  <a:cubicBezTo>
                    <a:pt x="1405" y="319"/>
                    <a:pt x="1092" y="0"/>
                    <a:pt x="701" y="0"/>
                  </a:cubicBezTo>
                  <a:close/>
                </a:path>
              </a:pathLst>
            </a:custGeom>
            <a:solidFill>
              <a:srgbClr val="FFB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Grandstander"/>
              <a:buNone/>
              <a:defRPr sz="3500" b="1">
                <a:solidFill>
                  <a:schemeClr val="accent4"/>
                </a:solidFill>
                <a:latin typeface="Grandstander"/>
                <a:ea typeface="Grandstander"/>
                <a:cs typeface="Grandstander"/>
                <a:sym typeface="Grandstand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Grandstander"/>
              <a:buNone/>
              <a:defRPr sz="3500" b="1">
                <a:solidFill>
                  <a:schemeClr val="accent4"/>
                </a:solidFill>
                <a:latin typeface="Grandstander"/>
                <a:ea typeface="Grandstander"/>
                <a:cs typeface="Grandstander"/>
                <a:sym typeface="Grandstand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Grandstander"/>
              <a:buNone/>
              <a:defRPr sz="3500" b="1">
                <a:solidFill>
                  <a:schemeClr val="accent4"/>
                </a:solidFill>
                <a:latin typeface="Grandstander"/>
                <a:ea typeface="Grandstander"/>
                <a:cs typeface="Grandstander"/>
                <a:sym typeface="Grandstand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Grandstander"/>
              <a:buNone/>
              <a:defRPr sz="3500" b="1">
                <a:solidFill>
                  <a:schemeClr val="accent4"/>
                </a:solidFill>
                <a:latin typeface="Grandstander"/>
                <a:ea typeface="Grandstander"/>
                <a:cs typeface="Grandstander"/>
                <a:sym typeface="Grandstand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Grandstander"/>
              <a:buNone/>
              <a:defRPr sz="3500" b="1">
                <a:solidFill>
                  <a:schemeClr val="accent4"/>
                </a:solidFill>
                <a:latin typeface="Grandstander"/>
                <a:ea typeface="Grandstander"/>
                <a:cs typeface="Grandstander"/>
                <a:sym typeface="Grandstand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Grandstander"/>
              <a:buNone/>
              <a:defRPr sz="3500" b="1">
                <a:solidFill>
                  <a:schemeClr val="accent4"/>
                </a:solidFill>
                <a:latin typeface="Grandstander"/>
                <a:ea typeface="Grandstander"/>
                <a:cs typeface="Grandstander"/>
                <a:sym typeface="Grandstand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Grandstander"/>
              <a:buNone/>
              <a:defRPr sz="3500" b="1">
                <a:solidFill>
                  <a:schemeClr val="accent4"/>
                </a:solidFill>
                <a:latin typeface="Grandstander"/>
                <a:ea typeface="Grandstander"/>
                <a:cs typeface="Grandstander"/>
                <a:sym typeface="Grandstand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Grandstander"/>
              <a:buNone/>
              <a:defRPr sz="3500" b="1">
                <a:solidFill>
                  <a:schemeClr val="accent4"/>
                </a:solidFill>
                <a:latin typeface="Grandstander"/>
                <a:ea typeface="Grandstander"/>
                <a:cs typeface="Grandstander"/>
                <a:sym typeface="Grandstand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Grandstander"/>
              <a:buNone/>
              <a:defRPr sz="3500" b="1">
                <a:solidFill>
                  <a:schemeClr val="accent4"/>
                </a:solidFill>
                <a:latin typeface="Grandstander"/>
                <a:ea typeface="Grandstander"/>
                <a:cs typeface="Grandstander"/>
                <a:sym typeface="Grandstand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Gamja Flower"/>
              <a:buChar char="●"/>
              <a:defRPr sz="1600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defRPr>
            </a:lvl1pPr>
            <a:lvl2pPr marL="914400" lvl="1" indent="-330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Gamja Flower"/>
              <a:buChar char="○"/>
              <a:defRPr sz="1600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defRPr>
            </a:lvl2pPr>
            <a:lvl3pPr marL="1371600" lvl="2" indent="-330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Gamja Flower"/>
              <a:buChar char="■"/>
              <a:defRPr sz="1600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defRPr>
            </a:lvl3pPr>
            <a:lvl4pPr marL="1828800" lvl="3" indent="-330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Gamja Flower"/>
              <a:buChar char="●"/>
              <a:defRPr sz="1600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defRPr>
            </a:lvl4pPr>
            <a:lvl5pPr marL="2286000" lvl="4" indent="-330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Gamja Flower"/>
              <a:buChar char="○"/>
              <a:defRPr sz="1600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defRPr>
            </a:lvl5pPr>
            <a:lvl6pPr marL="2743200" lvl="5" indent="-330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Gamja Flower"/>
              <a:buChar char="■"/>
              <a:defRPr sz="1600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defRPr>
            </a:lvl6pPr>
            <a:lvl7pPr marL="3200400" lvl="6" indent="-330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Gamja Flower"/>
              <a:buChar char="●"/>
              <a:defRPr sz="1600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defRPr>
            </a:lvl7pPr>
            <a:lvl8pPr marL="3657600" lvl="7" indent="-330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Gamja Flower"/>
              <a:buChar char="○"/>
              <a:defRPr sz="1600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defRPr>
            </a:lvl8pPr>
            <a:lvl9pPr marL="4114800" lvl="8" indent="-330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Gamja Flower"/>
              <a:buChar char="■"/>
              <a:defRPr sz="1600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8" r:id="rId5"/>
    <p:sldLayoutId id="2147483660" r:id="rId6"/>
    <p:sldLayoutId id="2147483663" r:id="rId7"/>
    <p:sldLayoutId id="2147483664" r:id="rId8"/>
    <p:sldLayoutId id="2147483665" r:id="rId9"/>
    <p:sldLayoutId id="2147483666" r:id="rId10"/>
    <p:sldLayoutId id="2147483668" r:id="rId11"/>
    <p:sldLayoutId id="2147483670" r:id="rId12"/>
    <p:sldLayoutId id="2147483671" r:id="rId13"/>
    <p:sldLayoutId id="2147483680" r:id="rId14"/>
    <p:sldLayoutId id="2147483686" r:id="rId15"/>
    <p:sldLayoutId id="2147483687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0">
          <p15:clr>
            <a:srgbClr val="EA4335"/>
          </p15:clr>
        </p15:guide>
        <p15:guide id="2" orient="horz" pos="337">
          <p15:clr>
            <a:srgbClr val="EA4335"/>
          </p15:clr>
        </p15:guide>
        <p15:guide id="3" pos="5310">
          <p15:clr>
            <a:srgbClr val="EA4335"/>
          </p15:clr>
        </p15:guide>
        <p15:guide id="4" orient="horz" pos="290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0" name="Google Shape;1670;p45"/>
          <p:cNvSpPr txBox="1">
            <a:spLocks noGrp="1"/>
          </p:cNvSpPr>
          <p:nvPr>
            <p:ph type="ctrTitle"/>
          </p:nvPr>
        </p:nvSpPr>
        <p:spPr>
          <a:xfrm>
            <a:off x="142355" y="76178"/>
            <a:ext cx="7259803" cy="262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solidFill>
                  <a:srgbClr val="002060"/>
                </a:solidFill>
              </a:rPr>
              <a:t>MINENF </a:t>
            </a:r>
            <a:r>
              <a:rPr lang="en-US" sz="3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br>
              <a:rPr lang="en-US" sz="3600" dirty="0">
                <a:solidFill>
                  <a:schemeClr val="accent4">
                    <a:lumMod val="50000"/>
                  </a:schemeClr>
                </a:solidFill>
              </a:rPr>
            </a:br>
            <a:br>
              <a:rPr lang="en-US" sz="3600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en-US" sz="4000" dirty="0">
                <a:solidFill>
                  <a:schemeClr val="accent4">
                    <a:lumMod val="50000"/>
                  </a:schemeClr>
                </a:solidFill>
              </a:rPr>
              <a:t>MIFOTOTRA AMIN’NY BAIBOLY</a:t>
            </a:r>
            <a:br>
              <a:rPr lang="en-US" sz="4000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en-US" sz="4000" dirty="0">
                <a:solidFill>
                  <a:schemeClr val="accent4">
                    <a:lumMod val="50000"/>
                  </a:schemeClr>
                </a:solidFill>
              </a:rPr>
              <a:t>MIFANTOKA AMIN’NY IRAKA </a:t>
            </a:r>
            <a:br>
              <a:rPr lang="en-US" sz="3600" dirty="0">
                <a:solidFill>
                  <a:schemeClr val="accent4">
                    <a:lumMod val="50000"/>
                  </a:schemeClr>
                </a:solidFill>
              </a:rPr>
            </a:br>
            <a:br>
              <a:rPr lang="en-US" sz="3600" dirty="0">
                <a:solidFill>
                  <a:schemeClr val="accent4">
                    <a:lumMod val="50000"/>
                  </a:schemeClr>
                </a:solidFill>
              </a:rPr>
            </a:br>
            <a:endParaRPr lang="en-US" sz="3600" dirty="0">
              <a:solidFill>
                <a:schemeClr val="accent4">
                  <a:lumMod val="50000"/>
                </a:schemeClr>
              </a:solidFill>
            </a:endParaRPr>
          </a:p>
        </p:txBody>
      </p:sp>
      <p:grpSp>
        <p:nvGrpSpPr>
          <p:cNvPr id="1762" name="Google Shape;1762;p45"/>
          <p:cNvGrpSpPr/>
          <p:nvPr/>
        </p:nvGrpSpPr>
        <p:grpSpPr>
          <a:xfrm>
            <a:off x="6705057" y="3790702"/>
            <a:ext cx="2603042" cy="1386184"/>
            <a:chOff x="6705057" y="3790702"/>
            <a:chExt cx="2603042" cy="1386184"/>
          </a:xfrm>
        </p:grpSpPr>
        <p:sp>
          <p:nvSpPr>
            <p:cNvPr id="1763" name="Google Shape;1763;p45"/>
            <p:cNvSpPr/>
            <p:nvPr/>
          </p:nvSpPr>
          <p:spPr>
            <a:xfrm>
              <a:off x="6705057" y="4233701"/>
              <a:ext cx="1746789" cy="943185"/>
            </a:xfrm>
            <a:custGeom>
              <a:avLst/>
              <a:gdLst/>
              <a:ahLst/>
              <a:cxnLst/>
              <a:rect l="l" t="t" r="r" b="b"/>
              <a:pathLst>
                <a:path w="21550" h="11636" extrusionOk="0">
                  <a:moveTo>
                    <a:pt x="8175" y="1"/>
                  </a:moveTo>
                  <a:cubicBezTo>
                    <a:pt x="5636" y="1"/>
                    <a:pt x="3575" y="2053"/>
                    <a:pt x="3575" y="4593"/>
                  </a:cubicBezTo>
                  <a:cubicBezTo>
                    <a:pt x="3575" y="5116"/>
                    <a:pt x="3666" y="5624"/>
                    <a:pt x="3833" y="6090"/>
                  </a:cubicBezTo>
                  <a:cubicBezTo>
                    <a:pt x="1593" y="6931"/>
                    <a:pt x="0" y="9089"/>
                    <a:pt x="0" y="11614"/>
                  </a:cubicBezTo>
                  <a:lnTo>
                    <a:pt x="0" y="11636"/>
                  </a:lnTo>
                  <a:lnTo>
                    <a:pt x="21550" y="11636"/>
                  </a:lnTo>
                  <a:cubicBezTo>
                    <a:pt x="21299" y="10098"/>
                    <a:pt x="20291" y="8824"/>
                    <a:pt x="18920" y="8197"/>
                  </a:cubicBezTo>
                  <a:cubicBezTo>
                    <a:pt x="19289" y="7538"/>
                    <a:pt x="19497" y="6771"/>
                    <a:pt x="19497" y="5958"/>
                  </a:cubicBezTo>
                  <a:cubicBezTo>
                    <a:pt x="19497" y="3424"/>
                    <a:pt x="17443" y="1365"/>
                    <a:pt x="14905" y="1365"/>
                  </a:cubicBezTo>
                  <a:cubicBezTo>
                    <a:pt x="13868" y="1365"/>
                    <a:pt x="12914" y="1706"/>
                    <a:pt x="12149" y="2284"/>
                  </a:cubicBezTo>
                  <a:cubicBezTo>
                    <a:pt x="11495" y="1163"/>
                    <a:pt x="10381" y="342"/>
                    <a:pt x="9066" y="84"/>
                  </a:cubicBezTo>
                  <a:cubicBezTo>
                    <a:pt x="8774" y="29"/>
                    <a:pt x="8482" y="1"/>
                    <a:pt x="81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45"/>
            <p:cNvSpPr/>
            <p:nvPr/>
          </p:nvSpPr>
          <p:spPr>
            <a:xfrm>
              <a:off x="7509271" y="3790702"/>
              <a:ext cx="1798828" cy="1367278"/>
            </a:xfrm>
            <a:custGeom>
              <a:avLst/>
              <a:gdLst/>
              <a:ahLst/>
              <a:cxnLst/>
              <a:rect l="l" t="t" r="r" b="b"/>
              <a:pathLst>
                <a:path w="22192" h="16868" extrusionOk="0">
                  <a:moveTo>
                    <a:pt x="18050" y="1"/>
                  </a:moveTo>
                  <a:cubicBezTo>
                    <a:pt x="15775" y="1"/>
                    <a:pt x="13785" y="1232"/>
                    <a:pt x="12714" y="3075"/>
                  </a:cubicBezTo>
                  <a:cubicBezTo>
                    <a:pt x="11684" y="2297"/>
                    <a:pt x="10396" y="1838"/>
                    <a:pt x="9005" y="1838"/>
                  </a:cubicBezTo>
                  <a:cubicBezTo>
                    <a:pt x="6562" y="1838"/>
                    <a:pt x="4454" y="3257"/>
                    <a:pt x="3452" y="5316"/>
                  </a:cubicBezTo>
                  <a:cubicBezTo>
                    <a:pt x="3055" y="6131"/>
                    <a:pt x="2833" y="7042"/>
                    <a:pt x="2833" y="8010"/>
                  </a:cubicBezTo>
                  <a:cubicBezTo>
                    <a:pt x="2833" y="9102"/>
                    <a:pt x="3118" y="10131"/>
                    <a:pt x="3619" y="11023"/>
                  </a:cubicBezTo>
                  <a:cubicBezTo>
                    <a:pt x="1484" y="11990"/>
                    <a:pt x="1" y="14139"/>
                    <a:pt x="1" y="16637"/>
                  </a:cubicBezTo>
                  <a:cubicBezTo>
                    <a:pt x="1" y="16714"/>
                    <a:pt x="1" y="16791"/>
                    <a:pt x="7" y="16868"/>
                  </a:cubicBezTo>
                  <a:lnTo>
                    <a:pt x="22192" y="16868"/>
                  </a:lnTo>
                  <a:lnTo>
                    <a:pt x="22192" y="1594"/>
                  </a:lnTo>
                  <a:cubicBezTo>
                    <a:pt x="21098" y="599"/>
                    <a:pt x="19645" y="1"/>
                    <a:pt x="1805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65" name="Google Shape;1765;p45"/>
          <p:cNvGrpSpPr/>
          <p:nvPr/>
        </p:nvGrpSpPr>
        <p:grpSpPr>
          <a:xfrm>
            <a:off x="8015807" y="4508558"/>
            <a:ext cx="423690" cy="393456"/>
            <a:chOff x="7806882" y="4508558"/>
            <a:chExt cx="423690" cy="393456"/>
          </a:xfrm>
        </p:grpSpPr>
        <p:sp>
          <p:nvSpPr>
            <p:cNvPr id="1766" name="Google Shape;1766;p45"/>
            <p:cNvSpPr/>
            <p:nvPr/>
          </p:nvSpPr>
          <p:spPr>
            <a:xfrm>
              <a:off x="7997532" y="4685266"/>
              <a:ext cx="204832" cy="168113"/>
            </a:xfrm>
            <a:custGeom>
              <a:avLst/>
              <a:gdLst/>
              <a:ahLst/>
              <a:cxnLst/>
              <a:rect l="l" t="t" r="r" b="b"/>
              <a:pathLst>
                <a:path w="2527" h="2074" extrusionOk="0">
                  <a:moveTo>
                    <a:pt x="620" y="0"/>
                  </a:moveTo>
                  <a:lnTo>
                    <a:pt x="0" y="501"/>
                  </a:lnTo>
                  <a:cubicBezTo>
                    <a:pt x="25" y="526"/>
                    <a:pt x="672" y="2073"/>
                    <a:pt x="1318" y="2073"/>
                  </a:cubicBezTo>
                  <a:cubicBezTo>
                    <a:pt x="1410" y="2073"/>
                    <a:pt x="1503" y="2041"/>
                    <a:pt x="1593" y="1969"/>
                  </a:cubicBezTo>
                  <a:cubicBezTo>
                    <a:pt x="2527" y="1239"/>
                    <a:pt x="620" y="0"/>
                    <a:pt x="620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45"/>
            <p:cNvSpPr/>
            <p:nvPr/>
          </p:nvSpPr>
          <p:spPr>
            <a:xfrm>
              <a:off x="7984482" y="4508558"/>
              <a:ext cx="175571" cy="175165"/>
            </a:xfrm>
            <a:custGeom>
              <a:avLst/>
              <a:gdLst/>
              <a:ahLst/>
              <a:cxnLst/>
              <a:rect l="l" t="t" r="r" b="b"/>
              <a:pathLst>
                <a:path w="2166" h="2161" extrusionOk="0">
                  <a:moveTo>
                    <a:pt x="1027" y="0"/>
                  </a:moveTo>
                  <a:cubicBezTo>
                    <a:pt x="204" y="0"/>
                    <a:pt x="1" y="1833"/>
                    <a:pt x="1" y="1833"/>
                  </a:cubicBezTo>
                  <a:lnTo>
                    <a:pt x="726" y="2160"/>
                  </a:lnTo>
                  <a:cubicBezTo>
                    <a:pt x="739" y="2125"/>
                    <a:pt x="2165" y="468"/>
                    <a:pt x="1323" y="73"/>
                  </a:cubicBezTo>
                  <a:cubicBezTo>
                    <a:pt x="1216" y="23"/>
                    <a:pt x="1118" y="0"/>
                    <a:pt x="1027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45"/>
            <p:cNvSpPr/>
            <p:nvPr/>
          </p:nvSpPr>
          <p:spPr>
            <a:xfrm>
              <a:off x="7806882" y="4656571"/>
              <a:ext cx="195186" cy="113237"/>
            </a:xfrm>
            <a:custGeom>
              <a:avLst/>
              <a:gdLst/>
              <a:ahLst/>
              <a:cxnLst/>
              <a:rect l="l" t="t" r="r" b="b"/>
              <a:pathLst>
                <a:path w="2408" h="1397" extrusionOk="0">
                  <a:moveTo>
                    <a:pt x="2220" y="75"/>
                  </a:moveTo>
                  <a:cubicBezTo>
                    <a:pt x="2185" y="84"/>
                    <a:pt x="1" y="0"/>
                    <a:pt x="209" y="897"/>
                  </a:cubicBezTo>
                  <a:cubicBezTo>
                    <a:pt x="297" y="1270"/>
                    <a:pt x="557" y="1397"/>
                    <a:pt x="870" y="1397"/>
                  </a:cubicBezTo>
                  <a:cubicBezTo>
                    <a:pt x="1524" y="1397"/>
                    <a:pt x="2407" y="842"/>
                    <a:pt x="2407" y="842"/>
                  </a:cubicBezTo>
                  <a:lnTo>
                    <a:pt x="2220" y="75"/>
                  </a:ln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45"/>
            <p:cNvSpPr/>
            <p:nvPr/>
          </p:nvSpPr>
          <p:spPr>
            <a:xfrm>
              <a:off x="8001990" y="4571054"/>
              <a:ext cx="228582" cy="162763"/>
            </a:xfrm>
            <a:custGeom>
              <a:avLst/>
              <a:gdLst/>
              <a:ahLst/>
              <a:cxnLst/>
              <a:rect l="l" t="t" r="r" b="b"/>
              <a:pathLst>
                <a:path w="2820" h="2008" extrusionOk="0">
                  <a:moveTo>
                    <a:pt x="1952" y="1"/>
                  </a:moveTo>
                  <a:cubicBezTo>
                    <a:pt x="1392" y="1"/>
                    <a:pt x="0" y="1069"/>
                    <a:pt x="0" y="1069"/>
                  </a:cubicBezTo>
                  <a:lnTo>
                    <a:pt x="161" y="1743"/>
                  </a:lnTo>
                  <a:cubicBezTo>
                    <a:pt x="161" y="1743"/>
                    <a:pt x="1088" y="2007"/>
                    <a:pt x="1766" y="2007"/>
                  </a:cubicBezTo>
                  <a:cubicBezTo>
                    <a:pt x="1988" y="2007"/>
                    <a:pt x="2184" y="1979"/>
                    <a:pt x="2312" y="1904"/>
                  </a:cubicBezTo>
                  <a:cubicBezTo>
                    <a:pt x="2819" y="1598"/>
                    <a:pt x="1670" y="1069"/>
                    <a:pt x="1670" y="1069"/>
                  </a:cubicBezTo>
                  <a:cubicBezTo>
                    <a:pt x="1670" y="1069"/>
                    <a:pt x="2430" y="539"/>
                    <a:pt x="2145" y="87"/>
                  </a:cubicBezTo>
                  <a:cubicBezTo>
                    <a:pt x="2106" y="27"/>
                    <a:pt x="2039" y="1"/>
                    <a:pt x="1952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45"/>
            <p:cNvSpPr/>
            <p:nvPr/>
          </p:nvSpPr>
          <p:spPr>
            <a:xfrm>
              <a:off x="7820419" y="4516663"/>
              <a:ext cx="214964" cy="201428"/>
            </a:xfrm>
            <a:custGeom>
              <a:avLst/>
              <a:gdLst/>
              <a:ahLst/>
              <a:cxnLst/>
              <a:rect l="l" t="t" r="r" b="b"/>
              <a:pathLst>
                <a:path w="2652" h="2485" extrusionOk="0">
                  <a:moveTo>
                    <a:pt x="1642" y="0"/>
                  </a:moveTo>
                  <a:cubicBezTo>
                    <a:pt x="1289" y="0"/>
                    <a:pt x="1350" y="1008"/>
                    <a:pt x="1350" y="1008"/>
                  </a:cubicBezTo>
                  <a:cubicBezTo>
                    <a:pt x="1350" y="1008"/>
                    <a:pt x="1004" y="830"/>
                    <a:pt x="689" y="830"/>
                  </a:cubicBezTo>
                  <a:cubicBezTo>
                    <a:pt x="519" y="830"/>
                    <a:pt x="357" y="882"/>
                    <a:pt x="265" y="1043"/>
                  </a:cubicBezTo>
                  <a:cubicBezTo>
                    <a:pt x="1" y="1509"/>
                    <a:pt x="2130" y="2484"/>
                    <a:pt x="2130" y="2484"/>
                  </a:cubicBezTo>
                  <a:lnTo>
                    <a:pt x="2651" y="2025"/>
                  </a:lnTo>
                  <a:cubicBezTo>
                    <a:pt x="2651" y="2025"/>
                    <a:pt x="2297" y="362"/>
                    <a:pt x="1789" y="48"/>
                  </a:cubicBezTo>
                  <a:cubicBezTo>
                    <a:pt x="1734" y="15"/>
                    <a:pt x="1685" y="0"/>
                    <a:pt x="1642" y="0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45"/>
            <p:cNvSpPr/>
            <p:nvPr/>
          </p:nvSpPr>
          <p:spPr>
            <a:xfrm>
              <a:off x="7862650" y="4691993"/>
              <a:ext cx="172734" cy="210020"/>
            </a:xfrm>
            <a:custGeom>
              <a:avLst/>
              <a:gdLst/>
              <a:ahLst/>
              <a:cxnLst/>
              <a:rect l="l" t="t" r="r" b="b"/>
              <a:pathLst>
                <a:path w="2131" h="2591" extrusionOk="0">
                  <a:moveTo>
                    <a:pt x="1510" y="1"/>
                  </a:moveTo>
                  <a:cubicBezTo>
                    <a:pt x="1510" y="1"/>
                    <a:pt x="113" y="974"/>
                    <a:pt x="29" y="1567"/>
                  </a:cubicBezTo>
                  <a:cubicBezTo>
                    <a:pt x="0" y="1772"/>
                    <a:pt x="117" y="1839"/>
                    <a:pt x="283" y="1839"/>
                  </a:cubicBezTo>
                  <a:cubicBezTo>
                    <a:pt x="595" y="1839"/>
                    <a:pt x="1079" y="1601"/>
                    <a:pt x="1080" y="1601"/>
                  </a:cubicBezTo>
                  <a:lnTo>
                    <a:pt x="1080" y="1601"/>
                  </a:lnTo>
                  <a:cubicBezTo>
                    <a:pt x="1080" y="1601"/>
                    <a:pt x="1009" y="2519"/>
                    <a:pt x="1539" y="2589"/>
                  </a:cubicBezTo>
                  <a:cubicBezTo>
                    <a:pt x="1546" y="2590"/>
                    <a:pt x="1553" y="2590"/>
                    <a:pt x="1560" y="2590"/>
                  </a:cubicBezTo>
                  <a:cubicBezTo>
                    <a:pt x="2070" y="2590"/>
                    <a:pt x="2130" y="306"/>
                    <a:pt x="2130" y="306"/>
                  </a:cubicBezTo>
                  <a:lnTo>
                    <a:pt x="1510" y="1"/>
                  </a:ln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45"/>
            <p:cNvSpPr/>
            <p:nvPr/>
          </p:nvSpPr>
          <p:spPr>
            <a:xfrm>
              <a:off x="7958624" y="4635009"/>
              <a:ext cx="114453" cy="114048"/>
            </a:xfrm>
            <a:custGeom>
              <a:avLst/>
              <a:gdLst/>
              <a:ahLst/>
              <a:cxnLst/>
              <a:rect l="l" t="t" r="r" b="b"/>
              <a:pathLst>
                <a:path w="1412" h="1407" extrusionOk="0">
                  <a:moveTo>
                    <a:pt x="702" y="1"/>
                  </a:moveTo>
                  <a:cubicBezTo>
                    <a:pt x="313" y="1"/>
                    <a:pt x="1" y="315"/>
                    <a:pt x="1" y="704"/>
                  </a:cubicBezTo>
                  <a:cubicBezTo>
                    <a:pt x="1" y="1093"/>
                    <a:pt x="313" y="1407"/>
                    <a:pt x="702" y="1407"/>
                  </a:cubicBezTo>
                  <a:cubicBezTo>
                    <a:pt x="1093" y="1407"/>
                    <a:pt x="1412" y="1093"/>
                    <a:pt x="1412" y="704"/>
                  </a:cubicBezTo>
                  <a:cubicBezTo>
                    <a:pt x="1412" y="315"/>
                    <a:pt x="1093" y="1"/>
                    <a:pt x="702" y="1"/>
                  </a:cubicBezTo>
                  <a:close/>
                </a:path>
              </a:pathLst>
            </a:custGeom>
            <a:solidFill>
              <a:srgbClr val="FFB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73" name="Google Shape;1773;p45"/>
          <p:cNvGrpSpPr/>
          <p:nvPr/>
        </p:nvGrpSpPr>
        <p:grpSpPr>
          <a:xfrm>
            <a:off x="8435448" y="3797510"/>
            <a:ext cx="632416" cy="519502"/>
            <a:chOff x="8226523" y="3797510"/>
            <a:chExt cx="632416" cy="519502"/>
          </a:xfrm>
        </p:grpSpPr>
        <p:sp>
          <p:nvSpPr>
            <p:cNvPr id="1774" name="Google Shape;1774;p45"/>
            <p:cNvSpPr/>
            <p:nvPr/>
          </p:nvSpPr>
          <p:spPr>
            <a:xfrm>
              <a:off x="8440275" y="4064842"/>
              <a:ext cx="247144" cy="252170"/>
            </a:xfrm>
            <a:custGeom>
              <a:avLst/>
              <a:gdLst/>
              <a:ahLst/>
              <a:cxnLst/>
              <a:rect l="l" t="t" r="r" b="b"/>
              <a:pathLst>
                <a:path w="3049" h="3111" extrusionOk="0">
                  <a:moveTo>
                    <a:pt x="891" y="1"/>
                  </a:moveTo>
                  <a:cubicBezTo>
                    <a:pt x="891" y="49"/>
                    <a:pt x="1" y="3090"/>
                    <a:pt x="1343" y="3110"/>
                  </a:cubicBezTo>
                  <a:cubicBezTo>
                    <a:pt x="1349" y="3110"/>
                    <a:pt x="1355" y="3110"/>
                    <a:pt x="1361" y="3110"/>
                  </a:cubicBezTo>
                  <a:cubicBezTo>
                    <a:pt x="3048" y="3110"/>
                    <a:pt x="2040" y="1"/>
                    <a:pt x="2040" y="1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45"/>
            <p:cNvSpPr/>
            <p:nvPr/>
          </p:nvSpPr>
          <p:spPr>
            <a:xfrm>
              <a:off x="8561052" y="3872733"/>
              <a:ext cx="297886" cy="204508"/>
            </a:xfrm>
            <a:custGeom>
              <a:avLst/>
              <a:gdLst/>
              <a:ahLst/>
              <a:cxnLst/>
              <a:rect l="l" t="t" r="r" b="b"/>
              <a:pathLst>
                <a:path w="3675" h="2523" extrusionOk="0">
                  <a:moveTo>
                    <a:pt x="2355" y="0"/>
                  </a:moveTo>
                  <a:cubicBezTo>
                    <a:pt x="1375" y="0"/>
                    <a:pt x="0" y="1494"/>
                    <a:pt x="0" y="1494"/>
                  </a:cubicBezTo>
                  <a:lnTo>
                    <a:pt x="508" y="2522"/>
                  </a:lnTo>
                  <a:cubicBezTo>
                    <a:pt x="556" y="2496"/>
                    <a:pt x="3674" y="1709"/>
                    <a:pt x="3090" y="498"/>
                  </a:cubicBezTo>
                  <a:cubicBezTo>
                    <a:pt x="2915" y="138"/>
                    <a:pt x="2653" y="0"/>
                    <a:pt x="2355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45"/>
            <p:cNvSpPr/>
            <p:nvPr/>
          </p:nvSpPr>
          <p:spPr>
            <a:xfrm>
              <a:off x="8253597" y="3881893"/>
              <a:ext cx="304695" cy="204427"/>
            </a:xfrm>
            <a:custGeom>
              <a:avLst/>
              <a:gdLst/>
              <a:ahLst/>
              <a:cxnLst/>
              <a:rect l="l" t="t" r="r" b="b"/>
              <a:pathLst>
                <a:path w="3759" h="2522" extrusionOk="0">
                  <a:moveTo>
                    <a:pt x="1302" y="0"/>
                  </a:moveTo>
                  <a:cubicBezTo>
                    <a:pt x="1064" y="0"/>
                    <a:pt x="867" y="100"/>
                    <a:pt x="746" y="350"/>
                  </a:cubicBezTo>
                  <a:cubicBezTo>
                    <a:pt x="1" y="1895"/>
                    <a:pt x="3271" y="2521"/>
                    <a:pt x="3271" y="2521"/>
                  </a:cubicBezTo>
                  <a:lnTo>
                    <a:pt x="3758" y="1478"/>
                  </a:lnTo>
                  <a:cubicBezTo>
                    <a:pt x="3720" y="1462"/>
                    <a:pt x="2215" y="0"/>
                    <a:pt x="1302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45"/>
            <p:cNvSpPr/>
            <p:nvPr/>
          </p:nvSpPr>
          <p:spPr>
            <a:xfrm>
              <a:off x="8544111" y="4010127"/>
              <a:ext cx="310774" cy="247631"/>
            </a:xfrm>
            <a:custGeom>
              <a:avLst/>
              <a:gdLst/>
              <a:ahLst/>
              <a:cxnLst/>
              <a:rect l="l" t="t" r="r" b="b"/>
              <a:pathLst>
                <a:path w="3834" h="3055" extrusionOk="0">
                  <a:moveTo>
                    <a:pt x="445" y="1"/>
                  </a:moveTo>
                  <a:lnTo>
                    <a:pt x="1" y="904"/>
                  </a:lnTo>
                  <a:cubicBezTo>
                    <a:pt x="1" y="904"/>
                    <a:pt x="1420" y="2923"/>
                    <a:pt x="2275" y="3049"/>
                  </a:cubicBezTo>
                  <a:cubicBezTo>
                    <a:pt x="2305" y="3053"/>
                    <a:pt x="2332" y="3055"/>
                    <a:pt x="2358" y="3055"/>
                  </a:cubicBezTo>
                  <a:cubicBezTo>
                    <a:pt x="3077" y="3055"/>
                    <a:pt x="2317" y="1524"/>
                    <a:pt x="2317" y="1524"/>
                  </a:cubicBezTo>
                  <a:lnTo>
                    <a:pt x="2317" y="1524"/>
                  </a:lnTo>
                  <a:cubicBezTo>
                    <a:pt x="2317" y="1524"/>
                    <a:pt x="2371" y="1528"/>
                    <a:pt x="2459" y="1528"/>
                  </a:cubicBezTo>
                  <a:cubicBezTo>
                    <a:pt x="2806" y="1528"/>
                    <a:pt x="3671" y="1466"/>
                    <a:pt x="3743" y="856"/>
                  </a:cubicBezTo>
                  <a:cubicBezTo>
                    <a:pt x="3833" y="91"/>
                    <a:pt x="445" y="1"/>
                    <a:pt x="445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45"/>
            <p:cNvSpPr/>
            <p:nvPr/>
          </p:nvSpPr>
          <p:spPr>
            <a:xfrm>
              <a:off x="8392369" y="3797510"/>
              <a:ext cx="294482" cy="271867"/>
            </a:xfrm>
            <a:custGeom>
              <a:avLst/>
              <a:gdLst/>
              <a:ahLst/>
              <a:cxnLst/>
              <a:rect l="l" t="t" r="r" b="b"/>
              <a:pathLst>
                <a:path w="3633" h="3354" extrusionOk="0">
                  <a:moveTo>
                    <a:pt x="933" y="1"/>
                  </a:moveTo>
                  <a:cubicBezTo>
                    <a:pt x="863" y="1"/>
                    <a:pt x="791" y="13"/>
                    <a:pt x="717" y="42"/>
                  </a:cubicBezTo>
                  <a:cubicBezTo>
                    <a:pt x="1" y="319"/>
                    <a:pt x="1510" y="3354"/>
                    <a:pt x="1510" y="3354"/>
                  </a:cubicBezTo>
                  <a:lnTo>
                    <a:pt x="2519" y="3325"/>
                  </a:lnTo>
                  <a:cubicBezTo>
                    <a:pt x="2519" y="3325"/>
                    <a:pt x="3633" y="1128"/>
                    <a:pt x="3341" y="313"/>
                  </a:cubicBezTo>
                  <a:cubicBezTo>
                    <a:pt x="3278" y="138"/>
                    <a:pt x="3179" y="69"/>
                    <a:pt x="3063" y="69"/>
                  </a:cubicBezTo>
                  <a:cubicBezTo>
                    <a:pt x="2637" y="69"/>
                    <a:pt x="1976" y="987"/>
                    <a:pt x="1976" y="987"/>
                  </a:cubicBezTo>
                  <a:cubicBezTo>
                    <a:pt x="1976" y="987"/>
                    <a:pt x="1544" y="1"/>
                    <a:pt x="933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45"/>
            <p:cNvSpPr/>
            <p:nvPr/>
          </p:nvSpPr>
          <p:spPr>
            <a:xfrm>
              <a:off x="8226523" y="4031203"/>
              <a:ext cx="336794" cy="246415"/>
            </a:xfrm>
            <a:custGeom>
              <a:avLst/>
              <a:gdLst/>
              <a:ahLst/>
              <a:cxnLst/>
              <a:rect l="l" t="t" r="r" b="b"/>
              <a:pathLst>
                <a:path w="4155" h="3040" extrusionOk="0">
                  <a:moveTo>
                    <a:pt x="2942" y="1"/>
                  </a:moveTo>
                  <a:cubicBezTo>
                    <a:pt x="2164" y="1"/>
                    <a:pt x="1039" y="70"/>
                    <a:pt x="640" y="442"/>
                  </a:cubicBezTo>
                  <a:cubicBezTo>
                    <a:pt x="1" y="1027"/>
                    <a:pt x="1789" y="1438"/>
                    <a:pt x="1789" y="1438"/>
                  </a:cubicBezTo>
                  <a:cubicBezTo>
                    <a:pt x="1789" y="1438"/>
                    <a:pt x="871" y="2405"/>
                    <a:pt x="1405" y="2962"/>
                  </a:cubicBezTo>
                  <a:cubicBezTo>
                    <a:pt x="1457" y="3015"/>
                    <a:pt x="1524" y="3039"/>
                    <a:pt x="1604" y="3039"/>
                  </a:cubicBezTo>
                  <a:cubicBezTo>
                    <a:pt x="2348" y="3039"/>
                    <a:pt x="4154" y="943"/>
                    <a:pt x="4154" y="943"/>
                  </a:cubicBezTo>
                  <a:lnTo>
                    <a:pt x="3737" y="25"/>
                  </a:lnTo>
                  <a:cubicBezTo>
                    <a:pt x="3737" y="25"/>
                    <a:pt x="3399" y="1"/>
                    <a:pt x="2942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45"/>
            <p:cNvSpPr/>
            <p:nvPr/>
          </p:nvSpPr>
          <p:spPr>
            <a:xfrm>
              <a:off x="8470753" y="3978758"/>
              <a:ext cx="186189" cy="165682"/>
            </a:xfrm>
            <a:custGeom>
              <a:avLst/>
              <a:gdLst/>
              <a:ahLst/>
              <a:cxnLst/>
              <a:rect l="l" t="t" r="r" b="b"/>
              <a:pathLst>
                <a:path w="2297" h="2044" extrusionOk="0">
                  <a:moveTo>
                    <a:pt x="1153" y="0"/>
                  </a:moveTo>
                  <a:cubicBezTo>
                    <a:pt x="854" y="0"/>
                    <a:pt x="557" y="130"/>
                    <a:pt x="354" y="379"/>
                  </a:cubicBezTo>
                  <a:cubicBezTo>
                    <a:pt x="0" y="819"/>
                    <a:pt x="71" y="1458"/>
                    <a:pt x="508" y="1814"/>
                  </a:cubicBezTo>
                  <a:cubicBezTo>
                    <a:pt x="699" y="1968"/>
                    <a:pt x="928" y="2043"/>
                    <a:pt x="1154" y="2043"/>
                  </a:cubicBezTo>
                  <a:cubicBezTo>
                    <a:pt x="1449" y="2043"/>
                    <a:pt x="1741" y="1915"/>
                    <a:pt x="1941" y="1667"/>
                  </a:cubicBezTo>
                  <a:cubicBezTo>
                    <a:pt x="2297" y="1230"/>
                    <a:pt x="2233" y="582"/>
                    <a:pt x="1796" y="228"/>
                  </a:cubicBezTo>
                  <a:cubicBezTo>
                    <a:pt x="1607" y="74"/>
                    <a:pt x="1379" y="0"/>
                    <a:pt x="1153" y="0"/>
                  </a:cubicBezTo>
                  <a:close/>
                </a:path>
              </a:pathLst>
            </a:custGeom>
            <a:solidFill>
              <a:srgbClr val="FFB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82" name="Google Shape;1782;p45"/>
          <p:cNvGrpSpPr/>
          <p:nvPr/>
        </p:nvGrpSpPr>
        <p:grpSpPr>
          <a:xfrm>
            <a:off x="-5071" y="3769221"/>
            <a:ext cx="2783052" cy="1417117"/>
            <a:chOff x="-5071" y="3769221"/>
            <a:chExt cx="2783052" cy="1417117"/>
          </a:xfrm>
        </p:grpSpPr>
        <p:sp>
          <p:nvSpPr>
            <p:cNvPr id="1783" name="Google Shape;1783;p45"/>
            <p:cNvSpPr/>
            <p:nvPr/>
          </p:nvSpPr>
          <p:spPr>
            <a:xfrm>
              <a:off x="1098875" y="4375682"/>
              <a:ext cx="1679106" cy="810656"/>
            </a:xfrm>
            <a:custGeom>
              <a:avLst/>
              <a:gdLst/>
              <a:ahLst/>
              <a:cxnLst/>
              <a:rect l="l" t="t" r="r" b="b"/>
              <a:pathLst>
                <a:path w="20715" h="10001" extrusionOk="0">
                  <a:moveTo>
                    <a:pt x="12769" y="1"/>
                  </a:moveTo>
                  <a:cubicBezTo>
                    <a:pt x="12044" y="1"/>
                    <a:pt x="11363" y="168"/>
                    <a:pt x="10750" y="467"/>
                  </a:cubicBezTo>
                  <a:cubicBezTo>
                    <a:pt x="9930" y="864"/>
                    <a:pt x="9255" y="1504"/>
                    <a:pt x="8796" y="2290"/>
                  </a:cubicBezTo>
                  <a:cubicBezTo>
                    <a:pt x="8030" y="1713"/>
                    <a:pt x="7069" y="1365"/>
                    <a:pt x="6041" y="1365"/>
                  </a:cubicBezTo>
                  <a:cubicBezTo>
                    <a:pt x="3500" y="1365"/>
                    <a:pt x="1440" y="3424"/>
                    <a:pt x="1440" y="5964"/>
                  </a:cubicBezTo>
                  <a:cubicBezTo>
                    <a:pt x="1440" y="6779"/>
                    <a:pt x="1657" y="7538"/>
                    <a:pt x="2024" y="8206"/>
                  </a:cubicBezTo>
                  <a:cubicBezTo>
                    <a:pt x="1182" y="8588"/>
                    <a:pt x="479" y="9214"/>
                    <a:pt x="0" y="10001"/>
                  </a:cubicBezTo>
                  <a:lnTo>
                    <a:pt x="20715" y="10001"/>
                  </a:lnTo>
                  <a:cubicBezTo>
                    <a:pt x="20201" y="8199"/>
                    <a:pt x="18849" y="6744"/>
                    <a:pt x="17111" y="6096"/>
                  </a:cubicBezTo>
                  <a:cubicBezTo>
                    <a:pt x="17278" y="5624"/>
                    <a:pt x="17362" y="5123"/>
                    <a:pt x="17362" y="4593"/>
                  </a:cubicBezTo>
                  <a:cubicBezTo>
                    <a:pt x="17362" y="2053"/>
                    <a:pt x="15309" y="1"/>
                    <a:pt x="127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45"/>
            <p:cNvSpPr/>
            <p:nvPr/>
          </p:nvSpPr>
          <p:spPr>
            <a:xfrm>
              <a:off x="-5071" y="3769221"/>
              <a:ext cx="1834980" cy="1388758"/>
            </a:xfrm>
            <a:custGeom>
              <a:avLst/>
              <a:gdLst/>
              <a:ahLst/>
              <a:cxnLst/>
              <a:rect l="l" t="t" r="r" b="b"/>
              <a:pathLst>
                <a:path w="22638" h="17133" extrusionOk="0">
                  <a:moveTo>
                    <a:pt x="4586" y="0"/>
                  </a:moveTo>
                  <a:cubicBezTo>
                    <a:pt x="2764" y="0"/>
                    <a:pt x="1128" y="787"/>
                    <a:pt x="0" y="2039"/>
                  </a:cubicBezTo>
                  <a:cubicBezTo>
                    <a:pt x="15" y="10112"/>
                    <a:pt x="42" y="17133"/>
                    <a:pt x="42" y="17133"/>
                  </a:cubicBezTo>
                  <a:lnTo>
                    <a:pt x="22616" y="17133"/>
                  </a:lnTo>
                  <a:cubicBezTo>
                    <a:pt x="22629" y="16966"/>
                    <a:pt x="22637" y="16806"/>
                    <a:pt x="22637" y="16639"/>
                  </a:cubicBezTo>
                  <a:cubicBezTo>
                    <a:pt x="22637" y="14140"/>
                    <a:pt x="21154" y="11991"/>
                    <a:pt x="19018" y="11016"/>
                  </a:cubicBezTo>
                  <a:cubicBezTo>
                    <a:pt x="19519" y="10126"/>
                    <a:pt x="19805" y="9102"/>
                    <a:pt x="19805" y="8010"/>
                  </a:cubicBezTo>
                  <a:cubicBezTo>
                    <a:pt x="19805" y="7871"/>
                    <a:pt x="19798" y="7732"/>
                    <a:pt x="19790" y="7599"/>
                  </a:cubicBezTo>
                  <a:cubicBezTo>
                    <a:pt x="19581" y="4377"/>
                    <a:pt x="16903" y="1837"/>
                    <a:pt x="13633" y="1837"/>
                  </a:cubicBezTo>
                  <a:cubicBezTo>
                    <a:pt x="12242" y="1837"/>
                    <a:pt x="10954" y="2296"/>
                    <a:pt x="9924" y="3076"/>
                  </a:cubicBezTo>
                  <a:cubicBezTo>
                    <a:pt x="8851" y="1233"/>
                    <a:pt x="6869" y="0"/>
                    <a:pt x="45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85" name="Google Shape;1785;p45"/>
          <p:cNvGrpSpPr/>
          <p:nvPr/>
        </p:nvGrpSpPr>
        <p:grpSpPr>
          <a:xfrm>
            <a:off x="247670" y="4242199"/>
            <a:ext cx="638089" cy="591643"/>
            <a:chOff x="247670" y="4242199"/>
            <a:chExt cx="638089" cy="591643"/>
          </a:xfrm>
        </p:grpSpPr>
        <p:sp>
          <p:nvSpPr>
            <p:cNvPr id="1786" name="Google Shape;1786;p45"/>
            <p:cNvSpPr/>
            <p:nvPr/>
          </p:nvSpPr>
          <p:spPr>
            <a:xfrm>
              <a:off x="535347" y="4508152"/>
              <a:ext cx="308019" cy="252899"/>
            </a:xfrm>
            <a:custGeom>
              <a:avLst/>
              <a:gdLst/>
              <a:ahLst/>
              <a:cxnLst/>
              <a:rect l="l" t="t" r="r" b="b"/>
              <a:pathLst>
                <a:path w="3800" h="3120" extrusionOk="0">
                  <a:moveTo>
                    <a:pt x="925" y="1"/>
                  </a:moveTo>
                  <a:lnTo>
                    <a:pt x="0" y="752"/>
                  </a:lnTo>
                  <a:cubicBezTo>
                    <a:pt x="31" y="789"/>
                    <a:pt x="1005" y="3119"/>
                    <a:pt x="1986" y="3119"/>
                  </a:cubicBezTo>
                  <a:cubicBezTo>
                    <a:pt x="2125" y="3119"/>
                    <a:pt x="2265" y="3072"/>
                    <a:pt x="2402" y="2965"/>
                  </a:cubicBezTo>
                  <a:cubicBezTo>
                    <a:pt x="3799" y="1865"/>
                    <a:pt x="925" y="1"/>
                    <a:pt x="925" y="1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45"/>
            <p:cNvSpPr/>
            <p:nvPr/>
          </p:nvSpPr>
          <p:spPr>
            <a:xfrm>
              <a:off x="515569" y="4242199"/>
              <a:ext cx="263518" cy="263194"/>
            </a:xfrm>
            <a:custGeom>
              <a:avLst/>
              <a:gdLst/>
              <a:ahLst/>
              <a:cxnLst/>
              <a:rect l="l" t="t" r="r" b="b"/>
              <a:pathLst>
                <a:path w="3251" h="3247" extrusionOk="0">
                  <a:moveTo>
                    <a:pt x="1544" y="0"/>
                  </a:moveTo>
                  <a:cubicBezTo>
                    <a:pt x="305" y="0"/>
                    <a:pt x="0" y="2752"/>
                    <a:pt x="0" y="2752"/>
                  </a:cubicBezTo>
                  <a:lnTo>
                    <a:pt x="1086" y="3247"/>
                  </a:lnTo>
                  <a:cubicBezTo>
                    <a:pt x="1107" y="3198"/>
                    <a:pt x="3250" y="700"/>
                    <a:pt x="1991" y="109"/>
                  </a:cubicBezTo>
                  <a:cubicBezTo>
                    <a:pt x="1830" y="34"/>
                    <a:pt x="1681" y="0"/>
                    <a:pt x="1544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45"/>
            <p:cNvSpPr/>
            <p:nvPr/>
          </p:nvSpPr>
          <p:spPr>
            <a:xfrm>
              <a:off x="247670" y="4464218"/>
              <a:ext cx="294482" cy="170950"/>
            </a:xfrm>
            <a:custGeom>
              <a:avLst/>
              <a:gdLst/>
              <a:ahLst/>
              <a:cxnLst/>
              <a:rect l="l" t="t" r="r" b="b"/>
              <a:pathLst>
                <a:path w="3633" h="2109" extrusionOk="0">
                  <a:moveTo>
                    <a:pt x="3340" y="119"/>
                  </a:moveTo>
                  <a:cubicBezTo>
                    <a:pt x="3292" y="132"/>
                    <a:pt x="0" y="0"/>
                    <a:pt x="321" y="1356"/>
                  </a:cubicBezTo>
                  <a:cubicBezTo>
                    <a:pt x="454" y="1918"/>
                    <a:pt x="846" y="2108"/>
                    <a:pt x="1317" y="2108"/>
                  </a:cubicBezTo>
                  <a:cubicBezTo>
                    <a:pt x="2303" y="2108"/>
                    <a:pt x="3633" y="1273"/>
                    <a:pt x="3633" y="1273"/>
                  </a:cubicBezTo>
                  <a:lnTo>
                    <a:pt x="3340" y="119"/>
                  </a:ln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45"/>
            <p:cNvSpPr/>
            <p:nvPr/>
          </p:nvSpPr>
          <p:spPr>
            <a:xfrm>
              <a:off x="542075" y="4336146"/>
              <a:ext cx="343684" cy="244794"/>
            </a:xfrm>
            <a:custGeom>
              <a:avLst/>
              <a:gdLst/>
              <a:ahLst/>
              <a:cxnLst/>
              <a:rect l="l" t="t" r="r" b="b"/>
              <a:pathLst>
                <a:path w="4240" h="3020" extrusionOk="0">
                  <a:moveTo>
                    <a:pt x="2928" y="1"/>
                  </a:moveTo>
                  <a:cubicBezTo>
                    <a:pt x="2084" y="1"/>
                    <a:pt x="1" y="1600"/>
                    <a:pt x="1" y="1600"/>
                  </a:cubicBezTo>
                  <a:lnTo>
                    <a:pt x="231" y="2624"/>
                  </a:lnTo>
                  <a:cubicBezTo>
                    <a:pt x="231" y="2624"/>
                    <a:pt x="1622" y="3020"/>
                    <a:pt x="2640" y="3020"/>
                  </a:cubicBezTo>
                  <a:cubicBezTo>
                    <a:pt x="2978" y="3020"/>
                    <a:pt x="3275" y="2976"/>
                    <a:pt x="3466" y="2859"/>
                  </a:cubicBezTo>
                  <a:cubicBezTo>
                    <a:pt x="4239" y="2400"/>
                    <a:pt x="2506" y="1600"/>
                    <a:pt x="2506" y="1600"/>
                  </a:cubicBezTo>
                  <a:cubicBezTo>
                    <a:pt x="2506" y="1600"/>
                    <a:pt x="3646" y="807"/>
                    <a:pt x="3222" y="132"/>
                  </a:cubicBezTo>
                  <a:cubicBezTo>
                    <a:pt x="3163" y="40"/>
                    <a:pt x="3061" y="1"/>
                    <a:pt x="2928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45"/>
            <p:cNvSpPr/>
            <p:nvPr/>
          </p:nvSpPr>
          <p:spPr>
            <a:xfrm>
              <a:off x="267935" y="4254601"/>
              <a:ext cx="324473" cy="302101"/>
            </a:xfrm>
            <a:custGeom>
              <a:avLst/>
              <a:gdLst/>
              <a:ahLst/>
              <a:cxnLst/>
              <a:rect l="l" t="t" r="r" b="b"/>
              <a:pathLst>
                <a:path w="4003" h="3727" extrusionOk="0">
                  <a:moveTo>
                    <a:pt x="2471" y="0"/>
                  </a:moveTo>
                  <a:cubicBezTo>
                    <a:pt x="1944" y="0"/>
                    <a:pt x="2033" y="1507"/>
                    <a:pt x="2033" y="1507"/>
                  </a:cubicBezTo>
                  <a:cubicBezTo>
                    <a:pt x="2033" y="1507"/>
                    <a:pt x="1519" y="1243"/>
                    <a:pt x="1049" y="1243"/>
                  </a:cubicBezTo>
                  <a:cubicBezTo>
                    <a:pt x="790" y="1243"/>
                    <a:pt x="545" y="1323"/>
                    <a:pt x="405" y="1569"/>
                  </a:cubicBezTo>
                  <a:cubicBezTo>
                    <a:pt x="1" y="2265"/>
                    <a:pt x="3209" y="3727"/>
                    <a:pt x="3209" y="3727"/>
                  </a:cubicBezTo>
                  <a:lnTo>
                    <a:pt x="4002" y="3045"/>
                  </a:lnTo>
                  <a:cubicBezTo>
                    <a:pt x="4002" y="3045"/>
                    <a:pt x="3466" y="540"/>
                    <a:pt x="2695" y="74"/>
                  </a:cubicBezTo>
                  <a:cubicBezTo>
                    <a:pt x="2610" y="23"/>
                    <a:pt x="2536" y="0"/>
                    <a:pt x="2471" y="0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45"/>
            <p:cNvSpPr/>
            <p:nvPr/>
          </p:nvSpPr>
          <p:spPr>
            <a:xfrm>
              <a:off x="331971" y="4518366"/>
              <a:ext cx="260438" cy="315476"/>
            </a:xfrm>
            <a:custGeom>
              <a:avLst/>
              <a:gdLst/>
              <a:ahLst/>
              <a:cxnLst/>
              <a:rect l="l" t="t" r="r" b="b"/>
              <a:pathLst>
                <a:path w="3213" h="3892" extrusionOk="0">
                  <a:moveTo>
                    <a:pt x="2272" y="0"/>
                  </a:moveTo>
                  <a:cubicBezTo>
                    <a:pt x="2272" y="0"/>
                    <a:pt x="171" y="1468"/>
                    <a:pt x="46" y="2358"/>
                  </a:cubicBezTo>
                  <a:cubicBezTo>
                    <a:pt x="0" y="2667"/>
                    <a:pt x="175" y="2767"/>
                    <a:pt x="423" y="2767"/>
                  </a:cubicBezTo>
                  <a:cubicBezTo>
                    <a:pt x="893" y="2767"/>
                    <a:pt x="1626" y="2407"/>
                    <a:pt x="1626" y="2407"/>
                  </a:cubicBezTo>
                  <a:lnTo>
                    <a:pt x="1626" y="2407"/>
                  </a:lnTo>
                  <a:cubicBezTo>
                    <a:pt x="1626" y="2407"/>
                    <a:pt x="1520" y="3793"/>
                    <a:pt x="2314" y="3890"/>
                  </a:cubicBezTo>
                  <a:cubicBezTo>
                    <a:pt x="2324" y="3891"/>
                    <a:pt x="2335" y="3891"/>
                    <a:pt x="2346" y="3891"/>
                  </a:cubicBezTo>
                  <a:cubicBezTo>
                    <a:pt x="3110" y="3891"/>
                    <a:pt x="3212" y="459"/>
                    <a:pt x="3212" y="459"/>
                  </a:cubicBezTo>
                  <a:lnTo>
                    <a:pt x="2272" y="0"/>
                  </a:ln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45"/>
            <p:cNvSpPr/>
            <p:nvPr/>
          </p:nvSpPr>
          <p:spPr>
            <a:xfrm>
              <a:off x="476661" y="4431957"/>
              <a:ext cx="172166" cy="172166"/>
            </a:xfrm>
            <a:custGeom>
              <a:avLst/>
              <a:gdLst/>
              <a:ahLst/>
              <a:cxnLst/>
              <a:rect l="l" t="t" r="r" b="b"/>
              <a:pathLst>
                <a:path w="2124" h="2124" extrusionOk="0">
                  <a:moveTo>
                    <a:pt x="1058" y="1"/>
                  </a:moveTo>
                  <a:cubicBezTo>
                    <a:pt x="474" y="1"/>
                    <a:pt x="1" y="482"/>
                    <a:pt x="1" y="1066"/>
                  </a:cubicBezTo>
                  <a:cubicBezTo>
                    <a:pt x="1" y="1651"/>
                    <a:pt x="474" y="2123"/>
                    <a:pt x="1058" y="2123"/>
                  </a:cubicBezTo>
                  <a:cubicBezTo>
                    <a:pt x="1643" y="2123"/>
                    <a:pt x="2124" y="1651"/>
                    <a:pt x="2124" y="1066"/>
                  </a:cubicBezTo>
                  <a:cubicBezTo>
                    <a:pt x="2124" y="482"/>
                    <a:pt x="1643" y="1"/>
                    <a:pt x="1058" y="1"/>
                  </a:cubicBezTo>
                  <a:close/>
                </a:path>
              </a:pathLst>
            </a:custGeom>
            <a:solidFill>
              <a:srgbClr val="FFB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93" name="Google Shape;1793;p45"/>
          <p:cNvGrpSpPr/>
          <p:nvPr/>
        </p:nvGrpSpPr>
        <p:grpSpPr>
          <a:xfrm>
            <a:off x="1249394" y="4764136"/>
            <a:ext cx="296754" cy="275516"/>
            <a:chOff x="1249394" y="4764136"/>
            <a:chExt cx="296754" cy="275516"/>
          </a:xfrm>
        </p:grpSpPr>
        <p:sp>
          <p:nvSpPr>
            <p:cNvPr id="1794" name="Google Shape;1794;p45"/>
            <p:cNvSpPr/>
            <p:nvPr/>
          </p:nvSpPr>
          <p:spPr>
            <a:xfrm>
              <a:off x="1383141" y="4887750"/>
              <a:ext cx="143310" cy="117614"/>
            </a:xfrm>
            <a:custGeom>
              <a:avLst/>
              <a:gdLst/>
              <a:ahLst/>
              <a:cxnLst/>
              <a:rect l="l" t="t" r="r" b="b"/>
              <a:pathLst>
                <a:path w="1768" h="1451" extrusionOk="0">
                  <a:moveTo>
                    <a:pt x="431" y="1"/>
                  </a:moveTo>
                  <a:lnTo>
                    <a:pt x="0" y="348"/>
                  </a:lnTo>
                  <a:cubicBezTo>
                    <a:pt x="12" y="367"/>
                    <a:pt x="466" y="1451"/>
                    <a:pt x="920" y="1451"/>
                  </a:cubicBezTo>
                  <a:cubicBezTo>
                    <a:pt x="984" y="1451"/>
                    <a:pt x="1049" y="1429"/>
                    <a:pt x="1113" y="1378"/>
                  </a:cubicBezTo>
                  <a:cubicBezTo>
                    <a:pt x="1767" y="871"/>
                    <a:pt x="431" y="1"/>
                    <a:pt x="431" y="1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45"/>
            <p:cNvSpPr/>
            <p:nvPr/>
          </p:nvSpPr>
          <p:spPr>
            <a:xfrm>
              <a:off x="1374062" y="4764136"/>
              <a:ext cx="122478" cy="122640"/>
            </a:xfrm>
            <a:custGeom>
              <a:avLst/>
              <a:gdLst/>
              <a:ahLst/>
              <a:cxnLst/>
              <a:rect l="l" t="t" r="r" b="b"/>
              <a:pathLst>
                <a:path w="1511" h="1513" extrusionOk="0">
                  <a:moveTo>
                    <a:pt x="718" y="1"/>
                  </a:moveTo>
                  <a:cubicBezTo>
                    <a:pt x="141" y="1"/>
                    <a:pt x="0" y="1282"/>
                    <a:pt x="0" y="1282"/>
                  </a:cubicBezTo>
                  <a:lnTo>
                    <a:pt x="501" y="1512"/>
                  </a:lnTo>
                  <a:cubicBezTo>
                    <a:pt x="515" y="1490"/>
                    <a:pt x="1510" y="328"/>
                    <a:pt x="926" y="51"/>
                  </a:cubicBezTo>
                  <a:cubicBezTo>
                    <a:pt x="851" y="16"/>
                    <a:pt x="782" y="1"/>
                    <a:pt x="718" y="1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45"/>
            <p:cNvSpPr/>
            <p:nvPr/>
          </p:nvSpPr>
          <p:spPr>
            <a:xfrm>
              <a:off x="1249394" y="4867486"/>
              <a:ext cx="136501" cy="79517"/>
            </a:xfrm>
            <a:custGeom>
              <a:avLst/>
              <a:gdLst/>
              <a:ahLst/>
              <a:cxnLst/>
              <a:rect l="l" t="t" r="r" b="b"/>
              <a:pathLst>
                <a:path w="1684" h="981" extrusionOk="0">
                  <a:moveTo>
                    <a:pt x="1552" y="55"/>
                  </a:moveTo>
                  <a:cubicBezTo>
                    <a:pt x="1532" y="62"/>
                    <a:pt x="0" y="0"/>
                    <a:pt x="147" y="633"/>
                  </a:cubicBezTo>
                  <a:cubicBezTo>
                    <a:pt x="210" y="893"/>
                    <a:pt x="391" y="981"/>
                    <a:pt x="609" y="981"/>
                  </a:cubicBezTo>
                  <a:cubicBezTo>
                    <a:pt x="1067" y="981"/>
                    <a:pt x="1684" y="591"/>
                    <a:pt x="1684" y="591"/>
                  </a:cubicBezTo>
                  <a:lnTo>
                    <a:pt x="1552" y="55"/>
                  </a:ln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45"/>
            <p:cNvSpPr/>
            <p:nvPr/>
          </p:nvSpPr>
          <p:spPr>
            <a:xfrm>
              <a:off x="1385816" y="4807826"/>
              <a:ext cx="160332" cy="114129"/>
            </a:xfrm>
            <a:custGeom>
              <a:avLst/>
              <a:gdLst/>
              <a:ahLst/>
              <a:cxnLst/>
              <a:rect l="l" t="t" r="r" b="b"/>
              <a:pathLst>
                <a:path w="1978" h="1408" extrusionOk="0">
                  <a:moveTo>
                    <a:pt x="1368" y="0"/>
                  </a:moveTo>
                  <a:cubicBezTo>
                    <a:pt x="974" y="0"/>
                    <a:pt x="1" y="749"/>
                    <a:pt x="1" y="749"/>
                  </a:cubicBezTo>
                  <a:lnTo>
                    <a:pt x="113" y="1224"/>
                  </a:lnTo>
                  <a:cubicBezTo>
                    <a:pt x="113" y="1224"/>
                    <a:pt x="761" y="1408"/>
                    <a:pt x="1237" y="1408"/>
                  </a:cubicBezTo>
                  <a:cubicBezTo>
                    <a:pt x="1394" y="1408"/>
                    <a:pt x="1533" y="1387"/>
                    <a:pt x="1622" y="1334"/>
                  </a:cubicBezTo>
                  <a:cubicBezTo>
                    <a:pt x="1978" y="1118"/>
                    <a:pt x="1170" y="749"/>
                    <a:pt x="1170" y="749"/>
                  </a:cubicBezTo>
                  <a:cubicBezTo>
                    <a:pt x="1170" y="749"/>
                    <a:pt x="1699" y="374"/>
                    <a:pt x="1504" y="61"/>
                  </a:cubicBezTo>
                  <a:cubicBezTo>
                    <a:pt x="1477" y="19"/>
                    <a:pt x="1429" y="0"/>
                    <a:pt x="1368" y="0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45"/>
            <p:cNvSpPr/>
            <p:nvPr/>
          </p:nvSpPr>
          <p:spPr>
            <a:xfrm>
              <a:off x="1258959" y="4769972"/>
              <a:ext cx="150605" cy="140473"/>
            </a:xfrm>
            <a:custGeom>
              <a:avLst/>
              <a:gdLst/>
              <a:ahLst/>
              <a:cxnLst/>
              <a:rect l="l" t="t" r="r" b="b"/>
              <a:pathLst>
                <a:path w="1858" h="1733" extrusionOk="0">
                  <a:moveTo>
                    <a:pt x="1149" y="0"/>
                  </a:moveTo>
                  <a:cubicBezTo>
                    <a:pt x="901" y="0"/>
                    <a:pt x="939" y="702"/>
                    <a:pt x="939" y="702"/>
                  </a:cubicBezTo>
                  <a:cubicBezTo>
                    <a:pt x="939" y="702"/>
                    <a:pt x="702" y="580"/>
                    <a:pt x="483" y="580"/>
                  </a:cubicBezTo>
                  <a:cubicBezTo>
                    <a:pt x="363" y="580"/>
                    <a:pt x="248" y="617"/>
                    <a:pt x="181" y="730"/>
                  </a:cubicBezTo>
                  <a:cubicBezTo>
                    <a:pt x="1" y="1049"/>
                    <a:pt x="1491" y="1732"/>
                    <a:pt x="1491" y="1732"/>
                  </a:cubicBezTo>
                  <a:lnTo>
                    <a:pt x="1858" y="1418"/>
                  </a:lnTo>
                  <a:cubicBezTo>
                    <a:pt x="1858" y="1418"/>
                    <a:pt x="1607" y="249"/>
                    <a:pt x="1253" y="34"/>
                  </a:cubicBezTo>
                  <a:cubicBezTo>
                    <a:pt x="1214" y="11"/>
                    <a:pt x="1179" y="0"/>
                    <a:pt x="1149" y="0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45"/>
            <p:cNvSpPr/>
            <p:nvPr/>
          </p:nvSpPr>
          <p:spPr>
            <a:xfrm>
              <a:off x="1288464" y="4892776"/>
              <a:ext cx="121100" cy="146876"/>
            </a:xfrm>
            <a:custGeom>
              <a:avLst/>
              <a:gdLst/>
              <a:ahLst/>
              <a:cxnLst/>
              <a:rect l="l" t="t" r="r" b="b"/>
              <a:pathLst>
                <a:path w="1494" h="1812" extrusionOk="0">
                  <a:moveTo>
                    <a:pt x="1056" y="0"/>
                  </a:moveTo>
                  <a:cubicBezTo>
                    <a:pt x="1056" y="0"/>
                    <a:pt x="83" y="683"/>
                    <a:pt x="19" y="1094"/>
                  </a:cubicBezTo>
                  <a:cubicBezTo>
                    <a:pt x="0" y="1240"/>
                    <a:pt x="84" y="1287"/>
                    <a:pt x="201" y="1287"/>
                  </a:cubicBezTo>
                  <a:cubicBezTo>
                    <a:pt x="420" y="1287"/>
                    <a:pt x="757" y="1121"/>
                    <a:pt x="757" y="1121"/>
                  </a:cubicBezTo>
                  <a:lnTo>
                    <a:pt x="757" y="1121"/>
                  </a:lnTo>
                  <a:cubicBezTo>
                    <a:pt x="757" y="1121"/>
                    <a:pt x="709" y="1762"/>
                    <a:pt x="1076" y="1811"/>
                  </a:cubicBezTo>
                  <a:cubicBezTo>
                    <a:pt x="1081" y="1811"/>
                    <a:pt x="1086" y="1811"/>
                    <a:pt x="1090" y="1811"/>
                  </a:cubicBezTo>
                  <a:cubicBezTo>
                    <a:pt x="1447" y="1811"/>
                    <a:pt x="1494" y="209"/>
                    <a:pt x="1494" y="209"/>
                  </a:cubicBezTo>
                  <a:lnTo>
                    <a:pt x="1056" y="0"/>
                  </a:ln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45"/>
            <p:cNvSpPr/>
            <p:nvPr/>
          </p:nvSpPr>
          <p:spPr>
            <a:xfrm>
              <a:off x="1356067" y="4852814"/>
              <a:ext cx="79517" cy="79517"/>
            </a:xfrm>
            <a:custGeom>
              <a:avLst/>
              <a:gdLst/>
              <a:ahLst/>
              <a:cxnLst/>
              <a:rect l="l" t="t" r="r" b="b"/>
              <a:pathLst>
                <a:path w="981" h="981" extrusionOk="0">
                  <a:moveTo>
                    <a:pt x="486" y="1"/>
                  </a:moveTo>
                  <a:cubicBezTo>
                    <a:pt x="216" y="1"/>
                    <a:pt x="0" y="216"/>
                    <a:pt x="0" y="493"/>
                  </a:cubicBezTo>
                  <a:cubicBezTo>
                    <a:pt x="0" y="766"/>
                    <a:pt x="216" y="981"/>
                    <a:pt x="486" y="981"/>
                  </a:cubicBezTo>
                  <a:cubicBezTo>
                    <a:pt x="765" y="981"/>
                    <a:pt x="981" y="766"/>
                    <a:pt x="981" y="493"/>
                  </a:cubicBezTo>
                  <a:cubicBezTo>
                    <a:pt x="981" y="216"/>
                    <a:pt x="765" y="1"/>
                    <a:pt x="486" y="1"/>
                  </a:cubicBezTo>
                  <a:close/>
                </a:path>
              </a:pathLst>
            </a:custGeom>
            <a:solidFill>
              <a:srgbClr val="FFB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01" name="Google Shape;1801;p45"/>
          <p:cNvGrpSpPr/>
          <p:nvPr/>
        </p:nvGrpSpPr>
        <p:grpSpPr>
          <a:xfrm>
            <a:off x="1098868" y="3880677"/>
            <a:ext cx="424177" cy="392970"/>
            <a:chOff x="1098868" y="3880677"/>
            <a:chExt cx="424177" cy="392970"/>
          </a:xfrm>
        </p:grpSpPr>
        <p:sp>
          <p:nvSpPr>
            <p:cNvPr id="1802" name="Google Shape;1802;p45"/>
            <p:cNvSpPr/>
            <p:nvPr/>
          </p:nvSpPr>
          <p:spPr>
            <a:xfrm>
              <a:off x="1290004" y="4057547"/>
              <a:ext cx="204913" cy="167870"/>
            </a:xfrm>
            <a:custGeom>
              <a:avLst/>
              <a:gdLst/>
              <a:ahLst/>
              <a:cxnLst/>
              <a:rect l="l" t="t" r="r" b="b"/>
              <a:pathLst>
                <a:path w="2528" h="2071" extrusionOk="0">
                  <a:moveTo>
                    <a:pt x="613" y="0"/>
                  </a:moveTo>
                  <a:lnTo>
                    <a:pt x="0" y="493"/>
                  </a:lnTo>
                  <a:cubicBezTo>
                    <a:pt x="19" y="518"/>
                    <a:pt x="668" y="2071"/>
                    <a:pt x="1320" y="2071"/>
                  </a:cubicBezTo>
                  <a:cubicBezTo>
                    <a:pt x="1411" y="2071"/>
                    <a:pt x="1503" y="2040"/>
                    <a:pt x="1594" y="1969"/>
                  </a:cubicBezTo>
                  <a:cubicBezTo>
                    <a:pt x="2527" y="1238"/>
                    <a:pt x="613" y="0"/>
                    <a:pt x="613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45"/>
            <p:cNvSpPr/>
            <p:nvPr/>
          </p:nvSpPr>
          <p:spPr>
            <a:xfrm>
              <a:off x="1277035" y="3880677"/>
              <a:ext cx="174922" cy="175165"/>
            </a:xfrm>
            <a:custGeom>
              <a:avLst/>
              <a:gdLst/>
              <a:ahLst/>
              <a:cxnLst/>
              <a:rect l="l" t="t" r="r" b="b"/>
              <a:pathLst>
                <a:path w="2158" h="2161" extrusionOk="0">
                  <a:moveTo>
                    <a:pt x="1019" y="0"/>
                  </a:moveTo>
                  <a:cubicBezTo>
                    <a:pt x="198" y="0"/>
                    <a:pt x="0" y="1827"/>
                    <a:pt x="0" y="1827"/>
                  </a:cubicBezTo>
                  <a:lnTo>
                    <a:pt x="716" y="2161"/>
                  </a:lnTo>
                  <a:cubicBezTo>
                    <a:pt x="731" y="2126"/>
                    <a:pt x="2158" y="462"/>
                    <a:pt x="1316" y="73"/>
                  </a:cubicBezTo>
                  <a:cubicBezTo>
                    <a:pt x="1209" y="23"/>
                    <a:pt x="1110" y="0"/>
                    <a:pt x="1019" y="0"/>
                  </a:cubicBez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45"/>
            <p:cNvSpPr/>
            <p:nvPr/>
          </p:nvSpPr>
          <p:spPr>
            <a:xfrm>
              <a:off x="1098868" y="4028123"/>
              <a:ext cx="195673" cy="113643"/>
            </a:xfrm>
            <a:custGeom>
              <a:avLst/>
              <a:gdLst/>
              <a:ahLst/>
              <a:cxnLst/>
              <a:rect l="l" t="t" r="r" b="b"/>
              <a:pathLst>
                <a:path w="2414" h="1402" extrusionOk="0">
                  <a:moveTo>
                    <a:pt x="2220" y="78"/>
                  </a:moveTo>
                  <a:cubicBezTo>
                    <a:pt x="2185" y="91"/>
                    <a:pt x="0" y="1"/>
                    <a:pt x="216" y="906"/>
                  </a:cubicBezTo>
                  <a:cubicBezTo>
                    <a:pt x="303" y="1276"/>
                    <a:pt x="563" y="1402"/>
                    <a:pt x="875" y="1402"/>
                  </a:cubicBezTo>
                  <a:cubicBezTo>
                    <a:pt x="1529" y="1402"/>
                    <a:pt x="2413" y="849"/>
                    <a:pt x="2413" y="849"/>
                  </a:cubicBezTo>
                  <a:lnTo>
                    <a:pt x="2220" y="78"/>
                  </a:lnTo>
                  <a:close/>
                </a:path>
              </a:pathLst>
            </a:custGeom>
            <a:solidFill>
              <a:srgbClr val="FFE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45"/>
            <p:cNvSpPr/>
            <p:nvPr/>
          </p:nvSpPr>
          <p:spPr>
            <a:xfrm>
              <a:off x="1294462" y="3943092"/>
              <a:ext cx="228582" cy="162520"/>
            </a:xfrm>
            <a:custGeom>
              <a:avLst/>
              <a:gdLst/>
              <a:ahLst/>
              <a:cxnLst/>
              <a:rect l="l" t="t" r="r" b="b"/>
              <a:pathLst>
                <a:path w="2820" h="2005" extrusionOk="0">
                  <a:moveTo>
                    <a:pt x="1943" y="1"/>
                  </a:moveTo>
                  <a:cubicBezTo>
                    <a:pt x="1385" y="1"/>
                    <a:pt x="0" y="1063"/>
                    <a:pt x="0" y="1063"/>
                  </a:cubicBezTo>
                  <a:lnTo>
                    <a:pt x="154" y="1746"/>
                  </a:lnTo>
                  <a:cubicBezTo>
                    <a:pt x="154" y="1746"/>
                    <a:pt x="1076" y="2004"/>
                    <a:pt x="1752" y="2004"/>
                  </a:cubicBezTo>
                  <a:cubicBezTo>
                    <a:pt x="1979" y="2004"/>
                    <a:pt x="2177" y="1975"/>
                    <a:pt x="2305" y="1898"/>
                  </a:cubicBezTo>
                  <a:cubicBezTo>
                    <a:pt x="2819" y="1593"/>
                    <a:pt x="1664" y="1063"/>
                    <a:pt x="1664" y="1063"/>
                  </a:cubicBezTo>
                  <a:cubicBezTo>
                    <a:pt x="1664" y="1063"/>
                    <a:pt x="2422" y="536"/>
                    <a:pt x="2138" y="90"/>
                  </a:cubicBezTo>
                  <a:cubicBezTo>
                    <a:pt x="2100" y="28"/>
                    <a:pt x="2032" y="1"/>
                    <a:pt x="1943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45"/>
            <p:cNvSpPr/>
            <p:nvPr/>
          </p:nvSpPr>
          <p:spPr>
            <a:xfrm>
              <a:off x="1112405" y="3888702"/>
              <a:ext cx="215451" cy="201023"/>
            </a:xfrm>
            <a:custGeom>
              <a:avLst/>
              <a:gdLst/>
              <a:ahLst/>
              <a:cxnLst/>
              <a:rect l="l" t="t" r="r" b="b"/>
              <a:pathLst>
                <a:path w="2658" h="2480" extrusionOk="0">
                  <a:moveTo>
                    <a:pt x="1640" y="1"/>
                  </a:moveTo>
                  <a:cubicBezTo>
                    <a:pt x="1294" y="1"/>
                    <a:pt x="1350" y="1005"/>
                    <a:pt x="1350" y="1005"/>
                  </a:cubicBezTo>
                  <a:cubicBezTo>
                    <a:pt x="1350" y="1005"/>
                    <a:pt x="1008" y="831"/>
                    <a:pt x="694" y="831"/>
                  </a:cubicBezTo>
                  <a:cubicBezTo>
                    <a:pt x="522" y="831"/>
                    <a:pt x="358" y="883"/>
                    <a:pt x="264" y="1046"/>
                  </a:cubicBezTo>
                  <a:cubicBezTo>
                    <a:pt x="0" y="1506"/>
                    <a:pt x="2130" y="2479"/>
                    <a:pt x="2130" y="2479"/>
                  </a:cubicBezTo>
                  <a:lnTo>
                    <a:pt x="2657" y="2027"/>
                  </a:lnTo>
                  <a:cubicBezTo>
                    <a:pt x="2657" y="2027"/>
                    <a:pt x="2303" y="357"/>
                    <a:pt x="1787" y="51"/>
                  </a:cubicBezTo>
                  <a:cubicBezTo>
                    <a:pt x="1731" y="16"/>
                    <a:pt x="1682" y="1"/>
                    <a:pt x="1640" y="1"/>
                  </a:cubicBez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45"/>
            <p:cNvSpPr/>
            <p:nvPr/>
          </p:nvSpPr>
          <p:spPr>
            <a:xfrm>
              <a:off x="1154555" y="4064275"/>
              <a:ext cx="173301" cy="209372"/>
            </a:xfrm>
            <a:custGeom>
              <a:avLst/>
              <a:gdLst/>
              <a:ahLst/>
              <a:cxnLst/>
              <a:rect l="l" t="t" r="r" b="b"/>
              <a:pathLst>
                <a:path w="2138" h="2583" extrusionOk="0">
                  <a:moveTo>
                    <a:pt x="1511" y="1"/>
                  </a:moveTo>
                  <a:cubicBezTo>
                    <a:pt x="1511" y="1"/>
                    <a:pt x="120" y="974"/>
                    <a:pt x="30" y="1566"/>
                  </a:cubicBezTo>
                  <a:cubicBezTo>
                    <a:pt x="1" y="1771"/>
                    <a:pt x="118" y="1838"/>
                    <a:pt x="284" y="1838"/>
                  </a:cubicBezTo>
                  <a:cubicBezTo>
                    <a:pt x="597" y="1838"/>
                    <a:pt x="1080" y="1601"/>
                    <a:pt x="1080" y="1601"/>
                  </a:cubicBezTo>
                  <a:lnTo>
                    <a:pt x="1080" y="1601"/>
                  </a:lnTo>
                  <a:cubicBezTo>
                    <a:pt x="1080" y="1601"/>
                    <a:pt x="1010" y="2519"/>
                    <a:pt x="1539" y="2581"/>
                  </a:cubicBezTo>
                  <a:cubicBezTo>
                    <a:pt x="1546" y="2582"/>
                    <a:pt x="1553" y="2582"/>
                    <a:pt x="1560" y="2582"/>
                  </a:cubicBezTo>
                  <a:cubicBezTo>
                    <a:pt x="2071" y="2582"/>
                    <a:pt x="2137" y="306"/>
                    <a:pt x="2137" y="306"/>
                  </a:cubicBezTo>
                  <a:lnTo>
                    <a:pt x="1511" y="1"/>
                  </a:lnTo>
                  <a:close/>
                </a:path>
              </a:pathLst>
            </a:custGeom>
            <a:solidFill>
              <a:srgbClr val="FFF9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45"/>
            <p:cNvSpPr/>
            <p:nvPr/>
          </p:nvSpPr>
          <p:spPr>
            <a:xfrm>
              <a:off x="1251177" y="4006804"/>
              <a:ext cx="113886" cy="114453"/>
            </a:xfrm>
            <a:custGeom>
              <a:avLst/>
              <a:gdLst/>
              <a:ahLst/>
              <a:cxnLst/>
              <a:rect l="l" t="t" r="r" b="b"/>
              <a:pathLst>
                <a:path w="1405" h="1412" extrusionOk="0">
                  <a:moveTo>
                    <a:pt x="701" y="0"/>
                  </a:moveTo>
                  <a:cubicBezTo>
                    <a:pt x="312" y="0"/>
                    <a:pt x="0" y="319"/>
                    <a:pt x="0" y="710"/>
                  </a:cubicBezTo>
                  <a:cubicBezTo>
                    <a:pt x="0" y="1099"/>
                    <a:pt x="312" y="1411"/>
                    <a:pt x="701" y="1411"/>
                  </a:cubicBezTo>
                  <a:cubicBezTo>
                    <a:pt x="1092" y="1411"/>
                    <a:pt x="1405" y="1099"/>
                    <a:pt x="1405" y="710"/>
                  </a:cubicBezTo>
                  <a:cubicBezTo>
                    <a:pt x="1405" y="319"/>
                    <a:pt x="1092" y="0"/>
                    <a:pt x="701" y="0"/>
                  </a:cubicBezTo>
                  <a:close/>
                </a:path>
              </a:pathLst>
            </a:custGeom>
            <a:solidFill>
              <a:srgbClr val="FFB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" name="Image 6">
            <a:extLst>
              <a:ext uri="{FF2B5EF4-FFF2-40B4-BE49-F238E27FC236}">
                <a16:creationId xmlns:a16="http://schemas.microsoft.com/office/drawing/2014/main" id="{347C3675-A921-0743-BE3E-335A8CD0B1F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96217" y="611597"/>
            <a:ext cx="3811882" cy="5143500"/>
          </a:xfrm>
          <a:prstGeom prst="rect">
            <a:avLst/>
          </a:prstGeom>
        </p:spPr>
      </p:pic>
      <p:pic>
        <p:nvPicPr>
          <p:cNvPr id="51" name="Image 50">
            <a:extLst>
              <a:ext uri="{FF2B5EF4-FFF2-40B4-BE49-F238E27FC236}">
                <a16:creationId xmlns:a16="http://schemas.microsoft.com/office/drawing/2014/main" id="{AA0D1443-402F-1E4E-9050-0ABE262E08C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7967"/>
          <a:stretch/>
        </p:blipFill>
        <p:spPr bwMode="auto">
          <a:xfrm>
            <a:off x="2147426" y="0"/>
            <a:ext cx="630555" cy="83566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B3D5DD6F-6678-1141-AF4D-BBEB3272917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27837" b="18971"/>
          <a:stretch/>
        </p:blipFill>
        <p:spPr>
          <a:xfrm>
            <a:off x="-158082" y="927188"/>
            <a:ext cx="4162755" cy="3937516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22170DAD-4A03-B649-B341-A44C70FA89E8}"/>
              </a:ext>
            </a:extLst>
          </p:cNvPr>
          <p:cNvSpPr txBox="1"/>
          <p:nvPr/>
        </p:nvSpPr>
        <p:spPr>
          <a:xfrm>
            <a:off x="3715789" y="1088967"/>
            <a:ext cx="5428211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« </a:t>
            </a:r>
            <a:r>
              <a:rPr lang="fr-FR" sz="2800" dirty="0" err="1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Raha</a:t>
            </a:r>
            <a:r>
              <a:rPr lang="fr-FR" sz="2800" dirty="0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 </a:t>
            </a:r>
            <a:r>
              <a:rPr lang="fr-FR" sz="2800" b="1" dirty="0" err="1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mihaino</a:t>
            </a:r>
            <a:r>
              <a:rPr lang="fr-FR" sz="2800" b="1" dirty="0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 </a:t>
            </a:r>
            <a:r>
              <a:rPr lang="fr-FR" sz="2800" b="1" dirty="0" err="1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tsara</a:t>
            </a:r>
            <a:r>
              <a:rPr lang="fr-FR" sz="2800" b="1" dirty="0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 </a:t>
            </a:r>
            <a:r>
              <a:rPr lang="fr-FR" sz="2800" b="1" dirty="0" err="1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ny</a:t>
            </a:r>
            <a:r>
              <a:rPr lang="fr-FR" sz="2800" b="1" dirty="0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 </a:t>
            </a:r>
            <a:r>
              <a:rPr lang="fr-FR" sz="2800" b="1" dirty="0" err="1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feon'i</a:t>
            </a:r>
            <a:r>
              <a:rPr lang="fr-FR" sz="2800" b="1" dirty="0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 </a:t>
            </a:r>
            <a:r>
              <a:rPr lang="fr-FR" sz="2800" b="1" dirty="0" err="1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Jehovah</a:t>
            </a:r>
            <a:r>
              <a:rPr lang="fr-FR" sz="2800" b="1" dirty="0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 </a:t>
            </a:r>
            <a:r>
              <a:rPr lang="fr-FR" sz="2800" dirty="0" err="1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Andriamanitrao</a:t>
            </a:r>
            <a:r>
              <a:rPr lang="fr-FR" sz="2800" dirty="0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 </a:t>
            </a:r>
            <a:r>
              <a:rPr lang="fr-FR" sz="2800" dirty="0" err="1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ianao</a:t>
            </a:r>
            <a:r>
              <a:rPr lang="fr-FR" sz="2800" dirty="0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 ka </a:t>
            </a:r>
            <a:r>
              <a:rPr lang="fr-FR" sz="2800" b="1" dirty="0" err="1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mitandrina</a:t>
            </a:r>
            <a:r>
              <a:rPr lang="fr-FR" sz="2800" b="1" dirty="0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 </a:t>
            </a:r>
            <a:r>
              <a:rPr lang="fr-FR" sz="2800" b="1" dirty="0" err="1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hanaraka</a:t>
            </a:r>
            <a:r>
              <a:rPr lang="fr-FR" sz="2800" b="1" dirty="0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 </a:t>
            </a:r>
            <a:r>
              <a:rPr lang="fr-FR" sz="2800" b="1" dirty="0" err="1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ny</a:t>
            </a:r>
            <a:r>
              <a:rPr lang="fr-FR" sz="2800" b="1" dirty="0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 </a:t>
            </a:r>
            <a:r>
              <a:rPr lang="fr-FR" sz="2800" b="1" dirty="0" err="1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didiny</a:t>
            </a:r>
            <a:r>
              <a:rPr lang="fr-FR" sz="2800" b="1" dirty="0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 </a:t>
            </a:r>
            <a:r>
              <a:rPr lang="fr-FR" sz="2800" b="1" dirty="0" err="1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rehetra</a:t>
            </a:r>
            <a:r>
              <a:rPr lang="fr-FR" sz="2800" b="1" dirty="0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, </a:t>
            </a:r>
            <a:r>
              <a:rPr lang="fr-FR" sz="2800" dirty="0" err="1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izay</a:t>
            </a:r>
            <a:r>
              <a:rPr lang="fr-FR" sz="2800" dirty="0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 </a:t>
            </a:r>
            <a:r>
              <a:rPr lang="fr-FR" sz="2800" dirty="0" err="1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andidiako</a:t>
            </a:r>
            <a:r>
              <a:rPr lang="fr-FR" sz="2800" dirty="0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 </a:t>
            </a:r>
            <a:r>
              <a:rPr lang="fr-FR" sz="2800" dirty="0" err="1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anao</a:t>
            </a:r>
            <a:r>
              <a:rPr lang="fr-FR" sz="2800" dirty="0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 </a:t>
            </a:r>
            <a:r>
              <a:rPr lang="fr-FR" sz="2800" dirty="0" err="1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anio</a:t>
            </a:r>
            <a:r>
              <a:rPr lang="fr-FR" sz="2800" dirty="0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, dia </a:t>
            </a:r>
            <a:r>
              <a:rPr lang="fr-FR" sz="2800" dirty="0" err="1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hasandratr'i</a:t>
            </a:r>
            <a:r>
              <a:rPr lang="fr-FR" sz="2800" dirty="0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 </a:t>
            </a:r>
            <a:r>
              <a:rPr lang="fr-FR" sz="2800" dirty="0" err="1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Jehovah</a:t>
            </a:r>
            <a:r>
              <a:rPr lang="fr-FR" sz="2800" dirty="0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 </a:t>
            </a:r>
            <a:r>
              <a:rPr lang="fr-FR" sz="2800" dirty="0" err="1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Andriamanitrao</a:t>
            </a:r>
            <a:r>
              <a:rPr lang="fr-FR" sz="2800" dirty="0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 ho </a:t>
            </a:r>
            <a:r>
              <a:rPr lang="fr-FR" sz="2800" dirty="0" err="1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ambonin'ny</a:t>
            </a:r>
            <a:r>
              <a:rPr lang="fr-FR" sz="2800" dirty="0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 </a:t>
            </a:r>
            <a:r>
              <a:rPr lang="fr-FR" sz="2800" dirty="0" err="1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firenena</a:t>
            </a:r>
            <a:r>
              <a:rPr lang="fr-FR" sz="2800" dirty="0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 </a:t>
            </a:r>
            <a:r>
              <a:rPr lang="fr-FR" sz="2800" dirty="0" err="1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rehetra</a:t>
            </a:r>
            <a:r>
              <a:rPr lang="fr-FR" sz="2800" dirty="0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 </a:t>
            </a:r>
            <a:r>
              <a:rPr lang="fr-FR" sz="2800" dirty="0" err="1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amin'ny</a:t>
            </a:r>
            <a:r>
              <a:rPr lang="fr-FR" sz="2800" dirty="0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 </a:t>
            </a:r>
            <a:r>
              <a:rPr lang="fr-FR" sz="2800" dirty="0" err="1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tany</a:t>
            </a:r>
            <a:r>
              <a:rPr lang="fr-FR" sz="2800" dirty="0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 </a:t>
            </a:r>
            <a:r>
              <a:rPr lang="fr-FR" sz="2800" dirty="0" err="1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ianao</a:t>
            </a:r>
            <a:r>
              <a:rPr lang="fr-FR" sz="2800" dirty="0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… » DEOT 28:1 </a:t>
            </a:r>
            <a:endParaRPr lang="fr-MG" sz="2800" dirty="0">
              <a:solidFill>
                <a:schemeClr val="accent2"/>
              </a:solidFill>
              <a:latin typeface="Gamja Flower"/>
              <a:ea typeface="Gamja Flower"/>
              <a:sym typeface="Gamja Flow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E3FB0033-8477-484E-A439-44F758DE42D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131"/>
          <a:stretch/>
        </p:blipFill>
        <p:spPr>
          <a:xfrm>
            <a:off x="1764524" y="81274"/>
            <a:ext cx="6552827" cy="5062226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E6ED7598-990D-6E42-B0D2-E8C2395820D1}"/>
              </a:ext>
            </a:extLst>
          </p:cNvPr>
          <p:cNvSpPr txBox="1"/>
          <p:nvPr/>
        </p:nvSpPr>
        <p:spPr>
          <a:xfrm>
            <a:off x="2094808" y="706582"/>
            <a:ext cx="25603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G" sz="2000" b="1" dirty="0">
                <a:solidFill>
                  <a:schemeClr val="tx1">
                    <a:lumMod val="25000"/>
                  </a:schemeClr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MIHAINO TSARA NY FEON’I JEHOVAH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3788094-BD13-444F-8FD7-60F8499A7ABD}"/>
              </a:ext>
            </a:extLst>
          </p:cNvPr>
          <p:cNvSpPr txBox="1"/>
          <p:nvPr/>
        </p:nvSpPr>
        <p:spPr>
          <a:xfrm>
            <a:off x="5206079" y="706582"/>
            <a:ext cx="25603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G" sz="2000" b="1" dirty="0">
                <a:solidFill>
                  <a:schemeClr val="tx1">
                    <a:lumMod val="25000"/>
                  </a:schemeClr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MANARAKA NY DIDINY REHETRA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30CD74D-0312-8A48-94C8-3B134FBDCE5C}"/>
              </a:ext>
            </a:extLst>
          </p:cNvPr>
          <p:cNvSpPr txBox="1"/>
          <p:nvPr/>
        </p:nvSpPr>
        <p:spPr>
          <a:xfrm>
            <a:off x="3602183" y="2371695"/>
            <a:ext cx="25603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G" sz="2000" b="1" dirty="0">
                <a:solidFill>
                  <a:schemeClr val="tx1">
                    <a:lumMod val="25000"/>
                  </a:schemeClr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MIARAHABA OLONA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9C6AAA9B-369C-6040-AA0D-A4F722AA6B66}"/>
              </a:ext>
            </a:extLst>
          </p:cNvPr>
          <p:cNvSpPr txBox="1"/>
          <p:nvPr/>
        </p:nvSpPr>
        <p:spPr>
          <a:xfrm>
            <a:off x="2094808" y="3928946"/>
            <a:ext cx="25603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G" sz="2000" b="1" dirty="0">
                <a:solidFill>
                  <a:schemeClr val="tx1">
                    <a:lumMod val="25000"/>
                  </a:schemeClr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MAHAY MISAOTRA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FBFA89A-A3F6-7442-9BF1-7DDAD955F44F}"/>
              </a:ext>
            </a:extLst>
          </p:cNvPr>
          <p:cNvSpPr txBox="1"/>
          <p:nvPr/>
        </p:nvSpPr>
        <p:spPr>
          <a:xfrm>
            <a:off x="5082501" y="3928946"/>
            <a:ext cx="25603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G" sz="2000" b="1" dirty="0">
                <a:solidFill>
                  <a:schemeClr val="tx1">
                    <a:lumMod val="25000"/>
                  </a:schemeClr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MANAO AZAFADY</a:t>
            </a:r>
          </a:p>
        </p:txBody>
      </p:sp>
    </p:spTree>
    <p:extLst>
      <p:ext uri="{BB962C8B-B14F-4D97-AF65-F5344CB8AC3E}">
        <p14:creationId xmlns:p14="http://schemas.microsoft.com/office/powerpoint/2010/main" val="819219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Shape 1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" name="Google Shape;1822;p47"/>
          <p:cNvSpPr/>
          <p:nvPr/>
        </p:nvSpPr>
        <p:spPr>
          <a:xfrm>
            <a:off x="4831033" y="2771192"/>
            <a:ext cx="905475" cy="855325"/>
          </a:xfrm>
          <a:custGeom>
            <a:avLst/>
            <a:gdLst/>
            <a:ahLst/>
            <a:cxnLst/>
            <a:rect l="l" t="t" r="r" b="b"/>
            <a:pathLst>
              <a:path w="939" h="887" extrusionOk="0">
                <a:moveTo>
                  <a:pt x="511" y="0"/>
                </a:moveTo>
                <a:cubicBezTo>
                  <a:pt x="433" y="0"/>
                  <a:pt x="354" y="20"/>
                  <a:pt x="286" y="55"/>
                </a:cubicBezTo>
                <a:cubicBezTo>
                  <a:pt x="84" y="152"/>
                  <a:pt x="0" y="361"/>
                  <a:pt x="71" y="578"/>
                </a:cubicBezTo>
                <a:cubicBezTo>
                  <a:pt x="104" y="695"/>
                  <a:pt x="196" y="807"/>
                  <a:pt x="313" y="855"/>
                </a:cubicBezTo>
                <a:cubicBezTo>
                  <a:pt x="361" y="876"/>
                  <a:pt x="414" y="886"/>
                  <a:pt x="467" y="886"/>
                </a:cubicBezTo>
                <a:cubicBezTo>
                  <a:pt x="606" y="886"/>
                  <a:pt x="748" y="818"/>
                  <a:pt x="829" y="703"/>
                </a:cubicBezTo>
                <a:cubicBezTo>
                  <a:pt x="939" y="543"/>
                  <a:pt x="932" y="312"/>
                  <a:pt x="822" y="152"/>
                </a:cubicBezTo>
                <a:cubicBezTo>
                  <a:pt x="750" y="47"/>
                  <a:pt x="632" y="0"/>
                  <a:pt x="51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3" name="Google Shape;1823;p47"/>
          <p:cNvSpPr/>
          <p:nvPr/>
        </p:nvSpPr>
        <p:spPr>
          <a:xfrm>
            <a:off x="4831033" y="1449404"/>
            <a:ext cx="905475" cy="855325"/>
          </a:xfrm>
          <a:custGeom>
            <a:avLst/>
            <a:gdLst/>
            <a:ahLst/>
            <a:cxnLst/>
            <a:rect l="l" t="t" r="r" b="b"/>
            <a:pathLst>
              <a:path w="939" h="887" extrusionOk="0">
                <a:moveTo>
                  <a:pt x="511" y="0"/>
                </a:moveTo>
                <a:cubicBezTo>
                  <a:pt x="433" y="0"/>
                  <a:pt x="354" y="20"/>
                  <a:pt x="286" y="55"/>
                </a:cubicBezTo>
                <a:cubicBezTo>
                  <a:pt x="84" y="152"/>
                  <a:pt x="0" y="361"/>
                  <a:pt x="71" y="578"/>
                </a:cubicBezTo>
                <a:cubicBezTo>
                  <a:pt x="104" y="695"/>
                  <a:pt x="196" y="807"/>
                  <a:pt x="313" y="855"/>
                </a:cubicBezTo>
                <a:cubicBezTo>
                  <a:pt x="361" y="876"/>
                  <a:pt x="414" y="886"/>
                  <a:pt x="467" y="886"/>
                </a:cubicBezTo>
                <a:cubicBezTo>
                  <a:pt x="606" y="886"/>
                  <a:pt x="748" y="818"/>
                  <a:pt x="829" y="703"/>
                </a:cubicBezTo>
                <a:cubicBezTo>
                  <a:pt x="939" y="543"/>
                  <a:pt x="932" y="312"/>
                  <a:pt x="822" y="152"/>
                </a:cubicBezTo>
                <a:cubicBezTo>
                  <a:pt x="750" y="47"/>
                  <a:pt x="632" y="0"/>
                  <a:pt x="51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4" name="Google Shape;1824;p47"/>
          <p:cNvSpPr/>
          <p:nvPr/>
        </p:nvSpPr>
        <p:spPr>
          <a:xfrm>
            <a:off x="1025496" y="2771192"/>
            <a:ext cx="905475" cy="855325"/>
          </a:xfrm>
          <a:custGeom>
            <a:avLst/>
            <a:gdLst/>
            <a:ahLst/>
            <a:cxnLst/>
            <a:rect l="l" t="t" r="r" b="b"/>
            <a:pathLst>
              <a:path w="939" h="887" extrusionOk="0">
                <a:moveTo>
                  <a:pt x="511" y="0"/>
                </a:moveTo>
                <a:cubicBezTo>
                  <a:pt x="433" y="0"/>
                  <a:pt x="354" y="20"/>
                  <a:pt x="286" y="55"/>
                </a:cubicBezTo>
                <a:cubicBezTo>
                  <a:pt x="84" y="152"/>
                  <a:pt x="0" y="361"/>
                  <a:pt x="71" y="578"/>
                </a:cubicBezTo>
                <a:cubicBezTo>
                  <a:pt x="104" y="695"/>
                  <a:pt x="196" y="807"/>
                  <a:pt x="313" y="855"/>
                </a:cubicBezTo>
                <a:cubicBezTo>
                  <a:pt x="361" y="876"/>
                  <a:pt x="414" y="886"/>
                  <a:pt x="467" y="886"/>
                </a:cubicBezTo>
                <a:cubicBezTo>
                  <a:pt x="606" y="886"/>
                  <a:pt x="748" y="818"/>
                  <a:pt x="829" y="703"/>
                </a:cubicBezTo>
                <a:cubicBezTo>
                  <a:pt x="939" y="543"/>
                  <a:pt x="932" y="312"/>
                  <a:pt x="822" y="152"/>
                </a:cubicBezTo>
                <a:cubicBezTo>
                  <a:pt x="750" y="47"/>
                  <a:pt x="632" y="0"/>
                  <a:pt x="51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5" name="Google Shape;1825;p47"/>
          <p:cNvSpPr/>
          <p:nvPr/>
        </p:nvSpPr>
        <p:spPr>
          <a:xfrm>
            <a:off x="1025496" y="1449404"/>
            <a:ext cx="905475" cy="855325"/>
          </a:xfrm>
          <a:custGeom>
            <a:avLst/>
            <a:gdLst/>
            <a:ahLst/>
            <a:cxnLst/>
            <a:rect l="l" t="t" r="r" b="b"/>
            <a:pathLst>
              <a:path w="939" h="887" extrusionOk="0">
                <a:moveTo>
                  <a:pt x="511" y="0"/>
                </a:moveTo>
                <a:cubicBezTo>
                  <a:pt x="433" y="0"/>
                  <a:pt x="354" y="20"/>
                  <a:pt x="286" y="55"/>
                </a:cubicBezTo>
                <a:cubicBezTo>
                  <a:pt x="84" y="152"/>
                  <a:pt x="0" y="361"/>
                  <a:pt x="71" y="578"/>
                </a:cubicBezTo>
                <a:cubicBezTo>
                  <a:pt x="104" y="695"/>
                  <a:pt x="196" y="807"/>
                  <a:pt x="313" y="855"/>
                </a:cubicBezTo>
                <a:cubicBezTo>
                  <a:pt x="361" y="876"/>
                  <a:pt x="414" y="886"/>
                  <a:pt x="467" y="886"/>
                </a:cubicBezTo>
                <a:cubicBezTo>
                  <a:pt x="606" y="886"/>
                  <a:pt x="748" y="818"/>
                  <a:pt x="829" y="703"/>
                </a:cubicBezTo>
                <a:cubicBezTo>
                  <a:pt x="939" y="543"/>
                  <a:pt x="932" y="312"/>
                  <a:pt x="822" y="152"/>
                </a:cubicBezTo>
                <a:cubicBezTo>
                  <a:pt x="750" y="47"/>
                  <a:pt x="632" y="0"/>
                  <a:pt x="51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6" name="Google Shape;1826;p47"/>
          <p:cNvSpPr txBox="1">
            <a:spLocks noGrp="1"/>
          </p:cNvSpPr>
          <p:nvPr>
            <p:ph type="subTitle" idx="3"/>
          </p:nvPr>
        </p:nvSpPr>
        <p:spPr>
          <a:xfrm>
            <a:off x="1976562" y="1274825"/>
            <a:ext cx="2808865" cy="51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accent3"/>
                </a:solidFill>
              </a:rPr>
              <a:t>FANDINIHANA NY SORATRA MASINA</a:t>
            </a:r>
            <a:endParaRPr sz="1800" dirty="0">
              <a:solidFill>
                <a:schemeClr val="accent3"/>
              </a:solidFill>
            </a:endParaRPr>
          </a:p>
        </p:txBody>
      </p:sp>
      <p:sp>
        <p:nvSpPr>
          <p:cNvPr id="1827" name="Google Shape;1827;p47"/>
          <p:cNvSpPr txBox="1">
            <a:spLocks noGrp="1"/>
          </p:cNvSpPr>
          <p:nvPr>
            <p:ph type="title"/>
          </p:nvPr>
        </p:nvSpPr>
        <p:spPr>
          <a:xfrm>
            <a:off x="1150313" y="1497550"/>
            <a:ext cx="655800" cy="67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828" name="Google Shape;1828;p47"/>
          <p:cNvSpPr txBox="1">
            <a:spLocks noGrp="1"/>
          </p:cNvSpPr>
          <p:nvPr>
            <p:ph type="subTitle" idx="1"/>
          </p:nvPr>
        </p:nvSpPr>
        <p:spPr>
          <a:xfrm>
            <a:off x="1976562" y="1792324"/>
            <a:ext cx="285445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ANKIZY </a:t>
            </a:r>
            <a:r>
              <a:rPr lang="en" dirty="0">
                <a:latin typeface="+mn-lt"/>
              </a:rPr>
              <a:t>1</a:t>
            </a:r>
            <a:r>
              <a:rPr lang="en" dirty="0"/>
              <a:t> = BAIBOLY </a:t>
            </a:r>
            <a:r>
              <a:rPr lang="en" dirty="0">
                <a:latin typeface="+mj-lt"/>
              </a:rPr>
              <a:t>1</a:t>
            </a:r>
          </a:p>
          <a:p>
            <a:pPr marL="0" indent="0" algn="just">
              <a:lnSpc>
                <a:spcPct val="100000"/>
              </a:lnSpc>
            </a:pPr>
            <a:r>
              <a:rPr lang="fr-FR" dirty="0"/>
              <a:t>ANKIZY </a:t>
            </a:r>
            <a:r>
              <a:rPr lang="fr-FR" dirty="0">
                <a:latin typeface="+mn-lt"/>
              </a:rPr>
              <a:t>1</a:t>
            </a:r>
            <a:r>
              <a:rPr lang="fr-FR" dirty="0"/>
              <a:t> = LESONA SS </a:t>
            </a:r>
            <a:r>
              <a:rPr lang="fr-FR" dirty="0">
                <a:latin typeface="+mj-lt"/>
              </a:rPr>
              <a:t>1</a:t>
            </a:r>
          </a:p>
          <a:p>
            <a:pPr marL="0" indent="0" algn="just">
              <a:lnSpc>
                <a:spcPct val="100000"/>
              </a:lnSpc>
            </a:pPr>
            <a:r>
              <a:rPr lang="fr-FR" dirty="0"/>
              <a:t>(</a:t>
            </a:r>
            <a:r>
              <a:rPr lang="fr-FR" dirty="0" err="1"/>
              <a:t>mifanaraka</a:t>
            </a:r>
            <a:r>
              <a:rPr lang="fr-FR" dirty="0"/>
              <a:t> </a:t>
            </a:r>
            <a:r>
              <a:rPr lang="fr-FR" dirty="0" err="1"/>
              <a:t>amin’ny</a:t>
            </a:r>
            <a:r>
              <a:rPr lang="fr-FR" dirty="0"/>
              <a:t> </a:t>
            </a:r>
            <a:r>
              <a:rPr lang="fr-FR" dirty="0" err="1"/>
              <a:t>taonany</a:t>
            </a:r>
            <a:r>
              <a:rPr lang="fr-FR" dirty="0"/>
              <a:t>)</a:t>
            </a:r>
            <a:endParaRPr dirty="0">
              <a:latin typeface="+mj-lt"/>
            </a:endParaRPr>
          </a:p>
        </p:txBody>
      </p:sp>
      <p:cxnSp>
        <p:nvCxnSpPr>
          <p:cNvPr id="1830" name="Google Shape;1830;p47"/>
          <p:cNvCxnSpPr/>
          <p:nvPr/>
        </p:nvCxnSpPr>
        <p:spPr>
          <a:xfrm>
            <a:off x="2059963" y="1826588"/>
            <a:ext cx="2253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31" name="Google Shape;1831;p47"/>
          <p:cNvSpPr txBox="1">
            <a:spLocks noGrp="1"/>
          </p:cNvSpPr>
          <p:nvPr>
            <p:ph type="title" idx="4"/>
          </p:nvPr>
        </p:nvSpPr>
        <p:spPr>
          <a:xfrm>
            <a:off x="1150313" y="2835500"/>
            <a:ext cx="655800" cy="67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</a:t>
            </a:r>
            <a:endParaRPr dirty="0"/>
          </a:p>
        </p:txBody>
      </p:sp>
      <p:sp>
        <p:nvSpPr>
          <p:cNvPr id="1832" name="Google Shape;1832;p47"/>
          <p:cNvSpPr txBox="1">
            <a:spLocks noGrp="1"/>
          </p:cNvSpPr>
          <p:nvPr>
            <p:ph type="subTitle" idx="5"/>
          </p:nvPr>
        </p:nvSpPr>
        <p:spPr>
          <a:xfrm>
            <a:off x="1851718" y="3037796"/>
            <a:ext cx="3167356" cy="15682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1.Mifidiana </a:t>
            </a:r>
            <a:r>
              <a:rPr lang="fr-FR" dirty="0" err="1"/>
              <a:t>toerana</a:t>
            </a:r>
            <a:r>
              <a:rPr lang="fr-FR" dirty="0"/>
              <a:t> </a:t>
            </a:r>
            <a:r>
              <a:rPr lang="fr-FR" dirty="0" err="1"/>
              <a:t>manokana</a:t>
            </a:r>
            <a:r>
              <a:rPr lang="fr-FR" dirty="0"/>
              <a:t> </a:t>
            </a:r>
            <a:r>
              <a:rPr lang="fr-FR" dirty="0" err="1"/>
              <a:t>sy</a:t>
            </a:r>
            <a:r>
              <a:rPr lang="fr-FR" dirty="0"/>
              <a:t> </a:t>
            </a:r>
            <a:r>
              <a:rPr lang="fr-FR" dirty="0" err="1"/>
              <a:t>miavaka</a:t>
            </a:r>
            <a:r>
              <a:rPr lang="fr-FR" dirty="0"/>
              <a:t> </a:t>
            </a:r>
            <a:r>
              <a:rPr lang="fr-FR" dirty="0" err="1"/>
              <a:t>iray</a:t>
            </a:r>
            <a:r>
              <a:rPr lang="fr-FR" dirty="0"/>
              <a:t> </a:t>
            </a:r>
            <a:r>
              <a:rPr lang="fr-FR" dirty="0" err="1"/>
              <a:t>mba</a:t>
            </a:r>
            <a:r>
              <a:rPr lang="fr-FR" dirty="0"/>
              <a:t> </a:t>
            </a:r>
            <a:r>
              <a:rPr lang="fr-FR" dirty="0" err="1"/>
              <a:t>hivavahana</a:t>
            </a:r>
            <a:endParaRPr lang="fr-F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2.Mivavaha </a:t>
            </a:r>
            <a:r>
              <a:rPr lang="fr-FR" dirty="0" err="1"/>
              <a:t>amin’ny</a:t>
            </a:r>
            <a:r>
              <a:rPr lang="fr-FR" dirty="0"/>
              <a:t> </a:t>
            </a:r>
            <a:r>
              <a:rPr lang="fr-FR" dirty="0" err="1"/>
              <a:t>fotoana</a:t>
            </a:r>
            <a:r>
              <a:rPr lang="fr-FR" dirty="0"/>
              <a:t> </a:t>
            </a:r>
            <a:r>
              <a:rPr lang="fr-FR" dirty="0" err="1"/>
              <a:t>tsy</a:t>
            </a:r>
            <a:r>
              <a:rPr lang="fr-FR" dirty="0"/>
              <a:t> </a:t>
            </a:r>
            <a:r>
              <a:rPr lang="fr-FR" dirty="0" err="1"/>
              <a:t>miova</a:t>
            </a:r>
            <a:r>
              <a:rPr lang="fr-F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3.Manaova </a:t>
            </a:r>
            <a:r>
              <a:rPr lang="fr-FR" dirty="0" err="1"/>
              <a:t>lisitra</a:t>
            </a:r>
            <a:r>
              <a:rPr lang="fr-FR" dirty="0"/>
              <a:t> </a:t>
            </a:r>
            <a:r>
              <a:rPr lang="fr-FR" dirty="0" err="1"/>
              <a:t>mba</a:t>
            </a:r>
            <a:r>
              <a:rPr lang="fr-FR" dirty="0"/>
              <a:t> </a:t>
            </a:r>
            <a:r>
              <a:rPr lang="fr-FR" dirty="0" err="1"/>
              <a:t>hiraketana</a:t>
            </a:r>
            <a:r>
              <a:rPr lang="fr-FR" dirty="0"/>
              <a:t> </a:t>
            </a:r>
            <a:r>
              <a:rPr lang="fr-FR" dirty="0" err="1"/>
              <a:t>ireo</a:t>
            </a:r>
            <a:r>
              <a:rPr lang="fr-FR" dirty="0"/>
              <a:t> </a:t>
            </a:r>
            <a:r>
              <a:rPr lang="fr-FR" dirty="0" err="1"/>
              <a:t>antom-bavaka</a:t>
            </a:r>
            <a:r>
              <a:rPr lang="fr-FR" dirty="0"/>
              <a:t>. </a:t>
            </a:r>
          </a:p>
        </p:txBody>
      </p:sp>
      <p:sp>
        <p:nvSpPr>
          <p:cNvPr id="1833" name="Google Shape;1833;p47"/>
          <p:cNvSpPr txBox="1">
            <a:spLocks noGrp="1"/>
          </p:cNvSpPr>
          <p:nvPr>
            <p:ph type="subTitle" idx="6"/>
          </p:nvPr>
        </p:nvSpPr>
        <p:spPr>
          <a:xfrm>
            <a:off x="1930930" y="2656371"/>
            <a:ext cx="3083822" cy="51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accent3"/>
                </a:solidFill>
              </a:rPr>
              <a:t>VAVAKA SY FIDERANA</a:t>
            </a:r>
            <a:endParaRPr sz="2000" dirty="0">
              <a:solidFill>
                <a:schemeClr val="accent3"/>
              </a:solidFill>
            </a:endParaRPr>
          </a:p>
        </p:txBody>
      </p:sp>
      <p:sp>
        <p:nvSpPr>
          <p:cNvPr id="1834" name="Google Shape;1834;p47"/>
          <p:cNvSpPr txBox="1">
            <a:spLocks noGrp="1"/>
          </p:cNvSpPr>
          <p:nvPr>
            <p:ph type="title" idx="7"/>
          </p:nvPr>
        </p:nvSpPr>
        <p:spPr>
          <a:xfrm>
            <a:off x="4955863" y="1497550"/>
            <a:ext cx="655800" cy="67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835" name="Google Shape;1835;p47"/>
          <p:cNvSpPr txBox="1">
            <a:spLocks noGrp="1"/>
          </p:cNvSpPr>
          <p:nvPr>
            <p:ph type="subTitle" idx="8"/>
          </p:nvPr>
        </p:nvSpPr>
        <p:spPr>
          <a:xfrm>
            <a:off x="5782111" y="1792324"/>
            <a:ext cx="328799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H</a:t>
            </a:r>
            <a:r>
              <a:rPr lang="en" dirty="0" err="1"/>
              <a:t>ita</a:t>
            </a:r>
            <a:r>
              <a:rPr lang="en" dirty="0"/>
              <a:t> </a:t>
            </a:r>
            <a:r>
              <a:rPr lang="en" dirty="0" err="1"/>
              <a:t>taratra</a:t>
            </a:r>
            <a:r>
              <a:rPr lang="en" dirty="0"/>
              <a:t> </a:t>
            </a:r>
            <a:r>
              <a:rPr lang="en" dirty="0" err="1"/>
              <a:t>eo</a:t>
            </a:r>
            <a:r>
              <a:rPr lang="en" dirty="0"/>
              <a:t> </a:t>
            </a:r>
            <a:r>
              <a:rPr lang="en" dirty="0" err="1"/>
              <a:t>amin’ny</a:t>
            </a:r>
            <a:r>
              <a:rPr lang="en" dirty="0"/>
              <a:t> </a:t>
            </a:r>
            <a:r>
              <a:rPr lang="en" dirty="0" err="1"/>
              <a:t>fianako</a:t>
            </a:r>
            <a:r>
              <a:rPr lang="en" dirty="0"/>
              <a:t> an-</a:t>
            </a:r>
            <a:r>
              <a:rPr lang="en" dirty="0" err="1"/>
              <a:t>davanandro</a:t>
            </a:r>
            <a:r>
              <a:rPr lang="en" dirty="0"/>
              <a:t> </a:t>
            </a:r>
            <a:r>
              <a:rPr lang="en" dirty="0" err="1"/>
              <a:t>ny</a:t>
            </a:r>
            <a:r>
              <a:rPr lang="en" dirty="0"/>
              <a:t> </a:t>
            </a:r>
            <a:r>
              <a:rPr lang="en" dirty="0" err="1"/>
              <a:t>fiasan’ny</a:t>
            </a:r>
            <a:r>
              <a:rPr lang="en" dirty="0"/>
              <a:t> </a:t>
            </a:r>
            <a:r>
              <a:rPr lang="en" dirty="0" err="1"/>
              <a:t>Fanahy</a:t>
            </a:r>
            <a:r>
              <a:rPr lang="en" dirty="0"/>
              <a:t> </a:t>
            </a:r>
            <a:r>
              <a:rPr lang="en" dirty="0" err="1"/>
              <a:t>Masina</a:t>
            </a:r>
            <a:endParaRPr dirty="0"/>
          </a:p>
        </p:txBody>
      </p:sp>
      <p:sp>
        <p:nvSpPr>
          <p:cNvPr id="1836" name="Google Shape;1836;p47"/>
          <p:cNvSpPr txBox="1">
            <a:spLocks noGrp="1"/>
          </p:cNvSpPr>
          <p:nvPr>
            <p:ph type="subTitle" idx="9"/>
          </p:nvPr>
        </p:nvSpPr>
        <p:spPr>
          <a:xfrm>
            <a:off x="5782113" y="1274825"/>
            <a:ext cx="2336400" cy="51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accent3"/>
                </a:solidFill>
              </a:rPr>
              <a:t>FANKATOAVANA</a:t>
            </a:r>
            <a:endParaRPr sz="2000" dirty="0">
              <a:solidFill>
                <a:schemeClr val="accent3"/>
              </a:solidFill>
            </a:endParaRPr>
          </a:p>
        </p:txBody>
      </p:sp>
      <p:sp>
        <p:nvSpPr>
          <p:cNvPr id="1837" name="Google Shape;1837;p47"/>
          <p:cNvSpPr txBox="1">
            <a:spLocks noGrp="1"/>
          </p:cNvSpPr>
          <p:nvPr>
            <p:ph type="title" idx="13"/>
          </p:nvPr>
        </p:nvSpPr>
        <p:spPr>
          <a:xfrm>
            <a:off x="4955863" y="2835500"/>
            <a:ext cx="655800" cy="67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1838" name="Google Shape;1838;p47"/>
          <p:cNvSpPr txBox="1">
            <a:spLocks noGrp="1"/>
          </p:cNvSpPr>
          <p:nvPr>
            <p:ph type="subTitle" idx="14"/>
          </p:nvPr>
        </p:nvSpPr>
        <p:spPr>
          <a:xfrm>
            <a:off x="5782113" y="3130274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Mizara</a:t>
            </a:r>
            <a:r>
              <a:rPr lang="en" dirty="0"/>
              <a:t> </a:t>
            </a:r>
            <a:r>
              <a:rPr lang="en" dirty="0" err="1"/>
              <a:t>ny</a:t>
            </a:r>
            <a:r>
              <a:rPr lang="en" dirty="0"/>
              <a:t> </a:t>
            </a:r>
            <a:r>
              <a:rPr lang="en" dirty="0" err="1"/>
              <a:t>fitiavan</a:t>
            </a:r>
            <a:r>
              <a:rPr lang="en" dirty="0"/>
              <a:t>’</a:t>
            </a:r>
            <a:r>
              <a:rPr lang="fr-FR" dirty="0"/>
              <a:t>I</a:t>
            </a:r>
            <a:r>
              <a:rPr lang="en" dirty="0"/>
              <a:t> JESOSY </a:t>
            </a:r>
            <a:r>
              <a:rPr lang="en" dirty="0" err="1"/>
              <a:t>amin’ny</a:t>
            </a:r>
            <a:r>
              <a:rPr lang="en" dirty="0"/>
              <a:t> </a:t>
            </a:r>
            <a:r>
              <a:rPr lang="en" dirty="0" err="1"/>
              <a:t>hafa</a:t>
            </a:r>
            <a:r>
              <a:rPr lang="en" dirty="0"/>
              <a:t> </a:t>
            </a:r>
            <a:r>
              <a:rPr lang="en" dirty="0" err="1"/>
              <a:t>aho</a:t>
            </a:r>
            <a:endParaRPr dirty="0"/>
          </a:p>
        </p:txBody>
      </p:sp>
      <p:sp>
        <p:nvSpPr>
          <p:cNvPr id="1839" name="Google Shape;1839;p47"/>
          <p:cNvSpPr txBox="1">
            <a:spLocks noGrp="1"/>
          </p:cNvSpPr>
          <p:nvPr>
            <p:ph type="subTitle" idx="15"/>
          </p:nvPr>
        </p:nvSpPr>
        <p:spPr>
          <a:xfrm>
            <a:off x="5782113" y="2612775"/>
            <a:ext cx="2336400" cy="51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accent3"/>
                </a:solidFill>
              </a:rPr>
              <a:t>MAMITA NY IRAKA</a:t>
            </a:r>
            <a:endParaRPr sz="2000" dirty="0">
              <a:solidFill>
                <a:schemeClr val="accent3"/>
              </a:solidFill>
            </a:endParaRPr>
          </a:p>
        </p:txBody>
      </p:sp>
      <p:cxnSp>
        <p:nvCxnSpPr>
          <p:cNvPr id="1840" name="Google Shape;1840;p47"/>
          <p:cNvCxnSpPr/>
          <p:nvPr/>
        </p:nvCxnSpPr>
        <p:spPr>
          <a:xfrm>
            <a:off x="5865513" y="1826588"/>
            <a:ext cx="2253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841" name="Google Shape;1841;p47"/>
          <p:cNvCxnSpPr/>
          <p:nvPr/>
        </p:nvCxnSpPr>
        <p:spPr>
          <a:xfrm>
            <a:off x="2059963" y="3111211"/>
            <a:ext cx="2253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842" name="Google Shape;1842;p47"/>
          <p:cNvCxnSpPr/>
          <p:nvPr/>
        </p:nvCxnSpPr>
        <p:spPr>
          <a:xfrm>
            <a:off x="5865513" y="3173588"/>
            <a:ext cx="2253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43" name="Google Shape;1843;p47"/>
          <p:cNvSpPr/>
          <p:nvPr/>
        </p:nvSpPr>
        <p:spPr>
          <a:xfrm flipH="1">
            <a:off x="326453" y="-118325"/>
            <a:ext cx="2218497" cy="676169"/>
          </a:xfrm>
          <a:custGeom>
            <a:avLst/>
            <a:gdLst/>
            <a:ahLst/>
            <a:cxnLst/>
            <a:rect l="l" t="t" r="r" b="b"/>
            <a:pathLst>
              <a:path w="24293" h="7405" extrusionOk="0">
                <a:moveTo>
                  <a:pt x="15711" y="0"/>
                </a:moveTo>
                <a:cubicBezTo>
                  <a:pt x="13606" y="0"/>
                  <a:pt x="11570" y="1578"/>
                  <a:pt x="11114" y="3641"/>
                </a:cubicBezTo>
                <a:cubicBezTo>
                  <a:pt x="10395" y="2995"/>
                  <a:pt x="9427" y="2640"/>
                  <a:pt x="8461" y="2640"/>
                </a:cubicBezTo>
                <a:cubicBezTo>
                  <a:pt x="8126" y="2640"/>
                  <a:pt x="7791" y="2683"/>
                  <a:pt x="7467" y="2771"/>
                </a:cubicBezTo>
                <a:cubicBezTo>
                  <a:pt x="6215" y="3118"/>
                  <a:pt x="5164" y="4135"/>
                  <a:pt x="4775" y="5372"/>
                </a:cubicBezTo>
                <a:cubicBezTo>
                  <a:pt x="4409" y="5161"/>
                  <a:pt x="3991" y="5066"/>
                  <a:pt x="3555" y="5066"/>
                </a:cubicBezTo>
                <a:cubicBezTo>
                  <a:pt x="2120" y="5066"/>
                  <a:pt x="503" y="6101"/>
                  <a:pt x="0" y="7405"/>
                </a:cubicBezTo>
                <a:lnTo>
                  <a:pt x="24167" y="7405"/>
                </a:lnTo>
                <a:cubicBezTo>
                  <a:pt x="24167" y="7405"/>
                  <a:pt x="24292" y="7328"/>
                  <a:pt x="24167" y="7078"/>
                </a:cubicBezTo>
                <a:cubicBezTo>
                  <a:pt x="23431" y="5645"/>
                  <a:pt x="21919" y="4608"/>
                  <a:pt x="20306" y="4588"/>
                </a:cubicBezTo>
                <a:cubicBezTo>
                  <a:pt x="20278" y="2333"/>
                  <a:pt x="18379" y="252"/>
                  <a:pt x="16131" y="22"/>
                </a:cubicBezTo>
                <a:cubicBezTo>
                  <a:pt x="15991" y="7"/>
                  <a:pt x="15851" y="0"/>
                  <a:pt x="1571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4" name="Google Shape;1844;p47"/>
          <p:cNvSpPr/>
          <p:nvPr/>
        </p:nvSpPr>
        <p:spPr>
          <a:xfrm>
            <a:off x="6903006" y="415704"/>
            <a:ext cx="2218497" cy="676169"/>
          </a:xfrm>
          <a:custGeom>
            <a:avLst/>
            <a:gdLst/>
            <a:ahLst/>
            <a:cxnLst/>
            <a:rect l="l" t="t" r="r" b="b"/>
            <a:pathLst>
              <a:path w="24293" h="7405" extrusionOk="0">
                <a:moveTo>
                  <a:pt x="15711" y="0"/>
                </a:moveTo>
                <a:cubicBezTo>
                  <a:pt x="13606" y="0"/>
                  <a:pt x="11570" y="1578"/>
                  <a:pt x="11114" y="3641"/>
                </a:cubicBezTo>
                <a:cubicBezTo>
                  <a:pt x="10395" y="2995"/>
                  <a:pt x="9427" y="2640"/>
                  <a:pt x="8461" y="2640"/>
                </a:cubicBezTo>
                <a:cubicBezTo>
                  <a:pt x="8126" y="2640"/>
                  <a:pt x="7791" y="2683"/>
                  <a:pt x="7467" y="2771"/>
                </a:cubicBezTo>
                <a:cubicBezTo>
                  <a:pt x="6215" y="3118"/>
                  <a:pt x="5164" y="4135"/>
                  <a:pt x="4775" y="5372"/>
                </a:cubicBezTo>
                <a:cubicBezTo>
                  <a:pt x="4409" y="5161"/>
                  <a:pt x="3991" y="5066"/>
                  <a:pt x="3555" y="5066"/>
                </a:cubicBezTo>
                <a:cubicBezTo>
                  <a:pt x="2120" y="5066"/>
                  <a:pt x="503" y="6101"/>
                  <a:pt x="0" y="7405"/>
                </a:cubicBezTo>
                <a:lnTo>
                  <a:pt x="24167" y="7405"/>
                </a:lnTo>
                <a:cubicBezTo>
                  <a:pt x="24167" y="7405"/>
                  <a:pt x="24292" y="7328"/>
                  <a:pt x="24167" y="7078"/>
                </a:cubicBezTo>
                <a:cubicBezTo>
                  <a:pt x="23431" y="5645"/>
                  <a:pt x="21919" y="4608"/>
                  <a:pt x="20306" y="4588"/>
                </a:cubicBezTo>
                <a:cubicBezTo>
                  <a:pt x="20278" y="2333"/>
                  <a:pt x="18379" y="252"/>
                  <a:pt x="16131" y="22"/>
                </a:cubicBezTo>
                <a:cubicBezTo>
                  <a:pt x="15991" y="7"/>
                  <a:pt x="15851" y="0"/>
                  <a:pt x="1571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5" name="Google Shape;1845;p47"/>
          <p:cNvSpPr/>
          <p:nvPr/>
        </p:nvSpPr>
        <p:spPr>
          <a:xfrm>
            <a:off x="-522497" y="2160801"/>
            <a:ext cx="1697899" cy="517498"/>
          </a:xfrm>
          <a:custGeom>
            <a:avLst/>
            <a:gdLst/>
            <a:ahLst/>
            <a:cxnLst/>
            <a:rect l="l" t="t" r="r" b="b"/>
            <a:pathLst>
              <a:path w="24293" h="7405" extrusionOk="0">
                <a:moveTo>
                  <a:pt x="15711" y="0"/>
                </a:moveTo>
                <a:cubicBezTo>
                  <a:pt x="13606" y="0"/>
                  <a:pt x="11570" y="1578"/>
                  <a:pt x="11114" y="3641"/>
                </a:cubicBezTo>
                <a:cubicBezTo>
                  <a:pt x="10395" y="2995"/>
                  <a:pt x="9427" y="2640"/>
                  <a:pt x="8461" y="2640"/>
                </a:cubicBezTo>
                <a:cubicBezTo>
                  <a:pt x="8126" y="2640"/>
                  <a:pt x="7791" y="2683"/>
                  <a:pt x="7467" y="2771"/>
                </a:cubicBezTo>
                <a:cubicBezTo>
                  <a:pt x="6215" y="3118"/>
                  <a:pt x="5164" y="4135"/>
                  <a:pt x="4775" y="5372"/>
                </a:cubicBezTo>
                <a:cubicBezTo>
                  <a:pt x="4409" y="5161"/>
                  <a:pt x="3991" y="5066"/>
                  <a:pt x="3555" y="5066"/>
                </a:cubicBezTo>
                <a:cubicBezTo>
                  <a:pt x="2120" y="5066"/>
                  <a:pt x="503" y="6101"/>
                  <a:pt x="0" y="7405"/>
                </a:cubicBezTo>
                <a:lnTo>
                  <a:pt x="24167" y="7405"/>
                </a:lnTo>
                <a:cubicBezTo>
                  <a:pt x="24167" y="7405"/>
                  <a:pt x="24292" y="7328"/>
                  <a:pt x="24167" y="7078"/>
                </a:cubicBezTo>
                <a:cubicBezTo>
                  <a:pt x="23431" y="5645"/>
                  <a:pt x="21919" y="4608"/>
                  <a:pt x="20306" y="4588"/>
                </a:cubicBezTo>
                <a:cubicBezTo>
                  <a:pt x="20278" y="2333"/>
                  <a:pt x="18379" y="252"/>
                  <a:pt x="16131" y="22"/>
                </a:cubicBezTo>
                <a:cubicBezTo>
                  <a:pt x="15991" y="7"/>
                  <a:pt x="15851" y="0"/>
                  <a:pt x="1571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1813;p46">
            <a:extLst>
              <a:ext uri="{FF2B5EF4-FFF2-40B4-BE49-F238E27FC236}">
                <a16:creationId xmlns:a16="http://schemas.microsoft.com/office/drawing/2014/main" id="{69EB00A9-F9B6-DF4B-8C8A-21151072AD5F}"/>
              </a:ext>
            </a:extLst>
          </p:cNvPr>
          <p:cNvSpPr txBox="1">
            <a:spLocks/>
          </p:cNvSpPr>
          <p:nvPr/>
        </p:nvSpPr>
        <p:spPr>
          <a:xfrm>
            <a:off x="1620982" y="374815"/>
            <a:ext cx="6934522" cy="613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Gamja Flower"/>
              <a:buNone/>
              <a:defRPr sz="1600" b="0" i="0" u="none" strike="noStrike" cap="none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Gamja Flower"/>
              <a:buNone/>
              <a:defRPr sz="1600" b="0" i="0" u="none" strike="noStrike" cap="none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Gamja Flower"/>
              <a:buNone/>
              <a:defRPr sz="1600" b="0" i="0" u="none" strike="noStrike" cap="none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Gamja Flower"/>
              <a:buNone/>
              <a:defRPr sz="1600" b="0" i="0" u="none" strike="noStrike" cap="none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Gamja Flower"/>
              <a:buNone/>
              <a:defRPr sz="1600" b="0" i="0" u="none" strike="noStrike" cap="none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Gamja Flower"/>
              <a:buNone/>
              <a:defRPr sz="1600" b="0" i="0" u="none" strike="noStrike" cap="none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Gamja Flower"/>
              <a:buNone/>
              <a:defRPr sz="1600" b="0" i="0" u="none" strike="noStrike" cap="none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Gamja Flower"/>
              <a:buNone/>
              <a:defRPr sz="1600" b="0" i="0" u="none" strike="noStrike" cap="none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Gamja Flower"/>
              <a:buNone/>
              <a:defRPr sz="1600" b="0" i="0" u="none" strike="noStrike" cap="none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defRPr>
            </a:lvl9pPr>
          </a:lstStyle>
          <a:p>
            <a:pPr marL="0" indent="0" algn="ctr"/>
            <a:r>
              <a:rPr lang="fr-FR" sz="2400">
                <a:latin typeface="Baloo Bhaijaan" panose="03080902040302020200" pitchFamily="66" charset="-78"/>
                <a:cs typeface="Baloo Bhaijaan" panose="03080902040302020200" pitchFamily="66" charset="-78"/>
              </a:rPr>
              <a:t>TAFARAY AMIN’I JESOSY AMIN’NY:</a:t>
            </a:r>
          </a:p>
          <a:p>
            <a:pPr marL="0" indent="0" algn="ctr"/>
            <a:endParaRPr lang="fr-FR" sz="2400">
              <a:latin typeface="AkayaTelivigala" pitchFamily="2" charset="77"/>
              <a:cs typeface="AkayaTelivigala" pitchFamily="2" charset="77"/>
            </a:endParaRPr>
          </a:p>
          <a:p>
            <a:pPr marL="0" indent="0" algn="ctr"/>
            <a:endParaRPr lang="fr-FR" sz="2400" dirty="0">
              <a:latin typeface="AkayaTelivigala" pitchFamily="2" charset="77"/>
              <a:cs typeface="AkayaTelivigala" pitchFamily="2" charset="7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0" name="Google Shape;1850;p48"/>
          <p:cNvSpPr/>
          <p:nvPr/>
        </p:nvSpPr>
        <p:spPr>
          <a:xfrm>
            <a:off x="2509988" y="405687"/>
            <a:ext cx="1115025" cy="1053275"/>
          </a:xfrm>
          <a:custGeom>
            <a:avLst/>
            <a:gdLst/>
            <a:ahLst/>
            <a:cxnLst/>
            <a:rect l="l" t="t" r="r" b="b"/>
            <a:pathLst>
              <a:path w="939" h="887" extrusionOk="0">
                <a:moveTo>
                  <a:pt x="511" y="0"/>
                </a:moveTo>
                <a:cubicBezTo>
                  <a:pt x="433" y="0"/>
                  <a:pt x="354" y="20"/>
                  <a:pt x="286" y="55"/>
                </a:cubicBezTo>
                <a:cubicBezTo>
                  <a:pt x="84" y="152"/>
                  <a:pt x="0" y="361"/>
                  <a:pt x="71" y="578"/>
                </a:cubicBezTo>
                <a:cubicBezTo>
                  <a:pt x="104" y="695"/>
                  <a:pt x="196" y="807"/>
                  <a:pt x="313" y="855"/>
                </a:cubicBezTo>
                <a:cubicBezTo>
                  <a:pt x="361" y="876"/>
                  <a:pt x="414" y="886"/>
                  <a:pt x="467" y="886"/>
                </a:cubicBezTo>
                <a:cubicBezTo>
                  <a:pt x="606" y="886"/>
                  <a:pt x="748" y="818"/>
                  <a:pt x="829" y="703"/>
                </a:cubicBezTo>
                <a:cubicBezTo>
                  <a:pt x="939" y="543"/>
                  <a:pt x="932" y="312"/>
                  <a:pt x="822" y="152"/>
                </a:cubicBezTo>
                <a:cubicBezTo>
                  <a:pt x="750" y="47"/>
                  <a:pt x="632" y="0"/>
                  <a:pt x="51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1" name="Google Shape;1851;p48"/>
          <p:cNvSpPr txBox="1">
            <a:spLocks noGrp="1"/>
          </p:cNvSpPr>
          <p:nvPr>
            <p:ph type="title" idx="2"/>
          </p:nvPr>
        </p:nvSpPr>
        <p:spPr>
          <a:xfrm>
            <a:off x="2570250" y="511425"/>
            <a:ext cx="994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853" name="Google Shape;1853;p48"/>
          <p:cNvSpPr txBox="1">
            <a:spLocks noGrp="1"/>
          </p:cNvSpPr>
          <p:nvPr>
            <p:ph type="title"/>
          </p:nvPr>
        </p:nvSpPr>
        <p:spPr>
          <a:xfrm>
            <a:off x="0" y="1529375"/>
            <a:ext cx="6469232" cy="19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600" dirty="0" err="1"/>
              <a:t>Tafaray</a:t>
            </a:r>
            <a:r>
              <a:rPr lang="fr-FR" sz="3600" dirty="0"/>
              <a:t> </a:t>
            </a:r>
            <a:r>
              <a:rPr lang="fr-FR" sz="3600" dirty="0" err="1"/>
              <a:t>amin’i</a:t>
            </a:r>
            <a:r>
              <a:rPr lang="fr-FR" sz="3600" dirty="0"/>
              <a:t> JESOSY </a:t>
            </a:r>
            <a:r>
              <a:rPr lang="fr-FR" sz="3600" dirty="0" err="1"/>
              <a:t>amin’ny</a:t>
            </a:r>
            <a:r>
              <a:rPr lang="fr-FR" sz="3600" dirty="0"/>
              <a:t> </a:t>
            </a:r>
            <a:r>
              <a:rPr lang="fr-FR" sz="3600" dirty="0" err="1"/>
              <a:t>alalan’ny</a:t>
            </a:r>
            <a:r>
              <a:rPr lang="fr-FR" sz="3600" dirty="0"/>
              <a:t> FANDINIHANA NY SORATRA MASINA</a:t>
            </a:r>
            <a:br>
              <a:rPr lang="fr-FR" sz="3600" dirty="0"/>
            </a:br>
            <a:endParaRPr lang="fr-FR" sz="3600" dirty="0"/>
          </a:p>
        </p:txBody>
      </p:sp>
      <p:cxnSp>
        <p:nvCxnSpPr>
          <p:cNvPr id="1942" name="Google Shape;1942;p48"/>
          <p:cNvCxnSpPr/>
          <p:nvPr/>
        </p:nvCxnSpPr>
        <p:spPr>
          <a:xfrm>
            <a:off x="1941000" y="4554088"/>
            <a:ext cx="2253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3" name="Image 2">
            <a:extLst>
              <a:ext uri="{FF2B5EF4-FFF2-40B4-BE49-F238E27FC236}">
                <a16:creationId xmlns:a16="http://schemas.microsoft.com/office/drawing/2014/main" id="{B013D98D-CAEA-414F-B47C-8BEAC4B9C30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9F3F3"/>
              </a:clrFrom>
              <a:clrTo>
                <a:srgbClr val="F9F3F3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562427" y="1944944"/>
            <a:ext cx="3055095" cy="3005861"/>
          </a:xfrm>
          <a:prstGeom prst="rect">
            <a:avLst/>
          </a:prstGeom>
        </p:spPr>
      </p:pic>
      <p:sp>
        <p:nvSpPr>
          <p:cNvPr id="5" name="Sous-titre 4">
            <a:extLst>
              <a:ext uri="{FF2B5EF4-FFF2-40B4-BE49-F238E27FC236}">
                <a16:creationId xmlns:a16="http://schemas.microsoft.com/office/drawing/2014/main" id="{DFF0F63F-737E-FC48-A417-FFC8BBAD7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378" y="3642181"/>
            <a:ext cx="4682836" cy="717600"/>
          </a:xfrm>
        </p:spPr>
        <p:txBody>
          <a:bodyPr/>
          <a:lstStyle/>
          <a:p>
            <a:r>
              <a:rPr lang="fr-FR" dirty="0"/>
              <a:t>ANKIZY </a:t>
            </a:r>
            <a:r>
              <a:rPr lang="fr-FR" dirty="0">
                <a:latin typeface="+mn-lt"/>
              </a:rPr>
              <a:t>1</a:t>
            </a:r>
            <a:r>
              <a:rPr lang="fr-FR" dirty="0"/>
              <a:t> = BAIBOLY </a:t>
            </a:r>
            <a:r>
              <a:rPr lang="fr-FR" dirty="0">
                <a:latin typeface="+mn-lt"/>
              </a:rPr>
              <a:t>1</a:t>
            </a:r>
          </a:p>
          <a:p>
            <a:r>
              <a:rPr lang="fr-FR" dirty="0"/>
              <a:t>ANKIZY </a:t>
            </a:r>
            <a:r>
              <a:rPr lang="fr-FR" dirty="0">
                <a:latin typeface="+mn-lt"/>
              </a:rPr>
              <a:t>1</a:t>
            </a:r>
            <a:r>
              <a:rPr lang="fr-FR" dirty="0"/>
              <a:t> = LESONA SS </a:t>
            </a:r>
            <a:r>
              <a:rPr lang="fr-FR" dirty="0" err="1"/>
              <a:t>mifanaraka</a:t>
            </a:r>
            <a:r>
              <a:rPr lang="fr-FR" dirty="0"/>
              <a:t> </a:t>
            </a:r>
            <a:r>
              <a:rPr lang="fr-FR" dirty="0" err="1"/>
              <a:t>amin’ny</a:t>
            </a:r>
            <a:r>
              <a:rPr lang="fr-FR" dirty="0"/>
              <a:t> </a:t>
            </a:r>
            <a:r>
              <a:rPr lang="fr-FR" dirty="0" err="1"/>
              <a:t>taonany</a:t>
            </a:r>
            <a:r>
              <a:rPr lang="fr-FR" dirty="0"/>
              <a:t> </a:t>
            </a:r>
          </a:p>
          <a:p>
            <a:endParaRPr lang="fr-FR" dirty="0"/>
          </a:p>
          <a:p>
            <a:endParaRPr lang="fr-MG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7" name="Google Shape;1947;p49"/>
          <p:cNvSpPr txBox="1">
            <a:spLocks noGrp="1"/>
          </p:cNvSpPr>
          <p:nvPr>
            <p:ph type="title"/>
          </p:nvPr>
        </p:nvSpPr>
        <p:spPr>
          <a:xfrm>
            <a:off x="3626950" y="0"/>
            <a:ext cx="495406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dirty="0" err="1"/>
              <a:t>Mamorona</a:t>
            </a:r>
            <a:r>
              <a:rPr lang="fr-FR" sz="3200" dirty="0"/>
              <a:t> </a:t>
            </a:r>
            <a:r>
              <a:rPr lang="fr-FR" sz="3200" dirty="0" err="1"/>
              <a:t>fahazarana</a:t>
            </a:r>
            <a:r>
              <a:rPr lang="fr-FR" sz="3200" dirty="0"/>
              <a:t> </a:t>
            </a:r>
            <a:r>
              <a:rPr lang="fr-FR" sz="3200" dirty="0" err="1"/>
              <a:t>sy</a:t>
            </a:r>
            <a:r>
              <a:rPr lang="fr-FR" sz="3200" dirty="0"/>
              <a:t> </a:t>
            </a:r>
            <a:r>
              <a:rPr lang="fr-FR" sz="3200" dirty="0" err="1"/>
              <a:t>tontolo</a:t>
            </a:r>
            <a:r>
              <a:rPr lang="fr-FR" sz="3200" dirty="0"/>
              <a:t> </a:t>
            </a:r>
            <a:r>
              <a:rPr lang="fr-FR" sz="3200" dirty="0" err="1"/>
              <a:t>mety</a:t>
            </a:r>
            <a:endParaRPr sz="3200" dirty="0"/>
          </a:p>
        </p:txBody>
      </p:sp>
      <p:sp>
        <p:nvSpPr>
          <p:cNvPr id="1948" name="Google Shape;1948;p49"/>
          <p:cNvSpPr txBox="1">
            <a:spLocks noGrp="1"/>
          </p:cNvSpPr>
          <p:nvPr>
            <p:ph type="body" idx="1"/>
          </p:nvPr>
        </p:nvSpPr>
        <p:spPr>
          <a:xfrm>
            <a:off x="3445164" y="980390"/>
            <a:ext cx="5525915" cy="24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fr-FR" sz="200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fr-FR" sz="2000" dirty="0" err="1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Fotoana</a:t>
            </a:r>
            <a:r>
              <a:rPr lang="fr-FR" sz="2000" dirty="0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 </a:t>
            </a:r>
            <a:r>
              <a:rPr lang="fr-FR" sz="2000" dirty="0" err="1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raikitra</a:t>
            </a:r>
            <a:r>
              <a:rPr lang="fr-FR" sz="2000" dirty="0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 : </a:t>
            </a:r>
            <a:r>
              <a:rPr lang="fr-FR" sz="2000" dirty="0" err="1">
                <a:solidFill>
                  <a:schemeClr val="accent2"/>
                </a:solidFill>
              </a:rPr>
              <a:t>Misafidiana</a:t>
            </a:r>
            <a:r>
              <a:rPr lang="fr-FR" sz="2000" dirty="0">
                <a:solidFill>
                  <a:schemeClr val="accent2"/>
                </a:solidFill>
              </a:rPr>
              <a:t> </a:t>
            </a:r>
            <a:r>
              <a:rPr lang="fr-FR" sz="2000" dirty="0" err="1">
                <a:solidFill>
                  <a:schemeClr val="accent2"/>
                </a:solidFill>
              </a:rPr>
              <a:t>fotoana</a:t>
            </a:r>
            <a:r>
              <a:rPr lang="fr-FR" sz="2000" dirty="0">
                <a:solidFill>
                  <a:schemeClr val="accent2"/>
                </a:solidFill>
              </a:rPr>
              <a:t> </a:t>
            </a:r>
            <a:r>
              <a:rPr lang="fr-FR" sz="2000" dirty="0" err="1">
                <a:solidFill>
                  <a:schemeClr val="accent2"/>
                </a:solidFill>
              </a:rPr>
              <a:t>isan’andro</a:t>
            </a:r>
            <a:r>
              <a:rPr lang="fr-FR" sz="2000" dirty="0">
                <a:solidFill>
                  <a:schemeClr val="accent2"/>
                </a:solidFill>
              </a:rPr>
              <a:t> (</a:t>
            </a:r>
            <a:r>
              <a:rPr lang="fr-FR" sz="2000" dirty="0" err="1">
                <a:solidFill>
                  <a:schemeClr val="accent2"/>
                </a:solidFill>
              </a:rPr>
              <a:t>maraina</a:t>
            </a:r>
            <a:r>
              <a:rPr lang="fr-FR" sz="2000" dirty="0">
                <a:solidFill>
                  <a:schemeClr val="accent2"/>
                </a:solidFill>
              </a:rPr>
              <a:t> na </a:t>
            </a:r>
            <a:r>
              <a:rPr lang="fr-FR" sz="2000" dirty="0" err="1">
                <a:solidFill>
                  <a:schemeClr val="accent2"/>
                </a:solidFill>
              </a:rPr>
              <a:t>hariva</a:t>
            </a:r>
            <a:r>
              <a:rPr lang="fr-FR" sz="2000" dirty="0">
                <a:solidFill>
                  <a:schemeClr val="accent2"/>
                </a:solidFill>
              </a:rPr>
              <a:t>) </a:t>
            </a:r>
            <a:r>
              <a:rPr lang="fr-FR" sz="2000" dirty="0" err="1">
                <a:solidFill>
                  <a:schemeClr val="accent2"/>
                </a:solidFill>
              </a:rPr>
              <a:t>mba</a:t>
            </a:r>
            <a:r>
              <a:rPr lang="fr-FR" sz="2000" dirty="0">
                <a:solidFill>
                  <a:schemeClr val="accent2"/>
                </a:solidFill>
              </a:rPr>
              <a:t> </a:t>
            </a:r>
            <a:r>
              <a:rPr lang="fr-FR" sz="2000" dirty="0" err="1">
                <a:solidFill>
                  <a:schemeClr val="accent2"/>
                </a:solidFill>
              </a:rPr>
              <a:t>hamakiana</a:t>
            </a:r>
            <a:r>
              <a:rPr lang="fr-FR" sz="2000" dirty="0">
                <a:solidFill>
                  <a:schemeClr val="accent2"/>
                </a:solidFill>
              </a:rPr>
              <a:t> </a:t>
            </a:r>
            <a:r>
              <a:rPr lang="fr-FR" sz="2000" dirty="0" err="1">
                <a:solidFill>
                  <a:schemeClr val="accent2"/>
                </a:solidFill>
              </a:rPr>
              <a:t>am-pitoniana</a:t>
            </a:r>
            <a:r>
              <a:rPr lang="fr-FR" sz="2000" dirty="0">
                <a:solidFill>
                  <a:schemeClr val="accent2"/>
                </a:solidFill>
              </a:rPr>
              <a:t>. 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fr-FR" sz="2000" dirty="0" err="1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Toerana</a:t>
            </a:r>
            <a:r>
              <a:rPr lang="fr-FR" sz="2000" dirty="0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 </a:t>
            </a:r>
            <a:r>
              <a:rPr lang="fr-FR" sz="2000" dirty="0" err="1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mangina</a:t>
            </a:r>
            <a:r>
              <a:rPr lang="fr-FR" sz="2000" dirty="0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 : </a:t>
            </a:r>
            <a:r>
              <a:rPr lang="fr-FR" sz="2000" dirty="0" err="1">
                <a:solidFill>
                  <a:schemeClr val="accent2"/>
                </a:solidFill>
              </a:rPr>
              <a:t>Mitadiava</a:t>
            </a:r>
            <a:r>
              <a:rPr lang="fr-FR" sz="2000" dirty="0">
                <a:solidFill>
                  <a:schemeClr val="accent2"/>
                </a:solidFill>
              </a:rPr>
              <a:t> </a:t>
            </a:r>
            <a:r>
              <a:rPr lang="fr-FR" sz="2000" dirty="0" err="1">
                <a:solidFill>
                  <a:schemeClr val="accent2"/>
                </a:solidFill>
              </a:rPr>
              <a:t>toerana</a:t>
            </a:r>
            <a:r>
              <a:rPr lang="fr-FR" sz="2000" dirty="0">
                <a:solidFill>
                  <a:schemeClr val="accent2"/>
                </a:solidFill>
              </a:rPr>
              <a:t> </a:t>
            </a:r>
            <a:r>
              <a:rPr lang="fr-FR" sz="2000" dirty="0" err="1">
                <a:solidFill>
                  <a:schemeClr val="accent2"/>
                </a:solidFill>
              </a:rPr>
              <a:t>ahafahana</a:t>
            </a:r>
            <a:r>
              <a:rPr lang="fr-FR" sz="2000" dirty="0">
                <a:solidFill>
                  <a:schemeClr val="accent2"/>
                </a:solidFill>
              </a:rPr>
              <a:t> </a:t>
            </a:r>
            <a:r>
              <a:rPr lang="fr-FR" sz="2000" dirty="0" err="1">
                <a:solidFill>
                  <a:schemeClr val="accent2"/>
                </a:solidFill>
              </a:rPr>
              <a:t>mifantoka</a:t>
            </a:r>
            <a:r>
              <a:rPr lang="fr-FR" sz="2000" dirty="0">
                <a:solidFill>
                  <a:schemeClr val="accent2"/>
                </a:solidFill>
              </a:rPr>
              <a:t> </a:t>
            </a:r>
            <a:r>
              <a:rPr lang="fr-FR" sz="2000" dirty="0" err="1">
                <a:solidFill>
                  <a:schemeClr val="accent2"/>
                </a:solidFill>
              </a:rPr>
              <a:t>sy</a:t>
            </a:r>
            <a:r>
              <a:rPr lang="fr-FR" sz="2000" dirty="0">
                <a:solidFill>
                  <a:schemeClr val="accent2"/>
                </a:solidFill>
              </a:rPr>
              <a:t> </a:t>
            </a:r>
            <a:r>
              <a:rPr lang="fr-FR" sz="2000" dirty="0" err="1">
                <a:solidFill>
                  <a:schemeClr val="accent2"/>
                </a:solidFill>
              </a:rPr>
              <a:t>misaintsaina</a:t>
            </a:r>
            <a:r>
              <a:rPr lang="fr-FR" sz="2000" dirty="0">
                <a:solidFill>
                  <a:schemeClr val="accent2"/>
                </a:solidFill>
              </a:rPr>
              <a:t>.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fr-FR" sz="2000" dirty="0" err="1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Fitaovana</a:t>
            </a:r>
            <a:r>
              <a:rPr lang="fr-FR" sz="2000" dirty="0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 </a:t>
            </a:r>
            <a:r>
              <a:rPr lang="fr-FR" sz="2000" dirty="0" err="1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ilaina</a:t>
            </a:r>
            <a:r>
              <a:rPr lang="fr-FR" sz="2000" dirty="0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 : </a:t>
            </a:r>
            <a:r>
              <a:rPr lang="fr-FR" sz="2000" dirty="0" err="1">
                <a:solidFill>
                  <a:schemeClr val="accent2"/>
                </a:solidFill>
              </a:rPr>
              <a:t>Baiboly</a:t>
            </a:r>
            <a:r>
              <a:rPr lang="fr-FR" sz="2000" dirty="0">
                <a:solidFill>
                  <a:schemeClr val="accent2"/>
                </a:solidFill>
              </a:rPr>
              <a:t>, </a:t>
            </a:r>
            <a:r>
              <a:rPr lang="fr-FR" sz="2000" dirty="0" err="1">
                <a:solidFill>
                  <a:schemeClr val="accent2"/>
                </a:solidFill>
              </a:rPr>
              <a:t>kahie</a:t>
            </a:r>
            <a:r>
              <a:rPr lang="fr-FR" sz="2000" dirty="0">
                <a:solidFill>
                  <a:schemeClr val="accent2"/>
                </a:solidFill>
              </a:rPr>
              <a:t>, </a:t>
            </a:r>
            <a:r>
              <a:rPr lang="fr-FR" sz="2000" dirty="0" err="1">
                <a:solidFill>
                  <a:schemeClr val="accent2"/>
                </a:solidFill>
              </a:rPr>
              <a:t>penina</a:t>
            </a:r>
            <a:r>
              <a:rPr lang="fr-FR" sz="2000" dirty="0">
                <a:solidFill>
                  <a:schemeClr val="accent2"/>
                </a:solidFill>
              </a:rPr>
              <a:t>, </a:t>
            </a:r>
            <a:r>
              <a:rPr lang="fr-FR" sz="2000" dirty="0" err="1">
                <a:solidFill>
                  <a:schemeClr val="accent2"/>
                </a:solidFill>
              </a:rPr>
              <a:t>fanamarihana</a:t>
            </a:r>
            <a:r>
              <a:rPr lang="fr-FR" sz="2000" dirty="0">
                <a:solidFill>
                  <a:schemeClr val="accent2"/>
                </a:solidFill>
              </a:rPr>
              <a:t> na post-it </a:t>
            </a:r>
            <a:r>
              <a:rPr lang="fr-FR" sz="2000" dirty="0" err="1">
                <a:solidFill>
                  <a:schemeClr val="accent2"/>
                </a:solidFill>
              </a:rPr>
              <a:t>hanoratana</a:t>
            </a:r>
            <a:r>
              <a:rPr lang="fr-FR" sz="2000" dirty="0">
                <a:solidFill>
                  <a:schemeClr val="accent2"/>
                </a:solidFill>
              </a:rPr>
              <a:t> </a:t>
            </a:r>
            <a:r>
              <a:rPr lang="fr-FR" sz="2000" dirty="0" err="1">
                <a:solidFill>
                  <a:schemeClr val="accent2"/>
                </a:solidFill>
              </a:rPr>
              <a:t>ny</a:t>
            </a:r>
            <a:r>
              <a:rPr lang="fr-FR" sz="2000" dirty="0">
                <a:solidFill>
                  <a:schemeClr val="accent2"/>
                </a:solidFill>
              </a:rPr>
              <a:t> </a:t>
            </a:r>
            <a:r>
              <a:rPr lang="fr-FR" sz="2000" dirty="0" err="1">
                <a:solidFill>
                  <a:schemeClr val="accent2"/>
                </a:solidFill>
              </a:rPr>
              <a:t>hevitra</a:t>
            </a:r>
            <a:r>
              <a:rPr lang="fr-FR" sz="2000" dirty="0">
                <a:solidFill>
                  <a:schemeClr val="accent2"/>
                </a:solidFill>
              </a:rPr>
              <a:t> </a:t>
            </a:r>
            <a:r>
              <a:rPr lang="fr-FR" sz="2000" dirty="0" err="1">
                <a:solidFill>
                  <a:schemeClr val="accent2"/>
                </a:solidFill>
              </a:rPr>
              <a:t>sy</a:t>
            </a:r>
            <a:r>
              <a:rPr lang="fr-FR" sz="2000" dirty="0">
                <a:solidFill>
                  <a:schemeClr val="accent2"/>
                </a:solidFill>
              </a:rPr>
              <a:t> </a:t>
            </a:r>
            <a:r>
              <a:rPr lang="fr-FR" sz="2000" dirty="0" err="1">
                <a:solidFill>
                  <a:schemeClr val="accent2"/>
                </a:solidFill>
              </a:rPr>
              <a:t>ny</a:t>
            </a:r>
            <a:r>
              <a:rPr lang="fr-FR" sz="2000" dirty="0">
                <a:solidFill>
                  <a:schemeClr val="accent2"/>
                </a:solidFill>
              </a:rPr>
              <a:t> </a:t>
            </a:r>
            <a:r>
              <a:rPr lang="fr-FR" sz="2000" dirty="0" err="1">
                <a:solidFill>
                  <a:schemeClr val="accent2"/>
                </a:solidFill>
              </a:rPr>
              <a:t>eritreritra</a:t>
            </a:r>
            <a:endParaRPr lang="fr-FR" sz="2000" dirty="0">
              <a:solidFill>
                <a:schemeClr val="accent2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E6463A7-17CF-4049-8B56-56F7F08B12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921" y="0"/>
            <a:ext cx="3454029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948;p49">
            <a:extLst>
              <a:ext uri="{FF2B5EF4-FFF2-40B4-BE49-F238E27FC236}">
                <a16:creationId xmlns:a16="http://schemas.microsoft.com/office/drawing/2014/main" id="{E9493CCA-F074-C241-B436-21BC76F98C0D}"/>
              </a:ext>
            </a:extLst>
          </p:cNvPr>
          <p:cNvSpPr txBox="1">
            <a:spLocks/>
          </p:cNvSpPr>
          <p:nvPr/>
        </p:nvSpPr>
        <p:spPr>
          <a:xfrm>
            <a:off x="517236" y="980390"/>
            <a:ext cx="8626765" cy="24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1100"/>
            </a:pPr>
            <a:endParaRPr lang="fr-FR" sz="2000" dirty="0"/>
          </a:p>
          <a:p>
            <a:pPr marL="457200" indent="-330200">
              <a:buSzPts val="1600"/>
              <a:buFont typeface="Arial"/>
              <a:buChar char="●"/>
            </a:pPr>
            <a:r>
              <a:rPr lang="fr-FR" sz="2000" dirty="0" err="1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Ny</a:t>
            </a:r>
            <a:r>
              <a:rPr lang="fr-FR" sz="2000" dirty="0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 </a:t>
            </a:r>
            <a:r>
              <a:rPr lang="fr-FR" sz="2000" dirty="0" err="1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Filazantsara</a:t>
            </a:r>
            <a:r>
              <a:rPr lang="fr-FR" sz="2000" dirty="0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 no </a:t>
            </a:r>
            <a:r>
              <a:rPr lang="fr-FR" sz="2000" dirty="0" err="1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atomboka</a:t>
            </a:r>
            <a:r>
              <a:rPr lang="fr-FR" sz="2000" dirty="0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 :</a:t>
            </a:r>
          </a:p>
          <a:p>
            <a:pPr marL="127000">
              <a:buSzPts val="1600"/>
            </a:pP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Jaona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 →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Matio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 → Marka →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Lioka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,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hahafantarana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ny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fiainan’i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Jesosy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sy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ny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fampianarany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.</a:t>
            </a:r>
          </a:p>
          <a:p>
            <a:pPr marL="127000">
              <a:buSzPts val="1600"/>
            </a:pPr>
            <a:endParaRPr lang="fr-FR" sz="2000" dirty="0">
              <a:solidFill>
                <a:schemeClr val="accent2"/>
              </a:solidFill>
              <a:latin typeface="Baloo Bhaijaan" panose="03080902040302020200" pitchFamily="66" charset="-78"/>
              <a:cs typeface="Baloo Bhaijaan" panose="03080902040302020200" pitchFamily="66" charset="-78"/>
            </a:endParaRPr>
          </a:p>
          <a:p>
            <a:pPr marL="127000" indent="-330200">
              <a:buSzPts val="1600"/>
              <a:buFont typeface="Arial"/>
              <a:buChar char="●"/>
            </a:pPr>
            <a:r>
              <a:rPr lang="fr-FR" sz="2000" dirty="0" err="1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Famakiana</a:t>
            </a:r>
            <a:r>
              <a:rPr lang="fr-FR" sz="2000" dirty="0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 </a:t>
            </a:r>
            <a:r>
              <a:rPr lang="fr-FR" sz="2000" dirty="0" err="1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mavitrika</a:t>
            </a:r>
            <a:r>
              <a:rPr lang="fr-FR" sz="2000" dirty="0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 :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Mametraha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fanontaniana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 ho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anao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 :</a:t>
            </a:r>
          </a:p>
          <a:p>
            <a:pPr marL="127000">
              <a:buSzPts val="1600"/>
            </a:pP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Inona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 no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lazain’ity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Soratra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ity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 ?</a:t>
            </a:r>
          </a:p>
          <a:p>
            <a:pPr marL="127000">
              <a:buSzPts val="1600"/>
            </a:pP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Inona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 no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ampianariny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ahy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 ?</a:t>
            </a:r>
          </a:p>
          <a:p>
            <a:pPr marL="127000">
              <a:buSzPts val="1600"/>
            </a:pP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Ahoana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 no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ahafahako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mampihatra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izany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eo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amin’ny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fiainako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 ?</a:t>
            </a:r>
          </a:p>
          <a:p>
            <a:pPr marL="127000">
              <a:buSzPts val="1600"/>
            </a:pPr>
            <a:endParaRPr lang="fr-FR" sz="2000" dirty="0">
              <a:solidFill>
                <a:schemeClr val="accent2"/>
              </a:solidFill>
              <a:latin typeface="Baloo Bhaijaan" panose="03080902040302020200" pitchFamily="66" charset="-78"/>
              <a:cs typeface="Baloo Bhaijaan" panose="03080902040302020200" pitchFamily="66" charset="-78"/>
            </a:endParaRPr>
          </a:p>
        </p:txBody>
      </p:sp>
      <p:sp>
        <p:nvSpPr>
          <p:cNvPr id="5" name="Google Shape;1947;p49">
            <a:extLst>
              <a:ext uri="{FF2B5EF4-FFF2-40B4-BE49-F238E27FC236}">
                <a16:creationId xmlns:a16="http://schemas.microsoft.com/office/drawing/2014/main" id="{BBD2A671-195E-DF44-8197-C28B750EDF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7164" y="203845"/>
            <a:ext cx="874683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dirty="0" err="1"/>
              <a:t>Aiza</a:t>
            </a:r>
            <a:r>
              <a:rPr lang="fr-FR" sz="2400" dirty="0"/>
              <a:t> no </a:t>
            </a:r>
            <a:r>
              <a:rPr lang="fr-FR" sz="2400" dirty="0" err="1"/>
              <a:t>hanombohana</a:t>
            </a:r>
            <a:r>
              <a:rPr lang="fr-FR" sz="2400" dirty="0"/>
              <a:t> </a:t>
            </a:r>
            <a:r>
              <a:rPr lang="fr-FR" sz="2400" dirty="0" err="1"/>
              <a:t>ary</a:t>
            </a:r>
            <a:r>
              <a:rPr lang="fr-FR" sz="2400" dirty="0"/>
              <a:t> </a:t>
            </a:r>
            <a:br>
              <a:rPr lang="fr-FR" sz="2400" dirty="0"/>
            </a:br>
            <a:r>
              <a:rPr lang="fr-FR" sz="2400" dirty="0" err="1"/>
              <a:t>ahoana</a:t>
            </a:r>
            <a:r>
              <a:rPr lang="fr-FR" sz="2400" dirty="0"/>
              <a:t> no </a:t>
            </a:r>
            <a:r>
              <a:rPr lang="fr-FR" sz="2400" dirty="0" err="1"/>
              <a:t>fomba</a:t>
            </a:r>
            <a:r>
              <a:rPr lang="fr-FR" sz="2400" dirty="0"/>
              <a:t> </a:t>
            </a:r>
            <a:r>
              <a:rPr lang="fr-FR" sz="2400" dirty="0" err="1"/>
              <a:t>famakiana</a:t>
            </a:r>
            <a:r>
              <a:rPr lang="fr-FR" sz="2400" dirty="0"/>
              <a:t>?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15021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948;p49">
            <a:extLst>
              <a:ext uri="{FF2B5EF4-FFF2-40B4-BE49-F238E27FC236}">
                <a16:creationId xmlns:a16="http://schemas.microsoft.com/office/drawing/2014/main" id="{E9493CCA-F074-C241-B436-21BC76F98C0D}"/>
              </a:ext>
            </a:extLst>
          </p:cNvPr>
          <p:cNvSpPr txBox="1">
            <a:spLocks/>
          </p:cNvSpPr>
          <p:nvPr/>
        </p:nvSpPr>
        <p:spPr>
          <a:xfrm>
            <a:off x="517235" y="1098391"/>
            <a:ext cx="8626765" cy="24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1100"/>
            </a:pPr>
            <a:endParaRPr lang="fr-FR" sz="2400" dirty="0"/>
          </a:p>
          <a:p>
            <a:pPr marL="457200" indent="-330200">
              <a:buSzPts val="1600"/>
              <a:buFont typeface="Arial"/>
              <a:buChar char="●"/>
            </a:pPr>
            <a:r>
              <a:rPr lang="fr-FR" sz="2400" dirty="0" err="1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Kely</a:t>
            </a:r>
            <a:r>
              <a:rPr lang="fr-FR" sz="2400" dirty="0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 fa </a:t>
            </a:r>
            <a:r>
              <a:rPr lang="fr-FR" sz="2400" dirty="0" err="1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tsy</a:t>
            </a:r>
            <a:r>
              <a:rPr lang="fr-FR" sz="2400" dirty="0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 </a:t>
            </a:r>
            <a:r>
              <a:rPr lang="fr-FR" sz="2400" dirty="0" err="1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tapaka</a:t>
            </a:r>
            <a:r>
              <a:rPr lang="fr-FR" sz="2400" dirty="0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 :</a:t>
            </a:r>
          </a:p>
          <a:p>
            <a:pPr marL="127000">
              <a:buSzPts val="1600"/>
            </a:pP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Mamakia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 5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hatramin’ny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 10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minitra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 na dia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andininy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vitsivitsy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isan’andro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ihany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aza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.</a:t>
            </a:r>
          </a:p>
          <a:p>
            <a:pPr marL="457200" indent="-330200">
              <a:buSzPts val="1600"/>
              <a:buFont typeface="Arial"/>
              <a:buChar char="●"/>
            </a:pPr>
            <a:endParaRPr lang="fr-FR" sz="2400" dirty="0">
              <a:solidFill>
                <a:schemeClr val="accent2"/>
              </a:solidFill>
              <a:latin typeface="Baloo Bhaijaan" panose="03080902040302020200" pitchFamily="66" charset="-78"/>
              <a:cs typeface="Baloo Bhaijaan" panose="03080902040302020200" pitchFamily="66" charset="-78"/>
            </a:endParaRPr>
          </a:p>
          <a:p>
            <a:pPr marL="457200" indent="-330200">
              <a:buSzPts val="1600"/>
              <a:buFont typeface="Arial"/>
              <a:buChar char="●"/>
            </a:pPr>
            <a:r>
              <a:rPr lang="fr-FR" sz="2400" dirty="0" err="1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Fisaintsainana</a:t>
            </a:r>
            <a:r>
              <a:rPr lang="fr-FR" sz="2400" dirty="0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 </a:t>
            </a:r>
            <a:r>
              <a:rPr lang="fr-FR" sz="2400" dirty="0" err="1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sy</a:t>
            </a:r>
            <a:r>
              <a:rPr lang="fr-FR" sz="2400" dirty="0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 </a:t>
            </a:r>
            <a:r>
              <a:rPr lang="fr-FR" sz="2400" dirty="0" err="1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vavaka</a:t>
            </a:r>
            <a:r>
              <a:rPr lang="fr-FR" sz="2400" dirty="0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 :</a:t>
            </a:r>
          </a:p>
          <a:p>
            <a:pPr marL="127000">
              <a:buSzPts val="1600"/>
            </a:pP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Mangataha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ny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fanampian’Andriamanitra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mba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hahatakarana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sy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ahafahana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miaina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ny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Teniny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.</a:t>
            </a:r>
          </a:p>
          <a:p>
            <a:pPr marL="457200" indent="-330200">
              <a:buSzPts val="1600"/>
              <a:buFont typeface="Arial"/>
              <a:buChar char="●"/>
            </a:pPr>
            <a:endParaRPr lang="fr-FR" sz="2400" dirty="0">
              <a:solidFill>
                <a:schemeClr val="accent2"/>
              </a:solidFill>
              <a:latin typeface="Baloo Bhaijaan" panose="03080902040302020200" pitchFamily="66" charset="-78"/>
              <a:cs typeface="Baloo Bhaijaan" panose="03080902040302020200" pitchFamily="66" charset="-78"/>
            </a:endParaRPr>
          </a:p>
          <a:p>
            <a:pPr marL="127000">
              <a:buSzPts val="1600"/>
            </a:pPr>
            <a:endParaRPr lang="fr-FR" sz="2400" dirty="0">
              <a:solidFill>
                <a:schemeClr val="accent2"/>
              </a:solidFill>
              <a:latin typeface="Baloo Bhaijaan" panose="03080902040302020200" pitchFamily="66" charset="-78"/>
              <a:cs typeface="Baloo Bhaijaan" panose="03080902040302020200" pitchFamily="66" charset="-78"/>
            </a:endParaRPr>
          </a:p>
        </p:txBody>
      </p:sp>
      <p:sp>
        <p:nvSpPr>
          <p:cNvPr id="5" name="Google Shape;1947;p49">
            <a:extLst>
              <a:ext uri="{FF2B5EF4-FFF2-40B4-BE49-F238E27FC236}">
                <a16:creationId xmlns:a16="http://schemas.microsoft.com/office/drawing/2014/main" id="{BBD2A671-195E-DF44-8197-C28B750EDF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7164" y="203845"/>
            <a:ext cx="874683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dirty="0" err="1"/>
              <a:t>Aiza</a:t>
            </a:r>
            <a:r>
              <a:rPr lang="fr-FR" sz="2400" dirty="0"/>
              <a:t> no </a:t>
            </a:r>
            <a:r>
              <a:rPr lang="fr-FR" sz="2400" dirty="0" err="1"/>
              <a:t>hanombohana</a:t>
            </a:r>
            <a:r>
              <a:rPr lang="fr-FR" sz="2400" dirty="0"/>
              <a:t> </a:t>
            </a:r>
            <a:r>
              <a:rPr lang="fr-FR" sz="2400" dirty="0" err="1"/>
              <a:t>ary</a:t>
            </a:r>
            <a:r>
              <a:rPr lang="fr-FR" sz="2400" dirty="0"/>
              <a:t> </a:t>
            </a:r>
            <a:br>
              <a:rPr lang="fr-FR" sz="2400" dirty="0"/>
            </a:br>
            <a:r>
              <a:rPr lang="fr-FR" sz="2400" dirty="0" err="1"/>
              <a:t>ahoana</a:t>
            </a:r>
            <a:r>
              <a:rPr lang="fr-FR" sz="2400" dirty="0"/>
              <a:t> no </a:t>
            </a:r>
            <a:r>
              <a:rPr lang="fr-FR" sz="2400" dirty="0" err="1"/>
              <a:t>fomba</a:t>
            </a:r>
            <a:r>
              <a:rPr lang="fr-FR" sz="2400" dirty="0"/>
              <a:t> </a:t>
            </a:r>
            <a:r>
              <a:rPr lang="fr-FR" sz="2400" dirty="0" err="1"/>
              <a:t>famakiana</a:t>
            </a:r>
            <a:r>
              <a:rPr lang="fr-FR" sz="2400" dirty="0"/>
              <a:t>?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0203326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7" name="Google Shape;1947;p49"/>
          <p:cNvSpPr txBox="1">
            <a:spLocks noGrp="1"/>
          </p:cNvSpPr>
          <p:nvPr>
            <p:ph type="title"/>
          </p:nvPr>
        </p:nvSpPr>
        <p:spPr>
          <a:xfrm>
            <a:off x="803936" y="75571"/>
            <a:ext cx="7704000" cy="71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 dirty="0" err="1"/>
              <a:t>Fandalinana</a:t>
            </a:r>
            <a:r>
              <a:rPr lang="fr-FR" sz="2800" dirty="0"/>
              <a:t> </a:t>
            </a:r>
            <a:r>
              <a:rPr lang="fr-FR" sz="2800" dirty="0" err="1"/>
              <a:t>lalina</a:t>
            </a:r>
            <a:r>
              <a:rPr lang="fr-FR" sz="2800" dirty="0"/>
              <a:t> </a:t>
            </a:r>
            <a:r>
              <a:rPr lang="fr-FR" sz="2800" dirty="0" err="1"/>
              <a:t>kokoa</a:t>
            </a:r>
            <a:endParaRPr sz="2800" dirty="0"/>
          </a:p>
        </p:txBody>
      </p:sp>
      <p:sp>
        <p:nvSpPr>
          <p:cNvPr id="1948" name="Google Shape;1948;p49"/>
          <p:cNvSpPr txBox="1">
            <a:spLocks noGrp="1"/>
          </p:cNvSpPr>
          <p:nvPr>
            <p:ph type="body" idx="4294967295"/>
          </p:nvPr>
        </p:nvSpPr>
        <p:spPr>
          <a:xfrm>
            <a:off x="2854036" y="639329"/>
            <a:ext cx="6289964" cy="24844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fr-FR" sz="200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fr-FR" sz="2000" dirty="0" err="1">
                <a:latin typeface="Baloo Bhaijaan" panose="03080902040302020200" pitchFamily="66" charset="-78"/>
                <a:cs typeface="Baloo Bhaijaan" panose="03080902040302020200" pitchFamily="66" charset="-78"/>
                <a:sym typeface="Arial"/>
              </a:rPr>
              <a:t>Mariho</a:t>
            </a:r>
            <a:r>
              <a:rPr lang="fr-FR" sz="2000" dirty="0">
                <a:latin typeface="Baloo Bhaijaan" panose="03080902040302020200" pitchFamily="66" charset="-78"/>
                <a:cs typeface="Baloo Bhaijaan" panose="03080902040302020200" pitchFamily="66" charset="-78"/>
                <a:sym typeface="Arial"/>
              </a:rPr>
              <a:t> </a:t>
            </a:r>
            <a:r>
              <a:rPr lang="fr-FR" sz="2000" dirty="0" err="1">
                <a:latin typeface="Baloo Bhaijaan" panose="03080902040302020200" pitchFamily="66" charset="-78"/>
                <a:cs typeface="Baloo Bhaijaan" panose="03080902040302020200" pitchFamily="66" charset="-78"/>
                <a:sym typeface="Arial"/>
              </a:rPr>
              <a:t>manokana</a:t>
            </a:r>
            <a:r>
              <a:rPr lang="fr-FR" sz="2000" dirty="0">
                <a:latin typeface="Baloo Bhaijaan" panose="03080902040302020200" pitchFamily="66" charset="-78"/>
                <a:cs typeface="Baloo Bhaijaan" panose="03080902040302020200" pitchFamily="66" charset="-78"/>
                <a:sym typeface="Arial"/>
              </a:rPr>
              <a:t> </a:t>
            </a:r>
            <a:r>
              <a:rPr lang="fr-FR" sz="2000" dirty="0" err="1">
                <a:latin typeface="Baloo Bhaijaan" panose="03080902040302020200" pitchFamily="66" charset="-78"/>
                <a:cs typeface="Baloo Bhaijaan" panose="03080902040302020200" pitchFamily="66" charset="-78"/>
                <a:sym typeface="Arial"/>
              </a:rPr>
              <a:t>ireto</a:t>
            </a:r>
            <a:r>
              <a:rPr lang="fr-FR" sz="2000" dirty="0">
                <a:latin typeface="Baloo Bhaijaan" panose="03080902040302020200" pitchFamily="66" charset="-78"/>
                <a:cs typeface="Baloo Bhaijaan" panose="03080902040302020200" pitchFamily="66" charset="-78"/>
                <a:sym typeface="Arial"/>
              </a:rPr>
              <a:t>: </a:t>
            </a:r>
            <a:r>
              <a:rPr lang="fr-FR" sz="2400" dirty="0" err="1">
                <a:cs typeface="Arial"/>
                <a:sym typeface="Arial"/>
              </a:rPr>
              <a:t>Teny</a:t>
            </a:r>
            <a:r>
              <a:rPr lang="fr-FR" sz="2400" dirty="0">
                <a:cs typeface="Arial"/>
                <a:sym typeface="Arial"/>
              </a:rPr>
              <a:t> </a:t>
            </a:r>
            <a:r>
              <a:rPr lang="fr-FR" sz="2400" dirty="0" err="1">
                <a:cs typeface="Arial"/>
                <a:sym typeface="Arial"/>
              </a:rPr>
              <a:t>fototra</a:t>
            </a:r>
            <a:r>
              <a:rPr lang="fr-FR" sz="2400" dirty="0">
                <a:cs typeface="Arial"/>
                <a:sym typeface="Arial"/>
              </a:rPr>
              <a:t>, </a:t>
            </a:r>
            <a:r>
              <a:rPr lang="fr-FR" sz="2400" dirty="0" err="1">
                <a:cs typeface="Arial"/>
                <a:sym typeface="Arial"/>
              </a:rPr>
              <a:t>hevitra</a:t>
            </a:r>
            <a:r>
              <a:rPr lang="fr-FR" sz="2400" dirty="0">
                <a:cs typeface="Arial"/>
                <a:sym typeface="Arial"/>
              </a:rPr>
              <a:t> </a:t>
            </a:r>
            <a:r>
              <a:rPr lang="fr-FR" sz="2400" dirty="0" err="1">
                <a:cs typeface="Arial"/>
                <a:sym typeface="Arial"/>
              </a:rPr>
              <a:t>lehibe</a:t>
            </a:r>
            <a:r>
              <a:rPr lang="fr-FR" sz="2400" dirty="0">
                <a:cs typeface="Arial"/>
                <a:sym typeface="Arial"/>
              </a:rPr>
              <a:t>, </a:t>
            </a:r>
            <a:r>
              <a:rPr lang="fr-FR" sz="2400" dirty="0" err="1">
                <a:cs typeface="Arial"/>
                <a:sym typeface="Arial"/>
              </a:rPr>
              <a:t>ary</a:t>
            </a:r>
            <a:r>
              <a:rPr lang="fr-FR" sz="2400" dirty="0">
                <a:cs typeface="Arial"/>
                <a:sym typeface="Arial"/>
              </a:rPr>
              <a:t> </a:t>
            </a:r>
            <a:r>
              <a:rPr lang="fr-FR" sz="2400" dirty="0" err="1">
                <a:cs typeface="Arial"/>
                <a:sym typeface="Arial"/>
              </a:rPr>
              <a:t>andinin-tsoratra</a:t>
            </a:r>
            <a:r>
              <a:rPr lang="fr-FR" sz="2400" dirty="0">
                <a:cs typeface="Arial"/>
                <a:sym typeface="Arial"/>
              </a:rPr>
              <a:t> </a:t>
            </a:r>
            <a:r>
              <a:rPr lang="fr-FR" sz="2400" dirty="0" err="1">
                <a:cs typeface="Arial"/>
                <a:sym typeface="Arial"/>
              </a:rPr>
              <a:t>manan-danja</a:t>
            </a:r>
            <a:r>
              <a:rPr lang="fr-FR" sz="2400" dirty="0">
                <a:cs typeface="Arial"/>
                <a:sym typeface="Arial"/>
              </a:rPr>
              <a:t>.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endParaRPr lang="fr-FR" sz="2000" dirty="0">
              <a:solidFill>
                <a:schemeClr val="accent2"/>
              </a:solidFill>
              <a:latin typeface="Baloo Bhaijaan" panose="03080902040302020200" pitchFamily="66" charset="-78"/>
              <a:cs typeface="Baloo Bhaijaan" panose="03080902040302020200" pitchFamily="66" charset="-78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fr-FR" sz="2000" dirty="0" err="1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Ampiasao</a:t>
            </a:r>
            <a:r>
              <a:rPr lang="fr-FR" sz="2000" dirty="0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 </a:t>
            </a:r>
            <a:r>
              <a:rPr lang="fr-FR" sz="2000" dirty="0" err="1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ny</a:t>
            </a:r>
            <a:r>
              <a:rPr lang="fr-FR" sz="2000" dirty="0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 </a:t>
            </a:r>
            <a:r>
              <a:rPr lang="fr-FR" sz="2000" dirty="0" err="1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fitaovana</a:t>
            </a:r>
            <a:r>
              <a:rPr lang="fr-FR" sz="2000" dirty="0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 </a:t>
            </a:r>
            <a:r>
              <a:rPr lang="fr-FR" sz="2000" dirty="0" err="1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fanampiny</a:t>
            </a:r>
            <a:r>
              <a:rPr lang="fr-FR" sz="2000" dirty="0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 : </a:t>
            </a:r>
            <a:r>
              <a:rPr lang="fr-FR" sz="2400" dirty="0" err="1">
                <a:cs typeface="Arial"/>
              </a:rPr>
              <a:t>Rakibolana</a:t>
            </a:r>
            <a:r>
              <a:rPr lang="fr-FR" sz="2400" dirty="0">
                <a:cs typeface="Arial"/>
              </a:rPr>
              <a:t> ara-</a:t>
            </a:r>
            <a:r>
              <a:rPr lang="fr-FR" sz="2400" dirty="0" err="1">
                <a:cs typeface="Arial"/>
              </a:rPr>
              <a:t>Baiboly</a:t>
            </a:r>
            <a:r>
              <a:rPr lang="fr-FR" sz="2400" dirty="0">
                <a:cs typeface="Arial"/>
              </a:rPr>
              <a:t>, </a:t>
            </a:r>
            <a:r>
              <a:rPr lang="fr-FR" sz="2400" dirty="0" err="1">
                <a:cs typeface="Arial"/>
              </a:rPr>
              <a:t>fanazavana</a:t>
            </a:r>
            <a:r>
              <a:rPr lang="fr-FR" sz="2400" dirty="0">
                <a:cs typeface="Arial"/>
              </a:rPr>
              <a:t> na </a:t>
            </a:r>
            <a:r>
              <a:rPr lang="fr-FR" sz="2400" dirty="0" err="1">
                <a:cs typeface="Arial"/>
              </a:rPr>
              <a:t>Baiboly</a:t>
            </a:r>
            <a:r>
              <a:rPr lang="fr-FR" sz="2400" dirty="0">
                <a:cs typeface="Arial"/>
              </a:rPr>
              <a:t> </a:t>
            </a:r>
            <a:r>
              <a:rPr lang="fr-FR" sz="2400" dirty="0" err="1">
                <a:cs typeface="Arial"/>
              </a:rPr>
              <a:t>fandalinana</a:t>
            </a:r>
            <a:r>
              <a:rPr lang="fr-FR" sz="2400" dirty="0">
                <a:cs typeface="Arial"/>
              </a:rPr>
              <a:t> </a:t>
            </a:r>
            <a:r>
              <a:rPr lang="fr-FR" sz="2400" dirty="0" err="1">
                <a:cs typeface="Arial"/>
              </a:rPr>
              <a:t>amin’ny</a:t>
            </a:r>
            <a:r>
              <a:rPr lang="fr-FR" sz="2400" dirty="0">
                <a:cs typeface="Arial"/>
              </a:rPr>
              <a:t> </a:t>
            </a:r>
            <a:r>
              <a:rPr lang="fr-FR" sz="2400" dirty="0" err="1">
                <a:cs typeface="Arial"/>
              </a:rPr>
              <a:t>dikan-teny</a:t>
            </a:r>
            <a:r>
              <a:rPr lang="fr-FR" sz="2400" dirty="0">
                <a:cs typeface="Arial"/>
              </a:rPr>
              <a:t> </a:t>
            </a:r>
            <a:r>
              <a:rPr lang="fr-FR" sz="2400" dirty="0" err="1">
                <a:cs typeface="Arial"/>
              </a:rPr>
              <a:t>samihafa</a:t>
            </a:r>
            <a:r>
              <a:rPr lang="fr-FR" sz="2400" dirty="0">
                <a:cs typeface="Arial"/>
              </a:rPr>
              <a:t>.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endParaRPr lang="fr-FR" sz="2000" dirty="0">
              <a:solidFill>
                <a:schemeClr val="accent2"/>
              </a:solidFill>
              <a:latin typeface="Baloo Bhaijaan" panose="03080902040302020200" pitchFamily="66" charset="-78"/>
              <a:cs typeface="Baloo Bhaijaan" panose="03080902040302020200" pitchFamily="66" charset="-78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fr-FR" sz="2000" dirty="0" err="1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Vakio</a:t>
            </a:r>
            <a:r>
              <a:rPr lang="fr-FR" sz="2000" dirty="0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 </a:t>
            </a:r>
            <a:r>
              <a:rPr lang="fr-FR" sz="2000" dirty="0" err="1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ireo</a:t>
            </a:r>
            <a:r>
              <a:rPr lang="fr-FR" sz="2000" dirty="0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 </a:t>
            </a:r>
            <a:r>
              <a:rPr lang="fr-FR" sz="2000" dirty="0" err="1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Epistily</a:t>
            </a:r>
            <a:r>
              <a:rPr lang="fr-FR" sz="2000" dirty="0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 :</a:t>
            </a:r>
          </a:p>
          <a:p>
            <a:pPr marL="127000" lvl="0" indent="0" algn="l" rtl="0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fr-FR" sz="2400" dirty="0" err="1">
                <a:cs typeface="Arial"/>
              </a:rPr>
              <a:t>Rehefa</a:t>
            </a:r>
            <a:r>
              <a:rPr lang="fr-FR" sz="2400" dirty="0">
                <a:cs typeface="Arial"/>
              </a:rPr>
              <a:t> </a:t>
            </a:r>
            <a:r>
              <a:rPr lang="fr-FR" sz="2400" dirty="0" err="1">
                <a:cs typeface="Arial"/>
              </a:rPr>
              <a:t>vita</a:t>
            </a:r>
            <a:r>
              <a:rPr lang="fr-FR" sz="2400" dirty="0">
                <a:cs typeface="Arial"/>
              </a:rPr>
              <a:t> </a:t>
            </a:r>
            <a:r>
              <a:rPr lang="fr-FR" sz="2400" dirty="0" err="1">
                <a:cs typeface="Arial"/>
              </a:rPr>
              <a:t>ny</a:t>
            </a:r>
            <a:r>
              <a:rPr lang="fr-FR" sz="2400" dirty="0">
                <a:cs typeface="Arial"/>
              </a:rPr>
              <a:t> </a:t>
            </a:r>
            <a:r>
              <a:rPr lang="fr-FR" sz="2400" dirty="0" err="1">
                <a:cs typeface="Arial"/>
              </a:rPr>
              <a:t>Filazantsara</a:t>
            </a:r>
            <a:r>
              <a:rPr lang="fr-FR" sz="2400" dirty="0">
                <a:cs typeface="Arial"/>
              </a:rPr>
              <a:t> dia </a:t>
            </a:r>
            <a:r>
              <a:rPr lang="fr-FR" sz="2400" dirty="0" err="1">
                <a:cs typeface="Arial"/>
              </a:rPr>
              <a:t>vakio</a:t>
            </a:r>
            <a:r>
              <a:rPr lang="fr-FR" sz="2400" dirty="0">
                <a:cs typeface="Arial"/>
              </a:rPr>
              <a:t> </a:t>
            </a:r>
            <a:r>
              <a:rPr lang="fr-FR" sz="2400" dirty="0" err="1">
                <a:cs typeface="Arial"/>
              </a:rPr>
              <a:t>ny</a:t>
            </a:r>
            <a:r>
              <a:rPr lang="fr-FR" sz="2400" dirty="0">
                <a:cs typeface="Arial"/>
              </a:rPr>
              <a:t> </a:t>
            </a:r>
            <a:r>
              <a:rPr lang="fr-FR" sz="2400" dirty="0" err="1">
                <a:cs typeface="Arial"/>
              </a:rPr>
              <a:t>taratasin’i</a:t>
            </a:r>
            <a:r>
              <a:rPr lang="fr-FR" sz="2400" dirty="0">
                <a:cs typeface="Arial"/>
              </a:rPr>
              <a:t> </a:t>
            </a:r>
            <a:r>
              <a:rPr lang="fr-FR" sz="2400" dirty="0" err="1">
                <a:cs typeface="Arial"/>
              </a:rPr>
              <a:t>Paoly</a:t>
            </a:r>
            <a:r>
              <a:rPr lang="fr-FR" sz="2400" dirty="0">
                <a:cs typeface="Arial"/>
              </a:rPr>
              <a:t> (Romana, </a:t>
            </a:r>
            <a:r>
              <a:rPr lang="fr-FR" sz="2400" dirty="0" err="1">
                <a:cs typeface="Arial"/>
              </a:rPr>
              <a:t>Korintiana</a:t>
            </a:r>
            <a:r>
              <a:rPr lang="fr-FR" sz="2400" dirty="0">
                <a:cs typeface="Arial"/>
              </a:rPr>
              <a:t>, </a:t>
            </a:r>
            <a:r>
              <a:rPr lang="fr-FR" sz="2400" dirty="0" err="1">
                <a:cs typeface="Arial"/>
              </a:rPr>
              <a:t>sns</a:t>
            </a:r>
            <a:r>
              <a:rPr lang="fr-FR" sz="2400" dirty="0">
                <a:cs typeface="Arial"/>
              </a:rPr>
              <a:t>.) </a:t>
            </a:r>
            <a:r>
              <a:rPr lang="fr-FR" sz="2400" dirty="0" err="1">
                <a:cs typeface="Arial"/>
              </a:rPr>
              <a:t>mba</a:t>
            </a:r>
            <a:r>
              <a:rPr lang="fr-FR" sz="2400" dirty="0">
                <a:cs typeface="Arial"/>
              </a:rPr>
              <a:t> </a:t>
            </a:r>
            <a:r>
              <a:rPr lang="fr-FR" sz="2400" dirty="0" err="1">
                <a:cs typeface="Arial"/>
              </a:rPr>
              <a:t>hanamafisana</a:t>
            </a:r>
            <a:r>
              <a:rPr lang="fr-FR" sz="2400" dirty="0">
                <a:cs typeface="Arial"/>
              </a:rPr>
              <a:t> </a:t>
            </a:r>
            <a:r>
              <a:rPr lang="fr-FR" sz="2400" dirty="0" err="1">
                <a:cs typeface="Arial"/>
              </a:rPr>
              <a:t>ny</a:t>
            </a:r>
            <a:r>
              <a:rPr lang="fr-FR" sz="2400" dirty="0">
                <a:cs typeface="Arial"/>
              </a:rPr>
              <a:t> </a:t>
            </a:r>
            <a:r>
              <a:rPr lang="fr-FR" sz="2400" dirty="0" err="1">
                <a:cs typeface="Arial"/>
              </a:rPr>
              <a:t>fahatakarana</a:t>
            </a:r>
            <a:r>
              <a:rPr lang="fr-FR" sz="2400" dirty="0">
                <a:cs typeface="Arial"/>
              </a:rPr>
              <a:t> </a:t>
            </a:r>
            <a:r>
              <a:rPr lang="fr-FR" sz="2400" dirty="0" err="1">
                <a:cs typeface="Arial"/>
              </a:rPr>
              <a:t>ny</a:t>
            </a:r>
            <a:r>
              <a:rPr lang="fr-FR" sz="2400" dirty="0">
                <a:cs typeface="Arial"/>
              </a:rPr>
              <a:t> </a:t>
            </a:r>
            <a:r>
              <a:rPr lang="fr-FR" sz="2400" dirty="0" err="1">
                <a:cs typeface="Arial"/>
              </a:rPr>
              <a:t>finoana</a:t>
            </a:r>
            <a:r>
              <a:rPr lang="fr-FR" sz="2400" dirty="0">
                <a:cs typeface="Arial"/>
              </a:rPr>
              <a:t>.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endParaRPr lang="fr-FR" sz="2000" dirty="0" err="1">
              <a:solidFill>
                <a:schemeClr val="accent2"/>
              </a:solidFill>
              <a:latin typeface="Baloo Bhaijaan" panose="03080902040302020200" pitchFamily="66" charset="-78"/>
              <a:cs typeface="Baloo Bhaijaan" panose="03080902040302020200" pitchFamily="66" charset="-78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E6463A7-17CF-4049-8B56-56F7F08B12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045" y="1135495"/>
            <a:ext cx="1928984" cy="2872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068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7" name="Google Shape;1947;p4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dirty="0" err="1"/>
              <a:t>Mitazona</a:t>
            </a:r>
            <a:r>
              <a:rPr lang="fr-FR" sz="3200" dirty="0"/>
              <a:t> </a:t>
            </a:r>
            <a:r>
              <a:rPr lang="fr-FR" sz="3200" dirty="0" err="1"/>
              <a:t>ny</a:t>
            </a:r>
            <a:r>
              <a:rPr lang="fr-FR" sz="3200" dirty="0"/>
              <a:t> </a:t>
            </a:r>
            <a:r>
              <a:rPr lang="fr-FR" sz="3200" dirty="0" err="1"/>
              <a:t>fahavononana</a:t>
            </a:r>
            <a:endParaRPr sz="3200" dirty="0"/>
          </a:p>
        </p:txBody>
      </p:sp>
      <p:sp>
        <p:nvSpPr>
          <p:cNvPr id="1948" name="Google Shape;1948;p49"/>
          <p:cNvSpPr txBox="1">
            <a:spLocks noGrp="1"/>
          </p:cNvSpPr>
          <p:nvPr>
            <p:ph type="body" idx="4294967295"/>
          </p:nvPr>
        </p:nvSpPr>
        <p:spPr>
          <a:xfrm>
            <a:off x="2955637" y="981075"/>
            <a:ext cx="6188364" cy="24844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fr-FR" sz="200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fr-FR" sz="2000" dirty="0" err="1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Tanjona</a:t>
            </a:r>
            <a:r>
              <a:rPr lang="fr-FR" sz="2000" dirty="0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 </a:t>
            </a:r>
            <a:r>
              <a:rPr lang="fr-FR" sz="2000" dirty="0" err="1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tsotra</a:t>
            </a:r>
            <a:r>
              <a:rPr lang="fr-FR" sz="2000" dirty="0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 </a:t>
            </a:r>
            <a:r>
              <a:rPr lang="fr-FR" sz="2000" dirty="0" err="1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sy</a:t>
            </a:r>
            <a:r>
              <a:rPr lang="fr-FR" sz="2000" dirty="0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 </a:t>
            </a:r>
            <a:r>
              <a:rPr lang="fr-FR" sz="2000" dirty="0" err="1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azo</a:t>
            </a:r>
            <a:r>
              <a:rPr lang="fr-FR" sz="2000" dirty="0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 </a:t>
            </a:r>
            <a:r>
              <a:rPr lang="fr-FR" sz="2000" dirty="0" err="1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tanterahina</a:t>
            </a:r>
            <a:r>
              <a:rPr lang="fr-FR" sz="2000" dirty="0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 : </a:t>
            </a:r>
            <a:r>
              <a:rPr lang="fr-FR" sz="2400" dirty="0" err="1">
                <a:cs typeface="Arial"/>
              </a:rPr>
              <a:t>Aza</a:t>
            </a:r>
            <a:r>
              <a:rPr lang="fr-FR" sz="2400" dirty="0">
                <a:cs typeface="Arial"/>
              </a:rPr>
              <a:t> </a:t>
            </a:r>
            <a:r>
              <a:rPr lang="fr-FR" sz="2400" dirty="0" err="1">
                <a:cs typeface="Arial"/>
              </a:rPr>
              <a:t>mametraka</a:t>
            </a:r>
            <a:r>
              <a:rPr lang="fr-FR" sz="2400" dirty="0">
                <a:cs typeface="Arial"/>
              </a:rPr>
              <a:t> </a:t>
            </a:r>
            <a:r>
              <a:rPr lang="fr-FR" sz="2400" dirty="0" err="1">
                <a:cs typeface="Arial"/>
              </a:rPr>
              <a:t>tanjona</a:t>
            </a:r>
            <a:r>
              <a:rPr lang="fr-FR" sz="2400" dirty="0">
                <a:cs typeface="Arial"/>
              </a:rPr>
              <a:t> </a:t>
            </a:r>
            <a:r>
              <a:rPr lang="fr-FR" sz="2400" dirty="0" err="1">
                <a:cs typeface="Arial"/>
              </a:rPr>
              <a:t>sarotra</a:t>
            </a:r>
            <a:r>
              <a:rPr lang="fr-FR" sz="2400" dirty="0">
                <a:cs typeface="Arial"/>
              </a:rPr>
              <a:t> </a:t>
            </a:r>
            <a:r>
              <a:rPr lang="fr-FR" sz="2400" dirty="0" err="1">
                <a:cs typeface="Arial"/>
              </a:rPr>
              <a:t>loatra</a:t>
            </a:r>
            <a:r>
              <a:rPr lang="fr-FR" sz="2400" dirty="0">
                <a:cs typeface="Arial"/>
              </a:rPr>
              <a:t>.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endParaRPr lang="fr-FR" sz="2000" dirty="0">
              <a:solidFill>
                <a:schemeClr val="accent2"/>
              </a:solidFill>
              <a:latin typeface="Baloo Bhaijaan" panose="03080902040302020200" pitchFamily="66" charset="-78"/>
              <a:cs typeface="Baloo Bhaijaan" panose="03080902040302020200" pitchFamily="66" charset="-78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fr-FR" sz="2000" dirty="0" err="1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Aza</a:t>
            </a:r>
            <a:r>
              <a:rPr lang="fr-FR" sz="2000" dirty="0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 </a:t>
            </a:r>
            <a:r>
              <a:rPr lang="fr-FR" sz="2000" dirty="0" err="1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maika</a:t>
            </a:r>
            <a:r>
              <a:rPr lang="fr-FR" sz="2000" dirty="0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 : </a:t>
            </a:r>
            <a:r>
              <a:rPr lang="fr-FR" sz="2400" dirty="0" err="1">
                <a:cs typeface="Arial"/>
              </a:rPr>
              <a:t>Tsy</a:t>
            </a:r>
            <a:r>
              <a:rPr lang="fr-FR" sz="2400" dirty="0">
                <a:cs typeface="Arial"/>
              </a:rPr>
              <a:t> </a:t>
            </a:r>
            <a:r>
              <a:rPr lang="fr-FR" sz="2400" dirty="0" err="1">
                <a:cs typeface="Arial"/>
              </a:rPr>
              <a:t>ny</a:t>
            </a:r>
            <a:r>
              <a:rPr lang="fr-FR" sz="2400" dirty="0">
                <a:cs typeface="Arial"/>
              </a:rPr>
              <a:t> </a:t>
            </a:r>
            <a:r>
              <a:rPr lang="fr-FR" sz="2400" dirty="0" err="1">
                <a:cs typeface="Arial"/>
              </a:rPr>
              <a:t>fahamaikana</a:t>
            </a:r>
            <a:r>
              <a:rPr lang="fr-FR" sz="2400" dirty="0">
                <a:cs typeface="Arial"/>
              </a:rPr>
              <a:t> </a:t>
            </a:r>
            <a:r>
              <a:rPr lang="fr-FR" sz="2400" dirty="0" err="1">
                <a:cs typeface="Arial"/>
              </a:rPr>
              <a:t>ny</a:t>
            </a:r>
            <a:r>
              <a:rPr lang="fr-FR" sz="2400" dirty="0">
                <a:cs typeface="Arial"/>
              </a:rPr>
              <a:t> </a:t>
            </a:r>
            <a:r>
              <a:rPr lang="fr-FR" sz="2400" dirty="0" err="1">
                <a:cs typeface="Arial"/>
              </a:rPr>
              <a:t>hamita</a:t>
            </a:r>
            <a:r>
              <a:rPr lang="fr-FR" sz="2400" dirty="0">
                <a:cs typeface="Arial"/>
              </a:rPr>
              <a:t> </a:t>
            </a:r>
            <a:r>
              <a:rPr lang="fr-FR" sz="2400" dirty="0" err="1">
                <a:cs typeface="Arial"/>
              </a:rPr>
              <a:t>vaki-teny</a:t>
            </a:r>
            <a:r>
              <a:rPr lang="fr-FR" sz="2400" dirty="0">
                <a:cs typeface="Arial"/>
              </a:rPr>
              <a:t> no </a:t>
            </a:r>
            <a:r>
              <a:rPr lang="fr-FR" sz="2400" dirty="0" err="1">
                <a:cs typeface="Arial"/>
              </a:rPr>
              <a:t>zava-dehibe</a:t>
            </a:r>
            <a:r>
              <a:rPr lang="fr-FR" sz="2400" dirty="0">
                <a:cs typeface="Arial"/>
              </a:rPr>
              <a:t> fa </a:t>
            </a:r>
            <a:r>
              <a:rPr lang="fr-FR" sz="2400" dirty="0" err="1">
                <a:cs typeface="Arial"/>
              </a:rPr>
              <a:t>ny</a:t>
            </a:r>
            <a:r>
              <a:rPr lang="fr-FR" sz="2400" dirty="0">
                <a:cs typeface="Arial"/>
              </a:rPr>
              <a:t> </a:t>
            </a:r>
            <a:r>
              <a:rPr lang="fr-FR" sz="2400" dirty="0" err="1">
                <a:cs typeface="Arial"/>
              </a:rPr>
              <a:t>fahatakarana</a:t>
            </a:r>
            <a:r>
              <a:rPr lang="fr-FR" sz="2400" dirty="0">
                <a:cs typeface="Arial"/>
              </a:rPr>
              <a:t> </a:t>
            </a:r>
            <a:r>
              <a:rPr lang="fr-FR" sz="2400" dirty="0" err="1">
                <a:cs typeface="Arial"/>
              </a:rPr>
              <a:t>ny</a:t>
            </a:r>
            <a:r>
              <a:rPr lang="fr-FR" sz="2400" dirty="0">
                <a:cs typeface="Arial"/>
              </a:rPr>
              <a:t> </a:t>
            </a:r>
            <a:r>
              <a:rPr lang="fr-FR" sz="2400" dirty="0" err="1">
                <a:cs typeface="Arial"/>
              </a:rPr>
              <a:t>zava-dehibe</a:t>
            </a:r>
            <a:r>
              <a:rPr lang="fr-FR" sz="2400" dirty="0">
                <a:cs typeface="Arial"/>
              </a:rPr>
              <a:t>.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endParaRPr lang="fr-FR" sz="2400" dirty="0">
              <a:cs typeface="Arial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fr-FR" sz="2000" dirty="0" err="1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Ny</a:t>
            </a:r>
            <a:r>
              <a:rPr lang="fr-FR" sz="2000" dirty="0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 </a:t>
            </a:r>
            <a:r>
              <a:rPr lang="fr-FR" sz="2000" dirty="0" err="1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faharetana</a:t>
            </a:r>
            <a:r>
              <a:rPr lang="fr-FR" sz="2000" dirty="0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 </a:t>
            </a:r>
            <a:r>
              <a:rPr lang="fr-FR" sz="2000" dirty="0" err="1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sy</a:t>
            </a:r>
            <a:r>
              <a:rPr lang="fr-FR" sz="2000" dirty="0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 </a:t>
            </a:r>
            <a:r>
              <a:rPr lang="fr-FR" sz="2000" dirty="0" err="1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ny</a:t>
            </a:r>
            <a:r>
              <a:rPr lang="fr-FR" sz="2000" dirty="0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 </a:t>
            </a:r>
            <a:r>
              <a:rPr lang="fr-FR" sz="2000" dirty="0" err="1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tsi-fanapatapahana</a:t>
            </a:r>
            <a:r>
              <a:rPr lang="fr-FR" sz="2000" dirty="0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 no </a:t>
            </a:r>
            <a:r>
              <a:rPr lang="fr-FR" sz="2000" dirty="0" err="1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zava-dehibe</a:t>
            </a:r>
            <a:r>
              <a:rPr lang="fr-FR" sz="2000" dirty="0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 </a:t>
            </a:r>
            <a:r>
              <a:rPr lang="fr-FR" sz="2000" dirty="0" err="1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kokoa</a:t>
            </a:r>
            <a:r>
              <a:rPr lang="fr-FR" sz="2000" dirty="0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 </a:t>
            </a:r>
            <a:r>
              <a:rPr lang="fr-FR" sz="2000" dirty="0" err="1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noho</a:t>
            </a:r>
            <a:r>
              <a:rPr lang="fr-FR" sz="2000" dirty="0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 </a:t>
            </a:r>
            <a:r>
              <a:rPr lang="fr-FR" sz="2000" dirty="0" err="1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ny</a:t>
            </a:r>
            <a:r>
              <a:rPr lang="fr-FR" sz="2000" dirty="0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 </a:t>
            </a:r>
            <a:r>
              <a:rPr lang="fr-FR" sz="2000" dirty="0" err="1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habetsahana</a:t>
            </a:r>
            <a:r>
              <a:rPr lang="fr-FR" sz="2000" dirty="0">
                <a:solidFill>
                  <a:schemeClr val="accent2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.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endParaRPr lang="fr-FR" sz="2000" dirty="0" err="1">
              <a:solidFill>
                <a:schemeClr val="accent2"/>
              </a:solidFill>
              <a:latin typeface="Baloo Bhaijaan" panose="03080902040302020200" pitchFamily="66" charset="-78"/>
              <a:cs typeface="Baloo Bhaijaan" panose="03080902040302020200" pitchFamily="66" charset="-78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4A5A7D9-920C-EC45-9302-AF14C7EECE4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9F3F3"/>
              </a:clrFrom>
              <a:clrTo>
                <a:srgbClr val="F9F3F3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3737" y="2323635"/>
            <a:ext cx="3055095" cy="3005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727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4A846F-99D6-E645-AC7C-5D9D987F1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545" y="445025"/>
            <a:ext cx="8765309" cy="1799400"/>
          </a:xfrm>
        </p:spPr>
        <p:txBody>
          <a:bodyPr/>
          <a:lstStyle/>
          <a:p>
            <a:r>
              <a:rPr lang="fr-MG" dirty="0"/>
              <a:t>FAMINTINANA</a:t>
            </a:r>
          </a:p>
        </p:txBody>
      </p:sp>
      <p:sp>
        <p:nvSpPr>
          <p:cNvPr id="5" name="Google Shape;1948;p49">
            <a:extLst>
              <a:ext uri="{FF2B5EF4-FFF2-40B4-BE49-F238E27FC236}">
                <a16:creationId xmlns:a16="http://schemas.microsoft.com/office/drawing/2014/main" id="{90D9D331-D0D8-3D46-894D-EBC57E965FCA}"/>
              </a:ext>
            </a:extLst>
          </p:cNvPr>
          <p:cNvSpPr txBox="1">
            <a:spLocks/>
          </p:cNvSpPr>
          <p:nvPr/>
        </p:nvSpPr>
        <p:spPr>
          <a:xfrm>
            <a:off x="378691" y="1002205"/>
            <a:ext cx="8765309" cy="3011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Gamja Flower"/>
              <a:buChar char="●"/>
              <a:defRPr sz="1600" b="0" i="0" u="none" strike="noStrike" cap="none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Gamja Flower"/>
              <a:buChar char="○"/>
              <a:defRPr sz="1600" b="0" i="0" u="none" strike="noStrike" cap="none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Gamja Flower"/>
              <a:buChar char="■"/>
              <a:defRPr sz="1600" b="0" i="0" u="none" strike="noStrike" cap="none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Gamja Flower"/>
              <a:buChar char="●"/>
              <a:defRPr sz="1600" b="0" i="0" u="none" strike="noStrike" cap="none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Gamja Flower"/>
              <a:buChar char="○"/>
              <a:defRPr sz="1600" b="0" i="0" u="none" strike="noStrike" cap="none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defRPr>
            </a:lvl5pPr>
            <a:lvl6pPr marL="2743200" marR="0" lvl="5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Gamja Flower"/>
              <a:buChar char="■"/>
              <a:defRPr sz="1600" b="0" i="0" u="none" strike="noStrike" cap="none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defRPr>
            </a:lvl6pPr>
            <a:lvl7pPr marL="3200400" marR="0" lvl="6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Gamja Flower"/>
              <a:buChar char="●"/>
              <a:defRPr sz="1600" b="0" i="0" u="none" strike="noStrike" cap="none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defRPr>
            </a:lvl7pPr>
            <a:lvl8pPr marL="3657600" marR="0" lvl="7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Gamja Flower"/>
              <a:buChar char="○"/>
              <a:defRPr sz="1600" b="0" i="0" u="none" strike="noStrike" cap="none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defRPr>
            </a:lvl8pPr>
            <a:lvl9pPr marL="4114800" marR="0" lvl="8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Gamja Flower"/>
              <a:buChar char="■"/>
              <a:defRPr sz="1600" b="0" i="0" u="none" strike="noStrike" cap="none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endParaRPr lang="fr-FR" sz="2400" dirty="0"/>
          </a:p>
          <a:p>
            <a:pPr marL="127000" indent="0">
              <a:buNone/>
            </a:pPr>
            <a:r>
              <a:rPr lang="fr-FR" sz="2400" dirty="0" err="1">
                <a:latin typeface="Baloo Bhaijaan" panose="03080902040302020200" pitchFamily="66" charset="-78"/>
                <a:cs typeface="Baloo Bhaijaan" panose="03080902040302020200" pitchFamily="66" charset="-78"/>
              </a:rPr>
              <a:t>Ny</a:t>
            </a:r>
            <a:r>
              <a:rPr lang="fr-FR" sz="2400" dirty="0">
                <a:latin typeface="Baloo Bhaijaan" panose="03080902040302020200" pitchFamily="66" charset="-78"/>
                <a:cs typeface="Baloo Bhaijaan" panose="03080902040302020200" pitchFamily="66" charset="-78"/>
              </a:rPr>
              <a:t> </a:t>
            </a:r>
            <a:r>
              <a:rPr lang="fr-FR" sz="2400" dirty="0" err="1">
                <a:latin typeface="Baloo Bhaijaan" panose="03080902040302020200" pitchFamily="66" charset="-78"/>
                <a:cs typeface="Baloo Bhaijaan" panose="03080902040302020200" pitchFamily="66" charset="-78"/>
              </a:rPr>
              <a:t>fomba</a:t>
            </a:r>
            <a:r>
              <a:rPr lang="fr-FR" sz="2400" dirty="0">
                <a:latin typeface="Baloo Bhaijaan" panose="03080902040302020200" pitchFamily="66" charset="-78"/>
                <a:cs typeface="Baloo Bhaijaan" panose="03080902040302020200" pitchFamily="66" charset="-78"/>
              </a:rPr>
              <a:t> </a:t>
            </a:r>
            <a:r>
              <a:rPr lang="fr-FR" sz="2400" dirty="0" err="1">
                <a:latin typeface="Baloo Bhaijaan" panose="03080902040302020200" pitchFamily="66" charset="-78"/>
                <a:cs typeface="Baloo Bhaijaan" panose="03080902040302020200" pitchFamily="66" charset="-78"/>
              </a:rPr>
              <a:t>tsara</a:t>
            </a:r>
            <a:r>
              <a:rPr lang="fr-FR" sz="2400" dirty="0">
                <a:latin typeface="Baloo Bhaijaan" panose="03080902040302020200" pitchFamily="66" charset="-78"/>
                <a:cs typeface="Baloo Bhaijaan" panose="03080902040302020200" pitchFamily="66" charset="-78"/>
              </a:rPr>
              <a:t> </a:t>
            </a:r>
            <a:r>
              <a:rPr lang="fr-FR" sz="2400" dirty="0" err="1">
                <a:latin typeface="Baloo Bhaijaan" panose="03080902040302020200" pitchFamily="66" charset="-78"/>
                <a:cs typeface="Baloo Bhaijaan" panose="03080902040302020200" pitchFamily="66" charset="-78"/>
              </a:rPr>
              <a:t>famakiana</a:t>
            </a:r>
            <a:r>
              <a:rPr lang="fr-FR" sz="2400" dirty="0">
                <a:latin typeface="Baloo Bhaijaan" panose="03080902040302020200" pitchFamily="66" charset="-78"/>
                <a:cs typeface="Baloo Bhaijaan" panose="03080902040302020200" pitchFamily="66" charset="-78"/>
              </a:rPr>
              <a:t> </a:t>
            </a:r>
            <a:r>
              <a:rPr lang="fr-FR" sz="2400" dirty="0" err="1">
                <a:latin typeface="Baloo Bhaijaan" panose="03080902040302020200" pitchFamily="66" charset="-78"/>
                <a:cs typeface="Baloo Bhaijaan" panose="03080902040302020200" pitchFamily="66" charset="-78"/>
              </a:rPr>
              <a:t>Baiboly</a:t>
            </a:r>
            <a:r>
              <a:rPr lang="fr-FR" sz="2400" dirty="0">
                <a:latin typeface="Baloo Bhaijaan" panose="03080902040302020200" pitchFamily="66" charset="-78"/>
                <a:cs typeface="Baloo Bhaijaan" panose="03080902040302020200" pitchFamily="66" charset="-78"/>
              </a:rPr>
              <a:t> dia </a:t>
            </a:r>
            <a:r>
              <a:rPr lang="fr-FR" sz="2400" dirty="0" err="1">
                <a:latin typeface="Baloo Bhaijaan" panose="03080902040302020200" pitchFamily="66" charset="-78"/>
                <a:cs typeface="Baloo Bhaijaan" panose="03080902040302020200" pitchFamily="66" charset="-78"/>
              </a:rPr>
              <a:t>miankina</a:t>
            </a:r>
            <a:r>
              <a:rPr lang="fr-FR" sz="2400" dirty="0">
                <a:latin typeface="Baloo Bhaijaan" panose="03080902040302020200" pitchFamily="66" charset="-78"/>
                <a:cs typeface="Baloo Bhaijaan" panose="03080902040302020200" pitchFamily="66" charset="-78"/>
              </a:rPr>
              <a:t> </a:t>
            </a:r>
            <a:r>
              <a:rPr lang="fr-FR" sz="2400" dirty="0" err="1">
                <a:latin typeface="Baloo Bhaijaan" panose="03080902040302020200" pitchFamily="66" charset="-78"/>
                <a:cs typeface="Baloo Bhaijaan" panose="03080902040302020200" pitchFamily="66" charset="-78"/>
              </a:rPr>
              <a:t>amin’ny</a:t>
            </a:r>
            <a:r>
              <a:rPr lang="fr-FR" sz="2400" dirty="0">
                <a:latin typeface="Baloo Bhaijaan" panose="03080902040302020200" pitchFamily="66" charset="-78"/>
                <a:cs typeface="Baloo Bhaijaan" panose="03080902040302020200" pitchFamily="66" charset="-78"/>
              </a:rPr>
              <a:t> :</a:t>
            </a:r>
          </a:p>
          <a:p>
            <a:r>
              <a:rPr lang="fr-FR" sz="2800" dirty="0" err="1">
                <a:cs typeface="Arial"/>
              </a:rPr>
              <a:t>Tontolo</a:t>
            </a:r>
            <a:r>
              <a:rPr lang="fr-FR" sz="2800" dirty="0">
                <a:cs typeface="Arial"/>
              </a:rPr>
              <a:t> </a:t>
            </a:r>
            <a:r>
              <a:rPr lang="fr-FR" sz="2800" dirty="0" err="1">
                <a:cs typeface="Arial"/>
              </a:rPr>
              <a:t>hamakiana</a:t>
            </a:r>
            <a:r>
              <a:rPr lang="fr-FR" sz="2800" dirty="0">
                <a:cs typeface="Arial"/>
              </a:rPr>
              <a:t> </a:t>
            </a:r>
            <a:r>
              <a:rPr lang="fr-FR" sz="2800" dirty="0" err="1">
                <a:cs typeface="Arial"/>
              </a:rPr>
              <a:t>sy</a:t>
            </a:r>
            <a:r>
              <a:rPr lang="fr-FR" sz="2800" dirty="0">
                <a:cs typeface="Arial"/>
              </a:rPr>
              <a:t> </a:t>
            </a:r>
            <a:r>
              <a:rPr lang="fr-FR" sz="2800" dirty="0" err="1">
                <a:cs typeface="Arial"/>
              </a:rPr>
              <a:t>fahazarana</a:t>
            </a:r>
            <a:r>
              <a:rPr lang="fr-FR" sz="2800" dirty="0">
                <a:cs typeface="Arial"/>
              </a:rPr>
              <a:t> </a:t>
            </a:r>
            <a:r>
              <a:rPr lang="fr-FR" sz="2800" dirty="0" err="1">
                <a:cs typeface="Arial"/>
              </a:rPr>
              <a:t>tsara</a:t>
            </a:r>
            <a:r>
              <a:rPr lang="fr-FR" sz="2800" dirty="0">
                <a:cs typeface="Arial"/>
              </a:rPr>
              <a:t>,</a:t>
            </a:r>
          </a:p>
          <a:p>
            <a:r>
              <a:rPr lang="fr-FR" sz="2800" dirty="0" err="1">
                <a:cs typeface="Arial"/>
              </a:rPr>
              <a:t>famakiana</a:t>
            </a:r>
            <a:r>
              <a:rPr lang="fr-FR" sz="2800" dirty="0">
                <a:cs typeface="Arial"/>
              </a:rPr>
              <a:t> </a:t>
            </a:r>
            <a:r>
              <a:rPr lang="fr-FR" sz="2800" dirty="0" err="1">
                <a:cs typeface="Arial"/>
              </a:rPr>
              <a:t>am-pitandremana</a:t>
            </a:r>
            <a:r>
              <a:rPr lang="fr-FR" sz="2800" dirty="0">
                <a:cs typeface="Arial"/>
              </a:rPr>
              <a:t> </a:t>
            </a:r>
            <a:r>
              <a:rPr lang="fr-FR" sz="2800" dirty="0" err="1">
                <a:cs typeface="Arial"/>
              </a:rPr>
              <a:t>sy</a:t>
            </a:r>
            <a:r>
              <a:rPr lang="fr-FR" sz="2800" dirty="0">
                <a:cs typeface="Arial"/>
              </a:rPr>
              <a:t> </a:t>
            </a:r>
            <a:r>
              <a:rPr lang="fr-FR" sz="2800" dirty="0" err="1">
                <a:cs typeface="Arial"/>
              </a:rPr>
              <a:t>fisainana</a:t>
            </a:r>
            <a:r>
              <a:rPr lang="fr-FR" sz="2800" dirty="0">
                <a:cs typeface="Arial"/>
              </a:rPr>
              <a:t> </a:t>
            </a:r>
            <a:r>
              <a:rPr lang="fr-FR" sz="2800" dirty="0" err="1">
                <a:cs typeface="Arial"/>
              </a:rPr>
              <a:t>lalina</a:t>
            </a:r>
            <a:r>
              <a:rPr lang="fr-FR" sz="2800" dirty="0">
                <a:cs typeface="Arial"/>
              </a:rPr>
              <a:t>,</a:t>
            </a:r>
          </a:p>
          <a:p>
            <a:r>
              <a:rPr lang="fr-FR" sz="2800" dirty="0" err="1">
                <a:cs typeface="Arial"/>
              </a:rPr>
              <a:t>fandraisana</a:t>
            </a:r>
            <a:r>
              <a:rPr lang="fr-FR" sz="2800" dirty="0">
                <a:cs typeface="Arial"/>
              </a:rPr>
              <a:t> </a:t>
            </a:r>
            <a:r>
              <a:rPr lang="fr-FR" sz="2800" dirty="0" err="1">
                <a:cs typeface="Arial"/>
              </a:rPr>
              <a:t>anjara</a:t>
            </a:r>
            <a:r>
              <a:rPr lang="fr-FR" sz="2800" dirty="0">
                <a:cs typeface="Arial"/>
              </a:rPr>
              <a:t> </a:t>
            </a:r>
            <a:r>
              <a:rPr lang="fr-FR" sz="2800" dirty="0" err="1">
                <a:cs typeface="Arial"/>
              </a:rPr>
              <a:t>mavitrika</a:t>
            </a:r>
            <a:r>
              <a:rPr lang="fr-FR" sz="2800" dirty="0">
                <a:cs typeface="Arial"/>
              </a:rPr>
              <a:t> </a:t>
            </a:r>
            <a:r>
              <a:rPr lang="fr-FR" sz="2800" dirty="0" err="1">
                <a:cs typeface="Arial"/>
              </a:rPr>
              <a:t>amin’ny</a:t>
            </a:r>
            <a:r>
              <a:rPr lang="fr-FR" sz="2800" dirty="0">
                <a:cs typeface="Arial"/>
              </a:rPr>
              <a:t> </a:t>
            </a:r>
            <a:r>
              <a:rPr lang="fr-FR" sz="2800" dirty="0" err="1">
                <a:cs typeface="Arial"/>
              </a:rPr>
              <a:t>Soratra</a:t>
            </a:r>
            <a:r>
              <a:rPr lang="fr-FR" sz="2800" dirty="0">
                <a:cs typeface="Arial"/>
              </a:rPr>
              <a:t> </a:t>
            </a:r>
            <a:r>
              <a:rPr lang="fr-FR" sz="2800" dirty="0" err="1">
                <a:cs typeface="Arial"/>
              </a:rPr>
              <a:t>Masina</a:t>
            </a:r>
            <a:r>
              <a:rPr lang="fr-FR" sz="2800" dirty="0">
                <a:cs typeface="Arial"/>
              </a:rPr>
              <a:t>,</a:t>
            </a:r>
          </a:p>
          <a:p>
            <a:r>
              <a:rPr lang="fr-FR" sz="2800" dirty="0" err="1">
                <a:cs typeface="Arial"/>
              </a:rPr>
              <a:t>ary</a:t>
            </a:r>
            <a:r>
              <a:rPr lang="fr-FR" sz="2800" dirty="0">
                <a:cs typeface="Arial"/>
              </a:rPr>
              <a:t> </a:t>
            </a:r>
            <a:r>
              <a:rPr lang="fr-FR" sz="2800" dirty="0" err="1">
                <a:cs typeface="Arial"/>
              </a:rPr>
              <a:t>fampiharana</a:t>
            </a:r>
            <a:r>
              <a:rPr lang="fr-FR" sz="2800" dirty="0">
                <a:cs typeface="Arial"/>
              </a:rPr>
              <a:t> </a:t>
            </a:r>
            <a:r>
              <a:rPr lang="fr-FR" sz="2800" dirty="0" err="1">
                <a:cs typeface="Arial"/>
              </a:rPr>
              <a:t>ny</a:t>
            </a:r>
            <a:r>
              <a:rPr lang="fr-FR" sz="2800" dirty="0">
                <a:cs typeface="Arial"/>
              </a:rPr>
              <a:t> </a:t>
            </a:r>
            <a:r>
              <a:rPr lang="fr-FR" sz="2800" dirty="0" err="1">
                <a:cs typeface="Arial"/>
              </a:rPr>
              <a:t>Tenin’Andriamanitra</a:t>
            </a:r>
            <a:r>
              <a:rPr lang="fr-FR" sz="2800" dirty="0">
                <a:cs typeface="Arial"/>
              </a:rPr>
              <a:t> </a:t>
            </a:r>
            <a:r>
              <a:rPr lang="fr-FR" sz="2800" dirty="0" err="1">
                <a:cs typeface="Arial"/>
              </a:rPr>
              <a:t>eo</a:t>
            </a:r>
            <a:r>
              <a:rPr lang="fr-FR" sz="2800" dirty="0">
                <a:cs typeface="Arial"/>
              </a:rPr>
              <a:t> </a:t>
            </a:r>
            <a:r>
              <a:rPr lang="fr-FR" sz="2800" dirty="0" err="1">
                <a:cs typeface="Arial"/>
              </a:rPr>
              <a:t>amin’ny</a:t>
            </a:r>
            <a:r>
              <a:rPr lang="fr-FR" sz="2800" dirty="0">
                <a:cs typeface="Arial"/>
              </a:rPr>
              <a:t> </a:t>
            </a:r>
            <a:r>
              <a:rPr lang="fr-FR" sz="2800" dirty="0" err="1">
                <a:cs typeface="Arial"/>
              </a:rPr>
              <a:t>fiainana</a:t>
            </a:r>
            <a:r>
              <a:rPr lang="fr-FR" sz="2800" dirty="0">
                <a:cs typeface="Arial"/>
              </a:rPr>
              <a:t> </a:t>
            </a:r>
            <a:r>
              <a:rPr lang="fr-FR" sz="2800" dirty="0" err="1">
                <a:cs typeface="Arial"/>
              </a:rPr>
              <a:t>andavanandro</a:t>
            </a:r>
            <a:endParaRPr lang="fr-FR" sz="2800" dirty="0">
              <a:cs typeface="Arial"/>
            </a:endParaRPr>
          </a:p>
          <a:p>
            <a:endParaRPr lang="fr-FR" sz="2400" dirty="0">
              <a:latin typeface="Baloo Bhaijaan" panose="03080902040302020200" pitchFamily="66" charset="-78"/>
              <a:cs typeface="Baloo Bhaijaan" panose="03080902040302020200" pitchFamily="66" charset="-78"/>
            </a:endParaRPr>
          </a:p>
          <a:p>
            <a:endParaRPr lang="fr-FR" sz="2400" dirty="0">
              <a:latin typeface="Baloo Bhaijaan" panose="03080902040302020200" pitchFamily="66" charset="-78"/>
              <a:cs typeface="Baloo Bhaijaan" panose="03080902040302020200" pitchFamily="66" charset="-78"/>
            </a:endParaRPr>
          </a:p>
          <a:p>
            <a:endParaRPr lang="fr-FR" sz="2400" dirty="0" err="1">
              <a:latin typeface="Baloo Bhaijaan" panose="03080902040302020200" pitchFamily="66" charset="-78"/>
              <a:cs typeface="Baloo Bhaijaan" panose="03080902040302020200" pitchFamily="66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769266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8146D7E0-2D49-4D4E-86B7-59A23A4DBD87}"/>
              </a:ext>
            </a:extLst>
          </p:cNvPr>
          <p:cNvSpPr txBox="1"/>
          <p:nvPr/>
        </p:nvSpPr>
        <p:spPr>
          <a:xfrm>
            <a:off x="3671455" y="999537"/>
            <a:ext cx="5103089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3200" dirty="0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“ </a:t>
            </a:r>
            <a:r>
              <a:rPr lang="en-CA" sz="3200" dirty="0" err="1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Dinihinareo</a:t>
            </a:r>
            <a:r>
              <a:rPr lang="en-CA" sz="3200" dirty="0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 </a:t>
            </a:r>
            <a:r>
              <a:rPr lang="en-CA" sz="3200" dirty="0" err="1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ny</a:t>
            </a:r>
            <a:r>
              <a:rPr lang="en-CA" sz="3200" dirty="0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 </a:t>
            </a:r>
            <a:r>
              <a:rPr lang="en-CA" sz="3200" dirty="0" err="1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soratra</a:t>
            </a:r>
            <a:r>
              <a:rPr lang="en-CA" sz="3200" dirty="0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 </a:t>
            </a:r>
            <a:r>
              <a:rPr lang="en-CA" sz="3200" dirty="0" err="1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masina</a:t>
            </a:r>
            <a:r>
              <a:rPr lang="en-CA" sz="3200" dirty="0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 ,</a:t>
            </a:r>
            <a:r>
              <a:rPr lang="en-CA" sz="3200" dirty="0" err="1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satria</a:t>
            </a:r>
            <a:r>
              <a:rPr lang="en-CA" sz="3200" dirty="0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 </a:t>
            </a:r>
            <a:r>
              <a:rPr lang="en-CA" sz="3200" dirty="0" err="1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ataonareo</a:t>
            </a:r>
            <a:r>
              <a:rPr lang="en-CA" sz="3200" dirty="0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 fa </a:t>
            </a:r>
            <a:r>
              <a:rPr lang="en-CA" sz="3200" dirty="0" err="1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ao</a:t>
            </a:r>
            <a:r>
              <a:rPr lang="en-CA" sz="3200" dirty="0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 </a:t>
            </a:r>
            <a:r>
              <a:rPr lang="en-CA" sz="3200" dirty="0" err="1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aminy</a:t>
            </a:r>
            <a:r>
              <a:rPr lang="en-CA" sz="3200" dirty="0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 no </a:t>
            </a:r>
            <a:r>
              <a:rPr lang="en-CA" sz="3200" dirty="0" err="1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anananareo</a:t>
            </a:r>
            <a:r>
              <a:rPr lang="en-CA" sz="3200" dirty="0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 </a:t>
            </a:r>
            <a:r>
              <a:rPr lang="en-CA" sz="3200" dirty="0" err="1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fiainana</a:t>
            </a:r>
            <a:r>
              <a:rPr lang="en-CA" sz="3200" dirty="0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 </a:t>
            </a:r>
            <a:r>
              <a:rPr lang="en-CA" sz="3200" dirty="0" err="1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mandrakizay,ary</a:t>
            </a:r>
            <a:r>
              <a:rPr lang="en-CA" sz="3200" dirty="0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 </a:t>
            </a:r>
            <a:r>
              <a:rPr lang="en-CA" sz="3200" dirty="0" err="1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ireny</a:t>
            </a:r>
            <a:r>
              <a:rPr lang="en-CA" sz="3200" dirty="0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 no </a:t>
            </a:r>
            <a:r>
              <a:rPr lang="en-CA" sz="3200" dirty="0" err="1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manambara</a:t>
            </a:r>
            <a:r>
              <a:rPr lang="en-CA" sz="3200" dirty="0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 </a:t>
            </a:r>
            <a:r>
              <a:rPr lang="en-CA" sz="3200" dirty="0" err="1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Ahy</a:t>
            </a:r>
            <a:r>
              <a:rPr lang="en-CA" sz="3200" dirty="0">
                <a:solidFill>
                  <a:schemeClr val="accent2"/>
                </a:solidFill>
                <a:latin typeface="Gamja Flower"/>
                <a:ea typeface="Gamja Flower"/>
                <a:sym typeface="Gamja Flower"/>
              </a:rPr>
              <a:t>” . </a:t>
            </a:r>
          </a:p>
          <a:p>
            <a:pPr algn="ctr"/>
            <a:r>
              <a:rPr lang="en-CA" sz="1800" dirty="0" err="1">
                <a:solidFill>
                  <a:schemeClr val="accent2"/>
                </a:solidFill>
                <a:latin typeface="Gamja Flower"/>
                <a:ea typeface="Gamja Flower"/>
              </a:rPr>
              <a:t>Jaona</a:t>
            </a:r>
            <a:r>
              <a:rPr lang="en-CA" sz="1800" dirty="0">
                <a:solidFill>
                  <a:schemeClr val="accent2"/>
                </a:solidFill>
                <a:latin typeface="Gamja Flower"/>
                <a:ea typeface="Gamja Flower"/>
              </a:rPr>
              <a:t> 5.39 </a:t>
            </a:r>
            <a:endParaRPr lang="fr-MG" sz="3200" dirty="0">
              <a:solidFill>
                <a:schemeClr val="accent2"/>
              </a:solidFill>
              <a:latin typeface="Gamja Flower"/>
              <a:ea typeface="Gamja Flower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9A4A3C9-E586-BF47-973F-DA8E00E52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056" y="775855"/>
            <a:ext cx="3278909" cy="327890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96866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0" name="Google Shape;1850;p48"/>
          <p:cNvSpPr/>
          <p:nvPr/>
        </p:nvSpPr>
        <p:spPr>
          <a:xfrm>
            <a:off x="2509988" y="405687"/>
            <a:ext cx="1115025" cy="1053275"/>
          </a:xfrm>
          <a:custGeom>
            <a:avLst/>
            <a:gdLst/>
            <a:ahLst/>
            <a:cxnLst/>
            <a:rect l="l" t="t" r="r" b="b"/>
            <a:pathLst>
              <a:path w="939" h="887" extrusionOk="0">
                <a:moveTo>
                  <a:pt x="511" y="0"/>
                </a:moveTo>
                <a:cubicBezTo>
                  <a:pt x="433" y="0"/>
                  <a:pt x="354" y="20"/>
                  <a:pt x="286" y="55"/>
                </a:cubicBezTo>
                <a:cubicBezTo>
                  <a:pt x="84" y="152"/>
                  <a:pt x="0" y="361"/>
                  <a:pt x="71" y="578"/>
                </a:cubicBezTo>
                <a:cubicBezTo>
                  <a:pt x="104" y="695"/>
                  <a:pt x="196" y="807"/>
                  <a:pt x="313" y="855"/>
                </a:cubicBezTo>
                <a:cubicBezTo>
                  <a:pt x="361" y="876"/>
                  <a:pt x="414" y="886"/>
                  <a:pt x="467" y="886"/>
                </a:cubicBezTo>
                <a:cubicBezTo>
                  <a:pt x="606" y="886"/>
                  <a:pt x="748" y="818"/>
                  <a:pt x="829" y="703"/>
                </a:cubicBezTo>
                <a:cubicBezTo>
                  <a:pt x="939" y="543"/>
                  <a:pt x="932" y="312"/>
                  <a:pt x="822" y="152"/>
                </a:cubicBezTo>
                <a:cubicBezTo>
                  <a:pt x="750" y="47"/>
                  <a:pt x="632" y="0"/>
                  <a:pt x="51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1" name="Google Shape;1851;p48"/>
          <p:cNvSpPr txBox="1">
            <a:spLocks noGrp="1"/>
          </p:cNvSpPr>
          <p:nvPr>
            <p:ph type="title" idx="2"/>
          </p:nvPr>
        </p:nvSpPr>
        <p:spPr>
          <a:xfrm>
            <a:off x="2570250" y="511425"/>
            <a:ext cx="994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</a:t>
            </a:r>
            <a:endParaRPr dirty="0"/>
          </a:p>
        </p:txBody>
      </p:sp>
      <p:sp>
        <p:nvSpPr>
          <p:cNvPr id="1853" name="Google Shape;1853;p48"/>
          <p:cNvSpPr txBox="1">
            <a:spLocks noGrp="1"/>
          </p:cNvSpPr>
          <p:nvPr>
            <p:ph type="title"/>
          </p:nvPr>
        </p:nvSpPr>
        <p:spPr>
          <a:xfrm>
            <a:off x="0" y="1529375"/>
            <a:ext cx="6469232" cy="19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600" dirty="0" err="1"/>
              <a:t>Tafaray</a:t>
            </a:r>
            <a:r>
              <a:rPr lang="fr-FR" sz="3600" dirty="0"/>
              <a:t> </a:t>
            </a:r>
            <a:r>
              <a:rPr lang="fr-FR" sz="3600" dirty="0" err="1"/>
              <a:t>amin’i</a:t>
            </a:r>
            <a:r>
              <a:rPr lang="fr-FR" sz="3600" dirty="0"/>
              <a:t> JESOSY </a:t>
            </a:r>
            <a:r>
              <a:rPr lang="fr-FR" sz="3600" dirty="0" err="1"/>
              <a:t>amin’ny</a:t>
            </a:r>
            <a:r>
              <a:rPr lang="fr-FR" sz="3600" dirty="0"/>
              <a:t> </a:t>
            </a:r>
            <a:r>
              <a:rPr lang="fr-FR" sz="3600" dirty="0" err="1"/>
              <a:t>alalan’ny</a:t>
            </a:r>
            <a:r>
              <a:rPr lang="fr-FR" sz="3600" dirty="0"/>
              <a:t> </a:t>
            </a:r>
            <a:br>
              <a:rPr lang="fr-FR" sz="3600" dirty="0"/>
            </a:br>
            <a:r>
              <a:rPr lang="fr-FR" sz="3600" dirty="0"/>
              <a:t>VAVAKA SY NY FIDERANA</a:t>
            </a:r>
            <a:br>
              <a:rPr lang="fr-FR" sz="3600" dirty="0"/>
            </a:br>
            <a:endParaRPr lang="fr-FR" sz="3600" dirty="0"/>
          </a:p>
        </p:txBody>
      </p:sp>
      <p:cxnSp>
        <p:nvCxnSpPr>
          <p:cNvPr id="1942" name="Google Shape;1942;p48"/>
          <p:cNvCxnSpPr/>
          <p:nvPr/>
        </p:nvCxnSpPr>
        <p:spPr>
          <a:xfrm>
            <a:off x="1941000" y="4554088"/>
            <a:ext cx="2253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4" name="Image 3">
            <a:extLst>
              <a:ext uri="{FF2B5EF4-FFF2-40B4-BE49-F238E27FC236}">
                <a16:creationId xmlns:a16="http://schemas.microsoft.com/office/drawing/2014/main" id="{42BB7B76-5BFF-A14B-8CDD-C160ECD9A9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8910" y="1256033"/>
            <a:ext cx="1930913" cy="3143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3738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E2DA4234-6F29-0746-8324-F8A39BAA1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332" y="729096"/>
            <a:ext cx="3352800" cy="33528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38A5DC0C-B20C-4342-AE55-C4A33A2E8D60}"/>
              </a:ext>
            </a:extLst>
          </p:cNvPr>
          <p:cNvSpPr txBox="1"/>
          <p:nvPr/>
        </p:nvSpPr>
        <p:spPr>
          <a:xfrm>
            <a:off x="4087668" y="1359371"/>
            <a:ext cx="4572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3200" dirty="0">
                <a:solidFill>
                  <a:schemeClr val="accent2"/>
                </a:solidFill>
                <a:latin typeface="Gamja Flower"/>
                <a:ea typeface="Gamja Flower"/>
              </a:rPr>
              <a:t>“</a:t>
            </a:r>
            <a:r>
              <a:rPr lang="en-CA" sz="3200" dirty="0" err="1">
                <a:solidFill>
                  <a:schemeClr val="accent2"/>
                </a:solidFill>
                <a:latin typeface="Gamja Flower"/>
                <a:ea typeface="Gamja Flower"/>
              </a:rPr>
              <a:t>Ary</a:t>
            </a:r>
            <a:r>
              <a:rPr lang="en-CA" sz="32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en-CA" sz="3200" dirty="0" err="1">
                <a:solidFill>
                  <a:schemeClr val="accent2"/>
                </a:solidFill>
                <a:latin typeface="Gamja Flower"/>
                <a:ea typeface="Gamja Flower"/>
              </a:rPr>
              <a:t>hiantso</a:t>
            </a:r>
            <a:r>
              <a:rPr lang="en-CA" sz="32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en-CA" sz="3200" dirty="0" err="1">
                <a:solidFill>
                  <a:schemeClr val="accent2"/>
                </a:solidFill>
                <a:latin typeface="Gamja Flower"/>
                <a:ea typeface="Gamja Flower"/>
              </a:rPr>
              <a:t>Ahy</a:t>
            </a:r>
            <a:r>
              <a:rPr lang="en-CA" sz="32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en-CA" sz="3200" dirty="0" err="1">
                <a:solidFill>
                  <a:schemeClr val="accent2"/>
                </a:solidFill>
                <a:latin typeface="Gamja Flower"/>
                <a:ea typeface="Gamja Flower"/>
              </a:rPr>
              <a:t>hianareo</a:t>
            </a:r>
            <a:r>
              <a:rPr lang="en-CA" sz="3200" dirty="0">
                <a:solidFill>
                  <a:schemeClr val="accent2"/>
                </a:solidFill>
                <a:latin typeface="Gamja Flower"/>
                <a:ea typeface="Gamja Flower"/>
              </a:rPr>
              <a:t> ka </a:t>
            </a:r>
            <a:r>
              <a:rPr lang="en-CA" sz="3200" dirty="0" err="1">
                <a:solidFill>
                  <a:schemeClr val="accent2"/>
                </a:solidFill>
                <a:latin typeface="Gamja Flower"/>
                <a:ea typeface="Gamja Flower"/>
              </a:rPr>
              <a:t>handeha</a:t>
            </a:r>
            <a:r>
              <a:rPr lang="en-CA" sz="32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en-CA" sz="3200" dirty="0" err="1">
                <a:solidFill>
                  <a:schemeClr val="accent2"/>
                </a:solidFill>
                <a:latin typeface="Gamja Flower"/>
                <a:ea typeface="Gamja Flower"/>
              </a:rPr>
              <a:t>sy</a:t>
            </a:r>
            <a:r>
              <a:rPr lang="en-CA" sz="32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en-CA" sz="3200" dirty="0" err="1">
                <a:solidFill>
                  <a:schemeClr val="accent2"/>
                </a:solidFill>
                <a:latin typeface="Gamja Flower"/>
                <a:ea typeface="Gamja Flower"/>
              </a:rPr>
              <a:t>hivavaka</a:t>
            </a:r>
            <a:r>
              <a:rPr lang="en-CA" sz="32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en-CA" sz="3200" dirty="0" err="1">
                <a:solidFill>
                  <a:schemeClr val="accent2"/>
                </a:solidFill>
                <a:latin typeface="Gamja Flower"/>
                <a:ea typeface="Gamja Flower"/>
              </a:rPr>
              <a:t>Amiko,dia</a:t>
            </a:r>
            <a:r>
              <a:rPr lang="en-CA" sz="32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en-CA" sz="3200" dirty="0" err="1">
                <a:solidFill>
                  <a:schemeClr val="accent2"/>
                </a:solidFill>
                <a:latin typeface="Gamja Flower"/>
                <a:ea typeface="Gamja Flower"/>
              </a:rPr>
              <a:t>hiaino</a:t>
            </a:r>
            <a:r>
              <a:rPr lang="en-CA" sz="32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en-CA" sz="3200" dirty="0" err="1">
                <a:solidFill>
                  <a:schemeClr val="accent2"/>
                </a:solidFill>
                <a:latin typeface="Gamja Flower"/>
                <a:ea typeface="Gamja Flower"/>
              </a:rPr>
              <a:t>anareo</a:t>
            </a:r>
            <a:r>
              <a:rPr lang="en-CA" sz="32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en-CA" sz="3200" dirty="0" err="1">
                <a:solidFill>
                  <a:schemeClr val="accent2"/>
                </a:solidFill>
                <a:latin typeface="Gamja Flower"/>
                <a:ea typeface="Gamja Flower"/>
              </a:rPr>
              <a:t>Aho</a:t>
            </a:r>
            <a:r>
              <a:rPr lang="en-CA" sz="3200" dirty="0">
                <a:solidFill>
                  <a:schemeClr val="accent2"/>
                </a:solidFill>
                <a:latin typeface="Gamja Flower"/>
                <a:ea typeface="Gamja Flower"/>
              </a:rPr>
              <a:t>” </a:t>
            </a:r>
            <a:r>
              <a:rPr lang="en-CA" sz="2000" dirty="0" err="1">
                <a:solidFill>
                  <a:schemeClr val="accent2"/>
                </a:solidFill>
                <a:latin typeface="Gamja Flower"/>
                <a:ea typeface="Gamja Flower"/>
              </a:rPr>
              <a:t>Jeremia</a:t>
            </a:r>
            <a:r>
              <a:rPr lang="en-CA" sz="2000" dirty="0">
                <a:solidFill>
                  <a:schemeClr val="accent2"/>
                </a:solidFill>
                <a:latin typeface="Gamja Flower"/>
                <a:ea typeface="Gamja Flower"/>
              </a:rPr>
              <a:t> 29.12 </a:t>
            </a:r>
            <a:endParaRPr lang="fr-MG" sz="3200" dirty="0">
              <a:solidFill>
                <a:schemeClr val="accent2"/>
              </a:solidFill>
              <a:latin typeface="Gamja Flower"/>
              <a:ea typeface="Gamja Flower"/>
            </a:endParaRPr>
          </a:p>
        </p:txBody>
      </p:sp>
    </p:spTree>
    <p:extLst>
      <p:ext uri="{BB962C8B-B14F-4D97-AF65-F5344CB8AC3E}">
        <p14:creationId xmlns:p14="http://schemas.microsoft.com/office/powerpoint/2010/main" val="18357766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69C8E522-4623-3841-8D60-FD7C9F6C2022}"/>
              </a:ext>
            </a:extLst>
          </p:cNvPr>
          <p:cNvSpPr txBox="1"/>
          <p:nvPr/>
        </p:nvSpPr>
        <p:spPr>
          <a:xfrm>
            <a:off x="129309" y="0"/>
            <a:ext cx="869141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“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Amin’ny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b="1" dirty="0" err="1">
                <a:solidFill>
                  <a:schemeClr val="accent2"/>
                </a:solidFill>
                <a:latin typeface="Gamja Flower"/>
                <a:ea typeface="Gamja Flower"/>
              </a:rPr>
              <a:t>alalan’ny</a:t>
            </a:r>
            <a:r>
              <a:rPr lang="fr-FR" sz="2400" b="1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b="1" dirty="0" err="1">
                <a:solidFill>
                  <a:schemeClr val="accent2"/>
                </a:solidFill>
                <a:latin typeface="Gamja Flower"/>
                <a:ea typeface="Gamja Flower"/>
              </a:rPr>
              <a:t>zava-boahary</a:t>
            </a:r>
            <a:r>
              <a:rPr lang="fr-FR" sz="2400" b="1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sy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ny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b="1" dirty="0" err="1">
                <a:solidFill>
                  <a:schemeClr val="accent2"/>
                </a:solidFill>
                <a:latin typeface="Gamja Flower"/>
                <a:ea typeface="Gamja Flower"/>
              </a:rPr>
              <a:t>fanambaran’ny</a:t>
            </a:r>
            <a:r>
              <a:rPr lang="fr-FR" sz="2400" b="1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b="1" dirty="0" err="1">
                <a:solidFill>
                  <a:schemeClr val="accent2"/>
                </a:solidFill>
                <a:latin typeface="Gamja Flower"/>
                <a:ea typeface="Gamja Flower"/>
              </a:rPr>
              <a:t>Soratra</a:t>
            </a:r>
            <a:r>
              <a:rPr lang="fr-FR" sz="2400" b="1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b="1" dirty="0" err="1">
                <a:solidFill>
                  <a:schemeClr val="accent2"/>
                </a:solidFill>
                <a:latin typeface="Gamja Flower"/>
                <a:ea typeface="Gamja Flower"/>
              </a:rPr>
              <a:t>Masina</a:t>
            </a:r>
            <a:r>
              <a:rPr lang="fr-FR" sz="2400" b="1" dirty="0">
                <a:solidFill>
                  <a:schemeClr val="accent2"/>
                </a:solidFill>
                <a:latin typeface="Gamja Flower"/>
                <a:ea typeface="Gamja Flower"/>
              </a:rPr>
              <a:t> ,</a:t>
            </a:r>
            <a:r>
              <a:rPr lang="fr-FR" sz="2400" b="1" dirty="0" err="1">
                <a:solidFill>
                  <a:schemeClr val="accent2"/>
                </a:solidFill>
                <a:latin typeface="Gamja Flower"/>
                <a:ea typeface="Gamja Flower"/>
              </a:rPr>
              <a:t>amin’ny</a:t>
            </a:r>
            <a:r>
              <a:rPr lang="fr-FR" sz="2400" b="1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b="1" dirty="0" err="1">
                <a:solidFill>
                  <a:schemeClr val="accent2"/>
                </a:solidFill>
                <a:latin typeface="Gamja Flower"/>
                <a:ea typeface="Gamja Flower"/>
              </a:rPr>
              <a:t>alalan’ny</a:t>
            </a:r>
            <a:r>
              <a:rPr lang="fr-FR" sz="2400" b="1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b="1" dirty="0" err="1">
                <a:solidFill>
                  <a:schemeClr val="accent2"/>
                </a:solidFill>
                <a:latin typeface="Gamja Flower"/>
                <a:ea typeface="Gamja Flower"/>
              </a:rPr>
              <a:t>fitondrany</a:t>
            </a:r>
            <a:r>
              <a:rPr lang="fr-FR" sz="2400" b="1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b="1" dirty="0" err="1">
                <a:solidFill>
                  <a:schemeClr val="accent2"/>
                </a:solidFill>
                <a:latin typeface="Gamja Flower"/>
                <a:ea typeface="Gamja Flower"/>
              </a:rPr>
              <a:t>mahasoa,ary</a:t>
            </a:r>
            <a:r>
              <a:rPr lang="fr-FR" sz="2400" b="1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b="1" dirty="0" err="1">
                <a:solidFill>
                  <a:schemeClr val="accent2"/>
                </a:solidFill>
                <a:latin typeface="Gamja Flower"/>
                <a:ea typeface="Gamja Flower"/>
              </a:rPr>
              <a:t>amin’ny</a:t>
            </a:r>
            <a:r>
              <a:rPr lang="fr-FR" sz="2400" b="1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b="1" dirty="0" err="1">
                <a:solidFill>
                  <a:schemeClr val="accent2"/>
                </a:solidFill>
                <a:latin typeface="Gamja Flower"/>
                <a:ea typeface="Gamja Flower"/>
              </a:rPr>
              <a:t>asan’ny</a:t>
            </a:r>
            <a:r>
              <a:rPr lang="fr-FR" sz="2400" b="1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b="1" dirty="0" err="1">
                <a:solidFill>
                  <a:schemeClr val="accent2"/>
                </a:solidFill>
                <a:latin typeface="Gamja Flower"/>
                <a:ea typeface="Gamja Flower"/>
              </a:rPr>
              <a:t>fanahiny,no</a:t>
            </a:r>
            <a:r>
              <a:rPr lang="fr-FR" sz="2400" b="1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b="1" dirty="0" err="1">
                <a:solidFill>
                  <a:schemeClr val="accent2"/>
                </a:solidFill>
                <a:latin typeface="Gamja Flower"/>
                <a:ea typeface="Gamja Flower"/>
              </a:rPr>
              <a:t>itenenan’Andriamanitra</a:t>
            </a:r>
            <a:r>
              <a:rPr lang="fr-FR" sz="2400" b="1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b="1" dirty="0" err="1">
                <a:solidFill>
                  <a:schemeClr val="accent2"/>
                </a:solidFill>
                <a:latin typeface="Gamja Flower"/>
                <a:ea typeface="Gamja Flower"/>
              </a:rPr>
              <a:t>amintsika.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Tsy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ampy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anefa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izany,fa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ilaintsika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koa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ny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b="1" dirty="0" err="1">
                <a:solidFill>
                  <a:schemeClr val="accent2"/>
                </a:solidFill>
                <a:latin typeface="Gamja Flower"/>
                <a:ea typeface="Gamja Flower"/>
              </a:rPr>
              <a:t>handoatra</a:t>
            </a:r>
            <a:r>
              <a:rPr lang="fr-FR" sz="2400" b="1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b="1" dirty="0" err="1">
                <a:solidFill>
                  <a:schemeClr val="accent2"/>
                </a:solidFill>
                <a:latin typeface="Gamja Flower"/>
                <a:ea typeface="Gamja Flower"/>
              </a:rPr>
              <a:t>ny</a:t>
            </a:r>
            <a:r>
              <a:rPr lang="fr-FR" sz="2400" b="1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b="1" dirty="0" err="1">
                <a:solidFill>
                  <a:schemeClr val="accent2"/>
                </a:solidFill>
                <a:latin typeface="Gamja Flower"/>
                <a:ea typeface="Gamja Flower"/>
              </a:rPr>
              <a:t>ao</a:t>
            </a:r>
            <a:r>
              <a:rPr lang="fr-FR" sz="2400" b="1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b="1" dirty="0" err="1">
                <a:solidFill>
                  <a:schemeClr val="accent2"/>
                </a:solidFill>
                <a:latin typeface="Gamja Flower"/>
                <a:ea typeface="Gamja Flower"/>
              </a:rPr>
              <a:t>am-pontsika</a:t>
            </a:r>
            <a:r>
              <a:rPr lang="fr-FR" sz="2400" b="1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b="1" dirty="0" err="1">
                <a:solidFill>
                  <a:schemeClr val="accent2"/>
                </a:solidFill>
                <a:latin typeface="Gamja Flower"/>
                <a:ea typeface="Gamja Flower"/>
              </a:rPr>
              <a:t>eo</a:t>
            </a:r>
            <a:r>
              <a:rPr lang="fr-FR" sz="2400" b="1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b="1" dirty="0" err="1">
                <a:solidFill>
                  <a:schemeClr val="accent2"/>
                </a:solidFill>
                <a:latin typeface="Gamja Flower"/>
                <a:ea typeface="Gamja Flower"/>
              </a:rPr>
              <a:t>anatrehany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.</a:t>
            </a:r>
            <a:r>
              <a:rPr lang="fr-FR" sz="2400" b="1" dirty="0" err="1">
                <a:solidFill>
                  <a:schemeClr val="accent2"/>
                </a:solidFill>
                <a:latin typeface="Gamja Flower"/>
                <a:ea typeface="Gamja Flower"/>
              </a:rPr>
              <a:t>Tsy</a:t>
            </a:r>
            <a:r>
              <a:rPr lang="fr-FR" sz="2400" b="1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b="1" dirty="0" err="1">
                <a:solidFill>
                  <a:schemeClr val="accent2"/>
                </a:solidFill>
                <a:latin typeface="Gamja Flower"/>
                <a:ea typeface="Gamja Flower"/>
              </a:rPr>
              <a:t>maintsy</a:t>
            </a:r>
            <a:r>
              <a:rPr lang="fr-FR" sz="2400" b="1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b="1" dirty="0" err="1">
                <a:solidFill>
                  <a:schemeClr val="accent2"/>
                </a:solidFill>
                <a:latin typeface="Gamja Flower"/>
                <a:ea typeface="Gamja Flower"/>
              </a:rPr>
              <a:t>manana</a:t>
            </a:r>
            <a:r>
              <a:rPr lang="fr-FR" sz="2400" b="1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b="1" dirty="0" err="1">
                <a:solidFill>
                  <a:schemeClr val="accent2"/>
                </a:solidFill>
                <a:latin typeface="Gamja Flower"/>
                <a:ea typeface="Gamja Flower"/>
              </a:rPr>
              <a:t>fifaneraserana</a:t>
            </a:r>
            <a:r>
              <a:rPr lang="fr-FR" sz="2400" b="1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b="1" dirty="0" err="1">
                <a:solidFill>
                  <a:schemeClr val="accent2"/>
                </a:solidFill>
                <a:latin typeface="Gamja Flower"/>
                <a:ea typeface="Gamja Flower"/>
              </a:rPr>
              <a:t>tanteraka</a:t>
            </a:r>
            <a:r>
              <a:rPr lang="fr-FR" sz="2400" b="1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b="1" dirty="0" err="1">
                <a:solidFill>
                  <a:schemeClr val="accent2"/>
                </a:solidFill>
                <a:latin typeface="Gamja Flower"/>
                <a:ea typeface="Gamja Flower"/>
              </a:rPr>
              <a:t>amin’ny</a:t>
            </a:r>
            <a:r>
              <a:rPr lang="fr-FR" sz="2400" b="1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b="1" dirty="0" err="1">
                <a:solidFill>
                  <a:schemeClr val="accent2"/>
                </a:solidFill>
                <a:latin typeface="Gamja Flower"/>
                <a:ea typeface="Gamja Flower"/>
              </a:rPr>
              <a:t>Raintsika</a:t>
            </a:r>
            <a:r>
              <a:rPr lang="fr-FR" sz="2400" b="1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b="1" dirty="0" err="1">
                <a:solidFill>
                  <a:schemeClr val="accent2"/>
                </a:solidFill>
                <a:latin typeface="Gamja Flower"/>
                <a:ea typeface="Gamja Flower"/>
              </a:rPr>
              <a:t>izay</a:t>
            </a:r>
            <a:r>
              <a:rPr lang="fr-FR" sz="2400" b="1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b="1" dirty="0" err="1">
                <a:solidFill>
                  <a:schemeClr val="accent2"/>
                </a:solidFill>
                <a:latin typeface="Gamja Flower"/>
                <a:ea typeface="Gamja Flower"/>
              </a:rPr>
              <a:t>any</a:t>
            </a:r>
            <a:r>
              <a:rPr lang="fr-FR" sz="2400" b="1" dirty="0">
                <a:solidFill>
                  <a:schemeClr val="accent2"/>
                </a:solidFill>
                <a:latin typeface="Gamja Flower"/>
                <a:ea typeface="Gamja Flower"/>
              </a:rPr>
              <a:t> an-</a:t>
            </a:r>
            <a:r>
              <a:rPr lang="fr-FR" sz="2400" b="1" dirty="0" err="1">
                <a:solidFill>
                  <a:schemeClr val="accent2"/>
                </a:solidFill>
                <a:latin typeface="Gamja Flower"/>
                <a:ea typeface="Gamja Flower"/>
              </a:rPr>
              <a:t>danitra</a:t>
            </a:r>
            <a:r>
              <a:rPr lang="fr-FR" sz="2400" b="1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b="1" dirty="0" err="1">
                <a:solidFill>
                  <a:schemeClr val="accent2"/>
                </a:solidFill>
                <a:latin typeface="Gamja Flower"/>
                <a:ea typeface="Gamja Flower"/>
              </a:rPr>
              <a:t>isika,mba</a:t>
            </a:r>
            <a:r>
              <a:rPr lang="fr-FR" sz="2400" b="1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b="1" dirty="0" err="1">
                <a:solidFill>
                  <a:schemeClr val="accent2"/>
                </a:solidFill>
                <a:latin typeface="Gamja Flower"/>
                <a:ea typeface="Gamja Flower"/>
              </a:rPr>
              <a:t>hananantsika</a:t>
            </a:r>
            <a:r>
              <a:rPr lang="fr-FR" sz="2400" b="1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b="1" dirty="0" err="1">
                <a:solidFill>
                  <a:schemeClr val="accent2"/>
                </a:solidFill>
                <a:latin typeface="Gamja Flower"/>
                <a:ea typeface="Gamja Flower"/>
              </a:rPr>
              <a:t>aim-panahy</a:t>
            </a:r>
            <a:r>
              <a:rPr lang="fr-FR" sz="2400" b="1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b="1" dirty="0" err="1">
                <a:solidFill>
                  <a:schemeClr val="accent2"/>
                </a:solidFill>
                <a:latin typeface="Gamja Flower"/>
                <a:ea typeface="Gamja Flower"/>
              </a:rPr>
              <a:t>sy</a:t>
            </a:r>
            <a:r>
              <a:rPr lang="fr-FR" sz="2400" b="1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b="1" dirty="0" err="1">
                <a:solidFill>
                  <a:schemeClr val="accent2"/>
                </a:solidFill>
                <a:latin typeface="Gamja Flower"/>
                <a:ea typeface="Gamja Flower"/>
              </a:rPr>
              <a:t>herim-po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.Mety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 ho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voatarika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any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Aminy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ny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saintsika;mety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hieritreritra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ny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amin’ny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asany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sy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ny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famindrampony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ary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ny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fitahiany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isika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,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nefa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tsy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izany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 no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firaisana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Aminy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,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Raha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ny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tena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 marina no </a:t>
            </a:r>
            <a:r>
              <a:rPr lang="fr-FR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holazaina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. </a:t>
            </a:r>
            <a:r>
              <a:rPr lang="fr-FR" sz="2400" b="1" dirty="0" err="1">
                <a:solidFill>
                  <a:schemeClr val="accent2"/>
                </a:solidFill>
                <a:latin typeface="Gamja Flower"/>
                <a:ea typeface="Gamja Flower"/>
              </a:rPr>
              <a:t>Raha</a:t>
            </a:r>
            <a:r>
              <a:rPr lang="fr-FR" sz="2400" b="1" dirty="0">
                <a:solidFill>
                  <a:schemeClr val="accent2"/>
                </a:solidFill>
                <a:latin typeface="Gamja Flower"/>
                <a:ea typeface="Gamja Flower"/>
              </a:rPr>
              <a:t> te </a:t>
            </a:r>
            <a:r>
              <a:rPr lang="fr-FR" sz="2400" b="1" dirty="0" err="1">
                <a:solidFill>
                  <a:schemeClr val="accent2"/>
                </a:solidFill>
                <a:latin typeface="Gamja Flower"/>
                <a:ea typeface="Gamja Flower"/>
              </a:rPr>
              <a:t>hiray</a:t>
            </a:r>
            <a:r>
              <a:rPr lang="fr-FR" sz="2400" b="1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b="1" dirty="0" err="1">
                <a:solidFill>
                  <a:schemeClr val="accent2"/>
                </a:solidFill>
                <a:latin typeface="Gamja Flower"/>
                <a:ea typeface="Gamja Flower"/>
              </a:rPr>
              <a:t>amin’Andriamanitra</a:t>
            </a:r>
            <a:r>
              <a:rPr lang="fr-FR" sz="2400" b="1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b="1" dirty="0" err="1">
                <a:solidFill>
                  <a:schemeClr val="accent2"/>
                </a:solidFill>
                <a:latin typeface="Gamja Flower"/>
                <a:ea typeface="Gamja Flower"/>
              </a:rPr>
              <a:t>isika</a:t>
            </a:r>
            <a:r>
              <a:rPr lang="fr-FR" sz="2400" b="1" dirty="0">
                <a:solidFill>
                  <a:schemeClr val="accent2"/>
                </a:solidFill>
                <a:latin typeface="Gamja Flower"/>
                <a:ea typeface="Gamja Flower"/>
              </a:rPr>
              <a:t> dia </a:t>
            </a:r>
            <a:r>
              <a:rPr lang="fr-FR" sz="2400" b="1" dirty="0" err="1">
                <a:solidFill>
                  <a:schemeClr val="accent2"/>
                </a:solidFill>
                <a:latin typeface="Gamja Flower"/>
                <a:ea typeface="Gamja Flower"/>
              </a:rPr>
              <a:t>tsy</a:t>
            </a:r>
            <a:r>
              <a:rPr lang="fr-FR" sz="2400" b="1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b="1" dirty="0" err="1">
                <a:solidFill>
                  <a:schemeClr val="accent2"/>
                </a:solidFill>
                <a:latin typeface="Gamja Flower"/>
                <a:ea typeface="Gamja Flower"/>
              </a:rPr>
              <a:t>maintsy</a:t>
            </a:r>
            <a:r>
              <a:rPr lang="fr-FR" sz="2400" b="1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b="1" dirty="0" err="1">
                <a:solidFill>
                  <a:schemeClr val="accent2"/>
                </a:solidFill>
                <a:latin typeface="Gamja Flower"/>
                <a:ea typeface="Gamja Flower"/>
              </a:rPr>
              <a:t>manan-javatra</a:t>
            </a:r>
            <a:r>
              <a:rPr lang="fr-FR" sz="2400" b="1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b="1" dirty="0" err="1">
                <a:solidFill>
                  <a:schemeClr val="accent2"/>
                </a:solidFill>
                <a:latin typeface="Gamja Flower"/>
                <a:ea typeface="Gamja Flower"/>
              </a:rPr>
              <a:t>holazaina</a:t>
            </a:r>
            <a:r>
              <a:rPr lang="fr-FR" sz="2400" b="1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b="1" dirty="0" err="1">
                <a:solidFill>
                  <a:schemeClr val="accent2"/>
                </a:solidFill>
                <a:latin typeface="Gamja Flower"/>
                <a:ea typeface="Gamja Flower"/>
              </a:rPr>
              <a:t>Aminy</a:t>
            </a:r>
            <a:r>
              <a:rPr lang="fr-FR" sz="2400" b="1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b="1" dirty="0" err="1">
                <a:solidFill>
                  <a:schemeClr val="accent2"/>
                </a:solidFill>
                <a:latin typeface="Gamja Flower"/>
                <a:ea typeface="Gamja Flower"/>
              </a:rPr>
              <a:t>ny</a:t>
            </a:r>
            <a:r>
              <a:rPr lang="fr-FR" sz="2400" b="1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b="1" dirty="0" err="1">
                <a:solidFill>
                  <a:schemeClr val="accent2"/>
                </a:solidFill>
                <a:latin typeface="Gamja Flower"/>
                <a:ea typeface="Gamja Flower"/>
              </a:rPr>
              <a:t>amin’ny</a:t>
            </a:r>
            <a:r>
              <a:rPr lang="fr-FR" sz="2400" b="1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2400" b="1" dirty="0" err="1">
                <a:solidFill>
                  <a:schemeClr val="accent2"/>
                </a:solidFill>
                <a:latin typeface="Gamja Flower"/>
                <a:ea typeface="Gamja Flower"/>
              </a:rPr>
              <a:t>toe-piainantsika</a:t>
            </a:r>
            <a:r>
              <a:rPr lang="fr-FR" sz="2400" dirty="0">
                <a:solidFill>
                  <a:schemeClr val="accent2"/>
                </a:solidFill>
                <a:latin typeface="Gamja Flower"/>
                <a:ea typeface="Gamja Flower"/>
              </a:rPr>
              <a:t>.” </a:t>
            </a:r>
            <a:r>
              <a:rPr lang="fr-FR" sz="1600" dirty="0" err="1">
                <a:solidFill>
                  <a:schemeClr val="accent2"/>
                </a:solidFill>
                <a:latin typeface="Gamja Flower"/>
                <a:ea typeface="Gamja Flower"/>
              </a:rPr>
              <a:t>Ny</a:t>
            </a:r>
            <a:r>
              <a:rPr lang="fr-FR" sz="1600" dirty="0">
                <a:solidFill>
                  <a:schemeClr val="accent2"/>
                </a:solidFill>
                <a:latin typeface="Gamja Flower"/>
                <a:ea typeface="Gamja Flower"/>
              </a:rPr>
              <a:t> Dia </a:t>
            </a:r>
            <a:r>
              <a:rPr lang="fr-FR" sz="1600" dirty="0" err="1">
                <a:solidFill>
                  <a:schemeClr val="accent2"/>
                </a:solidFill>
                <a:latin typeface="Gamja Flower"/>
                <a:ea typeface="Gamja Flower"/>
              </a:rPr>
              <a:t>hoe</a:t>
            </a:r>
            <a:r>
              <a:rPr lang="fr-FR" sz="16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1600" dirty="0" err="1">
                <a:solidFill>
                  <a:schemeClr val="accent2"/>
                </a:solidFill>
                <a:latin typeface="Gamja Flower"/>
                <a:ea typeface="Gamja Flower"/>
              </a:rPr>
              <a:t>eo</a:t>
            </a:r>
            <a:r>
              <a:rPr lang="fr-FR" sz="16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fr-FR" sz="1600" dirty="0" err="1">
                <a:solidFill>
                  <a:schemeClr val="accent2"/>
                </a:solidFill>
                <a:latin typeface="Gamja Flower"/>
                <a:ea typeface="Gamja Flower"/>
              </a:rPr>
              <a:t>amin’I</a:t>
            </a:r>
            <a:r>
              <a:rPr lang="fr-FR" sz="1600" dirty="0">
                <a:solidFill>
                  <a:schemeClr val="accent2"/>
                </a:solidFill>
                <a:latin typeface="Gamja Flower"/>
                <a:ea typeface="Gamja Flower"/>
              </a:rPr>
              <a:t> kristy.t.63.1</a:t>
            </a:r>
            <a:endParaRPr lang="fr-MG" sz="2000" dirty="0">
              <a:solidFill>
                <a:schemeClr val="accent2"/>
              </a:solidFill>
              <a:latin typeface="Gamja Flower"/>
              <a:ea typeface="Gamja Flower"/>
            </a:endParaRPr>
          </a:p>
        </p:txBody>
      </p:sp>
    </p:spTree>
    <p:extLst>
      <p:ext uri="{BB962C8B-B14F-4D97-AF65-F5344CB8AC3E}">
        <p14:creationId xmlns:p14="http://schemas.microsoft.com/office/powerpoint/2010/main" val="23960100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8" name="Google Shape;2168;p54"/>
          <p:cNvSpPr txBox="1">
            <a:spLocks noGrp="1"/>
          </p:cNvSpPr>
          <p:nvPr>
            <p:ph type="title"/>
          </p:nvPr>
        </p:nvSpPr>
        <p:spPr>
          <a:xfrm>
            <a:off x="160197" y="35825"/>
            <a:ext cx="8294691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 dirty="0" err="1"/>
              <a:t>Ahoana</a:t>
            </a:r>
            <a:r>
              <a:rPr lang="fr-FR" sz="2800" dirty="0"/>
              <a:t> </a:t>
            </a:r>
            <a:r>
              <a:rPr lang="fr-FR" sz="2800" dirty="0" err="1"/>
              <a:t>ny</a:t>
            </a:r>
            <a:r>
              <a:rPr lang="fr-FR" sz="2800" dirty="0"/>
              <a:t> </a:t>
            </a:r>
            <a:r>
              <a:rPr lang="fr-FR" sz="2800" dirty="0" err="1"/>
              <a:t>hahatsara</a:t>
            </a:r>
            <a:r>
              <a:rPr lang="fr-FR" sz="2800" dirty="0"/>
              <a:t> </a:t>
            </a:r>
            <a:r>
              <a:rPr lang="fr-FR" sz="2800" dirty="0" err="1"/>
              <a:t>ny</a:t>
            </a:r>
            <a:r>
              <a:rPr lang="fr-FR" sz="2800" dirty="0"/>
              <a:t> </a:t>
            </a:r>
            <a:r>
              <a:rPr lang="fr-FR" sz="2800" dirty="0" err="1"/>
              <a:t>fifandraisana</a:t>
            </a:r>
            <a:r>
              <a:rPr lang="fr-FR" sz="2800" dirty="0"/>
              <a:t> </a:t>
            </a:r>
            <a:r>
              <a:rPr lang="fr-FR" sz="2800" dirty="0" err="1"/>
              <a:t>amin’Andriamanitra</a:t>
            </a:r>
            <a:r>
              <a:rPr lang="fr-FR" sz="2800" dirty="0"/>
              <a:t>?</a:t>
            </a:r>
            <a:endParaRPr sz="2800" dirty="0"/>
          </a:p>
        </p:txBody>
      </p:sp>
      <p:sp>
        <p:nvSpPr>
          <p:cNvPr id="2169" name="Google Shape;2169;p54"/>
          <p:cNvSpPr txBox="1">
            <a:spLocks noGrp="1"/>
          </p:cNvSpPr>
          <p:nvPr>
            <p:ph type="subTitle" idx="1"/>
          </p:nvPr>
        </p:nvSpPr>
        <p:spPr>
          <a:xfrm>
            <a:off x="942045" y="1969275"/>
            <a:ext cx="3264905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/>
              <a:t>Mifidiana</a:t>
            </a:r>
            <a:r>
              <a:rPr lang="fr-FR" sz="1800" dirty="0"/>
              <a:t> </a:t>
            </a:r>
            <a:r>
              <a:rPr lang="fr-FR" sz="1800" dirty="0" err="1"/>
              <a:t>toerana</a:t>
            </a:r>
            <a:r>
              <a:rPr lang="fr-FR" sz="1800" dirty="0"/>
              <a:t> </a:t>
            </a:r>
            <a:r>
              <a:rPr lang="fr-FR" sz="1800" dirty="0" err="1"/>
              <a:t>manokana</a:t>
            </a:r>
            <a:r>
              <a:rPr lang="fr-FR" sz="1800" dirty="0"/>
              <a:t> </a:t>
            </a:r>
            <a:r>
              <a:rPr lang="fr-FR" sz="1800" dirty="0" err="1"/>
              <a:t>sy</a:t>
            </a:r>
            <a:r>
              <a:rPr lang="fr-FR" sz="1800" dirty="0"/>
              <a:t> </a:t>
            </a:r>
            <a:r>
              <a:rPr lang="fr-FR" sz="1800" dirty="0" err="1"/>
              <a:t>miavaka</a:t>
            </a:r>
            <a:r>
              <a:rPr lang="fr-FR" sz="1800" dirty="0"/>
              <a:t> </a:t>
            </a:r>
            <a:r>
              <a:rPr lang="fr-FR" sz="1800" dirty="0" err="1"/>
              <a:t>iray</a:t>
            </a:r>
            <a:r>
              <a:rPr lang="fr-FR" sz="1800" dirty="0"/>
              <a:t> </a:t>
            </a:r>
            <a:r>
              <a:rPr lang="fr-FR" sz="1800" dirty="0" err="1"/>
              <a:t>mba</a:t>
            </a:r>
            <a:r>
              <a:rPr lang="fr-FR" sz="1800" dirty="0"/>
              <a:t> </a:t>
            </a:r>
            <a:r>
              <a:rPr lang="fr-FR" sz="1800" dirty="0" err="1"/>
              <a:t>hivavahana</a:t>
            </a:r>
            <a:endParaRPr sz="1800" dirty="0"/>
          </a:p>
        </p:txBody>
      </p:sp>
      <p:sp>
        <p:nvSpPr>
          <p:cNvPr id="2170" name="Google Shape;2170;p54"/>
          <p:cNvSpPr txBox="1">
            <a:spLocks noGrp="1"/>
          </p:cNvSpPr>
          <p:nvPr>
            <p:ph type="subTitle" idx="2"/>
          </p:nvPr>
        </p:nvSpPr>
        <p:spPr>
          <a:xfrm>
            <a:off x="1177609" y="1413899"/>
            <a:ext cx="2793775" cy="51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Coin de prière</a:t>
            </a:r>
          </a:p>
        </p:txBody>
      </p:sp>
      <p:sp>
        <p:nvSpPr>
          <p:cNvPr id="2171" name="Google Shape;2171;p54"/>
          <p:cNvSpPr txBox="1">
            <a:spLocks noGrp="1"/>
          </p:cNvSpPr>
          <p:nvPr>
            <p:ph type="subTitle" idx="3"/>
          </p:nvPr>
        </p:nvSpPr>
        <p:spPr>
          <a:xfrm>
            <a:off x="4937049" y="1969275"/>
            <a:ext cx="3763605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/>
              <a:t>Mivavaha</a:t>
            </a:r>
            <a:r>
              <a:rPr lang="fr-FR" dirty="0"/>
              <a:t> </a:t>
            </a:r>
            <a:r>
              <a:rPr lang="fr-FR" dirty="0" err="1"/>
              <a:t>amin’ny</a:t>
            </a:r>
            <a:r>
              <a:rPr lang="fr-FR" dirty="0"/>
              <a:t> </a:t>
            </a:r>
            <a:r>
              <a:rPr lang="fr-FR" dirty="0" err="1"/>
              <a:t>fotoana</a:t>
            </a:r>
            <a:r>
              <a:rPr lang="fr-FR" dirty="0"/>
              <a:t> </a:t>
            </a:r>
            <a:r>
              <a:rPr lang="fr-FR" dirty="0" err="1"/>
              <a:t>tsy</a:t>
            </a:r>
            <a:r>
              <a:rPr lang="fr-FR" dirty="0"/>
              <a:t> </a:t>
            </a:r>
            <a:r>
              <a:rPr lang="fr-FR" dirty="0" err="1"/>
              <a:t>miova</a:t>
            </a:r>
            <a:r>
              <a:rPr lang="fr-FR" dirty="0"/>
              <a:t>.</a:t>
            </a:r>
            <a:endParaRPr dirty="0"/>
          </a:p>
        </p:txBody>
      </p:sp>
      <p:sp>
        <p:nvSpPr>
          <p:cNvPr id="2172" name="Google Shape;2172;p54"/>
          <p:cNvSpPr txBox="1">
            <a:spLocks noGrp="1"/>
          </p:cNvSpPr>
          <p:nvPr>
            <p:ph type="subTitle" idx="4"/>
          </p:nvPr>
        </p:nvSpPr>
        <p:spPr>
          <a:xfrm>
            <a:off x="5635221" y="1388110"/>
            <a:ext cx="2200200" cy="51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Discipline</a:t>
            </a:r>
            <a:endParaRPr dirty="0"/>
          </a:p>
        </p:txBody>
      </p:sp>
      <p:sp>
        <p:nvSpPr>
          <p:cNvPr id="2173" name="Google Shape;2173;p54"/>
          <p:cNvSpPr txBox="1">
            <a:spLocks noGrp="1"/>
          </p:cNvSpPr>
          <p:nvPr>
            <p:ph type="subTitle" idx="5"/>
          </p:nvPr>
        </p:nvSpPr>
        <p:spPr>
          <a:xfrm>
            <a:off x="364649" y="3289238"/>
            <a:ext cx="3337993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/>
              <a:t>Manaova</a:t>
            </a:r>
            <a:r>
              <a:rPr lang="fr-FR" dirty="0"/>
              <a:t> </a:t>
            </a:r>
            <a:r>
              <a:rPr lang="fr-FR" dirty="0" err="1"/>
              <a:t>lisitra</a:t>
            </a:r>
            <a:r>
              <a:rPr lang="fr-FR" dirty="0"/>
              <a:t> </a:t>
            </a:r>
            <a:r>
              <a:rPr lang="fr-FR" dirty="0" err="1"/>
              <a:t>mba</a:t>
            </a:r>
            <a:r>
              <a:rPr lang="fr-FR" dirty="0"/>
              <a:t> </a:t>
            </a:r>
            <a:r>
              <a:rPr lang="fr-FR" dirty="0" err="1"/>
              <a:t>hiraketana</a:t>
            </a:r>
            <a:r>
              <a:rPr lang="fr-FR" dirty="0"/>
              <a:t> </a:t>
            </a:r>
            <a:r>
              <a:rPr lang="fr-FR" dirty="0" err="1"/>
              <a:t>ireo</a:t>
            </a:r>
            <a:r>
              <a:rPr lang="fr-FR" dirty="0"/>
              <a:t> </a:t>
            </a:r>
            <a:r>
              <a:rPr lang="fr-FR" dirty="0" err="1"/>
              <a:t>antom-bavaka</a:t>
            </a:r>
            <a:r>
              <a:rPr lang="fr-FR" dirty="0"/>
              <a:t>. </a:t>
            </a:r>
            <a:r>
              <a:rPr lang="fr-FR" dirty="0" err="1"/>
              <a:t>Azo</a:t>
            </a:r>
            <a:r>
              <a:rPr lang="fr-FR" dirty="0"/>
              <a:t> </a:t>
            </a:r>
            <a:r>
              <a:rPr lang="fr-FR" dirty="0" err="1"/>
              <a:t>alahatra</a:t>
            </a:r>
            <a:r>
              <a:rPr lang="fr-FR" dirty="0"/>
              <a:t> </a:t>
            </a:r>
            <a:r>
              <a:rPr lang="fr-FR" dirty="0" err="1"/>
              <a:t>isan-tsokajiny</a:t>
            </a:r>
            <a:r>
              <a:rPr lang="fr-FR" dirty="0"/>
              <a:t> </a:t>
            </a:r>
            <a:r>
              <a:rPr lang="fr-FR" dirty="0" err="1"/>
              <a:t>ireo</a:t>
            </a:r>
            <a:r>
              <a:rPr lang="fr-FR" dirty="0"/>
              <a:t> </a:t>
            </a:r>
            <a:r>
              <a:rPr lang="fr-FR" dirty="0" err="1"/>
              <a:t>zavatra</a:t>
            </a:r>
            <a:r>
              <a:rPr lang="fr-FR" dirty="0"/>
              <a:t> </a:t>
            </a:r>
            <a:r>
              <a:rPr lang="fr-FR" dirty="0" err="1"/>
              <a:t>ilaina</a:t>
            </a:r>
            <a:r>
              <a:rPr lang="fr-FR" dirty="0"/>
              <a:t> ho </a:t>
            </a:r>
            <a:r>
              <a:rPr lang="fr-FR" dirty="0" err="1"/>
              <a:t>entina</a:t>
            </a:r>
            <a:r>
              <a:rPr lang="fr-FR" dirty="0"/>
              <a:t> </a:t>
            </a:r>
            <a:r>
              <a:rPr lang="fr-FR" dirty="0" err="1"/>
              <a:t>am-bavaka</a:t>
            </a:r>
            <a:r>
              <a:rPr lang="fr-FR" dirty="0"/>
              <a:t> </a:t>
            </a:r>
            <a:r>
              <a:rPr lang="fr-FR" dirty="0" err="1"/>
              <a:t>toy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“ </a:t>
            </a:r>
            <a:r>
              <a:rPr lang="fr-FR" dirty="0" err="1"/>
              <a:t>fiangonana</a:t>
            </a:r>
            <a:r>
              <a:rPr lang="fr-FR" dirty="0"/>
              <a:t>”, “</a:t>
            </a:r>
            <a:r>
              <a:rPr lang="fr-FR" dirty="0" err="1"/>
              <a:t>fianakaviana</a:t>
            </a:r>
            <a:r>
              <a:rPr lang="fr-FR" dirty="0"/>
              <a:t>”, “</a:t>
            </a:r>
            <a:r>
              <a:rPr lang="fr-FR" dirty="0" err="1"/>
              <a:t>ireo</a:t>
            </a:r>
            <a:r>
              <a:rPr lang="fr-FR" dirty="0"/>
              <a:t> </a:t>
            </a:r>
            <a:r>
              <a:rPr lang="fr-FR" dirty="0" err="1"/>
              <a:t>namana</a:t>
            </a:r>
            <a:r>
              <a:rPr lang="fr-FR" dirty="0"/>
              <a:t>” </a:t>
            </a:r>
            <a:r>
              <a:rPr lang="fr-FR" dirty="0" err="1"/>
              <a:t>sns</a:t>
            </a:r>
            <a:r>
              <a:rPr lang="fr-FR" dirty="0"/>
              <a:t>.</a:t>
            </a:r>
            <a:endParaRPr dirty="0"/>
          </a:p>
        </p:txBody>
      </p:sp>
      <p:sp>
        <p:nvSpPr>
          <p:cNvPr id="2174" name="Google Shape;2174;p54"/>
          <p:cNvSpPr txBox="1">
            <a:spLocks noGrp="1"/>
          </p:cNvSpPr>
          <p:nvPr>
            <p:ph type="subTitle" idx="6"/>
          </p:nvPr>
        </p:nvSpPr>
        <p:spPr>
          <a:xfrm>
            <a:off x="566936" y="2793752"/>
            <a:ext cx="2875426" cy="51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/>
              <a:t>Antom-bavaka</a:t>
            </a:r>
            <a:endParaRPr dirty="0"/>
          </a:p>
        </p:txBody>
      </p:sp>
      <p:sp>
        <p:nvSpPr>
          <p:cNvPr id="2175" name="Google Shape;2175;p54"/>
          <p:cNvSpPr txBox="1">
            <a:spLocks noGrp="1"/>
          </p:cNvSpPr>
          <p:nvPr>
            <p:ph type="subTitle" idx="7"/>
          </p:nvPr>
        </p:nvSpPr>
        <p:spPr>
          <a:xfrm>
            <a:off x="5423291" y="3265059"/>
            <a:ext cx="3277363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Mila </a:t>
            </a:r>
            <a:r>
              <a:rPr lang="fr-FR" dirty="0" err="1"/>
              <a:t>manana</a:t>
            </a:r>
            <a:r>
              <a:rPr lang="fr-FR" dirty="0"/>
              <a:t> </a:t>
            </a:r>
            <a:r>
              <a:rPr lang="fr-FR" dirty="0" err="1"/>
              <a:t>diary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Ankizy</a:t>
            </a:r>
            <a:r>
              <a:rPr lang="fr-FR" dirty="0"/>
              <a:t>: </a:t>
            </a:r>
            <a:r>
              <a:rPr lang="fr-FR" dirty="0" err="1"/>
              <a:t>Boky</a:t>
            </a:r>
            <a:r>
              <a:rPr lang="fr-FR" dirty="0"/>
              <a:t> </a:t>
            </a:r>
            <a:r>
              <a:rPr lang="fr-FR" dirty="0" err="1"/>
              <a:t>kely</a:t>
            </a:r>
            <a:r>
              <a:rPr lang="fr-FR" dirty="0"/>
              <a:t>  </a:t>
            </a:r>
            <a:r>
              <a:rPr lang="fr-FR" dirty="0" err="1"/>
              <a:t>hitehirizana</a:t>
            </a:r>
            <a:r>
              <a:rPr lang="fr-FR" dirty="0"/>
              <a:t> </a:t>
            </a:r>
            <a:r>
              <a:rPr lang="fr-FR" dirty="0" err="1"/>
              <a:t>ireo</a:t>
            </a:r>
            <a:r>
              <a:rPr lang="fr-FR" dirty="0"/>
              <a:t> </a:t>
            </a:r>
            <a:r>
              <a:rPr lang="fr-FR" dirty="0" err="1"/>
              <a:t>vavaka</a:t>
            </a:r>
            <a:r>
              <a:rPr lang="fr-FR" dirty="0"/>
              <a:t> </a:t>
            </a:r>
            <a:r>
              <a:rPr lang="fr-FR" dirty="0" err="1"/>
              <a:t>nangatahana</a:t>
            </a:r>
            <a:r>
              <a:rPr lang="fr-FR" dirty="0"/>
              <a:t>, </a:t>
            </a:r>
            <a:r>
              <a:rPr lang="fr-FR" dirty="0" err="1"/>
              <a:t>ireo</a:t>
            </a:r>
            <a:r>
              <a:rPr lang="fr-FR" dirty="0"/>
              <a:t> </a:t>
            </a:r>
            <a:r>
              <a:rPr lang="fr-FR" dirty="0" err="1"/>
              <a:t>vavaka</a:t>
            </a:r>
            <a:r>
              <a:rPr lang="fr-FR" dirty="0"/>
              <a:t> </a:t>
            </a:r>
            <a:r>
              <a:rPr lang="fr-FR" dirty="0" err="1"/>
              <a:t>efa</a:t>
            </a:r>
            <a:r>
              <a:rPr lang="fr-FR" dirty="0"/>
              <a:t> </a:t>
            </a:r>
            <a:r>
              <a:rPr lang="fr-FR" dirty="0" err="1"/>
              <a:t>nivaly</a:t>
            </a:r>
            <a:r>
              <a:rPr lang="fr-FR" dirty="0"/>
              <a:t>.</a:t>
            </a:r>
            <a:endParaRPr dirty="0"/>
          </a:p>
        </p:txBody>
      </p:sp>
      <p:sp>
        <p:nvSpPr>
          <p:cNvPr id="2176" name="Google Shape;2176;p54"/>
          <p:cNvSpPr txBox="1">
            <a:spLocks noGrp="1"/>
          </p:cNvSpPr>
          <p:nvPr>
            <p:ph type="subTitle" idx="8"/>
          </p:nvPr>
        </p:nvSpPr>
        <p:spPr>
          <a:xfrm>
            <a:off x="5290127" y="2747559"/>
            <a:ext cx="2893761" cy="51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D</a:t>
            </a:r>
            <a:r>
              <a:rPr lang="en" dirty="0" err="1"/>
              <a:t>iarim-bavaka</a:t>
            </a:r>
            <a:endParaRPr dirty="0"/>
          </a:p>
        </p:txBody>
      </p:sp>
      <p:cxnSp>
        <p:nvCxnSpPr>
          <p:cNvPr id="2177" name="Google Shape;2177;p54"/>
          <p:cNvCxnSpPr/>
          <p:nvPr/>
        </p:nvCxnSpPr>
        <p:spPr>
          <a:xfrm>
            <a:off x="1520834" y="1927181"/>
            <a:ext cx="2121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178" name="Google Shape;2178;p54"/>
          <p:cNvCxnSpPr/>
          <p:nvPr/>
        </p:nvCxnSpPr>
        <p:spPr>
          <a:xfrm>
            <a:off x="5768403" y="1927181"/>
            <a:ext cx="2121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179" name="Google Shape;2179;p54"/>
          <p:cNvCxnSpPr/>
          <p:nvPr/>
        </p:nvCxnSpPr>
        <p:spPr>
          <a:xfrm>
            <a:off x="868987" y="3289238"/>
            <a:ext cx="2121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180" name="Google Shape;2180;p54"/>
          <p:cNvCxnSpPr/>
          <p:nvPr/>
        </p:nvCxnSpPr>
        <p:spPr>
          <a:xfrm>
            <a:off x="5674521" y="3228867"/>
            <a:ext cx="2121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3" name="Image 2">
            <a:extLst>
              <a:ext uri="{FF2B5EF4-FFF2-40B4-BE49-F238E27FC236}">
                <a16:creationId xmlns:a16="http://schemas.microsoft.com/office/drawing/2014/main" id="{25AB5165-06AD-FF46-8334-90A92DB1FF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1172" y="2562527"/>
            <a:ext cx="1563589" cy="254514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5" name="Google Shape;2745;p66"/>
          <p:cNvSpPr/>
          <p:nvPr/>
        </p:nvSpPr>
        <p:spPr>
          <a:xfrm flipH="1">
            <a:off x="4328538" y="742775"/>
            <a:ext cx="1289169" cy="392983"/>
          </a:xfrm>
          <a:custGeom>
            <a:avLst/>
            <a:gdLst/>
            <a:ahLst/>
            <a:cxnLst/>
            <a:rect l="l" t="t" r="r" b="b"/>
            <a:pathLst>
              <a:path w="24293" h="7405" extrusionOk="0">
                <a:moveTo>
                  <a:pt x="15711" y="0"/>
                </a:moveTo>
                <a:cubicBezTo>
                  <a:pt x="13606" y="0"/>
                  <a:pt x="11570" y="1578"/>
                  <a:pt x="11114" y="3641"/>
                </a:cubicBezTo>
                <a:cubicBezTo>
                  <a:pt x="10395" y="2995"/>
                  <a:pt x="9427" y="2640"/>
                  <a:pt x="8461" y="2640"/>
                </a:cubicBezTo>
                <a:cubicBezTo>
                  <a:pt x="8126" y="2640"/>
                  <a:pt x="7791" y="2683"/>
                  <a:pt x="7467" y="2771"/>
                </a:cubicBezTo>
                <a:cubicBezTo>
                  <a:pt x="6215" y="3118"/>
                  <a:pt x="5164" y="4135"/>
                  <a:pt x="4775" y="5372"/>
                </a:cubicBezTo>
                <a:cubicBezTo>
                  <a:pt x="4409" y="5161"/>
                  <a:pt x="3991" y="5066"/>
                  <a:pt x="3555" y="5066"/>
                </a:cubicBezTo>
                <a:cubicBezTo>
                  <a:pt x="2120" y="5066"/>
                  <a:pt x="503" y="6101"/>
                  <a:pt x="0" y="7405"/>
                </a:cubicBezTo>
                <a:lnTo>
                  <a:pt x="24167" y="7405"/>
                </a:lnTo>
                <a:cubicBezTo>
                  <a:pt x="24167" y="7405"/>
                  <a:pt x="24292" y="7328"/>
                  <a:pt x="24167" y="7078"/>
                </a:cubicBezTo>
                <a:cubicBezTo>
                  <a:pt x="23431" y="5645"/>
                  <a:pt x="21919" y="4608"/>
                  <a:pt x="20306" y="4588"/>
                </a:cubicBezTo>
                <a:cubicBezTo>
                  <a:pt x="20278" y="2333"/>
                  <a:pt x="18379" y="252"/>
                  <a:pt x="16131" y="22"/>
                </a:cubicBezTo>
                <a:cubicBezTo>
                  <a:pt x="15991" y="7"/>
                  <a:pt x="15851" y="0"/>
                  <a:pt x="1571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6" name="Google Shape;2746;p66"/>
          <p:cNvSpPr txBox="1">
            <a:spLocks noGrp="1"/>
          </p:cNvSpPr>
          <p:nvPr>
            <p:ph type="title"/>
          </p:nvPr>
        </p:nvSpPr>
        <p:spPr>
          <a:xfrm>
            <a:off x="720000" y="135759"/>
            <a:ext cx="7704000" cy="72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/>
              <a:t>Ahoana</a:t>
            </a:r>
            <a:r>
              <a:rPr lang="fr-FR" dirty="0"/>
              <a:t> </a:t>
            </a:r>
            <a:r>
              <a:rPr lang="fr-FR" dirty="0" err="1"/>
              <a:t>ny</a:t>
            </a:r>
            <a:r>
              <a:rPr lang="fr-FR" dirty="0"/>
              <a:t> </a:t>
            </a:r>
            <a:r>
              <a:rPr lang="fr-FR" dirty="0" err="1"/>
              <a:t>fomba</a:t>
            </a:r>
            <a:r>
              <a:rPr lang="fr-FR" dirty="0"/>
              <a:t> </a:t>
            </a:r>
            <a:r>
              <a:rPr lang="fr-FR" dirty="0" err="1"/>
              <a:t>fivavaka</a:t>
            </a:r>
            <a:r>
              <a:rPr lang="fr-FR" dirty="0"/>
              <a:t>?</a:t>
            </a:r>
            <a:endParaRPr dirty="0"/>
          </a:p>
        </p:txBody>
      </p:sp>
      <p:sp>
        <p:nvSpPr>
          <p:cNvPr id="2747" name="Google Shape;2747;p66"/>
          <p:cNvSpPr txBox="1"/>
          <p:nvPr/>
        </p:nvSpPr>
        <p:spPr>
          <a:xfrm>
            <a:off x="268089" y="1770143"/>
            <a:ext cx="1945558" cy="1939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dirty="0" err="1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Midera</a:t>
            </a:r>
            <a:r>
              <a:rPr lang="fr-FR" sz="2000" dirty="0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 </a:t>
            </a:r>
            <a:r>
              <a:rPr lang="fr-FR" sz="2000" dirty="0" err="1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an’Andriamanitra</a:t>
            </a:r>
            <a:r>
              <a:rPr lang="fr-FR" sz="2000" dirty="0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 </a:t>
            </a:r>
            <a:r>
              <a:rPr lang="fr-FR" sz="2000" dirty="0" err="1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satria</a:t>
            </a:r>
            <a:r>
              <a:rPr lang="fr-FR" sz="2000" dirty="0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 </a:t>
            </a:r>
            <a:r>
              <a:rPr lang="fr-FR" sz="2000" dirty="0" err="1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izy</a:t>
            </a:r>
            <a:r>
              <a:rPr lang="fr-FR" sz="2000" dirty="0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 no </a:t>
            </a:r>
            <a:r>
              <a:rPr lang="fr-FR" sz="2000" dirty="0" err="1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Mpamorona</a:t>
            </a:r>
            <a:r>
              <a:rPr lang="fr-FR" sz="2000" dirty="0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,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dirty="0" err="1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Mpanavotra</a:t>
            </a:r>
            <a:r>
              <a:rPr lang="fr-FR" sz="2000" dirty="0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,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dirty="0" err="1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Mpiaro</a:t>
            </a:r>
            <a:r>
              <a:rPr lang="fr-FR" sz="2000" dirty="0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.</a:t>
            </a:r>
            <a:endParaRPr sz="2000" dirty="0">
              <a:solidFill>
                <a:schemeClr val="accent2"/>
              </a:solidFill>
              <a:latin typeface="Gamja Flower"/>
              <a:ea typeface="Gamja Flower"/>
              <a:cs typeface="Gamja Flower"/>
              <a:sym typeface="Gamja Flower"/>
            </a:endParaRPr>
          </a:p>
        </p:txBody>
      </p:sp>
      <p:sp>
        <p:nvSpPr>
          <p:cNvPr id="2750" name="Google Shape;2750;p66"/>
          <p:cNvSpPr/>
          <p:nvPr/>
        </p:nvSpPr>
        <p:spPr>
          <a:xfrm>
            <a:off x="596014" y="1392251"/>
            <a:ext cx="7704000" cy="103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1" name="Google Shape;2751;p66"/>
          <p:cNvSpPr/>
          <p:nvPr/>
        </p:nvSpPr>
        <p:spPr>
          <a:xfrm>
            <a:off x="1005472" y="910205"/>
            <a:ext cx="905475" cy="855325"/>
          </a:xfrm>
          <a:custGeom>
            <a:avLst/>
            <a:gdLst/>
            <a:ahLst/>
            <a:cxnLst/>
            <a:rect l="l" t="t" r="r" b="b"/>
            <a:pathLst>
              <a:path w="939" h="887" extrusionOk="0">
                <a:moveTo>
                  <a:pt x="511" y="0"/>
                </a:moveTo>
                <a:cubicBezTo>
                  <a:pt x="433" y="0"/>
                  <a:pt x="354" y="20"/>
                  <a:pt x="286" y="55"/>
                </a:cubicBezTo>
                <a:cubicBezTo>
                  <a:pt x="84" y="152"/>
                  <a:pt x="0" y="361"/>
                  <a:pt x="71" y="578"/>
                </a:cubicBezTo>
                <a:cubicBezTo>
                  <a:pt x="104" y="695"/>
                  <a:pt x="196" y="807"/>
                  <a:pt x="313" y="855"/>
                </a:cubicBezTo>
                <a:cubicBezTo>
                  <a:pt x="361" y="876"/>
                  <a:pt x="414" y="886"/>
                  <a:pt x="467" y="886"/>
                </a:cubicBezTo>
                <a:cubicBezTo>
                  <a:pt x="606" y="886"/>
                  <a:pt x="748" y="818"/>
                  <a:pt x="829" y="703"/>
                </a:cubicBezTo>
                <a:cubicBezTo>
                  <a:pt x="939" y="543"/>
                  <a:pt x="932" y="312"/>
                  <a:pt x="822" y="152"/>
                </a:cubicBezTo>
                <a:cubicBezTo>
                  <a:pt x="750" y="47"/>
                  <a:pt x="632" y="0"/>
                  <a:pt x="511" y="0"/>
                </a:cubicBezTo>
                <a:close/>
              </a:path>
            </a:pathLst>
          </a:custGeom>
          <a:solidFill>
            <a:srgbClr val="F65C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2" name="Google Shape;2752;p66"/>
          <p:cNvSpPr txBox="1"/>
          <p:nvPr/>
        </p:nvSpPr>
        <p:spPr>
          <a:xfrm>
            <a:off x="1111072" y="999767"/>
            <a:ext cx="655800" cy="6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 dirty="0">
                <a:solidFill>
                  <a:srgbClr val="FFF6E8"/>
                </a:solidFill>
                <a:latin typeface="Grandstander"/>
                <a:ea typeface="Grandstander"/>
                <a:cs typeface="Grandstander"/>
                <a:sym typeface="Grandstander"/>
              </a:rPr>
              <a:t>1</a:t>
            </a:r>
            <a:endParaRPr sz="5000" b="1" dirty="0">
              <a:solidFill>
                <a:srgbClr val="FFF6E8"/>
              </a:solidFill>
              <a:latin typeface="Grandstander"/>
              <a:ea typeface="Grandstander"/>
              <a:cs typeface="Grandstander"/>
              <a:sym typeface="Grandstander"/>
            </a:endParaRPr>
          </a:p>
        </p:txBody>
      </p:sp>
      <p:sp>
        <p:nvSpPr>
          <p:cNvPr id="2753" name="Google Shape;2753;p66"/>
          <p:cNvSpPr txBox="1"/>
          <p:nvPr/>
        </p:nvSpPr>
        <p:spPr>
          <a:xfrm>
            <a:off x="2249867" y="1722978"/>
            <a:ext cx="2329600" cy="9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dirty="0" err="1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Misaora</a:t>
            </a:r>
            <a:r>
              <a:rPr lang="fr-FR" sz="2000" dirty="0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 </a:t>
            </a:r>
            <a:r>
              <a:rPr lang="fr-FR" sz="2000" dirty="0" err="1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an’Andriamanitra</a:t>
            </a:r>
            <a:r>
              <a:rPr lang="fr-FR" sz="2000" dirty="0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 </a:t>
            </a:r>
            <a:r>
              <a:rPr lang="fr-FR" sz="2000" dirty="0" err="1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ny</a:t>
            </a:r>
            <a:r>
              <a:rPr lang="fr-FR" sz="2000" dirty="0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 </a:t>
            </a:r>
            <a:r>
              <a:rPr lang="fr-FR" sz="2000" dirty="0" err="1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amin’ny</a:t>
            </a:r>
            <a:r>
              <a:rPr lang="fr-FR" sz="2000" dirty="0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 </a:t>
            </a:r>
            <a:r>
              <a:rPr lang="fr-FR" sz="2000" dirty="0" err="1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zavatra</a:t>
            </a:r>
            <a:r>
              <a:rPr lang="fr-FR" sz="2000" dirty="0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 </a:t>
            </a:r>
            <a:r>
              <a:rPr lang="fr-FR" sz="2000" dirty="0" err="1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rehetra</a:t>
            </a:r>
            <a:r>
              <a:rPr lang="fr-FR" sz="2000" dirty="0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 </a:t>
            </a:r>
            <a:r>
              <a:rPr lang="fr-FR" sz="2000" dirty="0" err="1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izay</a:t>
            </a:r>
            <a:r>
              <a:rPr lang="fr-FR" sz="2000" dirty="0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 </a:t>
            </a:r>
            <a:r>
              <a:rPr lang="fr-FR" sz="2000" dirty="0" err="1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nataony</a:t>
            </a:r>
            <a:r>
              <a:rPr lang="fr-FR" sz="2000" dirty="0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 ho </a:t>
            </a:r>
            <a:r>
              <a:rPr lang="fr-FR" sz="2000" dirty="0" err="1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anao</a:t>
            </a:r>
            <a:r>
              <a:rPr lang="fr-FR" sz="2000" dirty="0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 </a:t>
            </a:r>
            <a:r>
              <a:rPr lang="fr-FR" sz="2000" dirty="0" err="1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sy</a:t>
            </a:r>
            <a:r>
              <a:rPr lang="fr-FR" sz="2000" dirty="0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 </a:t>
            </a:r>
            <a:r>
              <a:rPr lang="fr-FR" sz="2000" dirty="0" err="1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ny</a:t>
            </a:r>
            <a:r>
              <a:rPr lang="fr-FR" sz="2000" dirty="0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 </a:t>
            </a:r>
            <a:r>
              <a:rPr lang="fr-FR" sz="2000" dirty="0" err="1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fianakavianao</a:t>
            </a:r>
            <a:r>
              <a:rPr lang="fr-FR" sz="2000" dirty="0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 </a:t>
            </a:r>
            <a:r>
              <a:rPr lang="fr-FR" sz="2000" dirty="0" err="1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rehetra</a:t>
            </a:r>
            <a:r>
              <a:rPr lang="fr-FR" sz="2000" dirty="0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.</a:t>
            </a:r>
            <a:endParaRPr sz="2000" dirty="0">
              <a:solidFill>
                <a:schemeClr val="accent2"/>
              </a:solidFill>
              <a:latin typeface="Gamja Flower"/>
              <a:ea typeface="Gamja Flower"/>
              <a:cs typeface="Gamja Flower"/>
              <a:sym typeface="Gamja Flower"/>
            </a:endParaRPr>
          </a:p>
        </p:txBody>
      </p:sp>
      <p:sp>
        <p:nvSpPr>
          <p:cNvPr id="2756" name="Google Shape;2756;p66"/>
          <p:cNvSpPr/>
          <p:nvPr/>
        </p:nvSpPr>
        <p:spPr>
          <a:xfrm>
            <a:off x="3007147" y="910205"/>
            <a:ext cx="905475" cy="855325"/>
          </a:xfrm>
          <a:custGeom>
            <a:avLst/>
            <a:gdLst/>
            <a:ahLst/>
            <a:cxnLst/>
            <a:rect l="l" t="t" r="r" b="b"/>
            <a:pathLst>
              <a:path w="939" h="887" extrusionOk="0">
                <a:moveTo>
                  <a:pt x="511" y="0"/>
                </a:moveTo>
                <a:cubicBezTo>
                  <a:pt x="433" y="0"/>
                  <a:pt x="354" y="20"/>
                  <a:pt x="286" y="55"/>
                </a:cubicBezTo>
                <a:cubicBezTo>
                  <a:pt x="84" y="152"/>
                  <a:pt x="0" y="361"/>
                  <a:pt x="71" y="578"/>
                </a:cubicBezTo>
                <a:cubicBezTo>
                  <a:pt x="104" y="695"/>
                  <a:pt x="196" y="807"/>
                  <a:pt x="313" y="855"/>
                </a:cubicBezTo>
                <a:cubicBezTo>
                  <a:pt x="361" y="876"/>
                  <a:pt x="414" y="886"/>
                  <a:pt x="467" y="886"/>
                </a:cubicBezTo>
                <a:cubicBezTo>
                  <a:pt x="606" y="886"/>
                  <a:pt x="748" y="818"/>
                  <a:pt x="829" y="703"/>
                </a:cubicBezTo>
                <a:cubicBezTo>
                  <a:pt x="939" y="543"/>
                  <a:pt x="932" y="312"/>
                  <a:pt x="822" y="152"/>
                </a:cubicBezTo>
                <a:cubicBezTo>
                  <a:pt x="750" y="47"/>
                  <a:pt x="632" y="0"/>
                  <a:pt x="511" y="0"/>
                </a:cubicBezTo>
                <a:close/>
              </a:path>
            </a:pathLst>
          </a:custGeom>
          <a:solidFill>
            <a:srgbClr val="F65C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7" name="Google Shape;2757;p66"/>
          <p:cNvSpPr txBox="1"/>
          <p:nvPr/>
        </p:nvSpPr>
        <p:spPr>
          <a:xfrm>
            <a:off x="3131964" y="958351"/>
            <a:ext cx="655800" cy="6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>
                <a:solidFill>
                  <a:srgbClr val="FFF6E8"/>
                </a:solidFill>
                <a:latin typeface="Grandstander"/>
                <a:ea typeface="Grandstander"/>
                <a:cs typeface="Grandstander"/>
                <a:sym typeface="Grandstander"/>
              </a:rPr>
              <a:t>2</a:t>
            </a:r>
            <a:endParaRPr sz="5000" b="1">
              <a:solidFill>
                <a:srgbClr val="FFF6E8"/>
              </a:solidFill>
              <a:latin typeface="Grandstander"/>
              <a:ea typeface="Grandstander"/>
              <a:cs typeface="Grandstander"/>
              <a:sym typeface="Grandstander"/>
            </a:endParaRPr>
          </a:p>
        </p:txBody>
      </p:sp>
      <p:sp>
        <p:nvSpPr>
          <p:cNvPr id="2758" name="Google Shape;2758;p66"/>
          <p:cNvSpPr txBox="1"/>
          <p:nvPr/>
        </p:nvSpPr>
        <p:spPr>
          <a:xfrm>
            <a:off x="4573938" y="1682697"/>
            <a:ext cx="2108443" cy="9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mangataha</a:t>
            </a:r>
            <a:r>
              <a:rPr lang="fr-FR" sz="1800" dirty="0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 </a:t>
            </a:r>
            <a:r>
              <a:rPr lang="fr-FR" sz="1800" dirty="0" err="1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fifonana</a:t>
            </a:r>
            <a:r>
              <a:rPr lang="fr-FR" sz="1800" dirty="0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 </a:t>
            </a:r>
            <a:r>
              <a:rPr lang="fr-FR" sz="1800" dirty="0" err="1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tamin’ny</a:t>
            </a:r>
            <a:r>
              <a:rPr lang="fr-FR" sz="1800" dirty="0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 </a:t>
            </a:r>
            <a:r>
              <a:rPr lang="fr-FR" sz="1800" dirty="0" err="1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zavatra</a:t>
            </a:r>
            <a:r>
              <a:rPr lang="fr-FR" sz="1800" dirty="0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 </a:t>
            </a:r>
            <a:r>
              <a:rPr lang="fr-FR" sz="1800" dirty="0" err="1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ratsy</a:t>
            </a:r>
            <a:r>
              <a:rPr lang="fr-FR" sz="1800" dirty="0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 </a:t>
            </a:r>
            <a:r>
              <a:rPr lang="fr-FR" sz="1800" dirty="0" err="1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rehetra</a:t>
            </a:r>
            <a:r>
              <a:rPr lang="fr-FR" sz="1800" dirty="0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 </a:t>
            </a:r>
            <a:r>
              <a:rPr lang="fr-FR" sz="1800" dirty="0" err="1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natao</a:t>
            </a:r>
            <a:r>
              <a:rPr lang="fr-FR" sz="1800" dirty="0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 </a:t>
            </a:r>
            <a:r>
              <a:rPr lang="fr-FR" sz="1800" dirty="0" err="1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ary</a:t>
            </a:r>
            <a:r>
              <a:rPr lang="fr-FR" sz="1800" dirty="0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 </a:t>
            </a:r>
            <a:r>
              <a:rPr lang="fr-FR" sz="1800" dirty="0" err="1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hangataho</a:t>
            </a:r>
            <a:r>
              <a:rPr lang="fr-FR" sz="1800" dirty="0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 </a:t>
            </a:r>
            <a:r>
              <a:rPr lang="fr-FR" sz="1800" dirty="0" err="1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Andriamanitra</a:t>
            </a:r>
            <a:r>
              <a:rPr lang="fr-FR" sz="1800" dirty="0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 </a:t>
            </a:r>
            <a:r>
              <a:rPr lang="fr-FR" sz="1800" dirty="0" err="1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hamela</a:t>
            </a:r>
            <a:r>
              <a:rPr lang="fr-FR" sz="1800" dirty="0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 </a:t>
            </a:r>
            <a:r>
              <a:rPr lang="fr-FR" sz="1800" dirty="0" err="1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ny</a:t>
            </a:r>
            <a:r>
              <a:rPr lang="fr-FR" sz="1800" dirty="0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 </a:t>
            </a:r>
            <a:r>
              <a:rPr lang="fr-FR" sz="1800" dirty="0" err="1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helokao</a:t>
            </a:r>
            <a:r>
              <a:rPr lang="fr-FR" sz="1800" dirty="0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 </a:t>
            </a:r>
            <a:r>
              <a:rPr lang="fr-FR" sz="1800" dirty="0" err="1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rehetra</a:t>
            </a:r>
            <a:r>
              <a:rPr lang="fr-FR" sz="1800" dirty="0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.</a:t>
            </a:r>
            <a:endParaRPr sz="1800" dirty="0">
              <a:solidFill>
                <a:schemeClr val="accent2"/>
              </a:solidFill>
              <a:latin typeface="Gamja Flower"/>
              <a:ea typeface="Gamja Flower"/>
              <a:cs typeface="Gamja Flower"/>
              <a:sym typeface="Gamja Flower"/>
            </a:endParaRPr>
          </a:p>
        </p:txBody>
      </p:sp>
      <p:sp>
        <p:nvSpPr>
          <p:cNvPr id="2761" name="Google Shape;2761;p66"/>
          <p:cNvSpPr/>
          <p:nvPr/>
        </p:nvSpPr>
        <p:spPr>
          <a:xfrm>
            <a:off x="5008822" y="910205"/>
            <a:ext cx="905475" cy="855325"/>
          </a:xfrm>
          <a:custGeom>
            <a:avLst/>
            <a:gdLst/>
            <a:ahLst/>
            <a:cxnLst/>
            <a:rect l="l" t="t" r="r" b="b"/>
            <a:pathLst>
              <a:path w="939" h="887" extrusionOk="0">
                <a:moveTo>
                  <a:pt x="511" y="0"/>
                </a:moveTo>
                <a:cubicBezTo>
                  <a:pt x="433" y="0"/>
                  <a:pt x="354" y="20"/>
                  <a:pt x="286" y="55"/>
                </a:cubicBezTo>
                <a:cubicBezTo>
                  <a:pt x="84" y="152"/>
                  <a:pt x="0" y="361"/>
                  <a:pt x="71" y="578"/>
                </a:cubicBezTo>
                <a:cubicBezTo>
                  <a:pt x="104" y="695"/>
                  <a:pt x="196" y="807"/>
                  <a:pt x="313" y="855"/>
                </a:cubicBezTo>
                <a:cubicBezTo>
                  <a:pt x="361" y="876"/>
                  <a:pt x="414" y="886"/>
                  <a:pt x="467" y="886"/>
                </a:cubicBezTo>
                <a:cubicBezTo>
                  <a:pt x="606" y="886"/>
                  <a:pt x="748" y="818"/>
                  <a:pt x="829" y="703"/>
                </a:cubicBezTo>
                <a:cubicBezTo>
                  <a:pt x="939" y="543"/>
                  <a:pt x="932" y="312"/>
                  <a:pt x="822" y="152"/>
                </a:cubicBezTo>
                <a:cubicBezTo>
                  <a:pt x="750" y="47"/>
                  <a:pt x="632" y="0"/>
                  <a:pt x="511" y="0"/>
                </a:cubicBezTo>
                <a:close/>
              </a:path>
            </a:pathLst>
          </a:custGeom>
          <a:solidFill>
            <a:srgbClr val="F65C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2" name="Google Shape;2762;p66"/>
          <p:cNvSpPr txBox="1"/>
          <p:nvPr/>
        </p:nvSpPr>
        <p:spPr>
          <a:xfrm>
            <a:off x="5133639" y="958351"/>
            <a:ext cx="655800" cy="6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>
                <a:solidFill>
                  <a:srgbClr val="FFF6E8"/>
                </a:solidFill>
                <a:latin typeface="Grandstander"/>
                <a:ea typeface="Grandstander"/>
                <a:cs typeface="Grandstander"/>
                <a:sym typeface="Grandstander"/>
              </a:rPr>
              <a:t>3</a:t>
            </a:r>
            <a:endParaRPr sz="5000" b="1">
              <a:solidFill>
                <a:srgbClr val="FFF6E8"/>
              </a:solidFill>
              <a:latin typeface="Grandstander"/>
              <a:ea typeface="Grandstander"/>
              <a:cs typeface="Grandstander"/>
              <a:sym typeface="Grandstander"/>
            </a:endParaRPr>
          </a:p>
        </p:txBody>
      </p:sp>
      <p:sp>
        <p:nvSpPr>
          <p:cNvPr id="2763" name="Google Shape;2763;p66"/>
          <p:cNvSpPr txBox="1"/>
          <p:nvPr/>
        </p:nvSpPr>
        <p:spPr>
          <a:xfrm>
            <a:off x="6682382" y="1722978"/>
            <a:ext cx="2329599" cy="9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dirty="0" err="1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Mivavaha</a:t>
            </a:r>
            <a:r>
              <a:rPr lang="fr-FR" sz="2000" dirty="0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 ho </a:t>
            </a:r>
            <a:r>
              <a:rPr lang="fr-FR" sz="2000" dirty="0" err="1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an’ny</a:t>
            </a:r>
            <a:r>
              <a:rPr lang="fr-FR" sz="2000" dirty="0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 </a:t>
            </a:r>
            <a:r>
              <a:rPr lang="fr-FR" sz="2000" dirty="0" err="1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namanao</a:t>
            </a:r>
            <a:r>
              <a:rPr lang="fr-FR" sz="2000" dirty="0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 </a:t>
            </a:r>
            <a:r>
              <a:rPr lang="fr-FR" sz="2000" dirty="0" err="1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sy</a:t>
            </a:r>
            <a:r>
              <a:rPr lang="fr-FR" sz="2000" dirty="0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 </a:t>
            </a:r>
            <a:r>
              <a:rPr lang="fr-FR" sz="2000" dirty="0" err="1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ny</a:t>
            </a:r>
            <a:r>
              <a:rPr lang="fr-FR" sz="2000" dirty="0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 </a:t>
            </a:r>
            <a:r>
              <a:rPr lang="fr-FR" sz="2000" dirty="0" err="1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Ankohonanao</a:t>
            </a:r>
            <a:r>
              <a:rPr lang="fr-FR" sz="2000" dirty="0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 </a:t>
            </a:r>
            <a:r>
              <a:rPr lang="fr-FR" sz="2000" dirty="0" err="1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izay</a:t>
            </a:r>
            <a:r>
              <a:rPr lang="fr-FR" sz="2000" dirty="0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 </a:t>
            </a:r>
            <a:r>
              <a:rPr lang="fr-FR" sz="2000" dirty="0" err="1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mandalo</a:t>
            </a:r>
            <a:r>
              <a:rPr lang="fr-FR" sz="2000" dirty="0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 </a:t>
            </a:r>
            <a:r>
              <a:rPr lang="fr-FR" sz="2000" dirty="0" err="1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zava-tsarotra</a:t>
            </a:r>
            <a:r>
              <a:rPr lang="fr-FR" sz="2000" dirty="0">
                <a:solidFill>
                  <a:schemeClr val="accent2"/>
                </a:solidFill>
                <a:latin typeface="Gamja Flower"/>
                <a:ea typeface="Gamja Flower"/>
                <a:cs typeface="Gamja Flower"/>
                <a:sym typeface="Gamja Flower"/>
              </a:rPr>
              <a:t> </a:t>
            </a:r>
            <a:endParaRPr sz="2000" dirty="0">
              <a:solidFill>
                <a:schemeClr val="accent2"/>
              </a:solidFill>
              <a:latin typeface="Gamja Flower"/>
              <a:ea typeface="Gamja Flower"/>
              <a:cs typeface="Gamja Flower"/>
              <a:sym typeface="Gamja Flower"/>
            </a:endParaRPr>
          </a:p>
        </p:txBody>
      </p:sp>
      <p:sp>
        <p:nvSpPr>
          <p:cNvPr id="2766" name="Google Shape;2766;p66"/>
          <p:cNvSpPr/>
          <p:nvPr/>
        </p:nvSpPr>
        <p:spPr>
          <a:xfrm>
            <a:off x="7010497" y="910205"/>
            <a:ext cx="905475" cy="855325"/>
          </a:xfrm>
          <a:custGeom>
            <a:avLst/>
            <a:gdLst/>
            <a:ahLst/>
            <a:cxnLst/>
            <a:rect l="l" t="t" r="r" b="b"/>
            <a:pathLst>
              <a:path w="939" h="887" extrusionOk="0">
                <a:moveTo>
                  <a:pt x="511" y="0"/>
                </a:moveTo>
                <a:cubicBezTo>
                  <a:pt x="433" y="0"/>
                  <a:pt x="354" y="20"/>
                  <a:pt x="286" y="55"/>
                </a:cubicBezTo>
                <a:cubicBezTo>
                  <a:pt x="84" y="152"/>
                  <a:pt x="0" y="361"/>
                  <a:pt x="71" y="578"/>
                </a:cubicBezTo>
                <a:cubicBezTo>
                  <a:pt x="104" y="695"/>
                  <a:pt x="196" y="807"/>
                  <a:pt x="313" y="855"/>
                </a:cubicBezTo>
                <a:cubicBezTo>
                  <a:pt x="361" y="876"/>
                  <a:pt x="414" y="886"/>
                  <a:pt x="467" y="886"/>
                </a:cubicBezTo>
                <a:cubicBezTo>
                  <a:pt x="606" y="886"/>
                  <a:pt x="748" y="818"/>
                  <a:pt x="829" y="703"/>
                </a:cubicBezTo>
                <a:cubicBezTo>
                  <a:pt x="939" y="543"/>
                  <a:pt x="932" y="312"/>
                  <a:pt x="822" y="152"/>
                </a:cubicBezTo>
                <a:cubicBezTo>
                  <a:pt x="750" y="47"/>
                  <a:pt x="632" y="0"/>
                  <a:pt x="511" y="0"/>
                </a:cubicBezTo>
                <a:close/>
              </a:path>
            </a:pathLst>
          </a:custGeom>
          <a:solidFill>
            <a:srgbClr val="F65C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7" name="Google Shape;2767;p66"/>
          <p:cNvSpPr txBox="1"/>
          <p:nvPr/>
        </p:nvSpPr>
        <p:spPr>
          <a:xfrm>
            <a:off x="7135314" y="958351"/>
            <a:ext cx="655800" cy="6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>
                <a:solidFill>
                  <a:srgbClr val="FFF6E8"/>
                </a:solidFill>
                <a:latin typeface="Grandstander"/>
                <a:ea typeface="Grandstander"/>
                <a:cs typeface="Grandstander"/>
                <a:sym typeface="Grandstander"/>
              </a:rPr>
              <a:t>4</a:t>
            </a:r>
            <a:endParaRPr sz="5000" b="1">
              <a:solidFill>
                <a:srgbClr val="FFF6E8"/>
              </a:solidFill>
              <a:latin typeface="Grandstander"/>
              <a:ea typeface="Grandstander"/>
              <a:cs typeface="Grandstander"/>
              <a:sym typeface="Grandstander"/>
            </a:endParaRPr>
          </a:p>
        </p:txBody>
      </p:sp>
      <p:sp>
        <p:nvSpPr>
          <p:cNvPr id="25" name="Google Shape;2751;p66">
            <a:extLst>
              <a:ext uri="{FF2B5EF4-FFF2-40B4-BE49-F238E27FC236}">
                <a16:creationId xmlns:a16="http://schemas.microsoft.com/office/drawing/2014/main" id="{CCFE6B03-9E3B-D747-AE99-212C17417BBA}"/>
              </a:ext>
            </a:extLst>
          </p:cNvPr>
          <p:cNvSpPr/>
          <p:nvPr/>
        </p:nvSpPr>
        <p:spPr>
          <a:xfrm>
            <a:off x="1458189" y="3619893"/>
            <a:ext cx="905475" cy="855325"/>
          </a:xfrm>
          <a:custGeom>
            <a:avLst/>
            <a:gdLst/>
            <a:ahLst/>
            <a:cxnLst/>
            <a:rect l="l" t="t" r="r" b="b"/>
            <a:pathLst>
              <a:path w="939" h="887" extrusionOk="0">
                <a:moveTo>
                  <a:pt x="511" y="0"/>
                </a:moveTo>
                <a:cubicBezTo>
                  <a:pt x="433" y="0"/>
                  <a:pt x="354" y="20"/>
                  <a:pt x="286" y="55"/>
                </a:cubicBezTo>
                <a:cubicBezTo>
                  <a:pt x="84" y="152"/>
                  <a:pt x="0" y="361"/>
                  <a:pt x="71" y="578"/>
                </a:cubicBezTo>
                <a:cubicBezTo>
                  <a:pt x="104" y="695"/>
                  <a:pt x="196" y="807"/>
                  <a:pt x="313" y="855"/>
                </a:cubicBezTo>
                <a:cubicBezTo>
                  <a:pt x="361" y="876"/>
                  <a:pt x="414" y="886"/>
                  <a:pt x="467" y="886"/>
                </a:cubicBezTo>
                <a:cubicBezTo>
                  <a:pt x="606" y="886"/>
                  <a:pt x="748" y="818"/>
                  <a:pt x="829" y="703"/>
                </a:cubicBezTo>
                <a:cubicBezTo>
                  <a:pt x="939" y="543"/>
                  <a:pt x="932" y="312"/>
                  <a:pt x="822" y="152"/>
                </a:cubicBezTo>
                <a:cubicBezTo>
                  <a:pt x="750" y="47"/>
                  <a:pt x="632" y="0"/>
                  <a:pt x="511" y="0"/>
                </a:cubicBezTo>
                <a:close/>
              </a:path>
            </a:pathLst>
          </a:custGeom>
          <a:solidFill>
            <a:srgbClr val="F65C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752;p66">
            <a:extLst>
              <a:ext uri="{FF2B5EF4-FFF2-40B4-BE49-F238E27FC236}">
                <a16:creationId xmlns:a16="http://schemas.microsoft.com/office/drawing/2014/main" id="{B874041C-5DD5-2045-92D8-AB1353492CBD}"/>
              </a:ext>
            </a:extLst>
          </p:cNvPr>
          <p:cNvSpPr txBox="1"/>
          <p:nvPr/>
        </p:nvSpPr>
        <p:spPr>
          <a:xfrm>
            <a:off x="1586243" y="3709455"/>
            <a:ext cx="655800" cy="6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 dirty="0">
                <a:solidFill>
                  <a:srgbClr val="FFF6E8"/>
                </a:solidFill>
                <a:latin typeface="Grandstander"/>
                <a:ea typeface="Grandstander"/>
                <a:cs typeface="Grandstander"/>
                <a:sym typeface="Grandstander"/>
              </a:rPr>
              <a:t>5</a:t>
            </a:r>
            <a:endParaRPr sz="5000" b="1" dirty="0">
              <a:solidFill>
                <a:srgbClr val="FFF6E8"/>
              </a:solidFill>
              <a:latin typeface="Grandstander"/>
              <a:ea typeface="Grandstander"/>
              <a:cs typeface="Grandstander"/>
              <a:sym typeface="Grandstander"/>
            </a:endParaRPr>
          </a:p>
        </p:txBody>
      </p:sp>
      <p:sp>
        <p:nvSpPr>
          <p:cNvPr id="27" name="Google Shape;2747;p66">
            <a:extLst>
              <a:ext uri="{FF2B5EF4-FFF2-40B4-BE49-F238E27FC236}">
                <a16:creationId xmlns:a16="http://schemas.microsoft.com/office/drawing/2014/main" id="{AEEEEE03-3E68-5A4E-8D8C-188AA8AB98A8}"/>
              </a:ext>
            </a:extLst>
          </p:cNvPr>
          <p:cNvSpPr txBox="1"/>
          <p:nvPr/>
        </p:nvSpPr>
        <p:spPr>
          <a:xfrm>
            <a:off x="2343333" y="3772254"/>
            <a:ext cx="5435944" cy="628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dirty="0" err="1">
                <a:solidFill>
                  <a:schemeClr val="accent2"/>
                </a:solidFill>
                <a:latin typeface="Baloo Bhaijaan" panose="03080902040302020200" pitchFamily="66" charset="-78"/>
                <a:ea typeface="Gamja Flower"/>
                <a:cs typeface="Baloo Bhaijaan" panose="03080902040302020200" pitchFamily="66" charset="-78"/>
                <a:sym typeface="Gamja Flower"/>
              </a:rPr>
              <a:t>Farano</a:t>
            </a:r>
            <a:r>
              <a:rPr lang="fr-FR" sz="2000" dirty="0">
                <a:solidFill>
                  <a:schemeClr val="accent2"/>
                </a:solidFill>
                <a:latin typeface="Baloo Bhaijaan" panose="03080902040302020200" pitchFamily="66" charset="-78"/>
                <a:ea typeface="Gamja Flower"/>
                <a:cs typeface="Baloo Bhaijaan" panose="03080902040302020200" pitchFamily="66" charset="-78"/>
                <a:sym typeface="Gamja Flower"/>
              </a:rPr>
              <a:t> </a:t>
            </a:r>
            <a:r>
              <a:rPr lang="fr-FR" sz="2000" dirty="0" err="1">
                <a:solidFill>
                  <a:schemeClr val="accent2"/>
                </a:solidFill>
                <a:latin typeface="Baloo Bhaijaan" panose="03080902040302020200" pitchFamily="66" charset="-78"/>
                <a:ea typeface="Gamja Flower"/>
                <a:cs typeface="Baloo Bhaijaan" panose="03080902040302020200" pitchFamily="66" charset="-78"/>
                <a:sym typeface="Gamja Flower"/>
              </a:rPr>
              <a:t>amin’ny</a:t>
            </a:r>
            <a:r>
              <a:rPr lang="fr-FR" sz="2000" dirty="0">
                <a:solidFill>
                  <a:schemeClr val="accent2"/>
                </a:solidFill>
                <a:latin typeface="Baloo Bhaijaan" panose="03080902040302020200" pitchFamily="66" charset="-78"/>
                <a:ea typeface="Gamja Flower"/>
                <a:cs typeface="Baloo Bhaijaan" panose="03080902040302020200" pitchFamily="66" charset="-78"/>
                <a:sym typeface="Gamja Flower"/>
              </a:rPr>
              <a:t> </a:t>
            </a:r>
            <a:r>
              <a:rPr lang="fr-FR" sz="2000" dirty="0" err="1">
                <a:solidFill>
                  <a:schemeClr val="accent2"/>
                </a:solidFill>
                <a:latin typeface="Baloo Bhaijaan" panose="03080902040302020200" pitchFamily="66" charset="-78"/>
                <a:ea typeface="Gamja Flower"/>
                <a:cs typeface="Baloo Bhaijaan" panose="03080902040302020200" pitchFamily="66" charset="-78"/>
                <a:sym typeface="Gamja Flower"/>
              </a:rPr>
              <a:t>anaran’I</a:t>
            </a:r>
            <a:r>
              <a:rPr lang="fr-FR" sz="2000" dirty="0">
                <a:solidFill>
                  <a:schemeClr val="accent2"/>
                </a:solidFill>
                <a:latin typeface="Baloo Bhaijaan" panose="03080902040302020200" pitchFamily="66" charset="-78"/>
                <a:ea typeface="Gamja Flower"/>
                <a:cs typeface="Baloo Bhaijaan" panose="03080902040302020200" pitchFamily="66" charset="-78"/>
                <a:sym typeface="Gamja Flower"/>
              </a:rPr>
              <a:t> </a:t>
            </a:r>
            <a:r>
              <a:rPr lang="fr-FR" sz="2000" dirty="0" err="1">
                <a:solidFill>
                  <a:schemeClr val="accent2"/>
                </a:solidFill>
                <a:latin typeface="Baloo Bhaijaan" panose="03080902040302020200" pitchFamily="66" charset="-78"/>
                <a:ea typeface="Gamja Flower"/>
                <a:cs typeface="Baloo Bhaijaan" panose="03080902040302020200" pitchFamily="66" charset="-78"/>
                <a:sym typeface="Gamja Flower"/>
              </a:rPr>
              <a:t>Jesosy</a:t>
            </a:r>
            <a:r>
              <a:rPr lang="fr-FR" sz="2000" dirty="0">
                <a:solidFill>
                  <a:schemeClr val="accent2"/>
                </a:solidFill>
                <a:latin typeface="Baloo Bhaijaan" panose="03080902040302020200" pitchFamily="66" charset="-78"/>
                <a:ea typeface="Gamja Flower"/>
                <a:cs typeface="Baloo Bhaijaan" panose="03080902040302020200" pitchFamily="66" charset="-78"/>
                <a:sym typeface="Gamja Flower"/>
              </a:rPr>
              <a:t> </a:t>
            </a:r>
            <a:r>
              <a:rPr lang="fr-FR" sz="2000" dirty="0" err="1">
                <a:solidFill>
                  <a:schemeClr val="accent2"/>
                </a:solidFill>
                <a:latin typeface="Baloo Bhaijaan" panose="03080902040302020200" pitchFamily="66" charset="-78"/>
                <a:ea typeface="Gamja Flower"/>
                <a:cs typeface="Baloo Bhaijaan" panose="03080902040302020200" pitchFamily="66" charset="-78"/>
                <a:sym typeface="Gamja Flower"/>
              </a:rPr>
              <a:t>ny</a:t>
            </a:r>
            <a:r>
              <a:rPr lang="fr-FR" sz="2000" dirty="0">
                <a:solidFill>
                  <a:schemeClr val="accent2"/>
                </a:solidFill>
                <a:latin typeface="Baloo Bhaijaan" panose="03080902040302020200" pitchFamily="66" charset="-78"/>
                <a:ea typeface="Gamja Flower"/>
                <a:cs typeface="Baloo Bhaijaan" panose="03080902040302020200" pitchFamily="66" charset="-78"/>
                <a:sym typeface="Gamja Flower"/>
              </a:rPr>
              <a:t> </a:t>
            </a:r>
            <a:r>
              <a:rPr lang="fr-FR" sz="2000" dirty="0" err="1">
                <a:solidFill>
                  <a:schemeClr val="accent2"/>
                </a:solidFill>
                <a:latin typeface="Baloo Bhaijaan" panose="03080902040302020200" pitchFamily="66" charset="-78"/>
                <a:ea typeface="Gamja Flower"/>
                <a:cs typeface="Baloo Bhaijaan" panose="03080902040302020200" pitchFamily="66" charset="-78"/>
                <a:sym typeface="Gamja Flower"/>
              </a:rPr>
              <a:t>vavakao</a:t>
            </a:r>
            <a:r>
              <a:rPr lang="fr-FR" sz="2000" dirty="0">
                <a:solidFill>
                  <a:schemeClr val="accent2"/>
                </a:solidFill>
                <a:latin typeface="Baloo Bhaijaan" panose="03080902040302020200" pitchFamily="66" charset="-78"/>
                <a:ea typeface="Gamja Flower"/>
                <a:cs typeface="Baloo Bhaijaan" panose="03080902040302020200" pitchFamily="66" charset="-78"/>
                <a:sym typeface="Gamja Flower"/>
              </a:rPr>
              <a:t>.</a:t>
            </a:r>
            <a:endParaRPr sz="2000" dirty="0">
              <a:solidFill>
                <a:schemeClr val="accent2"/>
              </a:solidFill>
              <a:latin typeface="Baloo Bhaijaan" panose="03080902040302020200" pitchFamily="66" charset="-78"/>
              <a:ea typeface="Gamja Flower"/>
              <a:cs typeface="Baloo Bhaijaan" panose="03080902040302020200" pitchFamily="66" charset="-78"/>
              <a:sym typeface="Gamja Flower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FF19E026-5E62-D64F-A5F5-340EBDA60BFA}"/>
              </a:ext>
            </a:extLst>
          </p:cNvPr>
          <p:cNvSpPr txBox="1"/>
          <p:nvPr/>
        </p:nvSpPr>
        <p:spPr>
          <a:xfrm>
            <a:off x="3462902" y="1044092"/>
            <a:ext cx="5416658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3600" dirty="0">
                <a:solidFill>
                  <a:schemeClr val="accent2"/>
                </a:solidFill>
                <a:latin typeface="Gamja Flower"/>
                <a:ea typeface="Gamja Flower"/>
              </a:rPr>
              <a:t>“</a:t>
            </a:r>
            <a:r>
              <a:rPr lang="en-CA" sz="3600" dirty="0" err="1">
                <a:solidFill>
                  <a:schemeClr val="accent2"/>
                </a:solidFill>
                <a:latin typeface="Gamja Flower"/>
                <a:ea typeface="Gamja Flower"/>
              </a:rPr>
              <a:t>Antsoy</a:t>
            </a:r>
            <a:r>
              <a:rPr lang="en-CA" sz="36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en-CA" sz="3600" dirty="0" err="1">
                <a:solidFill>
                  <a:schemeClr val="accent2"/>
                </a:solidFill>
                <a:latin typeface="Gamja Flower"/>
                <a:ea typeface="Gamja Flower"/>
              </a:rPr>
              <a:t>Aho</a:t>
            </a:r>
            <a:r>
              <a:rPr lang="en-CA" sz="36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en-CA" sz="3600" dirty="0" err="1">
                <a:solidFill>
                  <a:schemeClr val="accent2"/>
                </a:solidFill>
                <a:latin typeface="Gamja Flower"/>
                <a:ea typeface="Gamja Flower"/>
              </a:rPr>
              <a:t>dia</a:t>
            </a:r>
            <a:r>
              <a:rPr lang="en-CA" sz="3600" dirty="0">
                <a:solidFill>
                  <a:schemeClr val="accent2"/>
                </a:solidFill>
                <a:latin typeface="Gamja Flower"/>
                <a:ea typeface="Gamja Flower"/>
              </a:rPr>
              <a:t> ho </a:t>
            </a:r>
            <a:r>
              <a:rPr lang="en-CA" sz="3600" dirty="0" err="1">
                <a:solidFill>
                  <a:schemeClr val="accent2"/>
                </a:solidFill>
                <a:latin typeface="Gamja Flower"/>
                <a:ea typeface="Gamja Flower"/>
              </a:rPr>
              <a:t>valiako</a:t>
            </a:r>
            <a:r>
              <a:rPr lang="en-CA" sz="36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en-CA" sz="3600" dirty="0" err="1">
                <a:solidFill>
                  <a:schemeClr val="accent2"/>
                </a:solidFill>
                <a:latin typeface="Gamja Flower"/>
                <a:ea typeface="Gamja Flower"/>
              </a:rPr>
              <a:t>ianao</a:t>
            </a:r>
            <a:r>
              <a:rPr lang="en-CA" sz="3600" dirty="0">
                <a:solidFill>
                  <a:schemeClr val="accent2"/>
                </a:solidFill>
                <a:latin typeface="Gamja Flower"/>
                <a:ea typeface="Gamja Flower"/>
              </a:rPr>
              <a:t> ka </a:t>
            </a:r>
            <a:r>
              <a:rPr lang="en-CA" sz="3600" dirty="0" err="1">
                <a:solidFill>
                  <a:schemeClr val="accent2"/>
                </a:solidFill>
                <a:latin typeface="Gamja Flower"/>
                <a:ea typeface="Gamja Flower"/>
              </a:rPr>
              <a:t>hampisehoako</a:t>
            </a:r>
            <a:r>
              <a:rPr lang="en-CA" sz="36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en-CA" sz="3600" dirty="0" err="1">
                <a:solidFill>
                  <a:schemeClr val="accent2"/>
                </a:solidFill>
                <a:latin typeface="Gamja Flower"/>
                <a:ea typeface="Gamja Flower"/>
              </a:rPr>
              <a:t>zavatra</a:t>
            </a:r>
            <a:r>
              <a:rPr lang="en-CA" sz="36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en-CA" sz="3600" dirty="0" err="1">
                <a:solidFill>
                  <a:schemeClr val="accent2"/>
                </a:solidFill>
                <a:latin typeface="Gamja Flower"/>
                <a:ea typeface="Gamja Flower"/>
              </a:rPr>
              <a:t>lehibe</a:t>
            </a:r>
            <a:r>
              <a:rPr lang="en-CA" sz="36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en-CA" sz="3600" dirty="0" err="1">
                <a:solidFill>
                  <a:schemeClr val="accent2"/>
                </a:solidFill>
                <a:latin typeface="Gamja Flower"/>
                <a:ea typeface="Gamja Flower"/>
              </a:rPr>
              <a:t>sy</a:t>
            </a:r>
            <a:r>
              <a:rPr lang="en-CA" sz="36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en-CA" sz="3600" dirty="0" err="1">
                <a:solidFill>
                  <a:schemeClr val="accent2"/>
                </a:solidFill>
                <a:latin typeface="Gamja Flower"/>
                <a:ea typeface="Gamja Flower"/>
              </a:rPr>
              <a:t>saro-pantarina</a:t>
            </a:r>
            <a:r>
              <a:rPr lang="en-CA" sz="36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en-CA" sz="3600" dirty="0" err="1">
                <a:solidFill>
                  <a:schemeClr val="accent2"/>
                </a:solidFill>
                <a:latin typeface="Gamja Flower"/>
                <a:ea typeface="Gamja Flower"/>
              </a:rPr>
              <a:t>izay</a:t>
            </a:r>
            <a:r>
              <a:rPr lang="en-CA" sz="36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en-CA" sz="3600" dirty="0" err="1">
                <a:solidFill>
                  <a:schemeClr val="accent2"/>
                </a:solidFill>
                <a:latin typeface="Gamja Flower"/>
                <a:ea typeface="Gamja Flower"/>
              </a:rPr>
              <a:t>tsy</a:t>
            </a:r>
            <a:r>
              <a:rPr lang="en-CA" sz="3600" dirty="0">
                <a:solidFill>
                  <a:schemeClr val="accent2"/>
                </a:solidFill>
                <a:latin typeface="Gamja Flower"/>
                <a:ea typeface="Gamja Flower"/>
              </a:rPr>
              <a:t> </a:t>
            </a:r>
            <a:r>
              <a:rPr lang="en-CA" sz="3600" dirty="0" err="1">
                <a:solidFill>
                  <a:schemeClr val="accent2"/>
                </a:solidFill>
                <a:latin typeface="Gamja Flower"/>
                <a:ea typeface="Gamja Flower"/>
              </a:rPr>
              <a:t>fantatrao</a:t>
            </a:r>
            <a:r>
              <a:rPr lang="en-CA" sz="3600" dirty="0">
                <a:solidFill>
                  <a:schemeClr val="accent2"/>
                </a:solidFill>
                <a:latin typeface="Gamja Flower"/>
                <a:ea typeface="Gamja Flower"/>
              </a:rPr>
              <a:t>.” </a:t>
            </a:r>
          </a:p>
          <a:p>
            <a:pPr algn="ctr"/>
            <a:r>
              <a:rPr lang="en-CA" sz="2400" dirty="0" err="1">
                <a:solidFill>
                  <a:schemeClr val="accent2"/>
                </a:solidFill>
                <a:latin typeface="Gamja Flower"/>
                <a:ea typeface="Gamja Flower"/>
              </a:rPr>
              <a:t>Jeremia</a:t>
            </a:r>
            <a:r>
              <a:rPr lang="en-CA" sz="2400" dirty="0">
                <a:solidFill>
                  <a:schemeClr val="accent2"/>
                </a:solidFill>
                <a:latin typeface="Gamja Flower"/>
                <a:ea typeface="Gamja Flower"/>
              </a:rPr>
              <a:t> 33.3 </a:t>
            </a:r>
            <a:endParaRPr lang="fr-MG" sz="3600" dirty="0">
              <a:solidFill>
                <a:schemeClr val="accent2"/>
              </a:solidFill>
              <a:latin typeface="Gamja Flower"/>
              <a:ea typeface="Gamja Flower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2164DB0-7511-F74D-A8A8-CC0780075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440" y="867754"/>
            <a:ext cx="3702158" cy="3702158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0848522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0" name="Google Shape;1850;p48"/>
          <p:cNvSpPr/>
          <p:nvPr/>
        </p:nvSpPr>
        <p:spPr>
          <a:xfrm>
            <a:off x="2509988" y="405687"/>
            <a:ext cx="1115025" cy="1053275"/>
          </a:xfrm>
          <a:custGeom>
            <a:avLst/>
            <a:gdLst/>
            <a:ahLst/>
            <a:cxnLst/>
            <a:rect l="l" t="t" r="r" b="b"/>
            <a:pathLst>
              <a:path w="939" h="887" extrusionOk="0">
                <a:moveTo>
                  <a:pt x="511" y="0"/>
                </a:moveTo>
                <a:cubicBezTo>
                  <a:pt x="433" y="0"/>
                  <a:pt x="354" y="20"/>
                  <a:pt x="286" y="55"/>
                </a:cubicBezTo>
                <a:cubicBezTo>
                  <a:pt x="84" y="152"/>
                  <a:pt x="0" y="361"/>
                  <a:pt x="71" y="578"/>
                </a:cubicBezTo>
                <a:cubicBezTo>
                  <a:pt x="104" y="695"/>
                  <a:pt x="196" y="807"/>
                  <a:pt x="313" y="855"/>
                </a:cubicBezTo>
                <a:cubicBezTo>
                  <a:pt x="361" y="876"/>
                  <a:pt x="414" y="886"/>
                  <a:pt x="467" y="886"/>
                </a:cubicBezTo>
                <a:cubicBezTo>
                  <a:pt x="606" y="886"/>
                  <a:pt x="748" y="818"/>
                  <a:pt x="829" y="703"/>
                </a:cubicBezTo>
                <a:cubicBezTo>
                  <a:pt x="939" y="543"/>
                  <a:pt x="932" y="312"/>
                  <a:pt x="822" y="152"/>
                </a:cubicBezTo>
                <a:cubicBezTo>
                  <a:pt x="750" y="47"/>
                  <a:pt x="632" y="0"/>
                  <a:pt x="51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851" name="Google Shape;1851;p48"/>
          <p:cNvSpPr txBox="1">
            <a:spLocks noGrp="1"/>
          </p:cNvSpPr>
          <p:nvPr>
            <p:ph type="title" idx="2"/>
          </p:nvPr>
        </p:nvSpPr>
        <p:spPr>
          <a:xfrm>
            <a:off x="2570250" y="511425"/>
            <a:ext cx="994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</a:t>
            </a:r>
            <a:endParaRPr dirty="0"/>
          </a:p>
        </p:txBody>
      </p:sp>
      <p:sp>
        <p:nvSpPr>
          <p:cNvPr id="1853" name="Google Shape;1853;p48"/>
          <p:cNvSpPr txBox="1">
            <a:spLocks noGrp="1"/>
          </p:cNvSpPr>
          <p:nvPr>
            <p:ph type="title"/>
          </p:nvPr>
        </p:nvSpPr>
        <p:spPr>
          <a:xfrm>
            <a:off x="-167116" y="2047275"/>
            <a:ext cx="6469232" cy="19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400" dirty="0"/>
              <a:t>MAMITA IRAKA</a:t>
            </a:r>
            <a:br>
              <a:rPr lang="fr-FR" sz="4400" dirty="0"/>
            </a:br>
            <a:endParaRPr lang="fr-FR" sz="4400" dirty="0"/>
          </a:p>
        </p:txBody>
      </p:sp>
      <p:cxnSp>
        <p:nvCxnSpPr>
          <p:cNvPr id="1942" name="Google Shape;1942;p48"/>
          <p:cNvCxnSpPr/>
          <p:nvPr/>
        </p:nvCxnSpPr>
        <p:spPr>
          <a:xfrm>
            <a:off x="1941000" y="4554088"/>
            <a:ext cx="2253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3" name="Image 2">
            <a:extLst>
              <a:ext uri="{FF2B5EF4-FFF2-40B4-BE49-F238E27FC236}">
                <a16:creationId xmlns:a16="http://schemas.microsoft.com/office/drawing/2014/main" id="{501D40B6-B5B3-D041-95C6-D5F8BCCEB22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572000" y="-1595413"/>
            <a:ext cx="4099416" cy="728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4074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A5C2E633-7902-DC40-8772-9F29E3888C4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7194"/>
          <a:stretch/>
        </p:blipFill>
        <p:spPr>
          <a:xfrm>
            <a:off x="147581" y="65903"/>
            <a:ext cx="4207441" cy="5163844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935EB08C-161F-6F4F-9DE8-0243939A910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88979" y="65903"/>
            <a:ext cx="3910110" cy="5143500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5B38F125-47C0-4F42-A0DC-5D9063EF720D}"/>
              </a:ext>
            </a:extLst>
          </p:cNvPr>
          <p:cNvSpPr txBox="1"/>
          <p:nvPr/>
        </p:nvSpPr>
        <p:spPr>
          <a:xfrm>
            <a:off x="626075" y="1458097"/>
            <a:ext cx="2949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G" sz="1800" dirty="0">
                <a:latin typeface="Baloo Bhaijaan" panose="03080902040302020200" pitchFamily="66" charset="-78"/>
                <a:cs typeface="Baloo Bhaijaan" panose="03080902040302020200" pitchFamily="66" charset="-78"/>
              </a:rPr>
              <a:t>MIARAHABA TOMPOKO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2495235-7B22-B646-AA0B-6A2C3704E3AC}"/>
              </a:ext>
            </a:extLst>
          </p:cNvPr>
          <p:cNvSpPr txBox="1"/>
          <p:nvPr/>
        </p:nvSpPr>
        <p:spPr>
          <a:xfrm>
            <a:off x="776728" y="2946740"/>
            <a:ext cx="2949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G" sz="1800" dirty="0">
                <a:latin typeface="Baloo Bhaijaan" panose="03080902040302020200" pitchFamily="66" charset="-78"/>
                <a:cs typeface="Baloo Bhaijaan" panose="03080902040302020200" pitchFamily="66" charset="-78"/>
              </a:rPr>
              <a:t>MISAOTRA TOMPOKO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4D36928-4D24-774E-B9D6-2C4A12BE4002}"/>
              </a:ext>
            </a:extLst>
          </p:cNvPr>
          <p:cNvSpPr txBox="1"/>
          <p:nvPr/>
        </p:nvSpPr>
        <p:spPr>
          <a:xfrm>
            <a:off x="626075" y="4250717"/>
            <a:ext cx="2949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G" sz="1800" dirty="0">
                <a:latin typeface="Baloo Bhaijaan" panose="03080902040302020200" pitchFamily="66" charset="-78"/>
                <a:cs typeface="Baloo Bhaijaan" panose="03080902040302020200" pitchFamily="66" charset="-78"/>
              </a:rPr>
              <a:t>AZAFADY TOMPOKO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E574BBC-FAC6-C144-961F-887B825BE557}"/>
              </a:ext>
            </a:extLst>
          </p:cNvPr>
          <p:cNvSpPr txBox="1"/>
          <p:nvPr/>
        </p:nvSpPr>
        <p:spPr>
          <a:xfrm>
            <a:off x="5015038" y="645241"/>
            <a:ext cx="17932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G" sz="1600" b="1" dirty="0">
                <a:solidFill>
                  <a:schemeClr val="tx1">
                    <a:lumMod val="25000"/>
                  </a:schemeClr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MIHAINO TSARA NY FEON’I JEHOVAH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7051F88D-2EE8-7641-853F-08BD32314470}"/>
              </a:ext>
            </a:extLst>
          </p:cNvPr>
          <p:cNvSpPr txBox="1"/>
          <p:nvPr/>
        </p:nvSpPr>
        <p:spPr>
          <a:xfrm>
            <a:off x="7025274" y="408117"/>
            <a:ext cx="16738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G" sz="1600" b="1" dirty="0">
                <a:solidFill>
                  <a:schemeClr val="tx1">
                    <a:lumMod val="25000"/>
                  </a:schemeClr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MANARAKA NY DIDINY REHETRA</a:t>
            </a:r>
          </a:p>
        </p:txBody>
      </p:sp>
    </p:spTree>
    <p:extLst>
      <p:ext uri="{BB962C8B-B14F-4D97-AF65-F5344CB8AC3E}">
        <p14:creationId xmlns:p14="http://schemas.microsoft.com/office/powerpoint/2010/main" val="39320770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A40D99-3E03-684B-AE62-7F5D61096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FANTARO ARY TIAVO I JESOSY</a:t>
            </a:r>
            <a:br>
              <a:rPr lang="fr-FR" dirty="0"/>
            </a:br>
            <a:br>
              <a:rPr lang="fr-FR" dirty="0"/>
            </a:br>
            <a:endParaRPr lang="fr-MG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1B2F077-F538-C344-B8D2-508714203CEA}"/>
              </a:ext>
            </a:extLst>
          </p:cNvPr>
          <p:cNvSpPr txBox="1"/>
          <p:nvPr/>
        </p:nvSpPr>
        <p:spPr>
          <a:xfrm>
            <a:off x="887278" y="897990"/>
            <a:ext cx="8070742" cy="2793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itchFamily="2" charset="2"/>
              <a:buChar char=""/>
              <a:tabLst>
                <a:tab pos="127635" algn="l"/>
              </a:tabLst>
            </a:pPr>
            <a:r>
              <a:rPr lang="ms-MY" sz="2400" spc="0" dirty="0" err="1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Ianaro</a:t>
            </a:r>
            <a:r>
              <a:rPr lang="ms-MY" sz="2400" spc="0" dirty="0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 </a:t>
            </a:r>
            <a:r>
              <a:rPr lang="ms-MY" sz="2400" spc="0" dirty="0" err="1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ao</a:t>
            </a:r>
            <a:r>
              <a:rPr lang="ms-MY" sz="2400" spc="0" dirty="0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 </a:t>
            </a:r>
            <a:r>
              <a:rPr lang="ms-MY" sz="2400" spc="0" dirty="0" err="1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amin’ny</a:t>
            </a:r>
            <a:r>
              <a:rPr lang="ms-MY" sz="2400" spc="0" dirty="0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 </a:t>
            </a:r>
            <a:r>
              <a:rPr lang="ms-MY" sz="2400" spc="0" dirty="0" err="1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Baiboly</a:t>
            </a:r>
            <a:r>
              <a:rPr lang="ms-MY" sz="2400" spc="0" dirty="0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 </a:t>
            </a:r>
            <a:r>
              <a:rPr lang="ms-MY" sz="2400" spc="0" dirty="0" err="1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ny</a:t>
            </a:r>
            <a:r>
              <a:rPr lang="ms-MY" sz="2400" spc="0" dirty="0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 </a:t>
            </a:r>
            <a:r>
              <a:rPr lang="ms-MY" sz="2400" spc="0" dirty="0" err="1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momba</a:t>
            </a:r>
            <a:r>
              <a:rPr lang="ms-MY" sz="2400" spc="0" dirty="0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 </a:t>
            </a:r>
            <a:r>
              <a:rPr lang="ms-MY" sz="2400" spc="0" dirty="0" err="1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an’i</a:t>
            </a:r>
            <a:r>
              <a:rPr lang="ms-MY" sz="2400" spc="0" dirty="0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 </a:t>
            </a:r>
            <a:r>
              <a:rPr lang="ms-MY" sz="2400" spc="0" dirty="0" err="1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Jesosy</a:t>
            </a:r>
            <a:r>
              <a:rPr lang="ms-MY" sz="2400" spc="0" dirty="0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 </a:t>
            </a:r>
            <a:r>
              <a:rPr lang="ms-MY" sz="2400" spc="0" dirty="0" err="1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sy</a:t>
            </a:r>
            <a:r>
              <a:rPr lang="ms-MY" sz="2400" spc="0" dirty="0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 </a:t>
            </a:r>
            <a:r>
              <a:rPr lang="ms-MY" sz="2400" spc="0" dirty="0" err="1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ny</a:t>
            </a:r>
            <a:r>
              <a:rPr lang="ms-MY" sz="2400" spc="200" dirty="0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 </a:t>
            </a:r>
            <a:r>
              <a:rPr lang="ms-MY" sz="2400" spc="-10" dirty="0" err="1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Fitiavany</a:t>
            </a:r>
            <a:r>
              <a:rPr lang="ms-MY" sz="2400" spc="-10" dirty="0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.</a:t>
            </a:r>
            <a:endParaRPr lang="fr-MG" sz="7200" spc="0" dirty="0">
              <a:effectLst/>
              <a:latin typeface="Myriad Pro Cond"/>
              <a:ea typeface="Wingdings" pitchFamily="2" charset="2"/>
              <a:cs typeface="Wingdings" pitchFamily="2" charset="2"/>
            </a:endParaRPr>
          </a:p>
          <a:p>
            <a:pPr marL="342900" lvl="0" indent="-342900">
              <a:lnSpc>
                <a:spcPct val="150000"/>
              </a:lnSpc>
              <a:buFont typeface="Wingdings" pitchFamily="2" charset="2"/>
              <a:buChar char=""/>
              <a:tabLst>
                <a:tab pos="127635" algn="l"/>
              </a:tabLst>
            </a:pPr>
            <a:r>
              <a:rPr lang="ms-MY" sz="2400" spc="0" dirty="0" err="1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Minoa</a:t>
            </a:r>
            <a:r>
              <a:rPr lang="ms-MY" sz="2400" spc="20" dirty="0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 </a:t>
            </a:r>
            <a:r>
              <a:rPr lang="ms-MY" sz="2400" spc="0" dirty="0" err="1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an’i</a:t>
            </a:r>
            <a:r>
              <a:rPr lang="ms-MY" sz="2400" spc="25" dirty="0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 </a:t>
            </a:r>
            <a:r>
              <a:rPr lang="ms-MY" sz="2400" spc="0" dirty="0" err="1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Jesosy</a:t>
            </a:r>
            <a:r>
              <a:rPr lang="ms-MY" sz="2400" spc="25" dirty="0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 </a:t>
            </a:r>
            <a:r>
              <a:rPr lang="ms-MY" sz="2400" spc="0" dirty="0" err="1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ary</a:t>
            </a:r>
            <a:r>
              <a:rPr lang="ms-MY" sz="2400" spc="25" dirty="0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 </a:t>
            </a:r>
            <a:r>
              <a:rPr lang="ms-MY" sz="2400" spc="0" dirty="0" err="1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matokia</a:t>
            </a:r>
            <a:r>
              <a:rPr lang="ms-MY" sz="2400" spc="20" dirty="0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 </a:t>
            </a:r>
            <a:r>
              <a:rPr lang="ms-MY" sz="2400" spc="0" dirty="0" err="1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Azy</a:t>
            </a:r>
            <a:r>
              <a:rPr lang="ms-MY" sz="2400" spc="25" dirty="0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 </a:t>
            </a:r>
            <a:r>
              <a:rPr lang="ms-MY" sz="2400" spc="0" dirty="0" err="1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sy</a:t>
            </a:r>
            <a:r>
              <a:rPr lang="ms-MY" sz="2400" spc="25" dirty="0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 </a:t>
            </a:r>
            <a:r>
              <a:rPr lang="ms-MY" sz="2400" spc="0" dirty="0" err="1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ny</a:t>
            </a:r>
            <a:r>
              <a:rPr lang="ms-MY" sz="2400" spc="-5" dirty="0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 </a:t>
            </a:r>
            <a:r>
              <a:rPr lang="ms-MY" sz="2400" spc="-10" dirty="0" err="1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Teniny</a:t>
            </a:r>
            <a:r>
              <a:rPr lang="ms-MY" sz="2400" spc="-10" dirty="0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.</a:t>
            </a:r>
            <a:endParaRPr lang="fr-MG" sz="7200" spc="0" dirty="0">
              <a:effectLst/>
              <a:latin typeface="Myriad Pro Cond"/>
              <a:ea typeface="Wingdings" pitchFamily="2" charset="2"/>
              <a:cs typeface="Wingdings" pitchFamily="2" charset="2"/>
            </a:endParaRPr>
          </a:p>
          <a:p>
            <a:pPr marL="342900" lvl="0" indent="-342900">
              <a:lnSpc>
                <a:spcPct val="150000"/>
              </a:lnSpc>
              <a:buFont typeface="Wingdings" pitchFamily="2" charset="2"/>
              <a:buChar char=""/>
              <a:tabLst>
                <a:tab pos="127635" algn="l"/>
              </a:tabLst>
            </a:pPr>
            <a:r>
              <a:rPr lang="ms-MY" sz="2400" spc="0" dirty="0" err="1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Tiavo</a:t>
            </a:r>
            <a:r>
              <a:rPr lang="ms-MY" sz="2400" spc="35" dirty="0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 </a:t>
            </a:r>
            <a:r>
              <a:rPr lang="ms-MY" sz="2400" spc="0" dirty="0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i</a:t>
            </a:r>
            <a:r>
              <a:rPr lang="ms-MY" sz="2400" spc="40" dirty="0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 </a:t>
            </a:r>
            <a:r>
              <a:rPr lang="ms-MY" sz="2400" spc="0" dirty="0" err="1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Jesosy</a:t>
            </a:r>
            <a:r>
              <a:rPr lang="ms-MY" sz="2400" spc="40" dirty="0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 </a:t>
            </a:r>
            <a:r>
              <a:rPr lang="ms-MY" sz="2400" spc="0" dirty="0" err="1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ary</a:t>
            </a:r>
            <a:r>
              <a:rPr lang="ms-MY" sz="2400" spc="40" dirty="0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 </a:t>
            </a:r>
            <a:r>
              <a:rPr lang="ms-MY" sz="2400" spc="0" dirty="0" err="1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mifidiana</a:t>
            </a:r>
            <a:r>
              <a:rPr lang="ms-MY" sz="2400" spc="40" dirty="0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 </a:t>
            </a:r>
            <a:r>
              <a:rPr lang="ms-MY" sz="2400" spc="0" dirty="0" err="1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hanara</a:t>
            </a:r>
            <a:r>
              <a:rPr lang="ms-MY" sz="2400" spc="0" dirty="0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-dia</a:t>
            </a:r>
            <a:r>
              <a:rPr lang="ms-MY" sz="2400" spc="40" dirty="0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 </a:t>
            </a:r>
            <a:r>
              <a:rPr lang="ms-MY" sz="2400" spc="-20" dirty="0" err="1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Azy</a:t>
            </a:r>
            <a:r>
              <a:rPr lang="ms-MY" sz="2400" spc="-20" dirty="0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.</a:t>
            </a:r>
            <a:endParaRPr lang="fr-MG" sz="7200" spc="0" dirty="0">
              <a:effectLst/>
              <a:latin typeface="Myriad Pro Cond"/>
              <a:ea typeface="Wingdings" pitchFamily="2" charset="2"/>
              <a:cs typeface="Wingdings" pitchFamily="2" charset="2"/>
            </a:endParaRPr>
          </a:p>
          <a:p>
            <a:pPr marL="342900" lvl="0" indent="-342900">
              <a:lnSpc>
                <a:spcPct val="150000"/>
              </a:lnSpc>
              <a:buFont typeface="Wingdings" pitchFamily="2" charset="2"/>
              <a:buChar char=""/>
              <a:tabLst>
                <a:tab pos="127635" algn="l"/>
              </a:tabLst>
            </a:pPr>
            <a:r>
              <a:rPr lang="ms-MY" sz="2400" spc="0" dirty="0" err="1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Ekeo</a:t>
            </a:r>
            <a:r>
              <a:rPr lang="ms-MY" sz="2400" spc="-30" dirty="0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 </a:t>
            </a:r>
            <a:r>
              <a:rPr lang="ms-MY" sz="2400" spc="0" dirty="0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i</a:t>
            </a:r>
            <a:r>
              <a:rPr lang="ms-MY" sz="2400" spc="-25" dirty="0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 </a:t>
            </a:r>
            <a:r>
              <a:rPr lang="ms-MY" sz="2400" spc="0" dirty="0" err="1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Jesosy</a:t>
            </a:r>
            <a:r>
              <a:rPr lang="ms-MY" sz="2400" spc="-30" dirty="0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 </a:t>
            </a:r>
            <a:r>
              <a:rPr lang="ms-MY" sz="2400" spc="0" dirty="0" err="1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ary</a:t>
            </a:r>
            <a:r>
              <a:rPr lang="ms-MY" sz="2400" spc="-25" dirty="0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 </a:t>
            </a:r>
            <a:r>
              <a:rPr lang="ms-MY" sz="2400" spc="0" dirty="0" err="1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raiso</a:t>
            </a:r>
            <a:r>
              <a:rPr lang="ms-MY" sz="2400" spc="-25" dirty="0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 </a:t>
            </a:r>
            <a:r>
              <a:rPr lang="ms-MY" sz="2400" spc="0" dirty="0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ho</a:t>
            </a:r>
            <a:r>
              <a:rPr lang="ms-MY" sz="2400" spc="-30" dirty="0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 </a:t>
            </a:r>
            <a:r>
              <a:rPr lang="ms-MY" sz="2400" spc="0" dirty="0" err="1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Sakaizanao</a:t>
            </a:r>
            <a:r>
              <a:rPr lang="ms-MY" sz="2400" spc="-25" dirty="0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 </a:t>
            </a:r>
            <a:r>
              <a:rPr lang="ms-MY" sz="2400" spc="0" dirty="0" err="1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sy</a:t>
            </a:r>
            <a:r>
              <a:rPr lang="ms-MY" sz="2400" spc="-30" dirty="0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 </a:t>
            </a:r>
            <a:r>
              <a:rPr lang="ms-MY" sz="2400" spc="-10" dirty="0" err="1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Mpamonjinao</a:t>
            </a:r>
            <a:r>
              <a:rPr lang="ms-MY" sz="2400" spc="-10" dirty="0">
                <a:solidFill>
                  <a:srgbClr val="231F20"/>
                </a:solidFill>
                <a:effectLst/>
                <a:latin typeface="Myriad Pro Cond"/>
                <a:ea typeface="Wingdings" pitchFamily="2" charset="2"/>
                <a:cs typeface="Wingdings" pitchFamily="2" charset="2"/>
              </a:rPr>
              <a:t>!</a:t>
            </a:r>
            <a:endParaRPr lang="fr-MG" sz="7200" spc="0" dirty="0">
              <a:effectLst/>
              <a:latin typeface="Myriad Pro Cond"/>
              <a:ea typeface="Wingdings" pitchFamily="2" charset="2"/>
              <a:cs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2112705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BEF562A-D133-3942-8688-12F922107783}"/>
              </a:ext>
            </a:extLst>
          </p:cNvPr>
          <p:cNvPicPr/>
          <p:nvPr/>
        </p:nvPicPr>
        <p:blipFill rotWithShape="1">
          <a:blip r:embed="rId2" cstate="print"/>
          <a:srcRect b="25379"/>
          <a:stretch/>
        </p:blipFill>
        <p:spPr>
          <a:xfrm>
            <a:off x="201478" y="0"/>
            <a:ext cx="8942522" cy="305280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4EF142E5-897E-CA4B-8B86-AEBCFEF2E58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6F4F6"/>
              </a:clrFrom>
              <a:clrTo>
                <a:srgbClr val="E6F4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52129" y="645870"/>
            <a:ext cx="4397287" cy="3851759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6A2E618C-0A09-CC4E-BADA-35214F02B46A}"/>
              </a:ext>
            </a:extLst>
          </p:cNvPr>
          <p:cNvSpPr txBox="1"/>
          <p:nvPr/>
        </p:nvSpPr>
        <p:spPr>
          <a:xfrm>
            <a:off x="4397287" y="547713"/>
            <a:ext cx="4804475" cy="4296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Wingdings" pitchFamily="2" charset="2"/>
              <a:buChar char=""/>
              <a:tabLst>
                <a:tab pos="187960" algn="l"/>
              </a:tabLst>
            </a:pPr>
            <a:r>
              <a:rPr lang="ms-MY" sz="2400" b="1" spc="0" dirty="0">
                <a:solidFill>
                  <a:srgbClr val="C00000"/>
                </a:solidFill>
                <a:effectLst/>
                <a:latin typeface="Baloo Bhaijaan" panose="03080902040302020200" pitchFamily="66" charset="-78"/>
                <a:ea typeface="Wingdings" pitchFamily="2" charset="2"/>
                <a:cs typeface="Baloo Bhaijaan" panose="03080902040302020200" pitchFamily="66" charset="-78"/>
              </a:rPr>
              <a:t>METEZA</a:t>
            </a:r>
            <a:r>
              <a:rPr lang="ms-MY" sz="2400" b="1" spc="65" dirty="0">
                <a:solidFill>
                  <a:srgbClr val="C00000"/>
                </a:solidFill>
                <a:effectLst/>
                <a:latin typeface="Baloo Bhaijaan" panose="03080902040302020200" pitchFamily="66" charset="-78"/>
                <a:ea typeface="Wingdings" pitchFamily="2" charset="2"/>
                <a:cs typeface="Baloo Bhaijaan" panose="03080902040302020200" pitchFamily="66" charset="-78"/>
              </a:rPr>
              <a:t> </a:t>
            </a:r>
            <a:r>
              <a:rPr lang="ms-MY" sz="2400" b="1" spc="0" dirty="0">
                <a:solidFill>
                  <a:srgbClr val="C00000"/>
                </a:solidFill>
                <a:effectLst/>
                <a:latin typeface="Baloo Bhaijaan" panose="03080902040302020200" pitchFamily="66" charset="-78"/>
                <a:ea typeface="Wingdings" pitchFamily="2" charset="2"/>
                <a:cs typeface="Baloo Bhaijaan" panose="03080902040302020200" pitchFamily="66" charset="-78"/>
              </a:rPr>
              <a:t>HO</a:t>
            </a:r>
            <a:r>
              <a:rPr lang="ms-MY" sz="2400" b="1" spc="70" dirty="0">
                <a:solidFill>
                  <a:srgbClr val="C00000"/>
                </a:solidFill>
                <a:effectLst/>
                <a:latin typeface="Baloo Bhaijaan" panose="03080902040302020200" pitchFamily="66" charset="-78"/>
                <a:ea typeface="Wingdings" pitchFamily="2" charset="2"/>
                <a:cs typeface="Baloo Bhaijaan" panose="03080902040302020200" pitchFamily="66" charset="-78"/>
              </a:rPr>
              <a:t> </a:t>
            </a:r>
            <a:r>
              <a:rPr lang="ms-MY" sz="2400" b="1" spc="-10" dirty="0">
                <a:solidFill>
                  <a:srgbClr val="C00000"/>
                </a:solidFill>
                <a:effectLst/>
                <a:latin typeface="Baloo Bhaijaan" panose="03080902040302020200" pitchFamily="66" charset="-78"/>
                <a:ea typeface="Wingdings" pitchFamily="2" charset="2"/>
                <a:cs typeface="Baloo Bhaijaan" panose="03080902040302020200" pitchFamily="66" charset="-78"/>
              </a:rPr>
              <a:t>NAMANA</a:t>
            </a:r>
            <a:endParaRPr lang="fr-MG" sz="3600" spc="0" dirty="0">
              <a:solidFill>
                <a:srgbClr val="C00000"/>
              </a:solidFill>
              <a:effectLst/>
              <a:latin typeface="Baloo Bhaijaan" panose="03080902040302020200" pitchFamily="66" charset="-78"/>
              <a:ea typeface="Wingdings" pitchFamily="2" charset="2"/>
              <a:cs typeface="Baloo Bhaijaan" panose="03080902040302020200" pitchFamily="66" charset="-78"/>
            </a:endParaRPr>
          </a:p>
          <a:p>
            <a:pPr marL="342900" lvl="0" indent="-342900">
              <a:spcBef>
                <a:spcPts val="225"/>
              </a:spcBef>
              <a:spcAft>
                <a:spcPts val="0"/>
              </a:spcAft>
              <a:buFont typeface="Wingdings" pitchFamily="2" charset="2"/>
              <a:buChar char=""/>
              <a:tabLst>
                <a:tab pos="187960" algn="l"/>
                <a:tab pos="189865" algn="l"/>
              </a:tabLst>
            </a:pPr>
            <a:r>
              <a:rPr lang="ms-MY" sz="2400" b="1" spc="0" dirty="0">
                <a:solidFill>
                  <a:srgbClr val="002060"/>
                </a:solidFill>
                <a:effectLst/>
                <a:latin typeface="Baloo Bhaijaan" panose="03080902040302020200" pitchFamily="66" charset="-78"/>
                <a:ea typeface="Wingdings" pitchFamily="2" charset="2"/>
                <a:cs typeface="Baloo Bhaijaan" panose="03080902040302020200" pitchFamily="66" charset="-78"/>
              </a:rPr>
              <a:t>ZARAO AMIN’NY NAMANA</a:t>
            </a:r>
            <a:r>
              <a:rPr lang="ms-MY" sz="2400" b="1" spc="200" dirty="0">
                <a:solidFill>
                  <a:srgbClr val="002060"/>
                </a:solidFill>
                <a:effectLst/>
                <a:latin typeface="Baloo Bhaijaan" panose="03080902040302020200" pitchFamily="66" charset="-78"/>
                <a:ea typeface="Wingdings" pitchFamily="2" charset="2"/>
                <a:cs typeface="Baloo Bhaijaan" panose="03080902040302020200" pitchFamily="66" charset="-78"/>
              </a:rPr>
              <a:t> </a:t>
            </a:r>
            <a:r>
              <a:rPr lang="ms-MY" sz="2400" b="1" spc="0" dirty="0">
                <a:solidFill>
                  <a:srgbClr val="002060"/>
                </a:solidFill>
                <a:effectLst/>
                <a:latin typeface="Baloo Bhaijaan" panose="03080902040302020200" pitchFamily="66" charset="-78"/>
                <a:ea typeface="Wingdings" pitchFamily="2" charset="2"/>
                <a:cs typeface="Baloo Bhaijaan" panose="03080902040302020200" pitchFamily="66" charset="-78"/>
              </a:rPr>
              <a:t>IRAY I JESOSY</a:t>
            </a:r>
            <a:endParaRPr lang="fr-MG" sz="3600" spc="0" dirty="0">
              <a:solidFill>
                <a:srgbClr val="002060"/>
              </a:solidFill>
              <a:effectLst/>
              <a:latin typeface="Baloo Bhaijaan" panose="03080902040302020200" pitchFamily="66" charset="-78"/>
              <a:ea typeface="Wingdings" pitchFamily="2" charset="2"/>
              <a:cs typeface="Baloo Bhaijaan" panose="03080902040302020200" pitchFamily="66" charset="-78"/>
            </a:endParaRPr>
          </a:p>
          <a:p>
            <a:pPr marL="342900" marR="381000" lvl="0" indent="-342900">
              <a:spcBef>
                <a:spcPts val="280"/>
              </a:spcBef>
              <a:spcAft>
                <a:spcPts val="0"/>
              </a:spcAft>
              <a:buFont typeface="Wingdings" pitchFamily="2" charset="2"/>
              <a:buChar char=""/>
              <a:tabLst>
                <a:tab pos="187960" algn="l"/>
                <a:tab pos="189865" algn="l"/>
              </a:tabLst>
            </a:pPr>
            <a:r>
              <a:rPr lang="ms-MY" sz="2400" b="1" spc="0" dirty="0">
                <a:solidFill>
                  <a:schemeClr val="bg1">
                    <a:lumMod val="25000"/>
                  </a:schemeClr>
                </a:solidFill>
                <a:effectLst/>
                <a:latin typeface="Baloo Bhaijaan" panose="03080902040302020200" pitchFamily="66" charset="-78"/>
                <a:ea typeface="Wingdings" pitchFamily="2" charset="2"/>
                <a:cs typeface="Baloo Bhaijaan" panose="03080902040302020200" pitchFamily="66" charset="-78"/>
              </a:rPr>
              <a:t>MIANARA BAIBOLY</a:t>
            </a:r>
            <a:r>
              <a:rPr lang="ms-MY" sz="2400" b="1" spc="200" dirty="0">
                <a:solidFill>
                  <a:schemeClr val="bg1">
                    <a:lumMod val="25000"/>
                  </a:schemeClr>
                </a:solidFill>
                <a:effectLst/>
                <a:latin typeface="Baloo Bhaijaan" panose="03080902040302020200" pitchFamily="66" charset="-78"/>
                <a:ea typeface="Wingdings" pitchFamily="2" charset="2"/>
                <a:cs typeface="Baloo Bhaijaan" panose="03080902040302020200" pitchFamily="66" charset="-78"/>
              </a:rPr>
              <a:t> </a:t>
            </a:r>
            <a:r>
              <a:rPr lang="ms-MY" sz="2400" b="1" spc="0" dirty="0">
                <a:solidFill>
                  <a:schemeClr val="bg1">
                    <a:lumMod val="25000"/>
                  </a:schemeClr>
                </a:solidFill>
                <a:effectLst/>
                <a:latin typeface="Baloo Bhaijaan" panose="03080902040302020200" pitchFamily="66" charset="-78"/>
                <a:ea typeface="Wingdings" pitchFamily="2" charset="2"/>
                <a:cs typeface="Baloo Bhaijaan" panose="03080902040302020200" pitchFamily="66" charset="-78"/>
              </a:rPr>
              <a:t>MIARAKA AMIN’NY</a:t>
            </a:r>
            <a:r>
              <a:rPr lang="ms-MY" sz="2400" b="1" spc="200" dirty="0">
                <a:solidFill>
                  <a:schemeClr val="bg1">
                    <a:lumMod val="25000"/>
                  </a:schemeClr>
                </a:solidFill>
                <a:effectLst/>
                <a:latin typeface="Baloo Bhaijaan" panose="03080902040302020200" pitchFamily="66" charset="-78"/>
                <a:ea typeface="Wingdings" pitchFamily="2" charset="2"/>
                <a:cs typeface="Baloo Bhaijaan" panose="03080902040302020200" pitchFamily="66" charset="-78"/>
              </a:rPr>
              <a:t> </a:t>
            </a:r>
            <a:r>
              <a:rPr lang="ms-MY" sz="2400" b="1" spc="0" dirty="0">
                <a:solidFill>
                  <a:schemeClr val="bg1">
                    <a:lumMod val="25000"/>
                  </a:schemeClr>
                </a:solidFill>
                <a:effectLst/>
                <a:latin typeface="Baloo Bhaijaan" panose="03080902040302020200" pitchFamily="66" charset="-78"/>
                <a:ea typeface="Wingdings" pitchFamily="2" charset="2"/>
                <a:cs typeface="Baloo Bhaijaan" panose="03080902040302020200" pitchFamily="66" charset="-78"/>
              </a:rPr>
              <a:t>NAMANA IRAY</a:t>
            </a:r>
            <a:endParaRPr lang="fr-MG" sz="3600" spc="0" dirty="0">
              <a:solidFill>
                <a:schemeClr val="bg1">
                  <a:lumMod val="25000"/>
                </a:schemeClr>
              </a:solidFill>
              <a:effectLst/>
              <a:latin typeface="Baloo Bhaijaan" panose="03080902040302020200" pitchFamily="66" charset="-78"/>
              <a:ea typeface="Wingdings" pitchFamily="2" charset="2"/>
              <a:cs typeface="Baloo Bhaijaan" panose="03080902040302020200" pitchFamily="66" charset="-78"/>
            </a:endParaRPr>
          </a:p>
          <a:p>
            <a:pPr marL="342900" marR="130175" lvl="0" indent="-342900">
              <a:spcBef>
                <a:spcPts val="290"/>
              </a:spcBef>
              <a:spcAft>
                <a:spcPts val="0"/>
              </a:spcAft>
              <a:buFont typeface="Wingdings" pitchFamily="2" charset="2"/>
              <a:buChar char=""/>
              <a:tabLst>
                <a:tab pos="187960" algn="l"/>
                <a:tab pos="189865" algn="l"/>
              </a:tabLst>
            </a:pPr>
            <a:r>
              <a:rPr lang="ms-MY" sz="2400" b="1" spc="0" dirty="0">
                <a:solidFill>
                  <a:schemeClr val="accent2">
                    <a:lumMod val="50000"/>
                  </a:schemeClr>
                </a:solidFill>
                <a:effectLst/>
                <a:latin typeface="Baloo Bhaijaan" panose="03080902040302020200" pitchFamily="66" charset="-78"/>
                <a:ea typeface="Wingdings" pitchFamily="2" charset="2"/>
                <a:cs typeface="Baloo Bhaijaan" panose="03080902040302020200" pitchFamily="66" charset="-78"/>
              </a:rPr>
              <a:t>MANASÀ NAMANA IRAY</a:t>
            </a:r>
            <a:r>
              <a:rPr lang="ms-MY" sz="2400" b="1" spc="200" dirty="0">
                <a:solidFill>
                  <a:schemeClr val="accent2">
                    <a:lumMod val="50000"/>
                  </a:schemeClr>
                </a:solidFill>
                <a:effectLst/>
                <a:latin typeface="Baloo Bhaijaan" panose="03080902040302020200" pitchFamily="66" charset="-78"/>
                <a:ea typeface="Wingdings" pitchFamily="2" charset="2"/>
                <a:cs typeface="Baloo Bhaijaan" panose="03080902040302020200" pitchFamily="66" charset="-78"/>
              </a:rPr>
              <a:t> </a:t>
            </a:r>
            <a:r>
              <a:rPr lang="ms-MY" sz="2400" b="1" spc="0" dirty="0">
                <a:solidFill>
                  <a:schemeClr val="accent2">
                    <a:lumMod val="50000"/>
                  </a:schemeClr>
                </a:solidFill>
                <a:effectLst/>
                <a:latin typeface="Baloo Bhaijaan" panose="03080902040302020200" pitchFamily="66" charset="-78"/>
                <a:ea typeface="Wingdings" pitchFamily="2" charset="2"/>
                <a:cs typeface="Baloo Bhaijaan" panose="03080902040302020200" pitchFamily="66" charset="-78"/>
              </a:rPr>
              <a:t>HANDRAY AN’I JESOSY</a:t>
            </a:r>
            <a:endParaRPr lang="fr-MG" sz="3600" spc="0" dirty="0">
              <a:solidFill>
                <a:schemeClr val="accent2">
                  <a:lumMod val="50000"/>
                </a:schemeClr>
              </a:solidFill>
              <a:effectLst/>
              <a:latin typeface="Baloo Bhaijaan" panose="03080902040302020200" pitchFamily="66" charset="-78"/>
              <a:ea typeface="Wingdings" pitchFamily="2" charset="2"/>
              <a:cs typeface="Baloo Bhaijaan" panose="03080902040302020200" pitchFamily="66" charset="-78"/>
            </a:endParaRPr>
          </a:p>
          <a:p>
            <a:pPr marL="342900" marR="74295" lvl="0" indent="-342900">
              <a:spcBef>
                <a:spcPts val="280"/>
              </a:spcBef>
              <a:spcAft>
                <a:spcPts val="0"/>
              </a:spcAft>
              <a:buFont typeface="Wingdings" pitchFamily="2" charset="2"/>
              <a:buChar char=""/>
              <a:tabLst>
                <a:tab pos="187960" algn="l"/>
                <a:tab pos="189865" algn="l"/>
              </a:tabLst>
            </a:pPr>
            <a:r>
              <a:rPr lang="ms-MY" sz="2400" b="1" spc="0" dirty="0">
                <a:solidFill>
                  <a:schemeClr val="tx1">
                    <a:lumMod val="50000"/>
                  </a:schemeClr>
                </a:solidFill>
                <a:effectLst/>
                <a:latin typeface="Baloo Bhaijaan" panose="03080902040302020200" pitchFamily="66" charset="-78"/>
                <a:ea typeface="Wingdings" pitchFamily="2" charset="2"/>
                <a:cs typeface="Baloo Bhaijaan" panose="03080902040302020200" pitchFamily="66" charset="-78"/>
              </a:rPr>
              <a:t>MITARIHA</a:t>
            </a:r>
            <a:r>
              <a:rPr lang="ms-MY" sz="2400" b="1" spc="-10" dirty="0">
                <a:solidFill>
                  <a:schemeClr val="tx1">
                    <a:lumMod val="50000"/>
                  </a:schemeClr>
                </a:solidFill>
                <a:effectLst/>
                <a:latin typeface="Baloo Bhaijaan" panose="03080902040302020200" pitchFamily="66" charset="-78"/>
                <a:ea typeface="Wingdings" pitchFamily="2" charset="2"/>
                <a:cs typeface="Baloo Bhaijaan" panose="03080902040302020200" pitchFamily="66" charset="-78"/>
              </a:rPr>
              <a:t> </a:t>
            </a:r>
            <a:r>
              <a:rPr lang="ms-MY" sz="2400" b="1" spc="0" dirty="0">
                <a:solidFill>
                  <a:schemeClr val="tx1">
                    <a:lumMod val="50000"/>
                  </a:schemeClr>
                </a:solidFill>
                <a:effectLst/>
                <a:latin typeface="Baloo Bhaijaan" panose="03080902040302020200" pitchFamily="66" charset="-78"/>
                <a:ea typeface="Wingdings" pitchFamily="2" charset="2"/>
                <a:cs typeface="Baloo Bhaijaan" panose="03080902040302020200" pitchFamily="66" charset="-78"/>
              </a:rPr>
              <a:t>NAMANA</a:t>
            </a:r>
            <a:r>
              <a:rPr lang="ms-MY" sz="2400" b="1" spc="-10" dirty="0">
                <a:solidFill>
                  <a:schemeClr val="tx1">
                    <a:lumMod val="50000"/>
                  </a:schemeClr>
                </a:solidFill>
                <a:effectLst/>
                <a:latin typeface="Baloo Bhaijaan" panose="03080902040302020200" pitchFamily="66" charset="-78"/>
                <a:ea typeface="Wingdings" pitchFamily="2" charset="2"/>
                <a:cs typeface="Baloo Bhaijaan" panose="03080902040302020200" pitchFamily="66" charset="-78"/>
              </a:rPr>
              <a:t> </a:t>
            </a:r>
            <a:r>
              <a:rPr lang="ms-MY" sz="2400" b="1" spc="0" dirty="0">
                <a:solidFill>
                  <a:schemeClr val="tx1">
                    <a:lumMod val="50000"/>
                  </a:schemeClr>
                </a:solidFill>
                <a:effectLst/>
                <a:latin typeface="Baloo Bhaijaan" panose="03080902040302020200" pitchFamily="66" charset="-78"/>
                <a:ea typeface="Wingdings" pitchFamily="2" charset="2"/>
                <a:cs typeface="Baloo Bhaijaan" panose="03080902040302020200" pitchFamily="66" charset="-78"/>
              </a:rPr>
              <a:t>IRAY</a:t>
            </a:r>
            <a:r>
              <a:rPr lang="ms-MY" sz="2400" b="1" spc="200" dirty="0">
                <a:solidFill>
                  <a:schemeClr val="tx1">
                    <a:lumMod val="50000"/>
                  </a:schemeClr>
                </a:solidFill>
                <a:effectLst/>
                <a:latin typeface="Baloo Bhaijaan" panose="03080902040302020200" pitchFamily="66" charset="-78"/>
                <a:ea typeface="Wingdings" pitchFamily="2" charset="2"/>
                <a:cs typeface="Baloo Bhaijaan" panose="03080902040302020200" pitchFamily="66" charset="-78"/>
              </a:rPr>
              <a:t> </a:t>
            </a:r>
            <a:r>
              <a:rPr lang="ms-MY" sz="2400" b="1" spc="0" dirty="0">
                <a:solidFill>
                  <a:schemeClr val="tx1">
                    <a:lumMod val="50000"/>
                  </a:schemeClr>
                </a:solidFill>
                <a:effectLst/>
                <a:latin typeface="Baloo Bhaijaan" panose="03080902040302020200" pitchFamily="66" charset="-78"/>
                <a:ea typeface="Wingdings" pitchFamily="2" charset="2"/>
                <a:cs typeface="Baloo Bhaijaan" panose="03080902040302020200" pitchFamily="66" charset="-78"/>
              </a:rPr>
              <a:t>HANARAKA SY HIZARA</a:t>
            </a:r>
            <a:r>
              <a:rPr lang="ms-MY" sz="2400" b="1" spc="200" dirty="0">
                <a:solidFill>
                  <a:schemeClr val="tx1">
                    <a:lumMod val="50000"/>
                  </a:schemeClr>
                </a:solidFill>
                <a:effectLst/>
                <a:latin typeface="Baloo Bhaijaan" panose="03080902040302020200" pitchFamily="66" charset="-78"/>
                <a:ea typeface="Wingdings" pitchFamily="2" charset="2"/>
                <a:cs typeface="Baloo Bhaijaan" panose="03080902040302020200" pitchFamily="66" charset="-78"/>
              </a:rPr>
              <a:t> </a:t>
            </a:r>
            <a:r>
              <a:rPr lang="ms-MY" sz="2400" b="1" spc="0" dirty="0">
                <a:solidFill>
                  <a:schemeClr val="tx1">
                    <a:lumMod val="50000"/>
                  </a:schemeClr>
                </a:solidFill>
                <a:effectLst/>
                <a:latin typeface="Baloo Bhaijaan" panose="03080902040302020200" pitchFamily="66" charset="-78"/>
                <a:ea typeface="Wingdings" pitchFamily="2" charset="2"/>
                <a:cs typeface="Baloo Bhaijaan" panose="03080902040302020200" pitchFamily="66" charset="-78"/>
              </a:rPr>
              <a:t>AN’I JESOSY</a:t>
            </a:r>
            <a:endParaRPr lang="fr-MG" sz="3600" spc="0" dirty="0">
              <a:solidFill>
                <a:schemeClr val="tx1">
                  <a:lumMod val="50000"/>
                </a:schemeClr>
              </a:solidFill>
              <a:effectLst/>
              <a:latin typeface="Baloo Bhaijaan" panose="03080902040302020200" pitchFamily="66" charset="-78"/>
              <a:ea typeface="Wingdings" pitchFamily="2" charset="2"/>
              <a:cs typeface="Baloo Bhaijaan" panose="03080902040302020200" pitchFamily="66" charset="-78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9D97A0F-9979-F64F-8760-311905897E78}"/>
              </a:ext>
            </a:extLst>
          </p:cNvPr>
          <p:cNvSpPr txBox="1"/>
          <p:nvPr/>
        </p:nvSpPr>
        <p:spPr>
          <a:xfrm>
            <a:off x="746037" y="4835722"/>
            <a:ext cx="46649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MINENF</a:t>
            </a:r>
            <a:endParaRPr lang="fr-MG" dirty="0">
              <a:latin typeface="Baloo Bhaijaan" panose="03080902040302020200" pitchFamily="66" charset="-78"/>
              <a:cs typeface="Baloo Bhaijaan" panose="03080902040302020200" pitchFamily="66" charset="-78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166B0111-D6B3-1341-B4DF-7EE6A8058DA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7967"/>
          <a:stretch/>
        </p:blipFill>
        <p:spPr bwMode="auto">
          <a:xfrm>
            <a:off x="291274" y="4307840"/>
            <a:ext cx="630555" cy="83566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578065870"/>
      </p:ext>
    </p:extLst>
  </p:cSld>
  <p:clrMapOvr>
    <a:masterClrMapping/>
  </p:clrMapOvr>
</p:sld>
</file>

<file path=ppt/theme/theme1.xml><?xml version="1.0" encoding="utf-8"?>
<a:theme xmlns:a="http://schemas.openxmlformats.org/drawingml/2006/main" name="Pre-K Outdoor Activities to Celebrate National Play Outside Day by Slidesgo">
  <a:themeElements>
    <a:clrScheme name="Simple Light">
      <a:dk1>
        <a:srgbClr val="FFF6E8"/>
      </a:dk1>
      <a:lt1>
        <a:srgbClr val="FFECD1"/>
      </a:lt1>
      <a:dk2>
        <a:srgbClr val="40A378"/>
      </a:dk2>
      <a:lt2>
        <a:srgbClr val="168E5E"/>
      </a:lt2>
      <a:accent1>
        <a:srgbClr val="11734C"/>
      </a:accent1>
      <a:accent2>
        <a:srgbClr val="0F6342"/>
      </a:accent2>
      <a:accent3>
        <a:srgbClr val="0B472F"/>
      </a:accent3>
      <a:accent4>
        <a:srgbClr val="BC5FF8"/>
      </a:accent4>
      <a:accent5>
        <a:srgbClr val="F65C6A"/>
      </a:accent5>
      <a:accent6>
        <a:srgbClr val="FFB300"/>
      </a:accent6>
      <a:hlink>
        <a:srgbClr val="0B472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1190</TotalTime>
  <Words>892</Words>
  <Application>Microsoft Macintosh PowerPoint</Application>
  <PresentationFormat>Affichage à l'écran (16:9)</PresentationFormat>
  <Paragraphs>120</Paragraphs>
  <Slides>22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31" baseType="lpstr">
      <vt:lpstr>Myriad Pro Cond</vt:lpstr>
      <vt:lpstr>Grandstander</vt:lpstr>
      <vt:lpstr>AkayaTelivigala</vt:lpstr>
      <vt:lpstr>Baloo Bhaijaan</vt:lpstr>
      <vt:lpstr>Gamja Flower</vt:lpstr>
      <vt:lpstr>Arial</vt:lpstr>
      <vt:lpstr>Wingdings</vt:lpstr>
      <vt:lpstr>Grandstander Medium</vt:lpstr>
      <vt:lpstr>Pre-K Outdoor Activities to Celebrate National Play Outside Day by Slidesgo</vt:lpstr>
      <vt:lpstr>MINENF    MIFOTOTRA AMIN’NY BAIBOLY MIFANTOKA AMIN’NY IRAKA   </vt:lpstr>
      <vt:lpstr>Présentation PowerPoint</vt:lpstr>
      <vt:lpstr>Présentation PowerPoint</vt:lpstr>
      <vt:lpstr>1</vt:lpstr>
      <vt:lpstr>1</vt:lpstr>
      <vt:lpstr>Mamorona fahazarana sy tontolo mety</vt:lpstr>
      <vt:lpstr>Aiza no hanombohana ary  ahoana no fomba famakiana?</vt:lpstr>
      <vt:lpstr>Aiza no hanombohana ary  ahoana no fomba famakiana?</vt:lpstr>
      <vt:lpstr>Fandalinana lalina kokoa</vt:lpstr>
      <vt:lpstr>Mitazona ny fahavononana</vt:lpstr>
      <vt:lpstr>FAMINTINANA</vt:lpstr>
      <vt:lpstr>Présentation PowerPoint</vt:lpstr>
      <vt:lpstr>2</vt:lpstr>
      <vt:lpstr>Présentation PowerPoint</vt:lpstr>
      <vt:lpstr>Présentation PowerPoint</vt:lpstr>
      <vt:lpstr>Ahoana ny hahatsara ny fifandraisana amin’Andriamanitra?</vt:lpstr>
      <vt:lpstr>Ahoana ny fomba fivavaka?</vt:lpstr>
      <vt:lpstr>Présentation PowerPoint</vt:lpstr>
      <vt:lpstr>3</vt:lpstr>
      <vt:lpstr>Présentation PowerPoint</vt:lpstr>
      <vt:lpstr>FANTARO ARY TIAVO I JESOSY  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TOMOERA AO AMIN’I JESOSY</dc:title>
  <cp:lastModifiedBy>Tsararindra Rasolonirina</cp:lastModifiedBy>
  <cp:revision>13</cp:revision>
  <dcterms:modified xsi:type="dcterms:W3CDTF">2026-03-15T07:13:28Z</dcterms:modified>
</cp:coreProperties>
</file>