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notesMasterIdLst>
    <p:notesMasterId r:id="rId56"/>
  </p:notesMasterIdLst>
  <p:sldIdLst>
    <p:sldId id="260" r:id="rId3"/>
    <p:sldId id="285" r:id="rId4"/>
    <p:sldId id="261" r:id="rId5"/>
    <p:sldId id="330" r:id="rId6"/>
    <p:sldId id="331" r:id="rId7"/>
    <p:sldId id="258" r:id="rId8"/>
    <p:sldId id="327" r:id="rId9"/>
    <p:sldId id="287" r:id="rId10"/>
    <p:sldId id="288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89" r:id="rId20"/>
    <p:sldId id="328" r:id="rId21"/>
    <p:sldId id="304" r:id="rId22"/>
    <p:sldId id="310" r:id="rId23"/>
    <p:sldId id="329" r:id="rId24"/>
    <p:sldId id="311" r:id="rId25"/>
    <p:sldId id="312" r:id="rId26"/>
    <p:sldId id="305" r:id="rId27"/>
    <p:sldId id="306" r:id="rId28"/>
    <p:sldId id="314" r:id="rId29"/>
    <p:sldId id="315" r:id="rId30"/>
    <p:sldId id="313" r:id="rId31"/>
    <p:sldId id="307" r:id="rId32"/>
    <p:sldId id="308" r:id="rId33"/>
    <p:sldId id="309" r:id="rId34"/>
    <p:sldId id="290" r:id="rId35"/>
    <p:sldId id="277" r:id="rId36"/>
    <p:sldId id="278" r:id="rId37"/>
    <p:sldId id="279" r:id="rId38"/>
    <p:sldId id="280" r:id="rId39"/>
    <p:sldId id="281" r:id="rId40"/>
    <p:sldId id="282" r:id="rId41"/>
    <p:sldId id="283" r:id="rId42"/>
    <p:sldId id="286" r:id="rId43"/>
    <p:sldId id="318" r:id="rId44"/>
    <p:sldId id="319" r:id="rId45"/>
    <p:sldId id="320" r:id="rId46"/>
    <p:sldId id="321" r:id="rId47"/>
    <p:sldId id="322" r:id="rId48"/>
    <p:sldId id="317" r:id="rId49"/>
    <p:sldId id="324" r:id="rId50"/>
    <p:sldId id="323" r:id="rId51"/>
    <p:sldId id="274" r:id="rId52"/>
    <p:sldId id="325" r:id="rId53"/>
    <p:sldId id="326" r:id="rId54"/>
    <p:sldId id="273" r:id="rId5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30" autoAdjust="0"/>
    <p:restoredTop sz="79118" autoAdjust="0"/>
  </p:normalViewPr>
  <p:slideViewPr>
    <p:cSldViewPr snapToGrid="0">
      <p:cViewPr varScale="1">
        <p:scale>
          <a:sx n="58" d="100"/>
          <a:sy n="58" d="100"/>
        </p:scale>
        <p:origin x="10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8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viewProps" Target="viewProp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presProps" Target="pres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57A778-F5F8-4098-9A30-F074A2BCA7DA}" type="datetimeFigureOut">
              <a:rPr lang="fr-FR" smtClean="0"/>
              <a:t>04/04/2026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F3769A-3621-4624-B357-4167280A13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2873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0F1AFD-2C80-41DD-AB65-99A2941D1B09}" type="slidenum">
              <a:rPr kumimoji="0" lang="en-US" alt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fr-F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b="1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97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763BAF1-BE91-43AB-B3EE-CB3D71A53BCD}" type="slidenum">
              <a:rPr kumimoji="0" lang="en-US" alt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fr-F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1450" indent="-171450" eaLnBrk="1" hangingPunct="1">
              <a:lnSpc>
                <a:spcPct val="90000"/>
              </a:lnSpc>
            </a:pPr>
            <a:endParaRPr lang="en-US" altLang="fr-FR" sz="900" i="1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2060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763BAF1-BE91-43AB-B3EE-CB3D71A53BCD}" type="slidenum">
              <a:rPr kumimoji="0" lang="en-US" alt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fr-F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1450" indent="-171450" eaLnBrk="1" hangingPunct="1">
              <a:lnSpc>
                <a:spcPct val="90000"/>
              </a:lnSpc>
            </a:pPr>
            <a:endParaRPr lang="en-US" altLang="fr-FR" sz="900" i="1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6753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763BAF1-BE91-43AB-B3EE-CB3D71A53BCD}" type="slidenum">
              <a:rPr kumimoji="0" lang="en-US" alt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fr-F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1450" indent="-171450" eaLnBrk="1" hangingPunct="1">
              <a:lnSpc>
                <a:spcPct val="90000"/>
              </a:lnSpc>
            </a:pPr>
            <a:endParaRPr lang="en-US" altLang="fr-FR" sz="900" i="1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5665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0F1AFD-2C80-41DD-AB65-99A2941D1B09}" type="slidenum">
              <a:rPr kumimoji="0" lang="en-US" alt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fr-F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b="1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19510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763BAF1-BE91-43AB-B3EE-CB3D71A53BCD}" type="slidenum">
              <a:rPr kumimoji="0" lang="en-US" alt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fr-F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1450" indent="-171450" eaLnBrk="1" hangingPunct="1">
              <a:lnSpc>
                <a:spcPct val="90000"/>
              </a:lnSpc>
            </a:pPr>
            <a:endParaRPr lang="en-US" altLang="fr-FR" sz="900" i="1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36379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763BAF1-BE91-43AB-B3EE-CB3D71A53BCD}" type="slidenum">
              <a:rPr kumimoji="0" lang="en-US" alt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fr-F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baikon’I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Jesosy Kristy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tamin’ireo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mpianany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izay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milaza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hitondrana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filazantsara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any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fokom-pirenena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rehetra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samihafa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fiteny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olona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rehetra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mahasahana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ihany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Ellen White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mampahatsiahy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antsika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an’izao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800" dirty="0" smtClean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Tamin’ny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fanakanan’ireo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apostoly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hanatona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azy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Jesosy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nitodika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tamin’ny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mpianatra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fotoana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rehetra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mambran’ny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fiangonana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mpitory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teny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mpanohana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kristianina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tsotra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Manintona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Jesosy,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hoy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amintsika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avelao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zaza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hanantona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ahy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toy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niteny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hoe: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hoavy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raha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sakananareo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.” Evangelism p. 580</a:t>
            </a:r>
            <a:endParaRPr lang="fr-FR" sz="800" dirty="0" smtClean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fikarohana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natao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vao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haingana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naneho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fa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latsaky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14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taona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no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misokatra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kokoa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filazantsara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Tokony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hanararaotra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araka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izany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fiangonana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mba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hitoriana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amin’ireo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izay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mbola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nandre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momba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an’I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Jesosy,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mba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hizarana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amin’izy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Filazantsara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fomba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mavitrika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I Kristy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mihitsy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no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nahatsapa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maha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sarobidy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fitoriana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filazantsara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fr-FR" sz="800" dirty="0" smtClean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eaLnBrk="1" hangingPunct="1">
              <a:lnSpc>
                <a:spcPct val="90000"/>
              </a:lnSpc>
            </a:pPr>
            <a:endParaRPr lang="en-US" altLang="fr-FR" sz="900" i="1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96392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“Raha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nentina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teo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Jesosy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nahita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teo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amin’izy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lehilahy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vehivavy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nantsoina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mpandova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fahasoavany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olon’ny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fanjakany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sasany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amin’izy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tonga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martiora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Azy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Fantany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fa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hihaino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azy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hanaiky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azy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ho toy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mpanavotra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azy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fahamaihana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betsaka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mihoatra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noho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an’ireo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olona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efa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nahazo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taona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izay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ankamaroany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olon-kendry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eto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amin’izao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tontolo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izao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nefa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mafy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Napetrany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eo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sehatra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takatr’izy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fampianarany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nanambony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tena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ilay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Mpanjakan’ny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lanitra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raha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namaly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fanontanian’izy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nanome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fahatsorana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lesona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mafonja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nampianariny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mba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hahazoan’ny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fahalalan-tsain’ny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mahatakatra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izany</a:t>
            </a:r>
            <a:r>
              <a:rPr lang="en-US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.” Evangelism p. 579</a:t>
            </a:r>
            <a:endParaRPr lang="fr-FR" sz="1100" dirty="0" smtClean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F3769A-3621-4624-B357-4167280A1325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16175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Tsy tao @</a:t>
            </a:r>
            <a:r>
              <a:rPr lang="fr-FR" baseline="0" dirty="0" smtClean="0"/>
              <a:t> </a:t>
            </a:r>
            <a:r>
              <a:rPr lang="fr-FR" baseline="0" dirty="0" err="1" smtClean="0"/>
              <a:t>fomba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amam-panaon’ny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Levita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ny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manao</a:t>
            </a:r>
            <a:r>
              <a:rPr lang="fr-FR" baseline="0" dirty="0" smtClean="0"/>
              <a:t> asa </a:t>
            </a:r>
            <a:r>
              <a:rPr lang="fr-FR" baseline="0" dirty="0" err="1" smtClean="0"/>
              <a:t>fanompoana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ao</a:t>
            </a:r>
            <a:r>
              <a:rPr lang="fr-FR" baseline="0" dirty="0" smtClean="0"/>
              <a:t> @ </a:t>
            </a:r>
            <a:r>
              <a:rPr lang="fr-FR" baseline="0" dirty="0" err="1" smtClean="0"/>
              <a:t>tabernakely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alohan’ny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faha</a:t>
            </a:r>
            <a:r>
              <a:rPr lang="fr-FR" baseline="0" dirty="0" smtClean="0"/>
              <a:t> 22 </a:t>
            </a:r>
            <a:r>
              <a:rPr lang="fr-FR" baseline="0" dirty="0" err="1" smtClean="0"/>
              <a:t>taona</a:t>
            </a:r>
            <a:r>
              <a:rPr lang="fr-FR" baseline="0" dirty="0" smtClean="0"/>
              <a:t>. Fa i SAMOELA dia </a:t>
            </a:r>
            <a:r>
              <a:rPr lang="fr-FR" baseline="0" dirty="0" err="1" smtClean="0"/>
              <a:t>navahana</a:t>
            </a:r>
            <a:r>
              <a:rPr lang="fr-FR" baseline="0" dirty="0" smtClean="0"/>
              <a:t> t@ </a:t>
            </a:r>
            <a:r>
              <a:rPr lang="fr-FR" baseline="0" dirty="0" err="1" smtClean="0"/>
              <a:t>fampiharana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io</a:t>
            </a:r>
            <a:r>
              <a:rPr lang="fr-FR" baseline="0" dirty="0" smtClean="0"/>
              <a:t> </a:t>
            </a:r>
            <a:r>
              <a:rPr lang="fr-FR" baseline="0" dirty="0" err="1" smtClean="0"/>
              <a:t>lalana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io</a:t>
            </a:r>
            <a:r>
              <a:rPr lang="fr-FR" baseline="0" dirty="0" smtClean="0"/>
              <a:t>.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F3769A-3621-4624-B357-4167280A1325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66045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 smtClean="0"/>
              <a:t>Ankanjo</a:t>
            </a:r>
            <a:r>
              <a:rPr lang="fr-FR" baseline="0" dirty="0" smtClean="0"/>
              <a:t> </a:t>
            </a:r>
            <a:r>
              <a:rPr lang="fr-FR" baseline="0" dirty="0" err="1" smtClean="0"/>
              <a:t>misoratsoratra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midika</a:t>
            </a:r>
            <a:r>
              <a:rPr lang="fr-FR" baseline="0" dirty="0" smtClean="0"/>
              <a:t> fa </a:t>
            </a:r>
            <a:r>
              <a:rPr lang="fr-FR" baseline="0" dirty="0" err="1" smtClean="0"/>
              <a:t>misy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fitiavana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sy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fitokisana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manokana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taminy</a:t>
            </a:r>
            <a:r>
              <a:rPr lang="fr-FR" baseline="0" dirty="0" smtClean="0"/>
              <a:t>. Io </a:t>
            </a:r>
            <a:r>
              <a:rPr lang="fr-FR" baseline="0" dirty="0" err="1" smtClean="0"/>
              <a:t>ihany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koa</a:t>
            </a:r>
            <a:r>
              <a:rPr lang="fr-FR" baseline="0" dirty="0" smtClean="0"/>
              <a:t> no </a:t>
            </a:r>
            <a:r>
              <a:rPr lang="fr-FR" baseline="0" dirty="0" err="1" smtClean="0"/>
              <a:t>nitarika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fialonana</a:t>
            </a:r>
            <a:r>
              <a:rPr lang="fr-FR" baseline="0" dirty="0" smtClean="0"/>
              <a:t> ho </a:t>
            </a:r>
            <a:r>
              <a:rPr lang="fr-FR" baseline="0" dirty="0" err="1" smtClean="0"/>
              <a:t>azy</a:t>
            </a:r>
            <a:r>
              <a:rPr lang="fr-FR" baseline="0" dirty="0" smtClean="0"/>
              <a:t>. </a:t>
            </a:r>
            <a:r>
              <a:rPr lang="fr-FR" baseline="0" dirty="0" err="1" smtClean="0"/>
              <a:t>Efa</a:t>
            </a:r>
            <a:r>
              <a:rPr lang="fr-FR" baseline="0" dirty="0" smtClean="0"/>
              <a:t> t@ </a:t>
            </a:r>
            <a:r>
              <a:rPr lang="fr-FR" baseline="0" dirty="0" err="1" smtClean="0"/>
              <a:t>fahazazany</a:t>
            </a:r>
            <a:r>
              <a:rPr lang="fr-FR" baseline="0" dirty="0" smtClean="0"/>
              <a:t> dia </a:t>
            </a:r>
            <a:r>
              <a:rPr lang="fr-FR" baseline="0" dirty="0" err="1" smtClean="0"/>
              <a:t>hita</a:t>
            </a:r>
            <a:r>
              <a:rPr lang="fr-FR" baseline="0" dirty="0" smtClean="0"/>
              <a:t> fa </a:t>
            </a:r>
            <a:r>
              <a:rPr lang="fr-FR" baseline="0" dirty="0" err="1" smtClean="0"/>
              <a:t>nisy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tanjona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manokana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napetrak’Andriamanitra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taminy</a:t>
            </a:r>
            <a:r>
              <a:rPr lang="fr-FR" baseline="0" dirty="0" smtClean="0"/>
              <a:t>. </a:t>
            </a:r>
            <a:r>
              <a:rPr lang="fr-FR" baseline="0" dirty="0" err="1" smtClean="0"/>
              <a:t>Mbola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tanora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aza</a:t>
            </a:r>
            <a:r>
              <a:rPr lang="fr-FR" baseline="0" dirty="0" smtClean="0"/>
              <a:t> i </a:t>
            </a:r>
            <a:r>
              <a:rPr lang="fr-FR" baseline="0" dirty="0" err="1" smtClean="0"/>
              <a:t>Josefa</a:t>
            </a:r>
            <a:r>
              <a:rPr lang="fr-FR" baseline="0" dirty="0" smtClean="0"/>
              <a:t> dia </a:t>
            </a:r>
            <a:r>
              <a:rPr lang="fr-FR" baseline="0" dirty="0" err="1" smtClean="0"/>
              <a:t>efa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nanana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fifandraisana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manokana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tamin’Andriamanitra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miresaka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taminy</a:t>
            </a:r>
            <a:r>
              <a:rPr lang="fr-FR" baseline="0" dirty="0" smtClean="0"/>
              <a:t> t@ al@ </a:t>
            </a:r>
            <a:r>
              <a:rPr lang="fr-FR" baseline="0" dirty="0" err="1" smtClean="0"/>
              <a:t>nofy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Andrtra</a:t>
            </a:r>
            <a:r>
              <a:rPr lang="fr-FR" baseline="0" dirty="0" smtClean="0"/>
              <a:t> . Tsy </a:t>
            </a:r>
            <a:r>
              <a:rPr lang="fr-FR" baseline="0" dirty="0" err="1" smtClean="0"/>
              <a:t>nofy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tsotra</a:t>
            </a:r>
            <a:r>
              <a:rPr lang="fr-FR" baseline="0" dirty="0" smtClean="0"/>
              <a:t> fa </a:t>
            </a:r>
            <a:r>
              <a:rPr lang="fr-FR" baseline="0" dirty="0" err="1" smtClean="0"/>
              <a:t>nampahafantatra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ny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hoaviny</a:t>
            </a:r>
            <a:r>
              <a:rPr lang="fr-FR" baseline="0" dirty="0" smtClean="0"/>
              <a:t>. </a:t>
            </a:r>
            <a:r>
              <a:rPr lang="fr-FR" baseline="0" dirty="0" err="1" smtClean="0"/>
              <a:t>Midika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izany</a:t>
            </a:r>
            <a:r>
              <a:rPr lang="fr-FR" baseline="0" dirty="0" smtClean="0"/>
              <a:t> fa </a:t>
            </a:r>
            <a:r>
              <a:rPr lang="fr-FR" baseline="0" dirty="0" err="1" smtClean="0"/>
              <a:t>efa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mitarika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azy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Andtra</a:t>
            </a:r>
            <a:r>
              <a:rPr lang="fr-FR" baseline="0" dirty="0" smtClean="0"/>
              <a:t> t@ </a:t>
            </a:r>
            <a:r>
              <a:rPr lang="fr-FR" baseline="0" dirty="0" err="1" smtClean="0"/>
              <a:t>fahazazany</a:t>
            </a:r>
            <a:r>
              <a:rPr lang="fr-FR" baseline="0" dirty="0" smtClean="0"/>
              <a:t>. Tsy </a:t>
            </a:r>
            <a:r>
              <a:rPr lang="fr-FR" baseline="0" dirty="0" err="1" smtClean="0"/>
              <a:t>nanao</a:t>
            </a:r>
            <a:r>
              <a:rPr lang="fr-FR" baseline="0" dirty="0" smtClean="0"/>
              <a:t> </a:t>
            </a:r>
            <a:r>
              <a:rPr lang="fr-FR" baseline="0" dirty="0" err="1" smtClean="0"/>
              <a:t>ratsy</a:t>
            </a:r>
            <a:r>
              <a:rPr lang="fr-FR" baseline="0" dirty="0" smtClean="0"/>
              <a:t> na </a:t>
            </a:r>
            <a:r>
              <a:rPr lang="fr-FR" baseline="0" dirty="0" err="1" smtClean="0"/>
              <a:t>teo</a:t>
            </a:r>
            <a:r>
              <a:rPr lang="fr-FR" baseline="0" dirty="0" smtClean="0"/>
              <a:t> </a:t>
            </a:r>
            <a:r>
              <a:rPr lang="fr-FR" baseline="0" dirty="0" err="1" smtClean="0"/>
              <a:t>aza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ny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fankahalan’ny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rahalahiny</a:t>
            </a:r>
            <a:r>
              <a:rPr lang="fr-FR" baseline="0" dirty="0" smtClean="0"/>
              <a:t>; </a:t>
            </a:r>
            <a:r>
              <a:rPr lang="fr-FR" baseline="0" dirty="0" err="1" smtClean="0"/>
              <a:t>miteny</a:t>
            </a:r>
            <a:r>
              <a:rPr lang="fr-FR" baseline="0" dirty="0" smtClean="0"/>
              <a:t> marina na dia </a:t>
            </a:r>
            <a:r>
              <a:rPr lang="fr-FR" baseline="0" dirty="0" err="1" smtClean="0"/>
              <a:t>mahasosotra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aza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indraindray</a:t>
            </a:r>
            <a:r>
              <a:rPr lang="fr-FR" baseline="0" dirty="0" smtClean="0"/>
              <a:t>! </a:t>
            </a:r>
            <a:r>
              <a:rPr lang="fr-FR" baseline="0" dirty="0" err="1" smtClean="0"/>
              <a:t>Maneho</a:t>
            </a:r>
            <a:r>
              <a:rPr lang="fr-FR" baseline="0" dirty="0" smtClean="0"/>
              <a:t> fa </a:t>
            </a:r>
            <a:r>
              <a:rPr lang="fr-FR" baseline="0" dirty="0" err="1" smtClean="0"/>
              <a:t>manana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fo</a:t>
            </a:r>
            <a:r>
              <a:rPr lang="fr-FR" baseline="0" dirty="0" smtClean="0"/>
              <a:t> </a:t>
            </a:r>
            <a:r>
              <a:rPr lang="fr-FR" baseline="0" dirty="0" err="1" smtClean="0"/>
              <a:t>tia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an’Andrt</a:t>
            </a:r>
            <a:r>
              <a:rPr lang="fr-FR" baseline="0" dirty="0" smtClean="0"/>
              <a:t>: </a:t>
            </a:r>
            <a:r>
              <a:rPr lang="fr-FR" baseline="0" dirty="0" err="1" smtClean="0"/>
              <a:t>izy</a:t>
            </a:r>
            <a:r>
              <a:rPr lang="fr-FR" baseline="0" dirty="0" smtClean="0"/>
              <a:t>. </a:t>
            </a:r>
            <a:r>
              <a:rPr lang="fr-FR" baseline="0" dirty="0" err="1" smtClean="0"/>
              <a:t>Nandalo</a:t>
            </a:r>
            <a:r>
              <a:rPr lang="fr-FR" baseline="0" dirty="0" smtClean="0"/>
              <a:t> </a:t>
            </a:r>
            <a:r>
              <a:rPr lang="fr-FR" baseline="0" dirty="0" err="1" smtClean="0"/>
              <a:t>fialonana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sy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fahoriana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nefa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tsy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nandao</a:t>
            </a:r>
            <a:r>
              <a:rPr lang="fr-FR" baseline="0" dirty="0" smtClean="0"/>
              <a:t> </a:t>
            </a:r>
            <a:r>
              <a:rPr lang="fr-FR" baseline="0" dirty="0" err="1" smtClean="0"/>
              <a:t>azy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Andtra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izany</a:t>
            </a:r>
            <a:r>
              <a:rPr lang="fr-FR" baseline="0" dirty="0" smtClean="0"/>
              <a:t> no </a:t>
            </a:r>
            <a:r>
              <a:rPr lang="fr-FR" baseline="0" dirty="0" err="1" smtClean="0"/>
              <a:t>nahatonga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azy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hatanjaka</a:t>
            </a:r>
            <a:r>
              <a:rPr lang="fr-FR" baseline="0" dirty="0" smtClean="0"/>
              <a:t> na dia </a:t>
            </a:r>
            <a:r>
              <a:rPr lang="fr-FR" baseline="0" dirty="0" err="1" smtClean="0"/>
              <a:t>mbola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zaza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aza</a:t>
            </a:r>
            <a:r>
              <a:rPr lang="fr-FR" baseline="0" dirty="0" smtClean="0"/>
              <a:t>. </a:t>
            </a:r>
          </a:p>
          <a:p>
            <a:r>
              <a:rPr lang="fr-FR" baseline="0" dirty="0" smtClean="0"/>
              <a:t>Tsy </a:t>
            </a:r>
            <a:r>
              <a:rPr lang="fr-FR" baseline="0" dirty="0" err="1" smtClean="0"/>
              <a:t>mila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miandry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lehibe</a:t>
            </a:r>
            <a:r>
              <a:rPr lang="fr-FR" baseline="0" dirty="0" smtClean="0"/>
              <a:t> </a:t>
            </a:r>
            <a:r>
              <a:rPr lang="fr-FR" baseline="0" dirty="0" err="1" smtClean="0"/>
              <a:t>vao</a:t>
            </a:r>
            <a:r>
              <a:rPr lang="fr-FR" baseline="0" dirty="0" smtClean="0"/>
              <a:t> </a:t>
            </a:r>
            <a:r>
              <a:rPr lang="fr-FR" baseline="0" dirty="0" err="1" smtClean="0"/>
              <a:t>mifandray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amin’Andtra</a:t>
            </a:r>
            <a:endParaRPr lang="fr-FR" baseline="0" dirty="0" smtClean="0"/>
          </a:p>
          <a:p>
            <a:r>
              <a:rPr lang="fr-FR" baseline="0" dirty="0" err="1" smtClean="0"/>
              <a:t>Afaka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miteny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amintsika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Andtra</a:t>
            </a:r>
            <a:r>
              <a:rPr lang="fr-FR" baseline="0" dirty="0" smtClean="0"/>
              <a:t> na dia </a:t>
            </a:r>
            <a:r>
              <a:rPr lang="fr-FR" baseline="0" dirty="0" err="1" smtClean="0"/>
              <a:t>mbola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zaza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aza</a:t>
            </a:r>
            <a:endParaRPr lang="fr-FR" baseline="0" dirty="0" smtClean="0"/>
          </a:p>
          <a:p>
            <a:r>
              <a:rPr lang="fr-FR" baseline="0" dirty="0" smtClean="0"/>
              <a:t>Ny </a:t>
            </a:r>
            <a:r>
              <a:rPr lang="fr-FR" baseline="0" dirty="0" err="1" smtClean="0"/>
              <a:t>fahatokiana</a:t>
            </a:r>
            <a:r>
              <a:rPr lang="fr-FR" baseline="0" dirty="0" smtClean="0"/>
              <a:t> @ </a:t>
            </a:r>
            <a:r>
              <a:rPr lang="fr-FR" baseline="0" dirty="0" err="1" smtClean="0"/>
              <a:t>kely</a:t>
            </a:r>
            <a:r>
              <a:rPr lang="fr-FR" baseline="0" dirty="0" smtClean="0"/>
              <a:t> dia </a:t>
            </a:r>
            <a:r>
              <a:rPr lang="fr-FR" baseline="0" dirty="0" err="1" smtClean="0"/>
              <a:t>hitodra</a:t>
            </a:r>
            <a:r>
              <a:rPr lang="fr-FR" baseline="0" dirty="0" smtClean="0"/>
              <a:t> @ </a:t>
            </a:r>
            <a:r>
              <a:rPr lang="fr-FR" baseline="0" dirty="0" err="1" smtClean="0"/>
              <a:t>lehibe</a:t>
            </a:r>
            <a:r>
              <a:rPr lang="fr-FR" baseline="0" dirty="0" smtClean="0"/>
              <a:t>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F3769A-3621-4624-B357-4167280A1325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90779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 smtClean="0"/>
              <a:t>Mpanjakan’i</a:t>
            </a:r>
            <a:r>
              <a:rPr lang="fr-FR" dirty="0" smtClean="0"/>
              <a:t> </a:t>
            </a:r>
            <a:r>
              <a:rPr lang="fr-FR" dirty="0" err="1" smtClean="0"/>
              <a:t>Joda</a:t>
            </a:r>
            <a:r>
              <a:rPr lang="fr-FR" dirty="0" smtClean="0"/>
              <a:t> </a:t>
            </a:r>
            <a:r>
              <a:rPr lang="fr-FR" dirty="0" err="1" smtClean="0"/>
              <a:t>lasa</a:t>
            </a:r>
            <a:r>
              <a:rPr lang="fr-FR" dirty="0" smtClean="0"/>
              <a:t> </a:t>
            </a:r>
            <a:r>
              <a:rPr lang="fr-FR" dirty="0" err="1" smtClean="0"/>
              <a:t>mpanjaka</a:t>
            </a:r>
            <a:r>
              <a:rPr lang="fr-FR" dirty="0" smtClean="0"/>
              <a:t> </a:t>
            </a:r>
            <a:r>
              <a:rPr lang="fr-FR" dirty="0" err="1" smtClean="0"/>
              <a:t>fony</a:t>
            </a:r>
            <a:r>
              <a:rPr lang="fr-FR" baseline="0" dirty="0" smtClean="0"/>
              <a:t> _8 </a:t>
            </a:r>
            <a:r>
              <a:rPr lang="fr-FR" baseline="0" dirty="0" err="1" smtClean="0"/>
              <a:t>taona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monja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zanak’i</a:t>
            </a:r>
            <a:r>
              <a:rPr lang="fr-FR" baseline="0" dirty="0" smtClean="0"/>
              <a:t> AMONA </a:t>
            </a:r>
            <a:r>
              <a:rPr lang="fr-FR" baseline="0" dirty="0" err="1" smtClean="0"/>
              <a:t>ary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nanjaka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nandritry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ny</a:t>
            </a:r>
            <a:r>
              <a:rPr lang="fr-FR" baseline="0" dirty="0" smtClean="0"/>
              <a:t> 31 ans. </a:t>
            </a:r>
            <a:r>
              <a:rPr lang="fr-FR" baseline="0" dirty="0" err="1" smtClean="0"/>
              <a:t>Nitady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an’ANDTRA</a:t>
            </a:r>
            <a:r>
              <a:rPr lang="fr-FR" baseline="0" dirty="0" smtClean="0"/>
              <a:t> T@ FONY MANONTOLO TSY NANARAKA NY RATSY NATAON4NY </a:t>
            </a:r>
            <a:r>
              <a:rPr lang="fr-FR" baseline="0" dirty="0" err="1" smtClean="0"/>
              <a:t>RAZANY,niezaka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nanao</a:t>
            </a:r>
            <a:r>
              <a:rPr lang="fr-FR" baseline="0" dirty="0" smtClean="0"/>
              <a:t> </a:t>
            </a:r>
            <a:r>
              <a:rPr lang="fr-FR" baseline="0" dirty="0" err="1" smtClean="0"/>
              <a:t>izay</a:t>
            </a:r>
            <a:r>
              <a:rPr lang="fr-FR" baseline="0" dirty="0" smtClean="0"/>
              <a:t> marina </a:t>
            </a:r>
            <a:r>
              <a:rPr lang="fr-FR" baseline="0" dirty="0" err="1" smtClean="0"/>
              <a:t>teo</a:t>
            </a:r>
            <a:r>
              <a:rPr lang="fr-FR" baseline="0" dirty="0" smtClean="0"/>
              <a:t> </a:t>
            </a:r>
            <a:r>
              <a:rPr lang="fr-FR" baseline="0" dirty="0" err="1" smtClean="0"/>
              <a:t>imason’Antra</a:t>
            </a:r>
            <a:r>
              <a:rPr lang="fr-FR" baseline="0" dirty="0" smtClean="0"/>
              <a:t>, </a:t>
            </a:r>
            <a:r>
              <a:rPr lang="fr-FR" baseline="0" dirty="0" err="1" smtClean="0"/>
              <a:t>ankizy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izy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nefa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efa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nifidy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ny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hanaraka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an’Andtra</a:t>
            </a:r>
            <a:r>
              <a:rPr lang="fr-FR" baseline="0" dirty="0" smtClean="0"/>
              <a:t>; </a:t>
            </a:r>
            <a:r>
              <a:rPr lang="fr-FR" baseline="0" dirty="0" err="1" smtClean="0"/>
              <a:t>Rehefa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lehibe</a:t>
            </a:r>
            <a:r>
              <a:rPr lang="fr-FR" baseline="0" dirty="0" smtClean="0"/>
              <a:t> </a:t>
            </a:r>
            <a:r>
              <a:rPr lang="fr-FR" baseline="0" dirty="0" err="1" smtClean="0"/>
              <a:t>kely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izy</a:t>
            </a:r>
            <a:r>
              <a:rPr lang="fr-FR" baseline="0" dirty="0" smtClean="0"/>
              <a:t> dia </a:t>
            </a:r>
            <a:r>
              <a:rPr lang="fr-FR" baseline="0" dirty="0" err="1" smtClean="0"/>
              <a:t>nandrava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sy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nandrava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ny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sampy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sy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ny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fivavahana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diso</a:t>
            </a:r>
            <a:r>
              <a:rPr lang="fr-FR" baseline="0" dirty="0" smtClean="0"/>
              <a:t>. </a:t>
            </a:r>
            <a:r>
              <a:rPr lang="fr-FR" baseline="0" dirty="0" err="1" smtClean="0"/>
              <a:t>Nandrava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ny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toerana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fanompoantsampy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sady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nanadio</a:t>
            </a:r>
            <a:r>
              <a:rPr lang="fr-FR" baseline="0" dirty="0" smtClean="0"/>
              <a:t> </a:t>
            </a:r>
            <a:r>
              <a:rPr lang="fr-FR" baseline="0" dirty="0" err="1" smtClean="0"/>
              <a:t>ny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tempoly</a:t>
            </a:r>
            <a:r>
              <a:rPr lang="fr-FR" baseline="0" dirty="0" smtClean="0"/>
              <a:t>. Tao </a:t>
            </a:r>
            <a:r>
              <a:rPr lang="fr-FR" baseline="0" dirty="0" err="1" smtClean="0"/>
              <a:t>antempoly</a:t>
            </a:r>
            <a:r>
              <a:rPr lang="fr-FR" baseline="0" dirty="0" smtClean="0"/>
              <a:t> dia </a:t>
            </a:r>
            <a:r>
              <a:rPr lang="fr-FR" baseline="0" dirty="0" err="1" smtClean="0"/>
              <a:t>nahita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ny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bokin’ny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lalana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ary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nalahelo</a:t>
            </a:r>
            <a:r>
              <a:rPr lang="fr-FR" baseline="0" dirty="0" smtClean="0"/>
              <a:t> ka </a:t>
            </a:r>
            <a:r>
              <a:rPr lang="fr-FR" baseline="0" dirty="0" err="1" smtClean="0"/>
              <a:t>nibebaka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izy</a:t>
            </a:r>
            <a:r>
              <a:rPr lang="fr-FR" baseline="0" dirty="0" smtClean="0"/>
              <a:t>. </a:t>
            </a:r>
            <a:r>
              <a:rPr lang="fr-FR" baseline="0" dirty="0" err="1" smtClean="0"/>
              <a:t>Nanao</a:t>
            </a:r>
            <a:r>
              <a:rPr lang="fr-FR" baseline="0" dirty="0" smtClean="0"/>
              <a:t> </a:t>
            </a:r>
            <a:r>
              <a:rPr lang="fr-FR" baseline="0" dirty="0" err="1" smtClean="0"/>
              <a:t>fanekena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vaovao</a:t>
            </a:r>
            <a:r>
              <a:rPr lang="fr-FR" baseline="0" dirty="0" smtClean="0"/>
              <a:t> </a:t>
            </a:r>
            <a:r>
              <a:rPr lang="fr-FR" baseline="0" dirty="0" err="1" smtClean="0"/>
              <a:t>hiaraka</a:t>
            </a:r>
            <a:r>
              <a:rPr lang="fr-FR" baseline="0" dirty="0" smtClean="0"/>
              <a:t> @ </a:t>
            </a:r>
            <a:r>
              <a:rPr lang="fr-FR" baseline="0" dirty="0" err="1" smtClean="0"/>
              <a:t>Andtra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miaraka</a:t>
            </a:r>
            <a:r>
              <a:rPr lang="fr-FR" baseline="0" dirty="0" smtClean="0"/>
              <a:t> t@ </a:t>
            </a:r>
            <a:r>
              <a:rPr lang="fr-FR" baseline="0" dirty="0" err="1" smtClean="0"/>
              <a:t>vahoaka</a:t>
            </a:r>
            <a:r>
              <a:rPr lang="fr-FR" baseline="0" dirty="0" smtClean="0"/>
              <a:t>. Tsy </a:t>
            </a:r>
            <a:r>
              <a:rPr lang="fr-FR" baseline="0" dirty="0" err="1" smtClean="0"/>
              <a:t>sakana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ny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fahatanorana</a:t>
            </a:r>
            <a:r>
              <a:rPr lang="fr-FR" baseline="0" dirty="0" smtClean="0"/>
              <a:t> @ </a:t>
            </a:r>
            <a:r>
              <a:rPr lang="fr-FR" baseline="0" dirty="0" err="1" smtClean="0"/>
              <a:t>fanompoana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an’ANTRA</a:t>
            </a:r>
            <a:r>
              <a:rPr lang="fr-FR" baseline="0" dirty="0" smtClean="0"/>
              <a:t>; </a:t>
            </a:r>
            <a:r>
              <a:rPr lang="fr-FR" baseline="0" dirty="0" err="1" smtClean="0"/>
              <a:t>Afaka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manova</a:t>
            </a:r>
            <a:r>
              <a:rPr lang="fr-FR" baseline="0" dirty="0" smtClean="0"/>
              <a:t> y </a:t>
            </a:r>
            <a:r>
              <a:rPr lang="fr-FR" baseline="0" dirty="0" err="1" smtClean="0"/>
              <a:t>firenena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iray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mihintsy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ny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zaza</a:t>
            </a:r>
            <a:r>
              <a:rPr lang="fr-FR" baseline="0" dirty="0" smtClean="0"/>
              <a:t> marina; </a:t>
            </a:r>
            <a:r>
              <a:rPr lang="fr-FR" baseline="0" dirty="0" err="1" smtClean="0"/>
              <a:t>zava-dehibe</a:t>
            </a:r>
            <a:r>
              <a:rPr lang="fr-FR" baseline="0" dirty="0" smtClean="0"/>
              <a:t> </a:t>
            </a:r>
            <a:r>
              <a:rPr lang="fr-FR" baseline="0" dirty="0" err="1" smtClean="0"/>
              <a:t>ny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mihaino</a:t>
            </a:r>
            <a:r>
              <a:rPr lang="fr-FR" baseline="0" dirty="0" smtClean="0"/>
              <a:t> </a:t>
            </a:r>
            <a:r>
              <a:rPr lang="fr-FR" baseline="0" dirty="0" err="1" smtClean="0"/>
              <a:t>sy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manaraka</a:t>
            </a:r>
            <a:r>
              <a:rPr lang="fr-FR" baseline="0" dirty="0" smtClean="0"/>
              <a:t> </a:t>
            </a:r>
            <a:r>
              <a:rPr lang="fr-FR" baseline="0" dirty="0" err="1" smtClean="0"/>
              <a:t>ny</a:t>
            </a:r>
            <a:r>
              <a:rPr lang="fr-FR" baseline="0" dirty="0" smtClean="0"/>
              <a:t> </a:t>
            </a:r>
            <a:r>
              <a:rPr lang="fr-FR" baseline="0" dirty="0" err="1" smtClean="0"/>
              <a:t>tenin’Andtra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F3769A-3621-4624-B357-4167280A1325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88829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763BAF1-BE91-43AB-B3EE-CB3D71A53BCD}" type="slidenum">
              <a:rPr kumimoji="0" lang="en-US" alt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fr-F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1450" indent="-171450" eaLnBrk="1" hangingPunct="1">
              <a:lnSpc>
                <a:spcPct val="90000"/>
              </a:lnSpc>
            </a:pPr>
            <a:endParaRPr lang="en-US" altLang="fr-FR" sz="900" i="1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07177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763BAF1-BE91-43AB-B3EE-CB3D71A53BCD}" type="slidenum">
              <a:rPr kumimoji="0" lang="en-US" alt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fr-F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1450" indent="-171450" eaLnBrk="1" hangingPunct="1">
              <a:lnSpc>
                <a:spcPct val="90000"/>
              </a:lnSpc>
            </a:pPr>
            <a:endParaRPr lang="en-US" altLang="fr-FR" sz="900" i="1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2185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763BAF1-BE91-43AB-B3EE-CB3D71A53BCD}" type="slidenum">
              <a:rPr kumimoji="0" lang="en-US" alt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fr-F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lvl="0">
              <a:lnSpc>
                <a:spcPct val="115000"/>
              </a:lnSpc>
            </a:pP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Mba ho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fandraisana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anjara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amin’izany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mpandray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fitenenana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mpitory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teny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nofidiana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nofanina.Ireo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hafa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kosa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handray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anjara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fanolorana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hafatra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tsotra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mikasika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fahasalamana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hitarika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hira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handray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olona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900" dirty="0">
              <a:solidFill>
                <a:prstClr val="black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1432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763BAF1-BE91-43AB-B3EE-CB3D71A53BCD}" type="slidenum">
              <a:rPr kumimoji="0" lang="en-US" alt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fr-F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1450" indent="-171450" eaLnBrk="1" hangingPunct="1">
              <a:lnSpc>
                <a:spcPct val="90000"/>
              </a:lnSpc>
            </a:pPr>
            <a:endParaRPr lang="en-US" altLang="fr-FR" sz="900" i="1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94285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763BAF1-BE91-43AB-B3EE-CB3D71A53BCD}" type="slidenum">
              <a:rPr kumimoji="0" lang="en-US" alt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fr-F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lvl="0">
              <a:lnSpc>
                <a:spcPct val="115000"/>
              </a:lnSpc>
              <a:spcAft>
                <a:spcPts val="1000"/>
              </a:spcAft>
            </a:pP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Ireo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fomba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ahazoana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namana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hanasana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azy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tokony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ampianarina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900" dirty="0">
              <a:solidFill>
                <a:prstClr val="black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97712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763BAF1-BE91-43AB-B3EE-CB3D71A53BCD}" type="slidenum">
              <a:rPr kumimoji="0" lang="en-US" alt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fr-F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Ampianaro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fa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fahazoana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namana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fitazomana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azy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tena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ilaina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fitoriana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nyFilazantsara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alalan’ny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finamanana</a:t>
            </a:r>
            <a:r>
              <a:rPr lang="en-US" sz="900" dirty="0" smtClean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900" dirty="0" smtClean="0">
              <a:solidFill>
                <a:prstClr val="black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eaLnBrk="1" hangingPunct="1">
              <a:lnSpc>
                <a:spcPct val="90000"/>
              </a:lnSpc>
            </a:pPr>
            <a:endParaRPr lang="en-US" altLang="fr-FR" sz="900" i="1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6321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763BAF1-BE91-43AB-B3EE-CB3D71A53BCD}" type="slidenum">
              <a:rPr kumimoji="0" lang="en-US" alt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fr-F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1450" indent="-171450" eaLnBrk="1" hangingPunct="1">
              <a:lnSpc>
                <a:spcPct val="90000"/>
              </a:lnSpc>
            </a:pPr>
            <a:endParaRPr lang="en-US" altLang="fr-FR" sz="900" i="1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53351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763BAF1-BE91-43AB-B3EE-CB3D71A53BCD}" type="slidenum">
              <a:rPr kumimoji="0" lang="en-US" alt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fr-F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1450" indent="-171450" eaLnBrk="1" hangingPunct="1">
              <a:lnSpc>
                <a:spcPct val="90000"/>
              </a:lnSpc>
            </a:pPr>
            <a:endParaRPr lang="en-US" altLang="fr-FR" sz="900" i="1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58612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763BAF1-BE91-43AB-B3EE-CB3D71A53BCD}" type="slidenum">
              <a:rPr kumimoji="0" lang="en-US" alt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fr-F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1450" indent="-171450" eaLnBrk="1" hangingPunct="1">
              <a:lnSpc>
                <a:spcPct val="90000"/>
              </a:lnSpc>
            </a:pPr>
            <a:endParaRPr lang="en-US" altLang="fr-FR" sz="900" i="1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9796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763BAF1-BE91-43AB-B3EE-CB3D71A53BCD}" type="slidenum">
              <a:rPr kumimoji="0" lang="en-US" alt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fr-F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1450" indent="-171450" eaLnBrk="1" hangingPunct="1">
              <a:lnSpc>
                <a:spcPct val="90000"/>
              </a:lnSpc>
            </a:pPr>
            <a:endParaRPr lang="en-US" altLang="fr-FR" sz="900" i="1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7261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763BAF1-BE91-43AB-B3EE-CB3D71A53BCD}" type="slidenum">
              <a:rPr kumimoji="0" lang="en-US" alt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fr-F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1450" indent="-171450" eaLnBrk="1" hangingPunct="1">
              <a:lnSpc>
                <a:spcPct val="90000"/>
              </a:lnSpc>
            </a:pPr>
            <a:endParaRPr lang="en-US" altLang="fr-FR" sz="900" i="1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03216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763BAF1-BE91-43AB-B3EE-CB3D71A53BCD}" type="slidenum">
              <a:rPr kumimoji="0" lang="en-US" alt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fr-F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43000">
              <a:lnSpc>
                <a:spcPct val="115000"/>
              </a:lnSpc>
              <a:spcAft>
                <a:spcPts val="0"/>
              </a:spcAft>
            </a:pPr>
            <a:r>
              <a:rPr lang="fr-FR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 </a:t>
            </a:r>
            <a:r>
              <a:rPr lang="fr-FR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iray</a:t>
            </a:r>
            <a:r>
              <a:rPr lang="fr-FR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amin’ireo</a:t>
            </a:r>
            <a:r>
              <a:rPr lang="fr-FR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hira</a:t>
            </a:r>
            <a:r>
              <a:rPr lang="fr-FR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tian’ny</a:t>
            </a:r>
            <a:r>
              <a:rPr lang="fr-FR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fr-FR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indrindra</a:t>
            </a:r>
            <a:r>
              <a:rPr lang="fr-FR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dia </a:t>
            </a:r>
            <a:r>
              <a:rPr lang="fr-FR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ilay</a:t>
            </a:r>
            <a:r>
              <a:rPr lang="fr-FR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hoe</a:t>
            </a:r>
            <a:r>
              <a:rPr lang="fr-FR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“ Le Seigneur m’aime, Bonheur </a:t>
            </a:r>
            <a:r>
              <a:rPr lang="fr-FR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supreme</a:t>
            </a:r>
            <a:r>
              <a:rPr lang="fr-FR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le Seigneur m’aime, il est amour…” Ny </a:t>
            </a:r>
            <a:r>
              <a:rPr lang="fr-FR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fitiavan’I</a:t>
            </a:r>
            <a:r>
              <a:rPr lang="fr-FR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Jesosy</a:t>
            </a:r>
            <a:r>
              <a:rPr lang="fr-FR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no </a:t>
            </a:r>
            <a:r>
              <a:rPr lang="fr-FR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fototry</a:t>
            </a:r>
            <a:r>
              <a:rPr lang="fr-FR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Filazantsara</a:t>
            </a:r>
            <a:r>
              <a:rPr lang="fr-FR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fr-FR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fr-FR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dia </a:t>
            </a:r>
            <a:r>
              <a:rPr lang="fr-FR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mamaly</a:t>
            </a:r>
            <a:r>
              <a:rPr lang="fr-FR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tsara</a:t>
            </a:r>
            <a:r>
              <a:rPr lang="fr-FR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fitiavana</a:t>
            </a:r>
            <a:r>
              <a:rPr lang="fr-FR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toy</a:t>
            </a:r>
            <a:r>
              <a:rPr lang="fr-FR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izany</a:t>
            </a:r>
            <a:r>
              <a:rPr lang="fr-FR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indrindra</a:t>
            </a:r>
            <a:r>
              <a:rPr lang="fr-FR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moa</a:t>
            </a:r>
            <a:r>
              <a:rPr lang="fr-FR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raha</a:t>
            </a:r>
            <a:r>
              <a:rPr lang="fr-FR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itany</a:t>
            </a:r>
            <a:r>
              <a:rPr lang="fr-FR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fa </a:t>
            </a:r>
            <a:r>
              <a:rPr lang="fr-FR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avy</a:t>
            </a:r>
            <a:r>
              <a:rPr lang="fr-FR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fr-FR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</a:t>
            </a:r>
            <a:r>
              <a:rPr lang="fr-FR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izany</a:t>
            </a:r>
            <a:r>
              <a:rPr lang="fr-FR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fitiavana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araka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izany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no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tokony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hiaraka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rehetra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ataontsika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hoan’ny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Tokony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tiavintsika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Tokony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hahaliana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antsika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atao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manokana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en-US" sz="9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azy</a:t>
            </a: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800" dirty="0" smtClean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0">
              <a:lnSpc>
                <a:spcPct val="115000"/>
              </a:lnSpc>
              <a:spcAft>
                <a:spcPts val="0"/>
              </a:spcAft>
            </a:pPr>
            <a:r>
              <a:rPr lang="en-US" sz="9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fr-FR" sz="800" dirty="0" smtClean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eaLnBrk="1" hangingPunct="1">
              <a:lnSpc>
                <a:spcPct val="90000"/>
              </a:lnSpc>
            </a:pPr>
            <a:endParaRPr lang="en-US" altLang="fr-FR" sz="900" i="1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63445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763BAF1-BE91-43AB-B3EE-CB3D71A53BCD}" type="slidenum">
              <a:rPr kumimoji="0" lang="en-US" alt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fr-F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1450" indent="-171450" eaLnBrk="1" hangingPunct="1">
              <a:lnSpc>
                <a:spcPct val="90000"/>
              </a:lnSpc>
            </a:pPr>
            <a:endParaRPr lang="en-US" altLang="fr-FR" sz="900" i="1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0938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763BAF1-BE91-43AB-B3EE-CB3D71A53BCD}" type="slidenum">
              <a:rPr kumimoji="0" lang="en-US" alt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fr-F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1450" indent="-171450" eaLnBrk="1" hangingPunct="1">
              <a:lnSpc>
                <a:spcPct val="90000"/>
              </a:lnSpc>
            </a:pPr>
            <a:endParaRPr lang="en-US" altLang="fr-FR" sz="900" i="1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8038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39A2EC5-1BF9-48FF-A0F3-D313524B0A62}" type="slidenum">
              <a:rPr kumimoji="0" lang="en-US" alt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altLang="fr-F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fr-FR" dirty="0" smtClean="0">
                <a:latin typeface="Arial" panose="020B0604020202020204" pitchFamily="34" charset="0"/>
              </a:rPr>
              <a:t>TSOTRA FOHY MAZAVA</a:t>
            </a:r>
          </a:p>
        </p:txBody>
      </p:sp>
    </p:spTree>
    <p:extLst>
      <p:ext uri="{BB962C8B-B14F-4D97-AF65-F5344CB8AC3E}">
        <p14:creationId xmlns:p14="http://schemas.microsoft.com/office/powerpoint/2010/main" val="17774531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39A2EC5-1BF9-48FF-A0F3-D313524B0A62}" type="slidenum">
              <a:rPr kumimoji="0" lang="en-US" alt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altLang="fr-F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40185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0F1AFD-2C80-41DD-AB65-99A2941D1B09}" type="slidenum">
              <a:rPr kumimoji="0" lang="en-US" alt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altLang="fr-F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b="1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2696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39A2EC5-1BF9-48FF-A0F3-D313524B0A62}" type="slidenum">
              <a:rPr kumimoji="0" lang="en-US" alt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altLang="fr-F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454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2779185" y="296863"/>
            <a:ext cx="9097433" cy="5353050"/>
            <a:chOff x="1313" y="187"/>
            <a:chExt cx="4298" cy="3372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2194" y="601"/>
              <a:ext cx="596" cy="447"/>
              <a:chOff x="0" y="0"/>
              <a:chExt cx="768" cy="576"/>
            </a:xfrm>
          </p:grpSpPr>
          <p:sp>
            <p:nvSpPr>
              <p:cNvPr id="135" name="Oval 4"/>
              <p:cNvSpPr>
                <a:spLocks noChangeArrowheads="1"/>
              </p:cNvSpPr>
              <p:nvPr/>
            </p:nvSpPr>
            <p:spPr bwMode="hidden">
              <a:xfrm>
                <a:off x="0" y="0"/>
                <a:ext cx="768" cy="576"/>
              </a:xfrm>
              <a:prstGeom prst="ellipse">
                <a:avLst/>
              </a:pr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  <p:sp>
            <p:nvSpPr>
              <p:cNvPr id="136" name="Oval 5"/>
              <p:cNvSpPr>
                <a:spLocks noChangeArrowheads="1"/>
              </p:cNvSpPr>
              <p:nvPr/>
            </p:nvSpPr>
            <p:spPr bwMode="hidden">
              <a:xfrm>
                <a:off x="276" y="253"/>
                <a:ext cx="187" cy="1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1312" y="187"/>
              <a:ext cx="4299" cy="3371"/>
              <a:chOff x="0" y="1"/>
              <a:chExt cx="5533" cy="4340"/>
            </a:xfrm>
          </p:grpSpPr>
          <p:grpSp>
            <p:nvGrpSpPr>
              <p:cNvPr id="22" name="Group 7"/>
              <p:cNvGrpSpPr>
                <a:grpSpLocks/>
              </p:cNvGrpSpPr>
              <p:nvPr/>
            </p:nvGrpSpPr>
            <p:grpSpPr bwMode="auto">
              <a:xfrm>
                <a:off x="0" y="1"/>
                <a:ext cx="5470" cy="4340"/>
                <a:chOff x="0" y="1"/>
                <a:chExt cx="5470" cy="4340"/>
              </a:xfrm>
            </p:grpSpPr>
            <p:grpSp>
              <p:nvGrpSpPr>
                <p:cNvPr id="33" name="Group 8"/>
                <p:cNvGrpSpPr>
                  <a:grpSpLocks/>
                </p:cNvGrpSpPr>
                <p:nvPr/>
              </p:nvGrpSpPr>
              <p:grpSpPr bwMode="auto">
                <a:xfrm>
                  <a:off x="1339" y="787"/>
                  <a:ext cx="2919" cy="2150"/>
                  <a:chOff x="1265" y="815"/>
                  <a:chExt cx="2919" cy="2150"/>
                </a:xfrm>
              </p:grpSpPr>
              <p:sp>
                <p:nvSpPr>
                  <p:cNvPr id="133" name="Oval 9"/>
                  <p:cNvSpPr>
                    <a:spLocks noChangeArrowheads="1"/>
                  </p:cNvSpPr>
                  <p:nvPr/>
                </p:nvSpPr>
                <p:spPr bwMode="hidden">
                  <a:xfrm>
                    <a:off x="1265" y="816"/>
                    <a:ext cx="2919" cy="2149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chemeClr val="bg2"/>
                      </a:gs>
                      <a:gs pos="100000">
                        <a:schemeClr val="bg1"/>
                      </a:gs>
                    </a:gsLst>
                    <a:path path="shape">
                      <a:fillToRect l="50000" t="50000" r="50000" b="50000"/>
                    </a:path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  <p:sp>
                <p:nvSpPr>
                  <p:cNvPr id="134" name="Oval 10"/>
                  <p:cNvSpPr>
                    <a:spLocks noChangeArrowheads="1"/>
                  </p:cNvSpPr>
                  <p:nvPr/>
                </p:nvSpPr>
                <p:spPr bwMode="hidden">
                  <a:xfrm>
                    <a:off x="2379" y="1601"/>
                    <a:ext cx="578" cy="406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bg2"/>
                      </a:gs>
                    </a:gsLst>
                    <a:path path="shape">
                      <a:fillToRect l="50000" t="50000" r="50000" b="50000"/>
                    </a:path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</p:grpSp>
            <p:grpSp>
              <p:nvGrpSpPr>
                <p:cNvPr id="34" name="Group 11"/>
                <p:cNvGrpSpPr>
                  <a:grpSpLocks/>
                </p:cNvGrpSpPr>
                <p:nvPr/>
              </p:nvGrpSpPr>
              <p:grpSpPr bwMode="auto">
                <a:xfrm>
                  <a:off x="0" y="1"/>
                  <a:ext cx="5470" cy="4340"/>
                  <a:chOff x="0" y="1"/>
                  <a:chExt cx="5470" cy="4340"/>
                </a:xfrm>
              </p:grpSpPr>
              <p:grpSp>
                <p:nvGrpSpPr>
                  <p:cNvPr id="35" name="Group 12"/>
                  <p:cNvGrpSpPr>
                    <a:grpSpLocks/>
                  </p:cNvGrpSpPr>
                  <p:nvPr/>
                </p:nvGrpSpPr>
                <p:grpSpPr bwMode="auto">
                  <a:xfrm>
                    <a:off x="3544" y="1503"/>
                    <a:ext cx="1259" cy="2325"/>
                    <a:chOff x="3470" y="1531"/>
                    <a:chExt cx="1259" cy="2325"/>
                  </a:xfrm>
                </p:grpSpPr>
                <p:sp>
                  <p:nvSpPr>
                    <p:cNvPr id="131" name="Freeform 13"/>
                    <p:cNvSpPr>
                      <a:spLocks/>
                    </p:cNvSpPr>
                    <p:nvPr/>
                  </p:nvSpPr>
                  <p:spPr bwMode="hidden">
                    <a:xfrm rot="2711884">
                      <a:off x="2764" y="2238"/>
                      <a:ext cx="1725" cy="313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  <p:sp>
                  <p:nvSpPr>
                    <p:cNvPr id="132" name="Freeform 14"/>
                    <p:cNvSpPr>
                      <a:spLocks/>
                    </p:cNvSpPr>
                    <p:nvPr/>
                  </p:nvSpPr>
                  <p:spPr bwMode="hidden">
                    <a:xfrm rot="2711884">
                      <a:off x="4022" y="3149"/>
                      <a:ext cx="924" cy="490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</p:grpSp>
              <p:grpSp>
                <p:nvGrpSpPr>
                  <p:cNvPr id="36" name="Group 15"/>
                  <p:cNvGrpSpPr>
                    <a:grpSpLocks/>
                  </p:cNvGrpSpPr>
                  <p:nvPr/>
                </p:nvGrpSpPr>
                <p:grpSpPr bwMode="auto">
                  <a:xfrm>
                    <a:off x="2938" y="1992"/>
                    <a:ext cx="2462" cy="1331"/>
                    <a:chOff x="2864" y="2020"/>
                    <a:chExt cx="2462" cy="1331"/>
                  </a:xfrm>
                </p:grpSpPr>
                <p:sp>
                  <p:nvSpPr>
                    <p:cNvPr id="129" name="Freeform 16"/>
                    <p:cNvSpPr>
                      <a:spLocks/>
                    </p:cNvSpPr>
                    <p:nvPr/>
                  </p:nvSpPr>
                  <p:spPr bwMode="hidden">
                    <a:xfrm rot="2104081">
                      <a:off x="2864" y="2019"/>
                      <a:ext cx="1813" cy="346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  <p:sp>
                  <p:nvSpPr>
                    <p:cNvPr id="130" name="Freeform 17"/>
                    <p:cNvSpPr>
                      <a:spLocks/>
                    </p:cNvSpPr>
                    <p:nvPr/>
                  </p:nvSpPr>
                  <p:spPr bwMode="hidden">
                    <a:xfrm rot="2104081">
                      <a:off x="4352" y="2806"/>
                      <a:ext cx="974" cy="545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</p:grpSp>
              <p:grpSp>
                <p:nvGrpSpPr>
                  <p:cNvPr id="37" name="Group 18"/>
                  <p:cNvGrpSpPr>
                    <a:grpSpLocks/>
                  </p:cNvGrpSpPr>
                  <p:nvPr/>
                </p:nvGrpSpPr>
                <p:grpSpPr bwMode="auto">
                  <a:xfrm>
                    <a:off x="2970" y="1804"/>
                    <a:ext cx="2478" cy="1064"/>
                    <a:chOff x="2896" y="1832"/>
                    <a:chExt cx="2478" cy="1064"/>
                  </a:xfrm>
                </p:grpSpPr>
                <p:sp>
                  <p:nvSpPr>
                    <p:cNvPr id="127" name="Freeform 19"/>
                    <p:cNvSpPr>
                      <a:spLocks/>
                    </p:cNvSpPr>
                    <p:nvPr/>
                  </p:nvSpPr>
                  <p:spPr bwMode="hidden">
                    <a:xfrm rot="1582915">
                      <a:off x="2896" y="1831"/>
                      <a:ext cx="1736" cy="30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  <p:sp>
                  <p:nvSpPr>
                    <p:cNvPr id="128" name="Freeform 20"/>
                    <p:cNvSpPr>
                      <a:spLocks/>
                    </p:cNvSpPr>
                    <p:nvPr/>
                  </p:nvSpPr>
                  <p:spPr bwMode="hidden">
                    <a:xfrm rot="1582915">
                      <a:off x="4442" y="2420"/>
                      <a:ext cx="932" cy="476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</p:grpSp>
              <p:grpSp>
                <p:nvGrpSpPr>
                  <p:cNvPr id="38" name="Group 21"/>
                  <p:cNvGrpSpPr>
                    <a:grpSpLocks/>
                  </p:cNvGrpSpPr>
                  <p:nvPr/>
                </p:nvGrpSpPr>
                <p:grpSpPr bwMode="auto">
                  <a:xfrm>
                    <a:off x="2998" y="1608"/>
                    <a:ext cx="2472" cy="927"/>
                    <a:chOff x="2924" y="1636"/>
                    <a:chExt cx="2472" cy="927"/>
                  </a:xfrm>
                </p:grpSpPr>
                <p:sp>
                  <p:nvSpPr>
                    <p:cNvPr id="125" name="Freeform 22"/>
                    <p:cNvSpPr>
                      <a:spLocks/>
                    </p:cNvSpPr>
                    <p:nvPr/>
                  </p:nvSpPr>
                  <p:spPr bwMode="hidden">
                    <a:xfrm rot="1080363">
                      <a:off x="2924" y="1636"/>
                      <a:ext cx="1677" cy="33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  <p:sp>
                  <p:nvSpPr>
                    <p:cNvPr id="126" name="Freeform 23"/>
                    <p:cNvSpPr>
                      <a:spLocks/>
                    </p:cNvSpPr>
                    <p:nvPr/>
                  </p:nvSpPr>
                  <p:spPr bwMode="hidden">
                    <a:xfrm rot="1080363">
                      <a:off x="4495" y="2036"/>
                      <a:ext cx="901" cy="527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</p:grpSp>
              <p:grpSp>
                <p:nvGrpSpPr>
                  <p:cNvPr id="39" name="Group 24"/>
                  <p:cNvGrpSpPr>
                    <a:grpSpLocks/>
                  </p:cNvGrpSpPr>
                  <p:nvPr/>
                </p:nvGrpSpPr>
                <p:grpSpPr bwMode="auto">
                  <a:xfrm>
                    <a:off x="3032" y="1386"/>
                    <a:ext cx="2341" cy="657"/>
                    <a:chOff x="2958" y="1414"/>
                    <a:chExt cx="2341" cy="657"/>
                  </a:xfrm>
                </p:grpSpPr>
                <p:sp>
                  <p:nvSpPr>
                    <p:cNvPr id="123" name="Freeform 25"/>
                    <p:cNvSpPr>
                      <a:spLocks/>
                    </p:cNvSpPr>
                    <p:nvPr/>
                  </p:nvSpPr>
                  <p:spPr bwMode="hidden">
                    <a:xfrm rot="463793">
                      <a:off x="2958" y="1414"/>
                      <a:ext cx="1544" cy="312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  <p:sp>
                  <p:nvSpPr>
                    <p:cNvPr id="124" name="Freeform 26"/>
                    <p:cNvSpPr>
                      <a:spLocks/>
                    </p:cNvSpPr>
                    <p:nvPr/>
                  </p:nvSpPr>
                  <p:spPr bwMode="hidden">
                    <a:xfrm rot="463793">
                      <a:off x="4469" y="1582"/>
                      <a:ext cx="830" cy="489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</p:grpSp>
              <p:grpSp>
                <p:nvGrpSpPr>
                  <p:cNvPr id="40" name="Group 27"/>
                  <p:cNvGrpSpPr>
                    <a:grpSpLocks/>
                  </p:cNvGrpSpPr>
                  <p:nvPr/>
                </p:nvGrpSpPr>
                <p:grpSpPr bwMode="auto">
                  <a:xfrm>
                    <a:off x="3057" y="1241"/>
                    <a:ext cx="2150" cy="342"/>
                    <a:chOff x="2983" y="1269"/>
                    <a:chExt cx="2150" cy="342"/>
                  </a:xfrm>
                </p:grpSpPr>
                <p:sp>
                  <p:nvSpPr>
                    <p:cNvPr id="121" name="Freeform 28"/>
                    <p:cNvSpPr>
                      <a:spLocks/>
                    </p:cNvSpPr>
                    <p:nvPr/>
                  </p:nvSpPr>
                  <p:spPr bwMode="hidden">
                    <a:xfrm rot="-84182">
                      <a:off x="2983" y="1289"/>
                      <a:ext cx="1404" cy="220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  <p:sp>
                  <p:nvSpPr>
                    <p:cNvPr id="122" name="Freeform 29"/>
                    <p:cNvSpPr>
                      <a:spLocks/>
                    </p:cNvSpPr>
                    <p:nvPr/>
                  </p:nvSpPr>
                  <p:spPr bwMode="hidden">
                    <a:xfrm rot="-84182">
                      <a:off x="4379" y="1269"/>
                      <a:ext cx="754" cy="342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</p:grpSp>
              <p:grpSp>
                <p:nvGrpSpPr>
                  <p:cNvPr id="41" name="Group 30"/>
                  <p:cNvGrpSpPr>
                    <a:grpSpLocks/>
                  </p:cNvGrpSpPr>
                  <p:nvPr/>
                </p:nvGrpSpPr>
                <p:grpSpPr bwMode="auto">
                  <a:xfrm>
                    <a:off x="3012" y="890"/>
                    <a:ext cx="1879" cy="426"/>
                    <a:chOff x="2938" y="918"/>
                    <a:chExt cx="1879" cy="426"/>
                  </a:xfrm>
                </p:grpSpPr>
                <p:sp>
                  <p:nvSpPr>
                    <p:cNvPr id="119" name="Freeform 31"/>
                    <p:cNvSpPr>
                      <a:spLocks/>
                    </p:cNvSpPr>
                    <p:nvPr/>
                  </p:nvSpPr>
                  <p:spPr bwMode="hidden">
                    <a:xfrm rot="-802576">
                      <a:off x="2938" y="1128"/>
                      <a:ext cx="1233" cy="21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  <p:sp>
                  <p:nvSpPr>
                    <p:cNvPr id="120" name="Freeform 32"/>
                    <p:cNvSpPr>
                      <a:spLocks/>
                    </p:cNvSpPr>
                    <p:nvPr/>
                  </p:nvSpPr>
                  <p:spPr bwMode="hidden">
                    <a:xfrm rot="-802576">
                      <a:off x="4155" y="919"/>
                      <a:ext cx="662" cy="336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</p:grpSp>
              <p:grpSp>
                <p:nvGrpSpPr>
                  <p:cNvPr id="42" name="Group 33"/>
                  <p:cNvGrpSpPr>
                    <a:grpSpLocks/>
                  </p:cNvGrpSpPr>
                  <p:nvPr/>
                </p:nvGrpSpPr>
                <p:grpSpPr bwMode="auto">
                  <a:xfrm>
                    <a:off x="711" y="1625"/>
                    <a:ext cx="1257" cy="2326"/>
                    <a:chOff x="637" y="1653"/>
                    <a:chExt cx="1257" cy="2326"/>
                  </a:xfrm>
                </p:grpSpPr>
                <p:sp>
                  <p:nvSpPr>
                    <p:cNvPr id="117" name="Freeform 34"/>
                    <p:cNvSpPr>
                      <a:spLocks/>
                    </p:cNvSpPr>
                    <p:nvPr/>
                  </p:nvSpPr>
                  <p:spPr bwMode="hidden">
                    <a:xfrm rot="18888116" flipH="1">
                      <a:off x="876" y="2358"/>
                      <a:ext cx="1724" cy="313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  <p:sp>
                  <p:nvSpPr>
                    <p:cNvPr id="118" name="Freeform 35"/>
                    <p:cNvSpPr>
                      <a:spLocks/>
                    </p:cNvSpPr>
                    <p:nvPr/>
                  </p:nvSpPr>
                  <p:spPr bwMode="hidden">
                    <a:xfrm rot="18888116" flipH="1">
                      <a:off x="419" y="3271"/>
                      <a:ext cx="926" cy="490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</p:grpSp>
              <p:grpSp>
                <p:nvGrpSpPr>
                  <p:cNvPr id="43" name="Group 36"/>
                  <p:cNvGrpSpPr>
                    <a:grpSpLocks/>
                  </p:cNvGrpSpPr>
                  <p:nvPr/>
                </p:nvGrpSpPr>
                <p:grpSpPr bwMode="auto">
                  <a:xfrm>
                    <a:off x="69" y="2168"/>
                    <a:ext cx="2461" cy="1334"/>
                    <a:chOff x="-5" y="2196"/>
                    <a:chExt cx="2461" cy="1334"/>
                  </a:xfrm>
                </p:grpSpPr>
                <p:sp>
                  <p:nvSpPr>
                    <p:cNvPr id="115" name="Freeform 37"/>
                    <p:cNvSpPr>
                      <a:spLocks/>
                    </p:cNvSpPr>
                    <p:nvPr/>
                  </p:nvSpPr>
                  <p:spPr bwMode="hidden">
                    <a:xfrm rot="19495919" flipH="1">
                      <a:off x="644" y="2196"/>
                      <a:ext cx="1812" cy="348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  <p:sp>
                  <p:nvSpPr>
                    <p:cNvPr id="116" name="Freeform 38"/>
                    <p:cNvSpPr>
                      <a:spLocks/>
                    </p:cNvSpPr>
                    <p:nvPr/>
                  </p:nvSpPr>
                  <p:spPr bwMode="hidden">
                    <a:xfrm rot="19495919" flipH="1">
                      <a:off x="-5" y="2984"/>
                      <a:ext cx="973" cy="546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</p:grpSp>
              <p:grpSp>
                <p:nvGrpSpPr>
                  <p:cNvPr id="44" name="Group 39"/>
                  <p:cNvGrpSpPr>
                    <a:grpSpLocks/>
                  </p:cNvGrpSpPr>
                  <p:nvPr/>
                </p:nvGrpSpPr>
                <p:grpSpPr bwMode="auto">
                  <a:xfrm>
                    <a:off x="22" y="1981"/>
                    <a:ext cx="2477" cy="1063"/>
                    <a:chOff x="-52" y="2009"/>
                    <a:chExt cx="2477" cy="1063"/>
                  </a:xfrm>
                </p:grpSpPr>
                <p:sp>
                  <p:nvSpPr>
                    <p:cNvPr id="113" name="Freeform 40"/>
                    <p:cNvSpPr>
                      <a:spLocks/>
                    </p:cNvSpPr>
                    <p:nvPr/>
                  </p:nvSpPr>
                  <p:spPr bwMode="hidden">
                    <a:xfrm rot="20017085" flipH="1">
                      <a:off x="689" y="2009"/>
                      <a:ext cx="1736" cy="30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  <p:sp>
                  <p:nvSpPr>
                    <p:cNvPr id="114" name="Freeform 41"/>
                    <p:cNvSpPr>
                      <a:spLocks/>
                    </p:cNvSpPr>
                    <p:nvPr/>
                  </p:nvSpPr>
                  <p:spPr bwMode="hidden">
                    <a:xfrm rot="20017085" flipH="1">
                      <a:off x="-52" y="2596"/>
                      <a:ext cx="932" cy="476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bg1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</p:grpSp>
              <p:grpSp>
                <p:nvGrpSpPr>
                  <p:cNvPr id="45" name="Group 42"/>
                  <p:cNvGrpSpPr>
                    <a:grpSpLocks/>
                  </p:cNvGrpSpPr>
                  <p:nvPr/>
                </p:nvGrpSpPr>
                <p:grpSpPr bwMode="auto">
                  <a:xfrm>
                    <a:off x="0" y="1786"/>
                    <a:ext cx="2472" cy="927"/>
                    <a:chOff x="-74" y="1814"/>
                    <a:chExt cx="2472" cy="927"/>
                  </a:xfrm>
                </p:grpSpPr>
                <p:sp>
                  <p:nvSpPr>
                    <p:cNvPr id="111" name="Freeform 43"/>
                    <p:cNvSpPr>
                      <a:spLocks/>
                    </p:cNvSpPr>
                    <p:nvPr/>
                  </p:nvSpPr>
                  <p:spPr bwMode="hidden">
                    <a:xfrm rot="20519637" flipH="1">
                      <a:off x="721" y="1813"/>
                      <a:ext cx="1677" cy="33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  <p:sp>
                  <p:nvSpPr>
                    <p:cNvPr id="112" name="Freeform 44"/>
                    <p:cNvSpPr>
                      <a:spLocks/>
                    </p:cNvSpPr>
                    <p:nvPr/>
                  </p:nvSpPr>
                  <p:spPr bwMode="hidden">
                    <a:xfrm rot="20519637" flipH="1">
                      <a:off x="-74" y="2214"/>
                      <a:ext cx="901" cy="527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bg1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</p:grpSp>
              <p:grpSp>
                <p:nvGrpSpPr>
                  <p:cNvPr id="46" name="Group 45"/>
                  <p:cNvGrpSpPr>
                    <a:grpSpLocks/>
                  </p:cNvGrpSpPr>
                  <p:nvPr/>
                </p:nvGrpSpPr>
                <p:grpSpPr bwMode="auto">
                  <a:xfrm>
                    <a:off x="97" y="1563"/>
                    <a:ext cx="2339" cy="656"/>
                    <a:chOff x="23" y="1591"/>
                    <a:chExt cx="2339" cy="656"/>
                  </a:xfrm>
                </p:grpSpPr>
                <p:sp>
                  <p:nvSpPr>
                    <p:cNvPr id="109" name="Freeform 46"/>
                    <p:cNvSpPr>
                      <a:spLocks/>
                    </p:cNvSpPr>
                    <p:nvPr/>
                  </p:nvSpPr>
                  <p:spPr bwMode="hidden">
                    <a:xfrm rot="21136207" flipH="1">
                      <a:off x="818" y="1591"/>
                      <a:ext cx="1544" cy="313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  <p:sp>
                  <p:nvSpPr>
                    <p:cNvPr id="110" name="Freeform 47"/>
                    <p:cNvSpPr>
                      <a:spLocks/>
                    </p:cNvSpPr>
                    <p:nvPr/>
                  </p:nvSpPr>
                  <p:spPr bwMode="hidden">
                    <a:xfrm rot="21136207" flipH="1">
                      <a:off x="23" y="1758"/>
                      <a:ext cx="830" cy="489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bg1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</p:grpSp>
              <p:grpSp>
                <p:nvGrpSpPr>
                  <p:cNvPr id="47" name="Group 48"/>
                  <p:cNvGrpSpPr>
                    <a:grpSpLocks/>
                  </p:cNvGrpSpPr>
                  <p:nvPr/>
                </p:nvGrpSpPr>
                <p:grpSpPr bwMode="auto">
                  <a:xfrm>
                    <a:off x="263" y="1417"/>
                    <a:ext cx="2150" cy="344"/>
                    <a:chOff x="189" y="1445"/>
                    <a:chExt cx="2150" cy="344"/>
                  </a:xfrm>
                </p:grpSpPr>
                <p:sp>
                  <p:nvSpPr>
                    <p:cNvPr id="107" name="Freeform 49"/>
                    <p:cNvSpPr>
                      <a:spLocks/>
                    </p:cNvSpPr>
                    <p:nvPr/>
                  </p:nvSpPr>
                  <p:spPr bwMode="hidden">
                    <a:xfrm rot="84182" flipH="1">
                      <a:off x="935" y="1466"/>
                      <a:ext cx="1404" cy="219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  <p:sp>
                  <p:nvSpPr>
                    <p:cNvPr id="108" name="Freeform 50"/>
                    <p:cNvSpPr>
                      <a:spLocks/>
                    </p:cNvSpPr>
                    <p:nvPr/>
                  </p:nvSpPr>
                  <p:spPr bwMode="hidden">
                    <a:xfrm rot="84182" flipH="1">
                      <a:off x="189" y="1445"/>
                      <a:ext cx="754" cy="344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bg1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</p:grpSp>
              <p:grpSp>
                <p:nvGrpSpPr>
                  <p:cNvPr id="48" name="Group 51"/>
                  <p:cNvGrpSpPr>
                    <a:grpSpLocks/>
                  </p:cNvGrpSpPr>
                  <p:nvPr/>
                </p:nvGrpSpPr>
                <p:grpSpPr bwMode="auto">
                  <a:xfrm>
                    <a:off x="579" y="1066"/>
                    <a:ext cx="1879" cy="427"/>
                    <a:chOff x="505" y="1094"/>
                    <a:chExt cx="1879" cy="427"/>
                  </a:xfrm>
                </p:grpSpPr>
                <p:sp>
                  <p:nvSpPr>
                    <p:cNvPr id="105" name="Freeform 52"/>
                    <p:cNvSpPr>
                      <a:spLocks/>
                    </p:cNvSpPr>
                    <p:nvPr/>
                  </p:nvSpPr>
                  <p:spPr bwMode="hidden">
                    <a:xfrm rot="802576" flipH="1">
                      <a:off x="1151" y="1306"/>
                      <a:ext cx="1233" cy="21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  <p:sp>
                  <p:nvSpPr>
                    <p:cNvPr id="106" name="Freeform 53"/>
                    <p:cNvSpPr>
                      <a:spLocks/>
                    </p:cNvSpPr>
                    <p:nvPr/>
                  </p:nvSpPr>
                  <p:spPr bwMode="hidden">
                    <a:xfrm rot="802576" flipH="1">
                      <a:off x="505" y="1094"/>
                      <a:ext cx="662" cy="340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bg1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</p:grpSp>
              <p:grpSp>
                <p:nvGrpSpPr>
                  <p:cNvPr id="49" name="Group 54"/>
                  <p:cNvGrpSpPr>
                    <a:grpSpLocks/>
                  </p:cNvGrpSpPr>
                  <p:nvPr/>
                </p:nvGrpSpPr>
                <p:grpSpPr bwMode="auto">
                  <a:xfrm>
                    <a:off x="690" y="872"/>
                    <a:ext cx="1849" cy="553"/>
                    <a:chOff x="616" y="900"/>
                    <a:chExt cx="1849" cy="553"/>
                  </a:xfrm>
                </p:grpSpPr>
                <p:sp>
                  <p:nvSpPr>
                    <p:cNvPr id="103" name="Freeform 55"/>
                    <p:cNvSpPr>
                      <a:spLocks/>
                    </p:cNvSpPr>
                    <p:nvPr/>
                  </p:nvSpPr>
                  <p:spPr bwMode="hidden">
                    <a:xfrm rot="1277471" flipH="1">
                      <a:off x="1232" y="1238"/>
                      <a:ext cx="1233" cy="21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  <p:sp>
                  <p:nvSpPr>
                    <p:cNvPr id="104" name="Freeform 56"/>
                    <p:cNvSpPr>
                      <a:spLocks/>
                    </p:cNvSpPr>
                    <p:nvPr/>
                  </p:nvSpPr>
                  <p:spPr bwMode="hidden">
                    <a:xfrm rot="1277471" flipH="1">
                      <a:off x="616" y="901"/>
                      <a:ext cx="662" cy="336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bg1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</p:grpSp>
              <p:grpSp>
                <p:nvGrpSpPr>
                  <p:cNvPr id="50" name="Group 57"/>
                  <p:cNvGrpSpPr>
                    <a:grpSpLocks/>
                  </p:cNvGrpSpPr>
                  <p:nvPr/>
                </p:nvGrpSpPr>
                <p:grpSpPr bwMode="auto">
                  <a:xfrm>
                    <a:off x="911" y="590"/>
                    <a:ext cx="1767" cy="742"/>
                    <a:chOff x="911" y="590"/>
                    <a:chExt cx="1767" cy="742"/>
                  </a:xfrm>
                </p:grpSpPr>
                <p:sp>
                  <p:nvSpPr>
                    <p:cNvPr id="101" name="Freeform 58"/>
                    <p:cNvSpPr>
                      <a:spLocks/>
                    </p:cNvSpPr>
                    <p:nvPr/>
                  </p:nvSpPr>
                  <p:spPr bwMode="hidden">
                    <a:xfrm rot="2028410" flipH="1">
                      <a:off x="1445" y="1117"/>
                      <a:ext cx="1233" cy="21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  <p:sp>
                  <p:nvSpPr>
                    <p:cNvPr id="102" name="Freeform 59"/>
                    <p:cNvSpPr>
                      <a:spLocks/>
                    </p:cNvSpPr>
                    <p:nvPr/>
                  </p:nvSpPr>
                  <p:spPr bwMode="hidden">
                    <a:xfrm rot="2028410" flipH="1">
                      <a:off x="911" y="589"/>
                      <a:ext cx="662" cy="337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bg1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</p:grpSp>
              <p:grpSp>
                <p:nvGrpSpPr>
                  <p:cNvPr id="51" name="Group 60"/>
                  <p:cNvGrpSpPr>
                    <a:grpSpLocks/>
                  </p:cNvGrpSpPr>
                  <p:nvPr/>
                </p:nvGrpSpPr>
                <p:grpSpPr bwMode="auto">
                  <a:xfrm>
                    <a:off x="1120" y="300"/>
                    <a:ext cx="1693" cy="892"/>
                    <a:chOff x="1120" y="300"/>
                    <a:chExt cx="1693" cy="892"/>
                  </a:xfrm>
                </p:grpSpPr>
                <p:sp>
                  <p:nvSpPr>
                    <p:cNvPr id="99" name="Freeform 61"/>
                    <p:cNvSpPr>
                      <a:spLocks/>
                    </p:cNvSpPr>
                    <p:nvPr/>
                  </p:nvSpPr>
                  <p:spPr bwMode="hidden">
                    <a:xfrm rot="2664424" flipH="1">
                      <a:off x="1562" y="977"/>
                      <a:ext cx="1251" cy="21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  <p:sp>
                  <p:nvSpPr>
                    <p:cNvPr id="100" name="Freeform 62"/>
                    <p:cNvSpPr>
                      <a:spLocks/>
                    </p:cNvSpPr>
                    <p:nvPr/>
                  </p:nvSpPr>
                  <p:spPr bwMode="hidden">
                    <a:xfrm rot="2664424" flipH="1">
                      <a:off x="1120" y="300"/>
                      <a:ext cx="672" cy="339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bg1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</p:grpSp>
              <p:grpSp>
                <p:nvGrpSpPr>
                  <p:cNvPr id="52" name="Group 63"/>
                  <p:cNvGrpSpPr>
                    <a:grpSpLocks/>
                  </p:cNvGrpSpPr>
                  <p:nvPr/>
                </p:nvGrpSpPr>
                <p:grpSpPr bwMode="auto">
                  <a:xfrm>
                    <a:off x="1707" y="74"/>
                    <a:ext cx="778" cy="1515"/>
                    <a:chOff x="1633" y="102"/>
                    <a:chExt cx="778" cy="1515"/>
                  </a:xfrm>
                </p:grpSpPr>
                <p:sp>
                  <p:nvSpPr>
                    <p:cNvPr id="97" name="Freeform 64"/>
                    <p:cNvSpPr>
                      <a:spLocks/>
                    </p:cNvSpPr>
                    <p:nvPr/>
                  </p:nvSpPr>
                  <p:spPr bwMode="hidden">
                    <a:xfrm rot="3473776" flipH="1">
                      <a:off x="1753" y="959"/>
                      <a:ext cx="1101" cy="21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  <p:sp>
                  <p:nvSpPr>
                    <p:cNvPr id="98" name="Freeform 65"/>
                    <p:cNvSpPr>
                      <a:spLocks/>
                    </p:cNvSpPr>
                    <p:nvPr/>
                  </p:nvSpPr>
                  <p:spPr bwMode="hidden">
                    <a:xfrm rot="3473776" flipH="1">
                      <a:off x="1506" y="229"/>
                      <a:ext cx="591" cy="338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bg1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</p:grpSp>
              <p:grpSp>
                <p:nvGrpSpPr>
                  <p:cNvPr id="53" name="Group 66"/>
                  <p:cNvGrpSpPr>
                    <a:grpSpLocks/>
                  </p:cNvGrpSpPr>
                  <p:nvPr/>
                </p:nvGrpSpPr>
                <p:grpSpPr bwMode="auto">
                  <a:xfrm>
                    <a:off x="2009" y="1"/>
                    <a:ext cx="635" cy="1534"/>
                    <a:chOff x="1935" y="29"/>
                    <a:chExt cx="635" cy="1534"/>
                  </a:xfrm>
                </p:grpSpPr>
                <p:sp>
                  <p:nvSpPr>
                    <p:cNvPr id="95" name="Freeform 67"/>
                    <p:cNvSpPr>
                      <a:spLocks/>
                    </p:cNvSpPr>
                    <p:nvPr/>
                  </p:nvSpPr>
                  <p:spPr bwMode="hidden">
                    <a:xfrm rot="4126480" flipH="1">
                      <a:off x="1932" y="926"/>
                      <a:ext cx="1061" cy="21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  <p:sp>
                  <p:nvSpPr>
                    <p:cNvPr id="96" name="Freeform 68"/>
                    <p:cNvSpPr>
                      <a:spLocks/>
                    </p:cNvSpPr>
                    <p:nvPr/>
                  </p:nvSpPr>
                  <p:spPr bwMode="hidden">
                    <a:xfrm rot="4126480" flipH="1">
                      <a:off x="1819" y="146"/>
                      <a:ext cx="570" cy="337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bg1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</p:grpSp>
              <p:grpSp>
                <p:nvGrpSpPr>
                  <p:cNvPr id="54" name="Group 69"/>
                  <p:cNvGrpSpPr>
                    <a:grpSpLocks/>
                  </p:cNvGrpSpPr>
                  <p:nvPr/>
                </p:nvGrpSpPr>
                <p:grpSpPr bwMode="auto">
                  <a:xfrm>
                    <a:off x="2896" y="644"/>
                    <a:ext cx="1846" cy="566"/>
                    <a:chOff x="2822" y="672"/>
                    <a:chExt cx="1846" cy="566"/>
                  </a:xfrm>
                </p:grpSpPr>
                <p:sp>
                  <p:nvSpPr>
                    <p:cNvPr id="93" name="Freeform 70"/>
                    <p:cNvSpPr>
                      <a:spLocks/>
                    </p:cNvSpPr>
                    <p:nvPr/>
                  </p:nvSpPr>
                  <p:spPr bwMode="hidden">
                    <a:xfrm rot="-1325434">
                      <a:off x="2822" y="1023"/>
                      <a:ext cx="1233" cy="21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  <p:sp>
                  <p:nvSpPr>
                    <p:cNvPr id="94" name="Freeform 71"/>
                    <p:cNvSpPr>
                      <a:spLocks/>
                    </p:cNvSpPr>
                    <p:nvPr/>
                  </p:nvSpPr>
                  <p:spPr bwMode="hidden">
                    <a:xfrm rot="-1325434">
                      <a:off x="4005" y="671"/>
                      <a:ext cx="663" cy="340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</p:grpSp>
              <p:grpSp>
                <p:nvGrpSpPr>
                  <p:cNvPr id="55" name="Group 72"/>
                  <p:cNvGrpSpPr>
                    <a:grpSpLocks/>
                  </p:cNvGrpSpPr>
                  <p:nvPr/>
                </p:nvGrpSpPr>
                <p:grpSpPr bwMode="auto">
                  <a:xfrm>
                    <a:off x="2757" y="417"/>
                    <a:ext cx="1783" cy="717"/>
                    <a:chOff x="2683" y="445"/>
                    <a:chExt cx="1783" cy="717"/>
                  </a:xfrm>
                </p:grpSpPr>
                <p:sp>
                  <p:nvSpPr>
                    <p:cNvPr id="91" name="Freeform 73"/>
                    <p:cNvSpPr>
                      <a:spLocks/>
                    </p:cNvSpPr>
                    <p:nvPr/>
                  </p:nvSpPr>
                  <p:spPr bwMode="hidden">
                    <a:xfrm rot="-1921064">
                      <a:off x="2683" y="947"/>
                      <a:ext cx="1233" cy="21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  <p:sp>
                  <p:nvSpPr>
                    <p:cNvPr id="92" name="Freeform 74"/>
                    <p:cNvSpPr>
                      <a:spLocks/>
                    </p:cNvSpPr>
                    <p:nvPr/>
                  </p:nvSpPr>
                  <p:spPr bwMode="hidden">
                    <a:xfrm rot="-1921064">
                      <a:off x="3803" y="445"/>
                      <a:ext cx="663" cy="339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</p:grpSp>
              <p:sp>
                <p:nvSpPr>
                  <p:cNvPr id="56" name="Freeform 75"/>
                  <p:cNvSpPr>
                    <a:spLocks/>
                  </p:cNvSpPr>
                  <p:nvPr/>
                </p:nvSpPr>
                <p:spPr bwMode="hidden">
                  <a:xfrm rot="4578755" flipH="1">
                    <a:off x="2176" y="949"/>
                    <a:ext cx="1026" cy="144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  <p:sp>
                <p:nvSpPr>
                  <p:cNvPr id="57" name="Freeform 76"/>
                  <p:cNvSpPr>
                    <a:spLocks/>
                  </p:cNvSpPr>
                  <p:nvPr/>
                </p:nvSpPr>
                <p:spPr bwMode="hidden">
                  <a:xfrm rot="4578755" flipH="1">
                    <a:off x="2199" y="196"/>
                    <a:ext cx="552" cy="229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bg1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  <p:grpSp>
                <p:nvGrpSpPr>
                  <p:cNvPr id="58" name="Group 77"/>
                  <p:cNvGrpSpPr>
                    <a:grpSpLocks/>
                  </p:cNvGrpSpPr>
                  <p:nvPr/>
                </p:nvGrpSpPr>
                <p:grpSpPr bwMode="auto">
                  <a:xfrm>
                    <a:off x="2874" y="13"/>
                    <a:ext cx="638" cy="1520"/>
                    <a:chOff x="2800" y="41"/>
                    <a:chExt cx="638" cy="1520"/>
                  </a:xfrm>
                </p:grpSpPr>
                <p:sp>
                  <p:nvSpPr>
                    <p:cNvPr id="89" name="Freeform 78"/>
                    <p:cNvSpPr>
                      <a:spLocks/>
                    </p:cNvSpPr>
                    <p:nvPr/>
                  </p:nvSpPr>
                  <p:spPr bwMode="hidden">
                    <a:xfrm rot="-3857755">
                      <a:off x="2361" y="938"/>
                      <a:ext cx="1062" cy="18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  <p:sp>
                  <p:nvSpPr>
                    <p:cNvPr id="90" name="Freeform 79"/>
                    <p:cNvSpPr>
                      <a:spLocks/>
                    </p:cNvSpPr>
                    <p:nvPr/>
                  </p:nvSpPr>
                  <p:spPr bwMode="hidden">
                    <a:xfrm rot="-3857755">
                      <a:off x="3009" y="182"/>
                      <a:ext cx="570" cy="288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</p:grpSp>
              <p:grpSp>
                <p:nvGrpSpPr>
                  <p:cNvPr id="59" name="Group 80"/>
                  <p:cNvGrpSpPr>
                    <a:grpSpLocks/>
                  </p:cNvGrpSpPr>
                  <p:nvPr/>
                </p:nvGrpSpPr>
                <p:grpSpPr bwMode="auto">
                  <a:xfrm>
                    <a:off x="3010" y="134"/>
                    <a:ext cx="1015" cy="1463"/>
                    <a:chOff x="2936" y="162"/>
                    <a:chExt cx="1015" cy="1463"/>
                  </a:xfrm>
                </p:grpSpPr>
                <p:sp>
                  <p:nvSpPr>
                    <p:cNvPr id="87" name="Freeform 81"/>
                    <p:cNvSpPr>
                      <a:spLocks/>
                    </p:cNvSpPr>
                    <p:nvPr/>
                  </p:nvSpPr>
                  <p:spPr bwMode="hidden">
                    <a:xfrm rot="-2777260">
                      <a:off x="2493" y="912"/>
                      <a:ext cx="1156" cy="270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  <p:sp>
                  <p:nvSpPr>
                    <p:cNvPr id="88" name="Freeform 82"/>
                    <p:cNvSpPr>
                      <a:spLocks/>
                    </p:cNvSpPr>
                    <p:nvPr/>
                  </p:nvSpPr>
                  <p:spPr bwMode="hidden">
                    <a:xfrm rot="-2777260">
                      <a:off x="3429" y="261"/>
                      <a:ext cx="622" cy="422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</p:grpSp>
              <p:grpSp>
                <p:nvGrpSpPr>
                  <p:cNvPr id="60" name="Group 83"/>
                  <p:cNvGrpSpPr>
                    <a:grpSpLocks/>
                  </p:cNvGrpSpPr>
                  <p:nvPr/>
                </p:nvGrpSpPr>
                <p:grpSpPr bwMode="auto">
                  <a:xfrm>
                    <a:off x="2805" y="4"/>
                    <a:ext cx="241" cy="1448"/>
                    <a:chOff x="2731" y="32"/>
                    <a:chExt cx="241" cy="1448"/>
                  </a:xfrm>
                </p:grpSpPr>
                <p:sp>
                  <p:nvSpPr>
                    <p:cNvPr id="85" name="Freeform 84"/>
                    <p:cNvSpPr>
                      <a:spLocks/>
                    </p:cNvSpPr>
                    <p:nvPr/>
                  </p:nvSpPr>
                  <p:spPr bwMode="hidden">
                    <a:xfrm rot="-4903748">
                      <a:off x="2297" y="960"/>
                      <a:ext cx="954" cy="86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  <p:sp>
                  <p:nvSpPr>
                    <p:cNvPr id="86" name="Freeform 85"/>
                    <p:cNvSpPr>
                      <a:spLocks/>
                    </p:cNvSpPr>
                    <p:nvPr/>
                  </p:nvSpPr>
                  <p:spPr bwMode="hidden">
                    <a:xfrm rot="-4903748">
                      <a:off x="2649" y="220"/>
                      <a:ext cx="512" cy="135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</p:grpSp>
              <p:grpSp>
                <p:nvGrpSpPr>
                  <p:cNvPr id="61" name="Group 86"/>
                  <p:cNvGrpSpPr>
                    <a:grpSpLocks/>
                  </p:cNvGrpSpPr>
                  <p:nvPr/>
                </p:nvGrpSpPr>
                <p:grpSpPr bwMode="auto">
                  <a:xfrm>
                    <a:off x="1017" y="1740"/>
                    <a:ext cx="1083" cy="2450"/>
                    <a:chOff x="943" y="1768"/>
                    <a:chExt cx="1083" cy="2450"/>
                  </a:xfrm>
                </p:grpSpPr>
                <p:sp>
                  <p:nvSpPr>
                    <p:cNvPr id="83" name="Freeform 87"/>
                    <p:cNvSpPr>
                      <a:spLocks/>
                    </p:cNvSpPr>
                    <p:nvPr/>
                  </p:nvSpPr>
                  <p:spPr bwMode="hidden">
                    <a:xfrm rot="18335692" flipH="1">
                      <a:off x="1008" y="2475"/>
                      <a:ext cx="1725" cy="311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  <p:sp>
                  <p:nvSpPr>
                    <p:cNvPr id="84" name="Freeform 88"/>
                    <p:cNvSpPr>
                      <a:spLocks/>
                    </p:cNvSpPr>
                    <p:nvPr/>
                  </p:nvSpPr>
                  <p:spPr bwMode="hidden">
                    <a:xfrm rot="18335692" flipH="1">
                      <a:off x="726" y="3511"/>
                      <a:ext cx="924" cy="490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</p:grpSp>
              <p:grpSp>
                <p:nvGrpSpPr>
                  <p:cNvPr id="62" name="Group 89"/>
                  <p:cNvGrpSpPr>
                    <a:grpSpLocks/>
                  </p:cNvGrpSpPr>
                  <p:nvPr/>
                </p:nvGrpSpPr>
                <p:grpSpPr bwMode="auto">
                  <a:xfrm>
                    <a:off x="1529" y="1908"/>
                    <a:ext cx="766" cy="2372"/>
                    <a:chOff x="1455" y="1936"/>
                    <a:chExt cx="766" cy="2372"/>
                  </a:xfrm>
                </p:grpSpPr>
                <p:sp>
                  <p:nvSpPr>
                    <p:cNvPr id="81" name="Freeform 90"/>
                    <p:cNvSpPr>
                      <a:spLocks/>
                    </p:cNvSpPr>
                    <p:nvPr/>
                  </p:nvSpPr>
                  <p:spPr bwMode="hidden">
                    <a:xfrm rot="17542885" flipH="1">
                      <a:off x="1267" y="2578"/>
                      <a:ext cx="1595" cy="311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  <p:sp>
                  <p:nvSpPr>
                    <p:cNvPr id="82" name="Freeform 91"/>
                    <p:cNvSpPr>
                      <a:spLocks/>
                    </p:cNvSpPr>
                    <p:nvPr/>
                  </p:nvSpPr>
                  <p:spPr bwMode="hidden">
                    <a:xfrm rot="17542885" flipH="1">
                      <a:off x="1272" y="3635"/>
                      <a:ext cx="856" cy="490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</p:grpSp>
              <p:grpSp>
                <p:nvGrpSpPr>
                  <p:cNvPr id="63" name="Group 92"/>
                  <p:cNvGrpSpPr>
                    <a:grpSpLocks/>
                  </p:cNvGrpSpPr>
                  <p:nvPr/>
                </p:nvGrpSpPr>
                <p:grpSpPr bwMode="auto">
                  <a:xfrm rot="88588">
                    <a:off x="2060" y="1960"/>
                    <a:ext cx="460" cy="2329"/>
                    <a:chOff x="1953" y="1988"/>
                    <a:chExt cx="493" cy="2604"/>
                  </a:xfrm>
                </p:grpSpPr>
                <p:sp>
                  <p:nvSpPr>
                    <p:cNvPr id="79" name="Freeform 93"/>
                    <p:cNvSpPr>
                      <a:spLocks/>
                    </p:cNvSpPr>
                    <p:nvPr/>
                  </p:nvSpPr>
                  <p:spPr bwMode="hidden">
                    <a:xfrm rot="16782062" flipH="1">
                      <a:off x="1439" y="2693"/>
                      <a:ext cx="1712" cy="301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  <p:sp>
                  <p:nvSpPr>
                    <p:cNvPr id="80" name="Freeform 94"/>
                    <p:cNvSpPr>
                      <a:spLocks/>
                    </p:cNvSpPr>
                    <p:nvPr/>
                  </p:nvSpPr>
                  <p:spPr bwMode="hidden">
                    <a:xfrm rot="16782062" flipH="1">
                      <a:off x="1730" y="3896"/>
                      <a:ext cx="918" cy="473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</p:grpSp>
              <p:grpSp>
                <p:nvGrpSpPr>
                  <p:cNvPr id="64" name="Group 95"/>
                  <p:cNvGrpSpPr>
                    <a:grpSpLocks/>
                  </p:cNvGrpSpPr>
                  <p:nvPr/>
                </p:nvGrpSpPr>
                <p:grpSpPr bwMode="auto">
                  <a:xfrm>
                    <a:off x="3408" y="1689"/>
                    <a:ext cx="1125" cy="2425"/>
                    <a:chOff x="3334" y="1717"/>
                    <a:chExt cx="1125" cy="2425"/>
                  </a:xfrm>
                </p:grpSpPr>
                <p:sp>
                  <p:nvSpPr>
                    <p:cNvPr id="77" name="Freeform 96"/>
                    <p:cNvSpPr>
                      <a:spLocks/>
                    </p:cNvSpPr>
                    <p:nvPr/>
                  </p:nvSpPr>
                  <p:spPr bwMode="hidden">
                    <a:xfrm rot="3144576">
                      <a:off x="2628" y="2423"/>
                      <a:ext cx="1724" cy="311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  <p:sp>
                  <p:nvSpPr>
                    <p:cNvPr id="78" name="Freeform 97"/>
                    <p:cNvSpPr>
                      <a:spLocks/>
                    </p:cNvSpPr>
                    <p:nvPr/>
                  </p:nvSpPr>
                  <p:spPr bwMode="hidden">
                    <a:xfrm rot="3144576">
                      <a:off x="3752" y="3435"/>
                      <a:ext cx="924" cy="490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</p:grpSp>
              <p:grpSp>
                <p:nvGrpSpPr>
                  <p:cNvPr id="65" name="Group 98"/>
                  <p:cNvGrpSpPr>
                    <a:grpSpLocks/>
                  </p:cNvGrpSpPr>
                  <p:nvPr/>
                </p:nvGrpSpPr>
                <p:grpSpPr bwMode="auto">
                  <a:xfrm>
                    <a:off x="3255" y="1839"/>
                    <a:ext cx="881" cy="2424"/>
                    <a:chOff x="3181" y="1867"/>
                    <a:chExt cx="881" cy="2424"/>
                  </a:xfrm>
                </p:grpSpPr>
                <p:sp>
                  <p:nvSpPr>
                    <p:cNvPr id="75" name="Freeform 99"/>
                    <p:cNvSpPr>
                      <a:spLocks/>
                    </p:cNvSpPr>
                    <p:nvPr/>
                  </p:nvSpPr>
                  <p:spPr bwMode="hidden">
                    <a:xfrm rot="3745735">
                      <a:off x="2506" y="2542"/>
                      <a:ext cx="1648" cy="299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  <p:sp>
                  <p:nvSpPr>
                    <p:cNvPr id="76" name="Freeform 100"/>
                    <p:cNvSpPr>
                      <a:spLocks/>
                    </p:cNvSpPr>
                    <p:nvPr/>
                  </p:nvSpPr>
                  <p:spPr bwMode="hidden">
                    <a:xfrm rot="3745735">
                      <a:off x="3387" y="3615"/>
                      <a:ext cx="883" cy="467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</p:grpSp>
              <p:grpSp>
                <p:nvGrpSpPr>
                  <p:cNvPr id="66" name="Group 101"/>
                  <p:cNvGrpSpPr>
                    <a:grpSpLocks/>
                  </p:cNvGrpSpPr>
                  <p:nvPr/>
                </p:nvGrpSpPr>
                <p:grpSpPr bwMode="auto">
                  <a:xfrm>
                    <a:off x="3080" y="1956"/>
                    <a:ext cx="621" cy="2385"/>
                    <a:chOff x="3006" y="1984"/>
                    <a:chExt cx="621" cy="2385"/>
                  </a:xfrm>
                </p:grpSpPr>
                <p:sp>
                  <p:nvSpPr>
                    <p:cNvPr id="73" name="Freeform 102"/>
                    <p:cNvSpPr>
                      <a:spLocks/>
                    </p:cNvSpPr>
                    <p:nvPr/>
                  </p:nvSpPr>
                  <p:spPr bwMode="hidden">
                    <a:xfrm rot="4286818">
                      <a:off x="2329" y="2661"/>
                      <a:ext cx="1599" cy="246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  <p:sp>
                  <p:nvSpPr>
                    <p:cNvPr id="74" name="Freeform 103"/>
                    <p:cNvSpPr>
                      <a:spLocks/>
                    </p:cNvSpPr>
                    <p:nvPr/>
                  </p:nvSpPr>
                  <p:spPr bwMode="hidden">
                    <a:xfrm rot="4286818">
                      <a:off x="3005" y="3747"/>
                      <a:ext cx="859" cy="386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</p:grpSp>
              <p:grpSp>
                <p:nvGrpSpPr>
                  <p:cNvPr id="67" name="Group 104"/>
                  <p:cNvGrpSpPr>
                    <a:grpSpLocks/>
                  </p:cNvGrpSpPr>
                  <p:nvPr/>
                </p:nvGrpSpPr>
                <p:grpSpPr bwMode="auto">
                  <a:xfrm>
                    <a:off x="2893" y="2071"/>
                    <a:ext cx="404" cy="2221"/>
                    <a:chOff x="2819" y="2099"/>
                    <a:chExt cx="404" cy="2221"/>
                  </a:xfrm>
                </p:grpSpPr>
                <p:sp>
                  <p:nvSpPr>
                    <p:cNvPr id="71" name="Freeform 105"/>
                    <p:cNvSpPr>
                      <a:spLocks/>
                    </p:cNvSpPr>
                    <p:nvPr/>
                  </p:nvSpPr>
                  <p:spPr bwMode="hidden">
                    <a:xfrm rot="4898956">
                      <a:off x="2207" y="2711"/>
                      <a:ext cx="1470" cy="246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  <p:sp>
                  <p:nvSpPr>
                    <p:cNvPr id="72" name="Freeform 106"/>
                    <p:cNvSpPr>
                      <a:spLocks/>
                    </p:cNvSpPr>
                    <p:nvPr/>
                  </p:nvSpPr>
                  <p:spPr bwMode="hidden">
                    <a:xfrm rot="4898956">
                      <a:off x="2636" y="3732"/>
                      <a:ext cx="790" cy="385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</p:grpSp>
              <p:grpSp>
                <p:nvGrpSpPr>
                  <p:cNvPr id="68" name="Group 107"/>
                  <p:cNvGrpSpPr>
                    <a:grpSpLocks/>
                  </p:cNvGrpSpPr>
                  <p:nvPr/>
                </p:nvGrpSpPr>
                <p:grpSpPr bwMode="auto">
                  <a:xfrm>
                    <a:off x="2372" y="2107"/>
                    <a:ext cx="428" cy="2185"/>
                    <a:chOff x="2287" y="2135"/>
                    <a:chExt cx="428" cy="2185"/>
                  </a:xfrm>
                </p:grpSpPr>
                <p:sp>
                  <p:nvSpPr>
                    <p:cNvPr id="69" name="Freeform 108"/>
                    <p:cNvSpPr>
                      <a:spLocks/>
                    </p:cNvSpPr>
                    <p:nvPr/>
                  </p:nvSpPr>
                  <p:spPr bwMode="hidden">
                    <a:xfrm rot="5755659">
                      <a:off x="1903" y="2760"/>
                      <a:ext cx="1437" cy="188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540000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  <p:sp>
                  <p:nvSpPr>
                    <p:cNvPr id="70" name="Freeform 109"/>
                    <p:cNvSpPr>
                      <a:spLocks/>
                    </p:cNvSpPr>
                    <p:nvPr/>
                  </p:nvSpPr>
                  <p:spPr bwMode="hidden">
                    <a:xfrm rot="5755659">
                      <a:off x="2049" y="3786"/>
                      <a:ext cx="771" cy="296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fr-FR" sz="1800"/>
                    </a:p>
                  </p:txBody>
                </p:sp>
              </p:grpSp>
            </p:grpSp>
          </p:grpSp>
          <p:grpSp>
            <p:nvGrpSpPr>
              <p:cNvPr id="23" name="Group 110"/>
              <p:cNvGrpSpPr>
                <a:grpSpLocks/>
              </p:cNvGrpSpPr>
              <p:nvPr/>
            </p:nvGrpSpPr>
            <p:grpSpPr bwMode="auto">
              <a:xfrm>
                <a:off x="73" y="313"/>
                <a:ext cx="5460" cy="3667"/>
                <a:chOff x="73" y="313"/>
                <a:chExt cx="5460" cy="3667"/>
              </a:xfrm>
            </p:grpSpPr>
            <p:grpSp>
              <p:nvGrpSpPr>
                <p:cNvPr id="24" name="Group 111"/>
                <p:cNvGrpSpPr>
                  <a:grpSpLocks/>
                </p:cNvGrpSpPr>
                <p:nvPr/>
              </p:nvGrpSpPr>
              <p:grpSpPr bwMode="auto">
                <a:xfrm>
                  <a:off x="73" y="313"/>
                  <a:ext cx="5460" cy="3667"/>
                  <a:chOff x="73" y="313"/>
                  <a:chExt cx="5460" cy="3667"/>
                </a:xfrm>
              </p:grpSpPr>
              <p:sp>
                <p:nvSpPr>
                  <p:cNvPr id="26" name="Arc 112"/>
                  <p:cNvSpPr>
                    <a:spLocks/>
                  </p:cNvSpPr>
                  <p:nvPr/>
                </p:nvSpPr>
                <p:spPr bwMode="hidden">
                  <a:xfrm flipV="1">
                    <a:off x="2965" y="455"/>
                    <a:ext cx="2568" cy="2047"/>
                  </a:xfrm>
                  <a:custGeom>
                    <a:avLst/>
                    <a:gdLst>
                      <a:gd name="G0" fmla="+- 17826 0 0"/>
                      <a:gd name="G1" fmla="+- 0 0 0"/>
                      <a:gd name="G2" fmla="+- 21600 0 0"/>
                      <a:gd name="T0" fmla="*/ 36729 w 36729"/>
                      <a:gd name="T1" fmla="*/ 10451 h 21600"/>
                      <a:gd name="T2" fmla="*/ 0 w 36729"/>
                      <a:gd name="T3" fmla="*/ 12197 h 21600"/>
                      <a:gd name="T4" fmla="*/ 17826 w 36729"/>
                      <a:gd name="T5" fmla="*/ 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6729" h="21600" fill="none" extrusionOk="0">
                        <a:moveTo>
                          <a:pt x="36729" y="10451"/>
                        </a:moveTo>
                        <a:cubicBezTo>
                          <a:pt x="32926" y="17330"/>
                          <a:pt x="25686" y="21599"/>
                          <a:pt x="17826" y="21600"/>
                        </a:cubicBezTo>
                        <a:cubicBezTo>
                          <a:pt x="10696" y="21600"/>
                          <a:pt x="4025" y="18081"/>
                          <a:pt x="-1" y="12197"/>
                        </a:cubicBezTo>
                      </a:path>
                      <a:path w="36729" h="21600" stroke="0" extrusionOk="0">
                        <a:moveTo>
                          <a:pt x="36729" y="10451"/>
                        </a:moveTo>
                        <a:cubicBezTo>
                          <a:pt x="32926" y="17330"/>
                          <a:pt x="25686" y="21599"/>
                          <a:pt x="17826" y="21600"/>
                        </a:cubicBezTo>
                        <a:cubicBezTo>
                          <a:pt x="10696" y="21600"/>
                          <a:pt x="4025" y="18081"/>
                          <a:pt x="-1" y="12197"/>
                        </a:cubicBezTo>
                        <a:lnTo>
                          <a:pt x="17826" y="0"/>
                        </a:lnTo>
                        <a:close/>
                      </a:path>
                    </a:pathLst>
                  </a:custGeom>
                  <a:noFill/>
                  <a:ln w="9525">
                    <a:solidFill>
                      <a:schemeClr val="accent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  <p:sp>
                <p:nvSpPr>
                  <p:cNvPr id="27" name="Arc 113"/>
                  <p:cNvSpPr>
                    <a:spLocks/>
                  </p:cNvSpPr>
                  <p:nvPr/>
                </p:nvSpPr>
                <p:spPr bwMode="hidden">
                  <a:xfrm flipH="1">
                    <a:off x="387" y="1601"/>
                    <a:ext cx="2017" cy="2379"/>
                  </a:xfrm>
                  <a:custGeom>
                    <a:avLst/>
                    <a:gdLst>
                      <a:gd name="G0" fmla="+- 8873 0 0"/>
                      <a:gd name="G1" fmla="+- 21600 0 0"/>
                      <a:gd name="G2" fmla="+- 21600 0 0"/>
                      <a:gd name="T0" fmla="*/ 0 w 30473"/>
                      <a:gd name="T1" fmla="*/ 1907 h 22305"/>
                      <a:gd name="T2" fmla="*/ 30462 w 30473"/>
                      <a:gd name="T3" fmla="*/ 22305 h 22305"/>
                      <a:gd name="T4" fmla="*/ 8873 w 30473"/>
                      <a:gd name="T5" fmla="*/ 21600 h 2230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0473" h="22305" fill="none" extrusionOk="0">
                        <a:moveTo>
                          <a:pt x="-1" y="1906"/>
                        </a:moveTo>
                        <a:cubicBezTo>
                          <a:pt x="2789" y="649"/>
                          <a:pt x="5813" y="-1"/>
                          <a:pt x="8873" y="0"/>
                        </a:cubicBezTo>
                        <a:cubicBezTo>
                          <a:pt x="20802" y="0"/>
                          <a:pt x="30473" y="9670"/>
                          <a:pt x="30473" y="21600"/>
                        </a:cubicBezTo>
                        <a:cubicBezTo>
                          <a:pt x="30473" y="21835"/>
                          <a:pt x="30469" y="22070"/>
                          <a:pt x="30461" y="22304"/>
                        </a:cubicBezTo>
                      </a:path>
                      <a:path w="30473" h="22305" stroke="0" extrusionOk="0">
                        <a:moveTo>
                          <a:pt x="-1" y="1906"/>
                        </a:moveTo>
                        <a:cubicBezTo>
                          <a:pt x="2789" y="649"/>
                          <a:pt x="5813" y="-1"/>
                          <a:pt x="8873" y="0"/>
                        </a:cubicBezTo>
                        <a:cubicBezTo>
                          <a:pt x="20802" y="0"/>
                          <a:pt x="30473" y="9670"/>
                          <a:pt x="30473" y="21600"/>
                        </a:cubicBezTo>
                        <a:cubicBezTo>
                          <a:pt x="30473" y="21835"/>
                          <a:pt x="30469" y="22070"/>
                          <a:pt x="30461" y="22304"/>
                        </a:cubicBezTo>
                        <a:lnTo>
                          <a:pt x="8873" y="21600"/>
                        </a:lnTo>
                        <a:close/>
                      </a:path>
                    </a:pathLst>
                  </a:custGeom>
                  <a:noFill/>
                  <a:ln w="9525">
                    <a:solidFill>
                      <a:schemeClr val="folHlink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  <p:sp>
                <p:nvSpPr>
                  <p:cNvPr id="28" name="Arc 114"/>
                  <p:cNvSpPr>
                    <a:spLocks/>
                  </p:cNvSpPr>
                  <p:nvPr/>
                </p:nvSpPr>
                <p:spPr bwMode="hidden">
                  <a:xfrm>
                    <a:off x="3028" y="1180"/>
                    <a:ext cx="1426" cy="2380"/>
                  </a:xfrm>
                  <a:custGeom>
                    <a:avLst/>
                    <a:gdLst>
                      <a:gd name="G0" fmla="+- 13212 0 0"/>
                      <a:gd name="G1" fmla="+- 21600 0 0"/>
                      <a:gd name="G2" fmla="+- 21600 0 0"/>
                      <a:gd name="T0" fmla="*/ 0 w 34812"/>
                      <a:gd name="T1" fmla="*/ 4512 h 22305"/>
                      <a:gd name="T2" fmla="*/ 34801 w 34812"/>
                      <a:gd name="T3" fmla="*/ 22305 h 22305"/>
                      <a:gd name="T4" fmla="*/ 13212 w 34812"/>
                      <a:gd name="T5" fmla="*/ 21600 h 2230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4812" h="22305" fill="none" extrusionOk="0">
                        <a:moveTo>
                          <a:pt x="-1" y="4511"/>
                        </a:moveTo>
                        <a:cubicBezTo>
                          <a:pt x="3783" y="1586"/>
                          <a:pt x="8429" y="-1"/>
                          <a:pt x="13212" y="0"/>
                        </a:cubicBezTo>
                        <a:cubicBezTo>
                          <a:pt x="25141" y="0"/>
                          <a:pt x="34812" y="9670"/>
                          <a:pt x="34812" y="21600"/>
                        </a:cubicBezTo>
                        <a:cubicBezTo>
                          <a:pt x="34812" y="21835"/>
                          <a:pt x="34808" y="22070"/>
                          <a:pt x="34800" y="22304"/>
                        </a:cubicBezTo>
                      </a:path>
                      <a:path w="34812" h="22305" stroke="0" extrusionOk="0">
                        <a:moveTo>
                          <a:pt x="-1" y="4511"/>
                        </a:moveTo>
                        <a:cubicBezTo>
                          <a:pt x="3783" y="1586"/>
                          <a:pt x="8429" y="-1"/>
                          <a:pt x="13212" y="0"/>
                        </a:cubicBezTo>
                        <a:cubicBezTo>
                          <a:pt x="25141" y="0"/>
                          <a:pt x="34812" y="9670"/>
                          <a:pt x="34812" y="21600"/>
                        </a:cubicBezTo>
                        <a:cubicBezTo>
                          <a:pt x="34812" y="21835"/>
                          <a:pt x="34808" y="22070"/>
                          <a:pt x="34800" y="22304"/>
                        </a:cubicBezTo>
                        <a:lnTo>
                          <a:pt x="13212" y="21600"/>
                        </a:lnTo>
                        <a:close/>
                      </a:path>
                    </a:pathLst>
                  </a:custGeom>
                  <a:noFill/>
                  <a:ln w="9525">
                    <a:solidFill>
                      <a:schemeClr val="accent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  <p:sp>
                <p:nvSpPr>
                  <p:cNvPr id="29" name="Arc 115"/>
                  <p:cNvSpPr>
                    <a:spLocks/>
                  </p:cNvSpPr>
                  <p:nvPr/>
                </p:nvSpPr>
                <p:spPr bwMode="hidden">
                  <a:xfrm flipH="1">
                    <a:off x="73" y="812"/>
                    <a:ext cx="2541" cy="2380"/>
                  </a:xfrm>
                  <a:custGeom>
                    <a:avLst/>
                    <a:gdLst>
                      <a:gd name="G0" fmla="+- 15230 0 0"/>
                      <a:gd name="G1" fmla="+- 21600 0 0"/>
                      <a:gd name="G2" fmla="+- 21600 0 0"/>
                      <a:gd name="T0" fmla="*/ 0 w 36830"/>
                      <a:gd name="T1" fmla="*/ 6283 h 22305"/>
                      <a:gd name="T2" fmla="*/ 36819 w 36830"/>
                      <a:gd name="T3" fmla="*/ 22305 h 22305"/>
                      <a:gd name="T4" fmla="*/ 15230 w 36830"/>
                      <a:gd name="T5" fmla="*/ 21600 h 2230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6830" h="22305" fill="none" extrusionOk="0">
                        <a:moveTo>
                          <a:pt x="0" y="6283"/>
                        </a:moveTo>
                        <a:cubicBezTo>
                          <a:pt x="4047" y="2258"/>
                          <a:pt x="9522" y="-1"/>
                          <a:pt x="15230" y="0"/>
                        </a:cubicBezTo>
                        <a:cubicBezTo>
                          <a:pt x="27159" y="0"/>
                          <a:pt x="36830" y="9670"/>
                          <a:pt x="36830" y="21600"/>
                        </a:cubicBezTo>
                        <a:cubicBezTo>
                          <a:pt x="36830" y="21835"/>
                          <a:pt x="36826" y="22070"/>
                          <a:pt x="36818" y="22304"/>
                        </a:cubicBezTo>
                      </a:path>
                      <a:path w="36830" h="22305" stroke="0" extrusionOk="0">
                        <a:moveTo>
                          <a:pt x="0" y="6283"/>
                        </a:moveTo>
                        <a:cubicBezTo>
                          <a:pt x="4047" y="2258"/>
                          <a:pt x="9522" y="-1"/>
                          <a:pt x="15230" y="0"/>
                        </a:cubicBezTo>
                        <a:cubicBezTo>
                          <a:pt x="27159" y="0"/>
                          <a:pt x="36830" y="9670"/>
                          <a:pt x="36830" y="21600"/>
                        </a:cubicBezTo>
                        <a:cubicBezTo>
                          <a:pt x="36830" y="21835"/>
                          <a:pt x="36826" y="22070"/>
                          <a:pt x="36818" y="22304"/>
                        </a:cubicBezTo>
                        <a:lnTo>
                          <a:pt x="15230" y="21600"/>
                        </a:lnTo>
                        <a:close/>
                      </a:path>
                    </a:pathLst>
                  </a:custGeom>
                  <a:noFill/>
                  <a:ln w="9525">
                    <a:solidFill>
                      <a:schemeClr val="folHlink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  <p:sp>
                <p:nvSpPr>
                  <p:cNvPr id="30" name="Arc 116"/>
                  <p:cNvSpPr>
                    <a:spLocks/>
                  </p:cNvSpPr>
                  <p:nvPr/>
                </p:nvSpPr>
                <p:spPr bwMode="hidden">
                  <a:xfrm flipH="1">
                    <a:off x="789" y="313"/>
                    <a:ext cx="1851" cy="2305"/>
                  </a:xfrm>
                  <a:custGeom>
                    <a:avLst/>
                    <a:gdLst>
                      <a:gd name="G0" fmla="+- 18231 0 0"/>
                      <a:gd name="G1" fmla="+- 21600 0 0"/>
                      <a:gd name="G2" fmla="+- 21600 0 0"/>
                      <a:gd name="T0" fmla="*/ 0 w 31881"/>
                      <a:gd name="T1" fmla="*/ 10016 h 21600"/>
                      <a:gd name="T2" fmla="*/ 31881 w 31881"/>
                      <a:gd name="T3" fmla="*/ 4860 h 21600"/>
                      <a:gd name="T4" fmla="*/ 18231 w 31881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1881" h="21600" fill="none" extrusionOk="0">
                        <a:moveTo>
                          <a:pt x="-1" y="10015"/>
                        </a:moveTo>
                        <a:cubicBezTo>
                          <a:pt x="3963" y="3778"/>
                          <a:pt x="10840" y="-1"/>
                          <a:pt x="18231" y="0"/>
                        </a:cubicBezTo>
                        <a:cubicBezTo>
                          <a:pt x="23204" y="0"/>
                          <a:pt x="28026" y="1716"/>
                          <a:pt x="31881" y="4859"/>
                        </a:cubicBezTo>
                      </a:path>
                      <a:path w="31881" h="21600" stroke="0" extrusionOk="0">
                        <a:moveTo>
                          <a:pt x="-1" y="10015"/>
                        </a:moveTo>
                        <a:cubicBezTo>
                          <a:pt x="3963" y="3778"/>
                          <a:pt x="10840" y="-1"/>
                          <a:pt x="18231" y="0"/>
                        </a:cubicBezTo>
                        <a:cubicBezTo>
                          <a:pt x="23204" y="0"/>
                          <a:pt x="28026" y="1716"/>
                          <a:pt x="31881" y="4859"/>
                        </a:cubicBezTo>
                        <a:lnTo>
                          <a:pt x="18231" y="21600"/>
                        </a:lnTo>
                        <a:close/>
                      </a:path>
                    </a:pathLst>
                  </a:custGeom>
                  <a:noFill/>
                  <a:ln w="9525">
                    <a:solidFill>
                      <a:schemeClr val="accent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  <p:sp>
                <p:nvSpPr>
                  <p:cNvPr id="31" name="Arc 117"/>
                  <p:cNvSpPr>
                    <a:spLocks/>
                  </p:cNvSpPr>
                  <p:nvPr/>
                </p:nvSpPr>
                <p:spPr bwMode="hidden">
                  <a:xfrm>
                    <a:off x="2763" y="1281"/>
                    <a:ext cx="763" cy="2305"/>
                  </a:xfrm>
                  <a:custGeom>
                    <a:avLst/>
                    <a:gdLst>
                      <a:gd name="G0" fmla="+- 13212 0 0"/>
                      <a:gd name="G1" fmla="+- 21600 0 0"/>
                      <a:gd name="G2" fmla="+- 21600 0 0"/>
                      <a:gd name="T0" fmla="*/ 0 w 31146"/>
                      <a:gd name="T1" fmla="*/ 4512 h 21600"/>
                      <a:gd name="T2" fmla="*/ 31146 w 31146"/>
                      <a:gd name="T3" fmla="*/ 9561 h 21600"/>
                      <a:gd name="T4" fmla="*/ 13212 w 31146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1146" h="21600" fill="none" extrusionOk="0">
                        <a:moveTo>
                          <a:pt x="-1" y="4511"/>
                        </a:moveTo>
                        <a:cubicBezTo>
                          <a:pt x="3783" y="1586"/>
                          <a:pt x="8429" y="-1"/>
                          <a:pt x="13212" y="0"/>
                        </a:cubicBezTo>
                        <a:cubicBezTo>
                          <a:pt x="20409" y="0"/>
                          <a:pt x="27134" y="3585"/>
                          <a:pt x="31145" y="9561"/>
                        </a:cubicBezTo>
                      </a:path>
                      <a:path w="31146" h="21600" stroke="0" extrusionOk="0">
                        <a:moveTo>
                          <a:pt x="-1" y="4511"/>
                        </a:moveTo>
                        <a:cubicBezTo>
                          <a:pt x="3783" y="1586"/>
                          <a:pt x="8429" y="-1"/>
                          <a:pt x="13212" y="0"/>
                        </a:cubicBezTo>
                        <a:cubicBezTo>
                          <a:pt x="20409" y="0"/>
                          <a:pt x="27134" y="3585"/>
                          <a:pt x="31145" y="9561"/>
                        </a:cubicBezTo>
                        <a:lnTo>
                          <a:pt x="13212" y="21600"/>
                        </a:lnTo>
                        <a:close/>
                      </a:path>
                    </a:pathLst>
                  </a:custGeom>
                  <a:noFill/>
                  <a:ln w="9525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  <p:sp>
                <p:nvSpPr>
                  <p:cNvPr id="32" name="Freeform 118"/>
                  <p:cNvSpPr>
                    <a:spLocks/>
                  </p:cNvSpPr>
                  <p:nvPr/>
                </p:nvSpPr>
                <p:spPr bwMode="hidden">
                  <a:xfrm flipH="1">
                    <a:off x="1799" y="437"/>
                    <a:ext cx="418" cy="1524"/>
                  </a:xfrm>
                  <a:custGeom>
                    <a:avLst/>
                    <a:gdLst/>
                    <a:ahLst/>
                    <a:cxnLst>
                      <a:cxn ang="0">
                        <a:pos x="0" y="64"/>
                      </a:cxn>
                      <a:cxn ang="0">
                        <a:pos x="240" y="16"/>
                      </a:cxn>
                      <a:cxn ang="0">
                        <a:pos x="96" y="160"/>
                      </a:cxn>
                      <a:cxn ang="0">
                        <a:pos x="336" y="160"/>
                      </a:cxn>
                      <a:cxn ang="0">
                        <a:pos x="192" y="304"/>
                      </a:cxn>
                      <a:cxn ang="0">
                        <a:pos x="384" y="352"/>
                      </a:cxn>
                      <a:cxn ang="0">
                        <a:pos x="288" y="448"/>
                      </a:cxn>
                      <a:cxn ang="0">
                        <a:pos x="480" y="496"/>
                      </a:cxn>
                      <a:cxn ang="0">
                        <a:pos x="384" y="592"/>
                      </a:cxn>
                      <a:cxn ang="0">
                        <a:pos x="528" y="640"/>
                      </a:cxn>
                      <a:cxn ang="0">
                        <a:pos x="480" y="736"/>
                      </a:cxn>
                      <a:cxn ang="0">
                        <a:pos x="576" y="832"/>
                      </a:cxn>
                      <a:cxn ang="0">
                        <a:pos x="576" y="928"/>
                      </a:cxn>
                      <a:cxn ang="0">
                        <a:pos x="672" y="1072"/>
                      </a:cxn>
                      <a:cxn ang="0">
                        <a:pos x="624" y="1216"/>
                      </a:cxn>
                      <a:cxn ang="0">
                        <a:pos x="720" y="1312"/>
                      </a:cxn>
                      <a:cxn ang="0">
                        <a:pos x="672" y="1456"/>
                      </a:cxn>
                      <a:cxn ang="0">
                        <a:pos x="720" y="1600"/>
                      </a:cxn>
                      <a:cxn ang="0">
                        <a:pos x="672" y="1696"/>
                      </a:cxn>
                      <a:cxn ang="0">
                        <a:pos x="768" y="1840"/>
                      </a:cxn>
                      <a:cxn ang="0">
                        <a:pos x="720" y="1984"/>
                      </a:cxn>
                      <a:cxn ang="0">
                        <a:pos x="768" y="2176"/>
                      </a:cxn>
                      <a:cxn ang="0">
                        <a:pos x="720" y="2224"/>
                      </a:cxn>
                      <a:cxn ang="0">
                        <a:pos x="768" y="2368"/>
                      </a:cxn>
                    </a:cxnLst>
                    <a:rect l="0" t="0" r="r" b="b"/>
                    <a:pathLst>
                      <a:path w="776" h="2368">
                        <a:moveTo>
                          <a:pt x="0" y="64"/>
                        </a:moveTo>
                        <a:cubicBezTo>
                          <a:pt x="112" y="32"/>
                          <a:pt x="224" y="0"/>
                          <a:pt x="240" y="16"/>
                        </a:cubicBezTo>
                        <a:cubicBezTo>
                          <a:pt x="256" y="32"/>
                          <a:pt x="80" y="136"/>
                          <a:pt x="96" y="160"/>
                        </a:cubicBezTo>
                        <a:cubicBezTo>
                          <a:pt x="112" y="184"/>
                          <a:pt x="320" y="136"/>
                          <a:pt x="336" y="160"/>
                        </a:cubicBezTo>
                        <a:cubicBezTo>
                          <a:pt x="352" y="184"/>
                          <a:pt x="184" y="272"/>
                          <a:pt x="192" y="304"/>
                        </a:cubicBezTo>
                        <a:cubicBezTo>
                          <a:pt x="200" y="336"/>
                          <a:pt x="368" y="328"/>
                          <a:pt x="384" y="352"/>
                        </a:cubicBezTo>
                        <a:cubicBezTo>
                          <a:pt x="400" y="376"/>
                          <a:pt x="272" y="424"/>
                          <a:pt x="288" y="448"/>
                        </a:cubicBezTo>
                        <a:cubicBezTo>
                          <a:pt x="304" y="472"/>
                          <a:pt x="464" y="472"/>
                          <a:pt x="480" y="496"/>
                        </a:cubicBezTo>
                        <a:cubicBezTo>
                          <a:pt x="496" y="520"/>
                          <a:pt x="376" y="568"/>
                          <a:pt x="384" y="592"/>
                        </a:cubicBezTo>
                        <a:cubicBezTo>
                          <a:pt x="392" y="616"/>
                          <a:pt x="512" y="616"/>
                          <a:pt x="528" y="640"/>
                        </a:cubicBezTo>
                        <a:cubicBezTo>
                          <a:pt x="544" y="664"/>
                          <a:pt x="472" y="704"/>
                          <a:pt x="480" y="736"/>
                        </a:cubicBezTo>
                        <a:cubicBezTo>
                          <a:pt x="488" y="768"/>
                          <a:pt x="560" y="800"/>
                          <a:pt x="576" y="832"/>
                        </a:cubicBezTo>
                        <a:cubicBezTo>
                          <a:pt x="592" y="864"/>
                          <a:pt x="560" y="888"/>
                          <a:pt x="576" y="928"/>
                        </a:cubicBezTo>
                        <a:cubicBezTo>
                          <a:pt x="592" y="968"/>
                          <a:pt x="664" y="1024"/>
                          <a:pt x="672" y="1072"/>
                        </a:cubicBezTo>
                        <a:cubicBezTo>
                          <a:pt x="680" y="1120"/>
                          <a:pt x="616" y="1176"/>
                          <a:pt x="624" y="1216"/>
                        </a:cubicBezTo>
                        <a:cubicBezTo>
                          <a:pt x="632" y="1256"/>
                          <a:pt x="712" y="1272"/>
                          <a:pt x="720" y="1312"/>
                        </a:cubicBezTo>
                        <a:cubicBezTo>
                          <a:pt x="728" y="1352"/>
                          <a:pt x="672" y="1408"/>
                          <a:pt x="672" y="1456"/>
                        </a:cubicBezTo>
                        <a:cubicBezTo>
                          <a:pt x="672" y="1504"/>
                          <a:pt x="720" y="1560"/>
                          <a:pt x="720" y="1600"/>
                        </a:cubicBezTo>
                        <a:cubicBezTo>
                          <a:pt x="720" y="1640"/>
                          <a:pt x="664" y="1656"/>
                          <a:pt x="672" y="1696"/>
                        </a:cubicBezTo>
                        <a:cubicBezTo>
                          <a:pt x="680" y="1736"/>
                          <a:pt x="760" y="1792"/>
                          <a:pt x="768" y="1840"/>
                        </a:cubicBezTo>
                        <a:cubicBezTo>
                          <a:pt x="776" y="1888"/>
                          <a:pt x="720" y="1928"/>
                          <a:pt x="720" y="1984"/>
                        </a:cubicBezTo>
                        <a:cubicBezTo>
                          <a:pt x="720" y="2040"/>
                          <a:pt x="768" y="2136"/>
                          <a:pt x="768" y="2176"/>
                        </a:cubicBezTo>
                        <a:cubicBezTo>
                          <a:pt x="768" y="2216"/>
                          <a:pt x="720" y="2192"/>
                          <a:pt x="720" y="2224"/>
                        </a:cubicBezTo>
                        <a:cubicBezTo>
                          <a:pt x="720" y="2256"/>
                          <a:pt x="744" y="2312"/>
                          <a:pt x="768" y="2368"/>
                        </a:cubicBezTo>
                      </a:path>
                    </a:pathLst>
                  </a:custGeom>
                  <a:noFill/>
                  <a:ln w="9525">
                    <a:solidFill>
                      <a:schemeClr val="folHlink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</p:grpSp>
            <p:sp>
              <p:nvSpPr>
                <p:cNvPr id="25" name="Freeform 119"/>
                <p:cNvSpPr>
                  <a:spLocks/>
                </p:cNvSpPr>
                <p:nvPr/>
              </p:nvSpPr>
              <p:spPr bwMode="hidden">
                <a:xfrm rot="20253369">
                  <a:off x="3279" y="1529"/>
                  <a:ext cx="443" cy="837"/>
                </a:xfrm>
                <a:custGeom>
                  <a:avLst/>
                  <a:gdLst/>
                  <a:ahLst/>
                  <a:cxnLst>
                    <a:cxn ang="0">
                      <a:pos x="0" y="64"/>
                    </a:cxn>
                    <a:cxn ang="0">
                      <a:pos x="240" y="16"/>
                    </a:cxn>
                    <a:cxn ang="0">
                      <a:pos x="96" y="160"/>
                    </a:cxn>
                    <a:cxn ang="0">
                      <a:pos x="336" y="160"/>
                    </a:cxn>
                    <a:cxn ang="0">
                      <a:pos x="192" y="304"/>
                    </a:cxn>
                    <a:cxn ang="0">
                      <a:pos x="384" y="352"/>
                    </a:cxn>
                    <a:cxn ang="0">
                      <a:pos x="288" y="448"/>
                    </a:cxn>
                    <a:cxn ang="0">
                      <a:pos x="480" y="496"/>
                    </a:cxn>
                    <a:cxn ang="0">
                      <a:pos x="384" y="592"/>
                    </a:cxn>
                    <a:cxn ang="0">
                      <a:pos x="528" y="640"/>
                    </a:cxn>
                    <a:cxn ang="0">
                      <a:pos x="480" y="736"/>
                    </a:cxn>
                    <a:cxn ang="0">
                      <a:pos x="576" y="832"/>
                    </a:cxn>
                    <a:cxn ang="0">
                      <a:pos x="576" y="928"/>
                    </a:cxn>
                    <a:cxn ang="0">
                      <a:pos x="672" y="1072"/>
                    </a:cxn>
                    <a:cxn ang="0">
                      <a:pos x="624" y="1216"/>
                    </a:cxn>
                    <a:cxn ang="0">
                      <a:pos x="720" y="1312"/>
                    </a:cxn>
                    <a:cxn ang="0">
                      <a:pos x="672" y="1456"/>
                    </a:cxn>
                    <a:cxn ang="0">
                      <a:pos x="720" y="1600"/>
                    </a:cxn>
                    <a:cxn ang="0">
                      <a:pos x="672" y="1696"/>
                    </a:cxn>
                    <a:cxn ang="0">
                      <a:pos x="768" y="1840"/>
                    </a:cxn>
                    <a:cxn ang="0">
                      <a:pos x="720" y="1984"/>
                    </a:cxn>
                    <a:cxn ang="0">
                      <a:pos x="768" y="2176"/>
                    </a:cxn>
                    <a:cxn ang="0">
                      <a:pos x="720" y="2224"/>
                    </a:cxn>
                    <a:cxn ang="0">
                      <a:pos x="768" y="2368"/>
                    </a:cxn>
                  </a:cxnLst>
                  <a:rect l="0" t="0" r="r" b="b"/>
                  <a:pathLst>
                    <a:path w="776" h="2368">
                      <a:moveTo>
                        <a:pt x="0" y="64"/>
                      </a:moveTo>
                      <a:cubicBezTo>
                        <a:pt x="112" y="32"/>
                        <a:pt x="224" y="0"/>
                        <a:pt x="240" y="16"/>
                      </a:cubicBezTo>
                      <a:cubicBezTo>
                        <a:pt x="256" y="32"/>
                        <a:pt x="80" y="136"/>
                        <a:pt x="96" y="160"/>
                      </a:cubicBezTo>
                      <a:cubicBezTo>
                        <a:pt x="112" y="184"/>
                        <a:pt x="320" y="136"/>
                        <a:pt x="336" y="160"/>
                      </a:cubicBezTo>
                      <a:cubicBezTo>
                        <a:pt x="352" y="184"/>
                        <a:pt x="184" y="272"/>
                        <a:pt x="192" y="304"/>
                      </a:cubicBezTo>
                      <a:cubicBezTo>
                        <a:pt x="200" y="336"/>
                        <a:pt x="368" y="328"/>
                        <a:pt x="384" y="352"/>
                      </a:cubicBezTo>
                      <a:cubicBezTo>
                        <a:pt x="400" y="376"/>
                        <a:pt x="272" y="424"/>
                        <a:pt x="288" y="448"/>
                      </a:cubicBezTo>
                      <a:cubicBezTo>
                        <a:pt x="304" y="472"/>
                        <a:pt x="464" y="472"/>
                        <a:pt x="480" y="496"/>
                      </a:cubicBezTo>
                      <a:cubicBezTo>
                        <a:pt x="496" y="520"/>
                        <a:pt x="376" y="568"/>
                        <a:pt x="384" y="592"/>
                      </a:cubicBezTo>
                      <a:cubicBezTo>
                        <a:pt x="392" y="616"/>
                        <a:pt x="512" y="616"/>
                        <a:pt x="528" y="640"/>
                      </a:cubicBezTo>
                      <a:cubicBezTo>
                        <a:pt x="544" y="664"/>
                        <a:pt x="472" y="704"/>
                        <a:pt x="480" y="736"/>
                      </a:cubicBezTo>
                      <a:cubicBezTo>
                        <a:pt x="488" y="768"/>
                        <a:pt x="560" y="800"/>
                        <a:pt x="576" y="832"/>
                      </a:cubicBezTo>
                      <a:cubicBezTo>
                        <a:pt x="592" y="864"/>
                        <a:pt x="560" y="888"/>
                        <a:pt x="576" y="928"/>
                      </a:cubicBezTo>
                      <a:cubicBezTo>
                        <a:pt x="592" y="968"/>
                        <a:pt x="664" y="1024"/>
                        <a:pt x="672" y="1072"/>
                      </a:cubicBezTo>
                      <a:cubicBezTo>
                        <a:pt x="680" y="1120"/>
                        <a:pt x="616" y="1176"/>
                        <a:pt x="624" y="1216"/>
                      </a:cubicBezTo>
                      <a:cubicBezTo>
                        <a:pt x="632" y="1256"/>
                        <a:pt x="712" y="1272"/>
                        <a:pt x="720" y="1312"/>
                      </a:cubicBezTo>
                      <a:cubicBezTo>
                        <a:pt x="728" y="1352"/>
                        <a:pt x="672" y="1408"/>
                        <a:pt x="672" y="1456"/>
                      </a:cubicBezTo>
                      <a:cubicBezTo>
                        <a:pt x="672" y="1504"/>
                        <a:pt x="720" y="1560"/>
                        <a:pt x="720" y="1600"/>
                      </a:cubicBezTo>
                      <a:cubicBezTo>
                        <a:pt x="720" y="1640"/>
                        <a:pt x="664" y="1656"/>
                        <a:pt x="672" y="1696"/>
                      </a:cubicBezTo>
                      <a:cubicBezTo>
                        <a:pt x="680" y="1736"/>
                        <a:pt x="760" y="1792"/>
                        <a:pt x="768" y="1840"/>
                      </a:cubicBezTo>
                      <a:cubicBezTo>
                        <a:pt x="776" y="1888"/>
                        <a:pt x="720" y="1928"/>
                        <a:pt x="720" y="1984"/>
                      </a:cubicBezTo>
                      <a:cubicBezTo>
                        <a:pt x="720" y="2040"/>
                        <a:pt x="768" y="2136"/>
                        <a:pt x="768" y="2176"/>
                      </a:cubicBezTo>
                      <a:cubicBezTo>
                        <a:pt x="768" y="2216"/>
                        <a:pt x="720" y="2192"/>
                        <a:pt x="720" y="2224"/>
                      </a:cubicBezTo>
                      <a:cubicBezTo>
                        <a:pt x="720" y="2256"/>
                        <a:pt x="744" y="2312"/>
                        <a:pt x="768" y="2368"/>
                      </a:cubicBezTo>
                    </a:path>
                  </a:pathLst>
                </a:custGeom>
                <a:noFill/>
                <a:ln w="9525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fr-FR" sz="1800"/>
                </a:p>
              </p:txBody>
            </p:sp>
          </p:grpSp>
        </p:grpSp>
        <p:grpSp>
          <p:nvGrpSpPr>
            <p:cNvPr id="7" name="Group 120"/>
            <p:cNvGrpSpPr>
              <a:grpSpLocks/>
            </p:cNvGrpSpPr>
            <p:nvPr/>
          </p:nvGrpSpPr>
          <p:grpSpPr bwMode="auto">
            <a:xfrm>
              <a:off x="1476" y="454"/>
              <a:ext cx="4040" cy="2966"/>
              <a:chOff x="210" y="337"/>
              <a:chExt cx="5198" cy="3818"/>
            </a:xfrm>
          </p:grpSpPr>
          <p:sp>
            <p:nvSpPr>
              <p:cNvPr id="8" name="Freeform 121"/>
              <p:cNvSpPr>
                <a:spLocks/>
              </p:cNvSpPr>
              <p:nvPr/>
            </p:nvSpPr>
            <p:spPr bwMode="hidden">
              <a:xfrm flipH="1">
                <a:off x="1934" y="2382"/>
                <a:ext cx="485" cy="1479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  <p:sp>
            <p:nvSpPr>
              <p:cNvPr id="9" name="Arc 122"/>
              <p:cNvSpPr>
                <a:spLocks/>
              </p:cNvSpPr>
              <p:nvPr/>
            </p:nvSpPr>
            <p:spPr bwMode="hidden">
              <a:xfrm flipH="1">
                <a:off x="1054" y="1851"/>
                <a:ext cx="2122" cy="2304"/>
              </a:xfrm>
              <a:custGeom>
                <a:avLst/>
                <a:gdLst>
                  <a:gd name="G0" fmla="+- 0 0 0"/>
                  <a:gd name="G1" fmla="+- 20897 0 0"/>
                  <a:gd name="G2" fmla="+- 21600 0 0"/>
                  <a:gd name="T0" fmla="*/ 5467 w 21600"/>
                  <a:gd name="T1" fmla="*/ 0 h 21602"/>
                  <a:gd name="T2" fmla="*/ 21589 w 21600"/>
                  <a:gd name="T3" fmla="*/ 21602 h 21602"/>
                  <a:gd name="T4" fmla="*/ 0 w 21600"/>
                  <a:gd name="T5" fmla="*/ 20897 h 216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2" fill="none" extrusionOk="0">
                    <a:moveTo>
                      <a:pt x="5466" y="0"/>
                    </a:moveTo>
                    <a:cubicBezTo>
                      <a:pt x="14970" y="2486"/>
                      <a:pt x="21600" y="11073"/>
                      <a:pt x="21600" y="20897"/>
                    </a:cubicBezTo>
                    <a:cubicBezTo>
                      <a:pt x="21600" y="21132"/>
                      <a:pt x="21596" y="21367"/>
                      <a:pt x="21588" y="21601"/>
                    </a:cubicBezTo>
                  </a:path>
                  <a:path w="21600" h="21602" stroke="0" extrusionOk="0">
                    <a:moveTo>
                      <a:pt x="5466" y="0"/>
                    </a:moveTo>
                    <a:cubicBezTo>
                      <a:pt x="14970" y="2486"/>
                      <a:pt x="21600" y="11073"/>
                      <a:pt x="21600" y="20897"/>
                    </a:cubicBezTo>
                    <a:cubicBezTo>
                      <a:pt x="21600" y="21132"/>
                      <a:pt x="21596" y="21367"/>
                      <a:pt x="21588" y="21601"/>
                    </a:cubicBezTo>
                    <a:lnTo>
                      <a:pt x="0" y="20897"/>
                    </a:lnTo>
                    <a:close/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  <p:sp>
            <p:nvSpPr>
              <p:cNvPr id="10" name="Arc 123"/>
              <p:cNvSpPr>
                <a:spLocks/>
              </p:cNvSpPr>
              <p:nvPr/>
            </p:nvSpPr>
            <p:spPr bwMode="hidden">
              <a:xfrm flipH="1">
                <a:off x="1266" y="1480"/>
                <a:ext cx="1244" cy="2379"/>
              </a:xfrm>
              <a:custGeom>
                <a:avLst/>
                <a:gdLst>
                  <a:gd name="G0" fmla="+- 7340 0 0"/>
                  <a:gd name="G1" fmla="+- 21600 0 0"/>
                  <a:gd name="G2" fmla="+- 21600 0 0"/>
                  <a:gd name="T0" fmla="*/ 0 w 28940"/>
                  <a:gd name="T1" fmla="*/ 1285 h 22305"/>
                  <a:gd name="T2" fmla="*/ 28929 w 28940"/>
                  <a:gd name="T3" fmla="*/ 22305 h 22305"/>
                  <a:gd name="T4" fmla="*/ 7340 w 28940"/>
                  <a:gd name="T5" fmla="*/ 21600 h 22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940" h="22305" fill="none" extrusionOk="0">
                    <a:moveTo>
                      <a:pt x="0" y="1285"/>
                    </a:moveTo>
                    <a:cubicBezTo>
                      <a:pt x="2353" y="434"/>
                      <a:pt x="4837" y="-1"/>
                      <a:pt x="7340" y="0"/>
                    </a:cubicBezTo>
                    <a:cubicBezTo>
                      <a:pt x="19269" y="0"/>
                      <a:pt x="28940" y="9670"/>
                      <a:pt x="28940" y="21600"/>
                    </a:cubicBezTo>
                    <a:cubicBezTo>
                      <a:pt x="28940" y="21835"/>
                      <a:pt x="28936" y="22070"/>
                      <a:pt x="28928" y="22304"/>
                    </a:cubicBezTo>
                  </a:path>
                  <a:path w="28940" h="22305" stroke="0" extrusionOk="0">
                    <a:moveTo>
                      <a:pt x="0" y="1285"/>
                    </a:moveTo>
                    <a:cubicBezTo>
                      <a:pt x="2353" y="434"/>
                      <a:pt x="4837" y="-1"/>
                      <a:pt x="7340" y="0"/>
                    </a:cubicBezTo>
                    <a:cubicBezTo>
                      <a:pt x="19269" y="0"/>
                      <a:pt x="28940" y="9670"/>
                      <a:pt x="28940" y="21600"/>
                    </a:cubicBezTo>
                    <a:cubicBezTo>
                      <a:pt x="28940" y="21835"/>
                      <a:pt x="28936" y="22070"/>
                      <a:pt x="28928" y="22304"/>
                    </a:cubicBezTo>
                    <a:lnTo>
                      <a:pt x="734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  <p:sp>
            <p:nvSpPr>
              <p:cNvPr id="11" name="Arc 124"/>
              <p:cNvSpPr>
                <a:spLocks/>
              </p:cNvSpPr>
              <p:nvPr/>
            </p:nvSpPr>
            <p:spPr bwMode="hidden">
              <a:xfrm flipH="1">
                <a:off x="210" y="1169"/>
                <a:ext cx="2376" cy="2379"/>
              </a:xfrm>
              <a:custGeom>
                <a:avLst/>
                <a:gdLst>
                  <a:gd name="G0" fmla="+- 12855 0 0"/>
                  <a:gd name="G1" fmla="+- 21600 0 0"/>
                  <a:gd name="G2" fmla="+- 21600 0 0"/>
                  <a:gd name="T0" fmla="*/ 0 w 34455"/>
                  <a:gd name="T1" fmla="*/ 4241 h 22305"/>
                  <a:gd name="T2" fmla="*/ 34444 w 34455"/>
                  <a:gd name="T3" fmla="*/ 22305 h 22305"/>
                  <a:gd name="T4" fmla="*/ 12855 w 34455"/>
                  <a:gd name="T5" fmla="*/ 21600 h 22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455" h="22305" fill="none" extrusionOk="0">
                    <a:moveTo>
                      <a:pt x="0" y="4241"/>
                    </a:moveTo>
                    <a:cubicBezTo>
                      <a:pt x="3720" y="1486"/>
                      <a:pt x="8226" y="-1"/>
                      <a:pt x="12855" y="0"/>
                    </a:cubicBezTo>
                    <a:cubicBezTo>
                      <a:pt x="24784" y="0"/>
                      <a:pt x="34455" y="9670"/>
                      <a:pt x="34455" y="21600"/>
                    </a:cubicBezTo>
                    <a:cubicBezTo>
                      <a:pt x="34455" y="21835"/>
                      <a:pt x="34451" y="22070"/>
                      <a:pt x="34443" y="22304"/>
                    </a:cubicBezTo>
                  </a:path>
                  <a:path w="34455" h="22305" stroke="0" extrusionOk="0">
                    <a:moveTo>
                      <a:pt x="0" y="4241"/>
                    </a:moveTo>
                    <a:cubicBezTo>
                      <a:pt x="3720" y="1486"/>
                      <a:pt x="8226" y="-1"/>
                      <a:pt x="12855" y="0"/>
                    </a:cubicBezTo>
                    <a:cubicBezTo>
                      <a:pt x="24784" y="0"/>
                      <a:pt x="34455" y="9670"/>
                      <a:pt x="34455" y="21600"/>
                    </a:cubicBezTo>
                    <a:cubicBezTo>
                      <a:pt x="34455" y="21835"/>
                      <a:pt x="34451" y="22070"/>
                      <a:pt x="34443" y="22304"/>
                    </a:cubicBezTo>
                    <a:lnTo>
                      <a:pt x="1285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  <p:sp>
            <p:nvSpPr>
              <p:cNvPr id="12" name="Arc 125"/>
              <p:cNvSpPr>
                <a:spLocks/>
              </p:cNvSpPr>
              <p:nvPr/>
            </p:nvSpPr>
            <p:spPr bwMode="hidden">
              <a:xfrm>
                <a:off x="2840" y="1503"/>
                <a:ext cx="381" cy="2379"/>
              </a:xfrm>
              <a:custGeom>
                <a:avLst/>
                <a:gdLst>
                  <a:gd name="G0" fmla="+- 13212 0 0"/>
                  <a:gd name="G1" fmla="+- 21600 0 0"/>
                  <a:gd name="G2" fmla="+- 21600 0 0"/>
                  <a:gd name="T0" fmla="*/ 0 w 34812"/>
                  <a:gd name="T1" fmla="*/ 4512 h 22305"/>
                  <a:gd name="T2" fmla="*/ 34801 w 34812"/>
                  <a:gd name="T3" fmla="*/ 22305 h 22305"/>
                  <a:gd name="T4" fmla="*/ 13212 w 34812"/>
                  <a:gd name="T5" fmla="*/ 21600 h 22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812" h="22305" fill="none" extrusionOk="0">
                    <a:moveTo>
                      <a:pt x="-1" y="4511"/>
                    </a:moveTo>
                    <a:cubicBezTo>
                      <a:pt x="3783" y="1586"/>
                      <a:pt x="8429" y="-1"/>
                      <a:pt x="13212" y="0"/>
                    </a:cubicBezTo>
                    <a:cubicBezTo>
                      <a:pt x="25141" y="0"/>
                      <a:pt x="34812" y="9670"/>
                      <a:pt x="34812" y="21600"/>
                    </a:cubicBezTo>
                    <a:cubicBezTo>
                      <a:pt x="34812" y="21835"/>
                      <a:pt x="34808" y="22070"/>
                      <a:pt x="34800" y="22304"/>
                    </a:cubicBezTo>
                  </a:path>
                  <a:path w="34812" h="22305" stroke="0" extrusionOk="0">
                    <a:moveTo>
                      <a:pt x="-1" y="4511"/>
                    </a:moveTo>
                    <a:cubicBezTo>
                      <a:pt x="3783" y="1586"/>
                      <a:pt x="8429" y="-1"/>
                      <a:pt x="13212" y="0"/>
                    </a:cubicBezTo>
                    <a:cubicBezTo>
                      <a:pt x="25141" y="0"/>
                      <a:pt x="34812" y="9670"/>
                      <a:pt x="34812" y="21600"/>
                    </a:cubicBezTo>
                    <a:cubicBezTo>
                      <a:pt x="34812" y="21835"/>
                      <a:pt x="34808" y="22070"/>
                      <a:pt x="34800" y="22304"/>
                    </a:cubicBezTo>
                    <a:lnTo>
                      <a:pt x="13212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  <p:sp>
            <p:nvSpPr>
              <p:cNvPr id="13" name="Arc 126"/>
              <p:cNvSpPr>
                <a:spLocks/>
              </p:cNvSpPr>
              <p:nvPr/>
            </p:nvSpPr>
            <p:spPr bwMode="hidden">
              <a:xfrm>
                <a:off x="2940" y="1492"/>
                <a:ext cx="1004" cy="2379"/>
              </a:xfrm>
              <a:custGeom>
                <a:avLst/>
                <a:gdLst>
                  <a:gd name="G0" fmla="+- 13212 0 0"/>
                  <a:gd name="G1" fmla="+- 21600 0 0"/>
                  <a:gd name="G2" fmla="+- 21600 0 0"/>
                  <a:gd name="T0" fmla="*/ 0 w 34812"/>
                  <a:gd name="T1" fmla="*/ 4512 h 22305"/>
                  <a:gd name="T2" fmla="*/ 34801 w 34812"/>
                  <a:gd name="T3" fmla="*/ 22305 h 22305"/>
                  <a:gd name="T4" fmla="*/ 13212 w 34812"/>
                  <a:gd name="T5" fmla="*/ 21600 h 22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812" h="22305" fill="none" extrusionOk="0">
                    <a:moveTo>
                      <a:pt x="-1" y="4511"/>
                    </a:moveTo>
                    <a:cubicBezTo>
                      <a:pt x="3783" y="1586"/>
                      <a:pt x="8429" y="-1"/>
                      <a:pt x="13212" y="0"/>
                    </a:cubicBezTo>
                    <a:cubicBezTo>
                      <a:pt x="25141" y="0"/>
                      <a:pt x="34812" y="9670"/>
                      <a:pt x="34812" y="21600"/>
                    </a:cubicBezTo>
                    <a:cubicBezTo>
                      <a:pt x="34812" y="21835"/>
                      <a:pt x="34808" y="22070"/>
                      <a:pt x="34800" y="22304"/>
                    </a:cubicBezTo>
                  </a:path>
                  <a:path w="34812" h="22305" stroke="0" extrusionOk="0">
                    <a:moveTo>
                      <a:pt x="-1" y="4511"/>
                    </a:moveTo>
                    <a:cubicBezTo>
                      <a:pt x="3783" y="1586"/>
                      <a:pt x="8429" y="-1"/>
                      <a:pt x="13212" y="0"/>
                    </a:cubicBezTo>
                    <a:cubicBezTo>
                      <a:pt x="25141" y="0"/>
                      <a:pt x="34812" y="9670"/>
                      <a:pt x="34812" y="21600"/>
                    </a:cubicBezTo>
                    <a:cubicBezTo>
                      <a:pt x="34812" y="21835"/>
                      <a:pt x="34808" y="22070"/>
                      <a:pt x="34800" y="22304"/>
                    </a:cubicBezTo>
                    <a:lnTo>
                      <a:pt x="13212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  <p:sp>
            <p:nvSpPr>
              <p:cNvPr id="14" name="Freeform 127"/>
              <p:cNvSpPr>
                <a:spLocks/>
              </p:cNvSpPr>
              <p:nvPr/>
            </p:nvSpPr>
            <p:spPr bwMode="hidden">
              <a:xfrm>
                <a:off x="3300" y="2635"/>
                <a:ext cx="485" cy="1479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  <p:sp>
            <p:nvSpPr>
              <p:cNvPr id="15" name="Freeform 128"/>
              <p:cNvSpPr>
                <a:spLocks/>
              </p:cNvSpPr>
              <p:nvPr/>
            </p:nvSpPr>
            <p:spPr bwMode="hidden">
              <a:xfrm rot="19660755" flipV="1">
                <a:off x="2547" y="2149"/>
                <a:ext cx="441" cy="838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  <p:sp>
            <p:nvSpPr>
              <p:cNvPr id="16" name="Freeform 129"/>
              <p:cNvSpPr>
                <a:spLocks/>
              </p:cNvSpPr>
              <p:nvPr/>
            </p:nvSpPr>
            <p:spPr bwMode="hidden">
              <a:xfrm flipH="1">
                <a:off x="489" y="2503"/>
                <a:ext cx="1085" cy="1524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  <p:sp>
            <p:nvSpPr>
              <p:cNvPr id="17" name="Freeform 130"/>
              <p:cNvSpPr>
                <a:spLocks/>
              </p:cNvSpPr>
              <p:nvPr/>
            </p:nvSpPr>
            <p:spPr bwMode="hidden">
              <a:xfrm flipH="1">
                <a:off x="1000" y="893"/>
                <a:ext cx="696" cy="1524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  <p:sp>
            <p:nvSpPr>
              <p:cNvPr id="18" name="Freeform 131"/>
              <p:cNvSpPr>
                <a:spLocks/>
              </p:cNvSpPr>
              <p:nvPr/>
            </p:nvSpPr>
            <p:spPr bwMode="hidden">
              <a:xfrm>
                <a:off x="4401" y="2279"/>
                <a:ext cx="1007" cy="1600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  <p:sp>
            <p:nvSpPr>
              <p:cNvPr id="19" name="Freeform 132"/>
              <p:cNvSpPr>
                <a:spLocks/>
              </p:cNvSpPr>
              <p:nvPr/>
            </p:nvSpPr>
            <p:spPr bwMode="hidden">
              <a:xfrm>
                <a:off x="3878" y="1470"/>
                <a:ext cx="1518" cy="1067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  <p:sp>
            <p:nvSpPr>
              <p:cNvPr id="20" name="Freeform 133"/>
              <p:cNvSpPr>
                <a:spLocks/>
              </p:cNvSpPr>
              <p:nvPr/>
            </p:nvSpPr>
            <p:spPr bwMode="hidden">
              <a:xfrm>
                <a:off x="3934" y="337"/>
                <a:ext cx="664" cy="1434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  <p:sp>
            <p:nvSpPr>
              <p:cNvPr id="21" name="Freeform 134"/>
              <p:cNvSpPr>
                <a:spLocks/>
              </p:cNvSpPr>
              <p:nvPr/>
            </p:nvSpPr>
            <p:spPr bwMode="hidden">
              <a:xfrm rot="1346631" flipH="1">
                <a:off x="1702" y="1506"/>
                <a:ext cx="440" cy="837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</p:grpSp>
      </p:grpSp>
      <p:sp>
        <p:nvSpPr>
          <p:cNvPr id="10375" name="Rectangle 135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1827214"/>
            <a:ext cx="10363200" cy="16271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376" name="Rectangle 13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7" name="Rectangle 137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8" name="Rectangle 13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9" name="Rectangle 13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9C68BF-931B-450C-BBF2-926AE8880205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844445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13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4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4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BAF5B0-861F-45C8-962D-955A6BCD4DA7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799489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13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4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4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56C43A-C6D5-452A-B776-71F6B5DDFD79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998010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13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4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4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9538DD-7C69-4848-AC10-08A522141C66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84813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13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4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4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240407-A345-43A6-AD92-856689CFD6A3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483683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13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4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4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C58EBB-56D1-4CCF-8339-2B9F46711D4B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686683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4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4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6BEC8A-B91C-4FCC-B517-F5FF3BB1E309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519360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13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4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4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E39180-B0BA-41FD-A783-6686BF1398AB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818792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13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4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4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EFF10B-BFB6-4F89-AA2F-28CAA6BE677C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756266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13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4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4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F38D97-DFE4-4F68-A1FC-EB1DA07FD8F5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846389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301626"/>
            <a:ext cx="2590800" cy="579437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301626"/>
            <a:ext cx="7569200" cy="579437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13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4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4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9A94D4-361A-456D-9F5C-38927F06FF4E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34939141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301625"/>
            <a:ext cx="10363200" cy="1462088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13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4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4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391734-5121-46EE-971F-822553B98426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0894685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-8467" y="20638"/>
            <a:ext cx="12192000" cy="6858000"/>
            <a:chOff x="0" y="0"/>
            <a:chExt cx="5760" cy="4320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0" y="3072"/>
              <a:ext cx="5760" cy="1248"/>
            </a:xfrm>
            <a:custGeom>
              <a:avLst/>
              <a:gdLst>
                <a:gd name="T0" fmla="*/ 6027 w 6027"/>
                <a:gd name="T1" fmla="*/ 2296 h 2296"/>
                <a:gd name="T2" fmla="*/ 0 w 6027"/>
                <a:gd name="T3" fmla="*/ 2296 h 2296"/>
                <a:gd name="T4" fmla="*/ 0 w 6027"/>
                <a:gd name="T5" fmla="*/ 0 h 2296"/>
                <a:gd name="T6" fmla="*/ 6027 w 6027"/>
                <a:gd name="T7" fmla="*/ 0 h 2296"/>
                <a:gd name="T8" fmla="*/ 6027 w 6027"/>
                <a:gd name="T9" fmla="*/ 2296 h 2296"/>
                <a:gd name="T10" fmla="*/ 6027 w 6027"/>
                <a:gd name="T11" fmla="*/ 2296 h 229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 sz="1800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0" y="0"/>
              <a:ext cx="5760" cy="3072"/>
            </a:xfrm>
            <a:custGeom>
              <a:avLst/>
              <a:gdLst/>
              <a:ahLst/>
              <a:cxnLst>
                <a:cxn ang="0">
                  <a:pos x="6027" y="2296"/>
                </a:cxn>
                <a:cxn ang="0">
                  <a:pos x="0" y="2296"/>
                </a:cxn>
                <a:cxn ang="0">
                  <a:pos x="0" y="0"/>
                </a:cxn>
                <a:cxn ang="0">
                  <a:pos x="6027" y="0"/>
                </a:cxn>
                <a:cxn ang="0">
                  <a:pos x="6027" y="2296"/>
                </a:cxn>
                <a:cxn ang="0">
                  <a:pos x="6027" y="2296"/>
                </a:cxn>
              </a:cxnLst>
              <a:rect l="0" t="0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fr-FR" sz="1800"/>
            </a:p>
          </p:txBody>
        </p:sp>
      </p:grpSp>
      <p:sp>
        <p:nvSpPr>
          <p:cNvPr id="7" name="Freeform 5"/>
          <p:cNvSpPr>
            <a:spLocks/>
          </p:cNvSpPr>
          <p:nvPr/>
        </p:nvSpPr>
        <p:spPr bwMode="hidden">
          <a:xfrm>
            <a:off x="8322733" y="6269038"/>
            <a:ext cx="3860800" cy="609600"/>
          </a:xfrm>
          <a:custGeom>
            <a:avLst/>
            <a:gdLst>
              <a:gd name="T0" fmla="*/ 5748 w 5748"/>
              <a:gd name="T1" fmla="*/ 246 h 246"/>
              <a:gd name="T2" fmla="*/ 0 w 5748"/>
              <a:gd name="T3" fmla="*/ 246 h 246"/>
              <a:gd name="T4" fmla="*/ 0 w 5748"/>
              <a:gd name="T5" fmla="*/ 0 h 246"/>
              <a:gd name="T6" fmla="*/ 5748 w 5748"/>
              <a:gd name="T7" fmla="*/ 0 h 246"/>
              <a:gd name="T8" fmla="*/ 5748 w 5748"/>
              <a:gd name="T9" fmla="*/ 246 h 246"/>
              <a:gd name="T10" fmla="*/ 5748 w 5748"/>
              <a:gd name="T11" fmla="*/ 246 h 24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48" h="246">
                <a:moveTo>
                  <a:pt x="5748" y="246"/>
                </a:moveTo>
                <a:lnTo>
                  <a:pt x="0" y="246"/>
                </a:lnTo>
                <a:lnTo>
                  <a:pt x="0" y="0"/>
                </a:lnTo>
                <a:lnTo>
                  <a:pt x="5748" y="0"/>
                </a:lnTo>
                <a:lnTo>
                  <a:pt x="5748" y="246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FR" sz="1800"/>
          </a:p>
        </p:txBody>
      </p:sp>
      <p:grpSp>
        <p:nvGrpSpPr>
          <p:cNvPr id="8" name="Group 6"/>
          <p:cNvGrpSpPr>
            <a:grpSpLocks/>
          </p:cNvGrpSpPr>
          <p:nvPr/>
        </p:nvGrpSpPr>
        <p:grpSpPr bwMode="auto">
          <a:xfrm>
            <a:off x="-2117" y="6034088"/>
            <a:ext cx="10460568" cy="850900"/>
            <a:chOff x="0" y="3792"/>
            <a:chExt cx="4942" cy="536"/>
          </a:xfrm>
        </p:grpSpPr>
        <p:sp>
          <p:nvSpPr>
            <p:cNvPr id="9" name="Freeform 7"/>
            <p:cNvSpPr>
              <a:spLocks/>
            </p:cNvSpPr>
            <p:nvPr userDrawn="1"/>
          </p:nvSpPr>
          <p:spPr bwMode="ltGray">
            <a:xfrm>
              <a:off x="1488" y="3792"/>
              <a:ext cx="3240" cy="536"/>
            </a:xfrm>
            <a:custGeom>
              <a:avLst/>
              <a:gdLst/>
              <a:ahLst/>
              <a:cxnLst>
                <a:cxn ang="0">
                  <a:pos x="3132" y="469"/>
                </a:cxn>
                <a:cxn ang="0">
                  <a:pos x="2995" y="395"/>
                </a:cxn>
                <a:cxn ang="0">
                  <a:pos x="2911" y="375"/>
                </a:cxn>
                <a:cxn ang="0">
                  <a:pos x="2678" y="228"/>
                </a:cxn>
                <a:cxn ang="0">
                  <a:pos x="2553" y="74"/>
                </a:cxn>
                <a:cxn ang="0">
                  <a:pos x="2457" y="7"/>
                </a:cxn>
                <a:cxn ang="0">
                  <a:pos x="2403" y="47"/>
                </a:cxn>
                <a:cxn ang="0">
                  <a:pos x="2289" y="74"/>
                </a:cxn>
                <a:cxn ang="0">
                  <a:pos x="2134" y="74"/>
                </a:cxn>
                <a:cxn ang="0">
                  <a:pos x="2044" y="128"/>
                </a:cxn>
                <a:cxn ang="0">
                  <a:pos x="1775" y="222"/>
                </a:cxn>
                <a:cxn ang="0">
                  <a:pos x="1602" y="181"/>
                </a:cxn>
                <a:cxn ang="0">
                  <a:pos x="1560" y="101"/>
                </a:cxn>
                <a:cxn ang="0">
                  <a:pos x="1542" y="87"/>
                </a:cxn>
                <a:cxn ang="0">
                  <a:pos x="1446" y="60"/>
                </a:cxn>
                <a:cxn ang="0">
                  <a:pos x="1375" y="74"/>
                </a:cxn>
                <a:cxn ang="0">
                  <a:pos x="1309" y="87"/>
                </a:cxn>
                <a:cxn ang="0">
                  <a:pos x="1243" y="13"/>
                </a:cxn>
                <a:cxn ang="0">
                  <a:pos x="1225" y="0"/>
                </a:cxn>
                <a:cxn ang="0">
                  <a:pos x="1189" y="0"/>
                </a:cxn>
                <a:cxn ang="0">
                  <a:pos x="1106" y="34"/>
                </a:cxn>
                <a:cxn ang="0">
                  <a:pos x="1106" y="34"/>
                </a:cxn>
                <a:cxn ang="0">
                  <a:pos x="1094" y="40"/>
                </a:cxn>
                <a:cxn ang="0">
                  <a:pos x="1070" y="54"/>
                </a:cxn>
                <a:cxn ang="0">
                  <a:pos x="1034" y="74"/>
                </a:cxn>
                <a:cxn ang="0">
                  <a:pos x="1004" y="74"/>
                </a:cxn>
                <a:cxn ang="0">
                  <a:pos x="986" y="74"/>
                </a:cxn>
                <a:cxn ang="0">
                  <a:pos x="956" y="81"/>
                </a:cxn>
                <a:cxn ang="0">
                  <a:pos x="920" y="94"/>
                </a:cxn>
                <a:cxn ang="0">
                  <a:pos x="884" y="107"/>
                </a:cxn>
                <a:cxn ang="0">
                  <a:pos x="843" y="128"/>
                </a:cxn>
                <a:cxn ang="0">
                  <a:pos x="813" y="141"/>
                </a:cxn>
                <a:cxn ang="0">
                  <a:pos x="789" y="148"/>
                </a:cxn>
                <a:cxn ang="0">
                  <a:pos x="783" y="154"/>
                </a:cxn>
                <a:cxn ang="0">
                  <a:pos x="556" y="228"/>
                </a:cxn>
                <a:cxn ang="0">
                  <a:pos x="394" y="294"/>
                </a:cxn>
                <a:cxn ang="0">
                  <a:pos x="107" y="462"/>
                </a:cxn>
                <a:cxn ang="0">
                  <a:pos x="0" y="536"/>
                </a:cxn>
                <a:cxn ang="0">
                  <a:pos x="3240" y="536"/>
                </a:cxn>
                <a:cxn ang="0">
                  <a:pos x="3132" y="469"/>
                </a:cxn>
                <a:cxn ang="0">
                  <a:pos x="3132" y="469"/>
                </a:cxn>
              </a:cxnLst>
              <a:rect l="0" t="0" r="r" b="b"/>
              <a:pathLst>
                <a:path w="3240" h="536">
                  <a:moveTo>
                    <a:pt x="3132" y="469"/>
                  </a:moveTo>
                  <a:lnTo>
                    <a:pt x="2995" y="395"/>
                  </a:lnTo>
                  <a:lnTo>
                    <a:pt x="2911" y="375"/>
                  </a:lnTo>
                  <a:lnTo>
                    <a:pt x="2678" y="228"/>
                  </a:lnTo>
                  <a:lnTo>
                    <a:pt x="2553" y="74"/>
                  </a:lnTo>
                  <a:lnTo>
                    <a:pt x="2457" y="7"/>
                  </a:lnTo>
                  <a:lnTo>
                    <a:pt x="2403" y="47"/>
                  </a:lnTo>
                  <a:lnTo>
                    <a:pt x="2289" y="74"/>
                  </a:lnTo>
                  <a:lnTo>
                    <a:pt x="2134" y="74"/>
                  </a:lnTo>
                  <a:lnTo>
                    <a:pt x="2044" y="128"/>
                  </a:lnTo>
                  <a:lnTo>
                    <a:pt x="1775" y="222"/>
                  </a:lnTo>
                  <a:lnTo>
                    <a:pt x="1602" y="181"/>
                  </a:lnTo>
                  <a:lnTo>
                    <a:pt x="1560" y="101"/>
                  </a:lnTo>
                  <a:lnTo>
                    <a:pt x="1542" y="87"/>
                  </a:lnTo>
                  <a:lnTo>
                    <a:pt x="1446" y="60"/>
                  </a:lnTo>
                  <a:lnTo>
                    <a:pt x="1375" y="74"/>
                  </a:lnTo>
                  <a:lnTo>
                    <a:pt x="1309" y="87"/>
                  </a:lnTo>
                  <a:lnTo>
                    <a:pt x="1243" y="13"/>
                  </a:lnTo>
                  <a:lnTo>
                    <a:pt x="1225" y="0"/>
                  </a:lnTo>
                  <a:lnTo>
                    <a:pt x="1189" y="0"/>
                  </a:lnTo>
                  <a:lnTo>
                    <a:pt x="1106" y="34"/>
                  </a:lnTo>
                  <a:lnTo>
                    <a:pt x="1106" y="34"/>
                  </a:lnTo>
                  <a:lnTo>
                    <a:pt x="1094" y="40"/>
                  </a:lnTo>
                  <a:lnTo>
                    <a:pt x="1070" y="54"/>
                  </a:lnTo>
                  <a:lnTo>
                    <a:pt x="1034" y="74"/>
                  </a:lnTo>
                  <a:lnTo>
                    <a:pt x="1004" y="74"/>
                  </a:lnTo>
                  <a:lnTo>
                    <a:pt x="986" y="74"/>
                  </a:lnTo>
                  <a:lnTo>
                    <a:pt x="956" y="81"/>
                  </a:lnTo>
                  <a:lnTo>
                    <a:pt x="920" y="94"/>
                  </a:lnTo>
                  <a:lnTo>
                    <a:pt x="884" y="107"/>
                  </a:lnTo>
                  <a:lnTo>
                    <a:pt x="843" y="128"/>
                  </a:lnTo>
                  <a:lnTo>
                    <a:pt x="813" y="141"/>
                  </a:lnTo>
                  <a:lnTo>
                    <a:pt x="789" y="148"/>
                  </a:lnTo>
                  <a:lnTo>
                    <a:pt x="783" y="154"/>
                  </a:lnTo>
                  <a:lnTo>
                    <a:pt x="556" y="228"/>
                  </a:lnTo>
                  <a:lnTo>
                    <a:pt x="394" y="294"/>
                  </a:lnTo>
                  <a:lnTo>
                    <a:pt x="107" y="462"/>
                  </a:lnTo>
                  <a:lnTo>
                    <a:pt x="0" y="536"/>
                  </a:lnTo>
                  <a:lnTo>
                    <a:pt x="3240" y="536"/>
                  </a:lnTo>
                  <a:lnTo>
                    <a:pt x="3132" y="469"/>
                  </a:lnTo>
                  <a:lnTo>
                    <a:pt x="3132" y="469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fr-FR" sz="1800"/>
            </a:p>
          </p:txBody>
        </p:sp>
        <p:grpSp>
          <p:nvGrpSpPr>
            <p:cNvPr id="10" name="Group 8"/>
            <p:cNvGrpSpPr>
              <a:grpSpLocks/>
            </p:cNvGrpSpPr>
            <p:nvPr userDrawn="1"/>
          </p:nvGrpSpPr>
          <p:grpSpPr bwMode="auto">
            <a:xfrm>
              <a:off x="2486" y="3792"/>
              <a:ext cx="2456" cy="536"/>
              <a:chOff x="2486" y="3792"/>
              <a:chExt cx="2456" cy="536"/>
            </a:xfrm>
          </p:grpSpPr>
          <p:sp>
            <p:nvSpPr>
              <p:cNvPr id="12" name="Freeform 9"/>
              <p:cNvSpPr>
                <a:spLocks/>
              </p:cNvSpPr>
              <p:nvPr userDrawn="1"/>
            </p:nvSpPr>
            <p:spPr bwMode="ltGray">
              <a:xfrm>
                <a:off x="3948" y="3799"/>
                <a:ext cx="994" cy="529"/>
              </a:xfrm>
              <a:custGeom>
                <a:avLst/>
                <a:gdLst>
                  <a:gd name="T0" fmla="*/ 636 w 994"/>
                  <a:gd name="T1" fmla="*/ 373 h 529"/>
                  <a:gd name="T2" fmla="*/ 495 w 994"/>
                  <a:gd name="T3" fmla="*/ 370 h 529"/>
                  <a:gd name="T4" fmla="*/ 280 w 994"/>
                  <a:gd name="T5" fmla="*/ 249 h 529"/>
                  <a:gd name="T6" fmla="*/ 127 w 994"/>
                  <a:gd name="T7" fmla="*/ 66 h 529"/>
                  <a:gd name="T8" fmla="*/ 0 w 994"/>
                  <a:gd name="T9" fmla="*/ 0 h 529"/>
                  <a:gd name="T10" fmla="*/ 22 w 994"/>
                  <a:gd name="T11" fmla="*/ 26 h 529"/>
                  <a:gd name="T12" fmla="*/ 0 w 994"/>
                  <a:gd name="T13" fmla="*/ 65 h 529"/>
                  <a:gd name="T14" fmla="*/ 30 w 994"/>
                  <a:gd name="T15" fmla="*/ 119 h 529"/>
                  <a:gd name="T16" fmla="*/ 75 w 994"/>
                  <a:gd name="T17" fmla="*/ 243 h 529"/>
                  <a:gd name="T18" fmla="*/ 45 w 994"/>
                  <a:gd name="T19" fmla="*/ 422 h 529"/>
                  <a:gd name="T20" fmla="*/ 200 w 994"/>
                  <a:gd name="T21" fmla="*/ 329 h 529"/>
                  <a:gd name="T22" fmla="*/ 592 w 994"/>
                  <a:gd name="T23" fmla="*/ 527 h 529"/>
                  <a:gd name="T24" fmla="*/ 994 w 994"/>
                  <a:gd name="T25" fmla="*/ 529 h 529"/>
                  <a:gd name="T26" fmla="*/ 828 w 994"/>
                  <a:gd name="T27" fmla="*/ 473 h 529"/>
                  <a:gd name="T28" fmla="*/ 636 w 994"/>
                  <a:gd name="T29" fmla="*/ 373 h 52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994" h="529">
                    <a:moveTo>
                      <a:pt x="636" y="373"/>
                    </a:moveTo>
                    <a:lnTo>
                      <a:pt x="495" y="370"/>
                    </a:lnTo>
                    <a:lnTo>
                      <a:pt x="280" y="249"/>
                    </a:lnTo>
                    <a:lnTo>
                      <a:pt x="127" y="66"/>
                    </a:lnTo>
                    <a:lnTo>
                      <a:pt x="0" y="0"/>
                    </a:lnTo>
                    <a:lnTo>
                      <a:pt x="22" y="26"/>
                    </a:lnTo>
                    <a:lnTo>
                      <a:pt x="0" y="65"/>
                    </a:lnTo>
                    <a:lnTo>
                      <a:pt x="30" y="119"/>
                    </a:lnTo>
                    <a:lnTo>
                      <a:pt x="75" y="243"/>
                    </a:lnTo>
                    <a:lnTo>
                      <a:pt x="45" y="422"/>
                    </a:lnTo>
                    <a:lnTo>
                      <a:pt x="200" y="329"/>
                    </a:lnTo>
                    <a:lnTo>
                      <a:pt x="592" y="527"/>
                    </a:lnTo>
                    <a:lnTo>
                      <a:pt x="994" y="529"/>
                    </a:lnTo>
                    <a:lnTo>
                      <a:pt x="828" y="473"/>
                    </a:lnTo>
                    <a:lnTo>
                      <a:pt x="636" y="373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 sz="1800"/>
              </a:p>
            </p:txBody>
          </p:sp>
          <p:sp>
            <p:nvSpPr>
              <p:cNvPr id="13" name="Freeform 10"/>
              <p:cNvSpPr>
                <a:spLocks/>
              </p:cNvSpPr>
              <p:nvPr userDrawn="1"/>
            </p:nvSpPr>
            <p:spPr bwMode="ltGray">
              <a:xfrm>
                <a:off x="2677" y="3792"/>
                <a:ext cx="186" cy="395"/>
              </a:xfrm>
              <a:custGeom>
                <a:avLst/>
                <a:gdLst>
                  <a:gd name="T0" fmla="*/ 36 w 186"/>
                  <a:gd name="T1" fmla="*/ 0 h 353"/>
                  <a:gd name="T2" fmla="*/ 54 w 186"/>
                  <a:gd name="T3" fmla="*/ 18 h 353"/>
                  <a:gd name="T4" fmla="*/ 24 w 186"/>
                  <a:gd name="T5" fmla="*/ 30 h 353"/>
                  <a:gd name="T6" fmla="*/ 18 w 186"/>
                  <a:gd name="T7" fmla="*/ 66 h 353"/>
                  <a:gd name="T8" fmla="*/ 42 w 186"/>
                  <a:gd name="T9" fmla="*/ 114 h 353"/>
                  <a:gd name="T10" fmla="*/ 48 w 186"/>
                  <a:gd name="T11" fmla="*/ 162 h 353"/>
                  <a:gd name="T12" fmla="*/ 0 w 186"/>
                  <a:gd name="T13" fmla="*/ 353 h 353"/>
                  <a:gd name="T14" fmla="*/ 54 w 186"/>
                  <a:gd name="T15" fmla="*/ 233 h 353"/>
                  <a:gd name="T16" fmla="*/ 84 w 186"/>
                  <a:gd name="T17" fmla="*/ 216 h 353"/>
                  <a:gd name="T18" fmla="*/ 126 w 186"/>
                  <a:gd name="T19" fmla="*/ 126 h 353"/>
                  <a:gd name="T20" fmla="*/ 144 w 186"/>
                  <a:gd name="T21" fmla="*/ 120 h 353"/>
                  <a:gd name="T22" fmla="*/ 144 w 186"/>
                  <a:gd name="T23" fmla="*/ 90 h 353"/>
                  <a:gd name="T24" fmla="*/ 186 w 186"/>
                  <a:gd name="T25" fmla="*/ 66 h 353"/>
                  <a:gd name="T26" fmla="*/ 162 w 186"/>
                  <a:gd name="T27" fmla="*/ 60 h 353"/>
                  <a:gd name="T28" fmla="*/ 36 w 186"/>
                  <a:gd name="T29" fmla="*/ 0 h 353"/>
                  <a:gd name="T30" fmla="*/ 36 w 186"/>
                  <a:gd name="T31" fmla="*/ 0 h 35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86" h="353">
                    <a:moveTo>
                      <a:pt x="36" y="0"/>
                    </a:moveTo>
                    <a:lnTo>
                      <a:pt x="54" y="18"/>
                    </a:lnTo>
                    <a:lnTo>
                      <a:pt x="24" y="30"/>
                    </a:lnTo>
                    <a:lnTo>
                      <a:pt x="18" y="66"/>
                    </a:lnTo>
                    <a:lnTo>
                      <a:pt x="42" y="114"/>
                    </a:lnTo>
                    <a:lnTo>
                      <a:pt x="48" y="162"/>
                    </a:lnTo>
                    <a:lnTo>
                      <a:pt x="0" y="353"/>
                    </a:lnTo>
                    <a:lnTo>
                      <a:pt x="54" y="233"/>
                    </a:lnTo>
                    <a:lnTo>
                      <a:pt x="84" y="216"/>
                    </a:lnTo>
                    <a:lnTo>
                      <a:pt x="126" y="126"/>
                    </a:lnTo>
                    <a:lnTo>
                      <a:pt x="144" y="120"/>
                    </a:lnTo>
                    <a:lnTo>
                      <a:pt x="144" y="90"/>
                    </a:lnTo>
                    <a:lnTo>
                      <a:pt x="186" y="66"/>
                    </a:lnTo>
                    <a:lnTo>
                      <a:pt x="162" y="6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 sz="1800"/>
              </a:p>
            </p:txBody>
          </p:sp>
          <p:sp>
            <p:nvSpPr>
              <p:cNvPr id="14" name="Freeform 11"/>
              <p:cNvSpPr>
                <a:spLocks/>
              </p:cNvSpPr>
              <p:nvPr userDrawn="1"/>
            </p:nvSpPr>
            <p:spPr bwMode="ltGray">
              <a:xfrm>
                <a:off x="3030" y="3893"/>
                <a:ext cx="378" cy="271"/>
              </a:xfrm>
              <a:custGeom>
                <a:avLst/>
                <a:gdLst>
                  <a:gd name="T0" fmla="*/ 18 w 378"/>
                  <a:gd name="T1" fmla="*/ 0 h 271"/>
                  <a:gd name="T2" fmla="*/ 12 w 378"/>
                  <a:gd name="T3" fmla="*/ 13 h 271"/>
                  <a:gd name="T4" fmla="*/ 0 w 378"/>
                  <a:gd name="T5" fmla="*/ 40 h 271"/>
                  <a:gd name="T6" fmla="*/ 60 w 378"/>
                  <a:gd name="T7" fmla="*/ 121 h 271"/>
                  <a:gd name="T8" fmla="*/ 310 w 378"/>
                  <a:gd name="T9" fmla="*/ 271 h 271"/>
                  <a:gd name="T10" fmla="*/ 290 w 378"/>
                  <a:gd name="T11" fmla="*/ 139 h 271"/>
                  <a:gd name="T12" fmla="*/ 378 w 378"/>
                  <a:gd name="T13" fmla="*/ 76 h 271"/>
                  <a:gd name="T14" fmla="*/ 251 w 378"/>
                  <a:gd name="T15" fmla="*/ 94 h 271"/>
                  <a:gd name="T16" fmla="*/ 90 w 378"/>
                  <a:gd name="T17" fmla="*/ 54 h 271"/>
                  <a:gd name="T18" fmla="*/ 18 w 378"/>
                  <a:gd name="T19" fmla="*/ 0 h 271"/>
                  <a:gd name="T20" fmla="*/ 18 w 378"/>
                  <a:gd name="T21" fmla="*/ 0 h 27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8" h="271">
                    <a:moveTo>
                      <a:pt x="18" y="0"/>
                    </a:moveTo>
                    <a:lnTo>
                      <a:pt x="12" y="13"/>
                    </a:lnTo>
                    <a:lnTo>
                      <a:pt x="0" y="40"/>
                    </a:lnTo>
                    <a:lnTo>
                      <a:pt x="60" y="121"/>
                    </a:lnTo>
                    <a:lnTo>
                      <a:pt x="310" y="271"/>
                    </a:lnTo>
                    <a:lnTo>
                      <a:pt x="290" y="139"/>
                    </a:lnTo>
                    <a:lnTo>
                      <a:pt x="378" y="76"/>
                    </a:lnTo>
                    <a:lnTo>
                      <a:pt x="251" y="94"/>
                    </a:lnTo>
                    <a:lnTo>
                      <a:pt x="90" y="54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 sz="1800"/>
              </a:p>
            </p:txBody>
          </p:sp>
          <p:sp>
            <p:nvSpPr>
              <p:cNvPr id="15" name="Freeform 12"/>
              <p:cNvSpPr>
                <a:spLocks/>
              </p:cNvSpPr>
              <p:nvPr userDrawn="1"/>
            </p:nvSpPr>
            <p:spPr bwMode="ltGray">
              <a:xfrm>
                <a:off x="3628" y="3866"/>
                <a:ext cx="155" cy="74"/>
              </a:xfrm>
              <a:custGeom>
                <a:avLst/>
                <a:gdLst>
                  <a:gd name="T0" fmla="*/ 114 w 155"/>
                  <a:gd name="T1" fmla="*/ 0 h 66"/>
                  <a:gd name="T2" fmla="*/ 0 w 155"/>
                  <a:gd name="T3" fmla="*/ 0 h 66"/>
                  <a:gd name="T4" fmla="*/ 0 w 155"/>
                  <a:gd name="T5" fmla="*/ 0 h 66"/>
                  <a:gd name="T6" fmla="*/ 6 w 155"/>
                  <a:gd name="T7" fmla="*/ 6 h 66"/>
                  <a:gd name="T8" fmla="*/ 6 w 155"/>
                  <a:gd name="T9" fmla="*/ 18 h 66"/>
                  <a:gd name="T10" fmla="*/ 0 w 155"/>
                  <a:gd name="T11" fmla="*/ 24 h 66"/>
                  <a:gd name="T12" fmla="*/ 78 w 155"/>
                  <a:gd name="T13" fmla="*/ 60 h 66"/>
                  <a:gd name="T14" fmla="*/ 96 w 155"/>
                  <a:gd name="T15" fmla="*/ 42 h 66"/>
                  <a:gd name="T16" fmla="*/ 155 w 155"/>
                  <a:gd name="T17" fmla="*/ 66 h 66"/>
                  <a:gd name="T18" fmla="*/ 126 w 155"/>
                  <a:gd name="T19" fmla="*/ 24 h 66"/>
                  <a:gd name="T20" fmla="*/ 149 w 155"/>
                  <a:gd name="T21" fmla="*/ 0 h 66"/>
                  <a:gd name="T22" fmla="*/ 114 w 155"/>
                  <a:gd name="T23" fmla="*/ 0 h 66"/>
                  <a:gd name="T24" fmla="*/ 114 w 155"/>
                  <a:gd name="T25" fmla="*/ 0 h 6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55" h="66">
                    <a:moveTo>
                      <a:pt x="114" y="0"/>
                    </a:moveTo>
                    <a:lnTo>
                      <a:pt x="0" y="0"/>
                    </a:lnTo>
                    <a:lnTo>
                      <a:pt x="6" y="6"/>
                    </a:lnTo>
                    <a:lnTo>
                      <a:pt x="6" y="18"/>
                    </a:lnTo>
                    <a:lnTo>
                      <a:pt x="0" y="24"/>
                    </a:lnTo>
                    <a:lnTo>
                      <a:pt x="78" y="60"/>
                    </a:lnTo>
                    <a:lnTo>
                      <a:pt x="96" y="42"/>
                    </a:lnTo>
                    <a:lnTo>
                      <a:pt x="155" y="66"/>
                    </a:lnTo>
                    <a:lnTo>
                      <a:pt x="126" y="24"/>
                    </a:lnTo>
                    <a:lnTo>
                      <a:pt x="149" y="0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 sz="1800"/>
              </a:p>
            </p:txBody>
          </p:sp>
          <p:sp>
            <p:nvSpPr>
              <p:cNvPr id="16" name="Freeform 13"/>
              <p:cNvSpPr>
                <a:spLocks/>
              </p:cNvSpPr>
              <p:nvPr userDrawn="1"/>
            </p:nvSpPr>
            <p:spPr bwMode="ltGray">
              <a:xfrm>
                <a:off x="2486" y="3859"/>
                <a:ext cx="42" cy="81"/>
              </a:xfrm>
              <a:custGeom>
                <a:avLst/>
                <a:gdLst>
                  <a:gd name="T0" fmla="*/ 6 w 42"/>
                  <a:gd name="T1" fmla="*/ 36 h 72"/>
                  <a:gd name="T2" fmla="*/ 0 w 42"/>
                  <a:gd name="T3" fmla="*/ 18 h 72"/>
                  <a:gd name="T4" fmla="*/ 12 w 42"/>
                  <a:gd name="T5" fmla="*/ 6 h 72"/>
                  <a:gd name="T6" fmla="*/ 0 w 42"/>
                  <a:gd name="T7" fmla="*/ 6 h 72"/>
                  <a:gd name="T8" fmla="*/ 12 w 42"/>
                  <a:gd name="T9" fmla="*/ 6 h 72"/>
                  <a:gd name="T10" fmla="*/ 24 w 42"/>
                  <a:gd name="T11" fmla="*/ 6 h 72"/>
                  <a:gd name="T12" fmla="*/ 36 w 42"/>
                  <a:gd name="T13" fmla="*/ 6 h 72"/>
                  <a:gd name="T14" fmla="*/ 42 w 42"/>
                  <a:gd name="T15" fmla="*/ 0 h 72"/>
                  <a:gd name="T16" fmla="*/ 30 w 42"/>
                  <a:gd name="T17" fmla="*/ 18 h 72"/>
                  <a:gd name="T18" fmla="*/ 42 w 42"/>
                  <a:gd name="T19" fmla="*/ 48 h 72"/>
                  <a:gd name="T20" fmla="*/ 12 w 42"/>
                  <a:gd name="T21" fmla="*/ 72 h 72"/>
                  <a:gd name="T22" fmla="*/ 6 w 42"/>
                  <a:gd name="T23" fmla="*/ 36 h 72"/>
                  <a:gd name="T24" fmla="*/ 6 w 42"/>
                  <a:gd name="T25" fmla="*/ 36 h 7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2" h="72">
                    <a:moveTo>
                      <a:pt x="6" y="36"/>
                    </a:moveTo>
                    <a:lnTo>
                      <a:pt x="0" y="18"/>
                    </a:lnTo>
                    <a:lnTo>
                      <a:pt x="12" y="6"/>
                    </a:lnTo>
                    <a:lnTo>
                      <a:pt x="0" y="6"/>
                    </a:lnTo>
                    <a:lnTo>
                      <a:pt x="12" y="6"/>
                    </a:lnTo>
                    <a:lnTo>
                      <a:pt x="24" y="6"/>
                    </a:lnTo>
                    <a:lnTo>
                      <a:pt x="36" y="6"/>
                    </a:lnTo>
                    <a:lnTo>
                      <a:pt x="42" y="0"/>
                    </a:lnTo>
                    <a:lnTo>
                      <a:pt x="30" y="18"/>
                    </a:lnTo>
                    <a:lnTo>
                      <a:pt x="42" y="48"/>
                    </a:lnTo>
                    <a:lnTo>
                      <a:pt x="12" y="72"/>
                    </a:lnTo>
                    <a:lnTo>
                      <a:pt x="6" y="36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 sz="1800"/>
              </a:p>
            </p:txBody>
          </p:sp>
        </p:grpSp>
        <p:sp>
          <p:nvSpPr>
            <p:cNvPr id="11" name="Freeform 14"/>
            <p:cNvSpPr>
              <a:spLocks/>
            </p:cNvSpPr>
            <p:nvPr userDrawn="1"/>
          </p:nvSpPr>
          <p:spPr bwMode="ltGray">
            <a:xfrm>
              <a:off x="0" y="3792"/>
              <a:ext cx="3976" cy="535"/>
            </a:xfrm>
            <a:custGeom>
              <a:avLst/>
              <a:gdLst/>
              <a:ahLst/>
              <a:cxnLst>
                <a:cxn ang="0">
                  <a:pos x="3976" y="527"/>
                </a:cxn>
                <a:cxn ang="0">
                  <a:pos x="3970" y="527"/>
                </a:cxn>
                <a:cxn ang="0">
                  <a:pos x="3844" y="509"/>
                </a:cxn>
                <a:cxn ang="0">
                  <a:pos x="2487" y="305"/>
                </a:cxn>
                <a:cxn ang="0">
                  <a:pos x="2039" y="36"/>
                </a:cxn>
                <a:cxn ang="0">
                  <a:pos x="1907" y="24"/>
                </a:cxn>
                <a:cxn ang="0">
                  <a:pos x="1883" y="54"/>
                </a:cxn>
                <a:cxn ang="0">
                  <a:pos x="1859" y="54"/>
                </a:cxn>
                <a:cxn ang="0">
                  <a:pos x="1830" y="30"/>
                </a:cxn>
                <a:cxn ang="0">
                  <a:pos x="1704" y="102"/>
                </a:cxn>
                <a:cxn ang="0">
                  <a:pos x="1608" y="126"/>
                </a:cxn>
                <a:cxn ang="0">
                  <a:pos x="1561" y="132"/>
                </a:cxn>
                <a:cxn ang="0">
                  <a:pos x="1495" y="102"/>
                </a:cxn>
                <a:cxn ang="0">
                  <a:pos x="1357" y="126"/>
                </a:cxn>
                <a:cxn ang="0">
                  <a:pos x="1285" y="24"/>
                </a:cxn>
                <a:cxn ang="0">
                  <a:pos x="1280" y="18"/>
                </a:cxn>
                <a:cxn ang="0">
                  <a:pos x="1262" y="12"/>
                </a:cxn>
                <a:cxn ang="0">
                  <a:pos x="1238" y="6"/>
                </a:cxn>
                <a:cxn ang="0">
                  <a:pos x="1220" y="0"/>
                </a:cxn>
                <a:cxn ang="0">
                  <a:pos x="1196" y="0"/>
                </a:cxn>
                <a:cxn ang="0">
                  <a:pos x="1166" y="0"/>
                </a:cxn>
                <a:cxn ang="0">
                  <a:pos x="1142" y="0"/>
                </a:cxn>
                <a:cxn ang="0">
                  <a:pos x="1136" y="0"/>
                </a:cxn>
                <a:cxn ang="0">
                  <a:pos x="1130" y="0"/>
                </a:cxn>
                <a:cxn ang="0">
                  <a:pos x="1124" y="6"/>
                </a:cxn>
                <a:cxn ang="0">
                  <a:pos x="1118" y="12"/>
                </a:cxn>
                <a:cxn ang="0">
                  <a:pos x="1100" y="18"/>
                </a:cxn>
                <a:cxn ang="0">
                  <a:pos x="1088" y="18"/>
                </a:cxn>
                <a:cxn ang="0">
                  <a:pos x="1070" y="24"/>
                </a:cxn>
                <a:cxn ang="0">
                  <a:pos x="1052" y="30"/>
                </a:cxn>
                <a:cxn ang="0">
                  <a:pos x="1034" y="36"/>
                </a:cxn>
                <a:cxn ang="0">
                  <a:pos x="1028" y="42"/>
                </a:cxn>
                <a:cxn ang="0">
                  <a:pos x="969" y="60"/>
                </a:cxn>
                <a:cxn ang="0">
                  <a:pos x="921" y="72"/>
                </a:cxn>
                <a:cxn ang="0">
                  <a:pos x="855" y="48"/>
                </a:cxn>
                <a:cxn ang="0">
                  <a:pos x="825" y="48"/>
                </a:cxn>
                <a:cxn ang="0">
                  <a:pos x="759" y="72"/>
                </a:cxn>
                <a:cxn ang="0">
                  <a:pos x="735" y="72"/>
                </a:cxn>
                <a:cxn ang="0">
                  <a:pos x="706" y="60"/>
                </a:cxn>
                <a:cxn ang="0">
                  <a:pos x="640" y="60"/>
                </a:cxn>
                <a:cxn ang="0">
                  <a:pos x="544" y="72"/>
                </a:cxn>
                <a:cxn ang="0">
                  <a:pos x="389" y="18"/>
                </a:cxn>
                <a:cxn ang="0">
                  <a:pos x="323" y="60"/>
                </a:cxn>
                <a:cxn ang="0">
                  <a:pos x="317" y="60"/>
                </a:cxn>
                <a:cxn ang="0">
                  <a:pos x="305" y="72"/>
                </a:cxn>
                <a:cxn ang="0">
                  <a:pos x="287" y="78"/>
                </a:cxn>
                <a:cxn ang="0">
                  <a:pos x="263" y="90"/>
                </a:cxn>
                <a:cxn ang="0">
                  <a:pos x="203" y="120"/>
                </a:cxn>
                <a:cxn ang="0">
                  <a:pos x="149" y="150"/>
                </a:cxn>
                <a:cxn ang="0">
                  <a:pos x="78" y="168"/>
                </a:cxn>
                <a:cxn ang="0">
                  <a:pos x="0" y="180"/>
                </a:cxn>
                <a:cxn ang="0">
                  <a:pos x="0" y="527"/>
                </a:cxn>
                <a:cxn ang="0">
                  <a:pos x="1010" y="527"/>
                </a:cxn>
                <a:cxn ang="0">
                  <a:pos x="3725" y="527"/>
                </a:cxn>
                <a:cxn ang="0">
                  <a:pos x="3976" y="527"/>
                </a:cxn>
                <a:cxn ang="0">
                  <a:pos x="3976" y="527"/>
                </a:cxn>
              </a:cxnLst>
              <a:rect l="0" t="0" r="r" b="b"/>
              <a:pathLst>
                <a:path w="3976" h="527">
                  <a:moveTo>
                    <a:pt x="3976" y="527"/>
                  </a:moveTo>
                  <a:lnTo>
                    <a:pt x="3970" y="527"/>
                  </a:lnTo>
                  <a:lnTo>
                    <a:pt x="3844" y="509"/>
                  </a:lnTo>
                  <a:lnTo>
                    <a:pt x="2487" y="305"/>
                  </a:lnTo>
                  <a:lnTo>
                    <a:pt x="2039" y="36"/>
                  </a:lnTo>
                  <a:lnTo>
                    <a:pt x="1907" y="24"/>
                  </a:lnTo>
                  <a:lnTo>
                    <a:pt x="1883" y="54"/>
                  </a:lnTo>
                  <a:lnTo>
                    <a:pt x="1859" y="54"/>
                  </a:lnTo>
                  <a:lnTo>
                    <a:pt x="1830" y="30"/>
                  </a:lnTo>
                  <a:lnTo>
                    <a:pt x="1704" y="102"/>
                  </a:lnTo>
                  <a:lnTo>
                    <a:pt x="1608" y="126"/>
                  </a:lnTo>
                  <a:lnTo>
                    <a:pt x="1561" y="132"/>
                  </a:lnTo>
                  <a:lnTo>
                    <a:pt x="1495" y="102"/>
                  </a:lnTo>
                  <a:lnTo>
                    <a:pt x="1357" y="126"/>
                  </a:lnTo>
                  <a:lnTo>
                    <a:pt x="1285" y="24"/>
                  </a:lnTo>
                  <a:lnTo>
                    <a:pt x="1280" y="18"/>
                  </a:lnTo>
                  <a:lnTo>
                    <a:pt x="1262" y="12"/>
                  </a:lnTo>
                  <a:lnTo>
                    <a:pt x="1238" y="6"/>
                  </a:lnTo>
                  <a:lnTo>
                    <a:pt x="1220" y="0"/>
                  </a:lnTo>
                  <a:lnTo>
                    <a:pt x="1196" y="0"/>
                  </a:lnTo>
                  <a:lnTo>
                    <a:pt x="1166" y="0"/>
                  </a:lnTo>
                  <a:lnTo>
                    <a:pt x="1142" y="0"/>
                  </a:lnTo>
                  <a:lnTo>
                    <a:pt x="1136" y="0"/>
                  </a:lnTo>
                  <a:lnTo>
                    <a:pt x="1130" y="0"/>
                  </a:lnTo>
                  <a:lnTo>
                    <a:pt x="1124" y="6"/>
                  </a:lnTo>
                  <a:lnTo>
                    <a:pt x="1118" y="12"/>
                  </a:lnTo>
                  <a:lnTo>
                    <a:pt x="1100" y="18"/>
                  </a:lnTo>
                  <a:lnTo>
                    <a:pt x="1088" y="18"/>
                  </a:lnTo>
                  <a:lnTo>
                    <a:pt x="1070" y="24"/>
                  </a:lnTo>
                  <a:lnTo>
                    <a:pt x="1052" y="30"/>
                  </a:lnTo>
                  <a:lnTo>
                    <a:pt x="1034" y="36"/>
                  </a:lnTo>
                  <a:lnTo>
                    <a:pt x="1028" y="42"/>
                  </a:lnTo>
                  <a:lnTo>
                    <a:pt x="969" y="60"/>
                  </a:lnTo>
                  <a:lnTo>
                    <a:pt x="921" y="72"/>
                  </a:lnTo>
                  <a:lnTo>
                    <a:pt x="855" y="48"/>
                  </a:lnTo>
                  <a:lnTo>
                    <a:pt x="825" y="48"/>
                  </a:lnTo>
                  <a:lnTo>
                    <a:pt x="759" y="72"/>
                  </a:lnTo>
                  <a:lnTo>
                    <a:pt x="735" y="72"/>
                  </a:lnTo>
                  <a:lnTo>
                    <a:pt x="706" y="60"/>
                  </a:lnTo>
                  <a:lnTo>
                    <a:pt x="640" y="60"/>
                  </a:lnTo>
                  <a:lnTo>
                    <a:pt x="544" y="72"/>
                  </a:lnTo>
                  <a:lnTo>
                    <a:pt x="389" y="18"/>
                  </a:lnTo>
                  <a:lnTo>
                    <a:pt x="323" y="60"/>
                  </a:lnTo>
                  <a:lnTo>
                    <a:pt x="317" y="60"/>
                  </a:lnTo>
                  <a:lnTo>
                    <a:pt x="305" y="72"/>
                  </a:lnTo>
                  <a:lnTo>
                    <a:pt x="287" y="78"/>
                  </a:lnTo>
                  <a:lnTo>
                    <a:pt x="263" y="90"/>
                  </a:lnTo>
                  <a:lnTo>
                    <a:pt x="203" y="120"/>
                  </a:lnTo>
                  <a:lnTo>
                    <a:pt x="149" y="150"/>
                  </a:lnTo>
                  <a:lnTo>
                    <a:pt x="78" y="168"/>
                  </a:lnTo>
                  <a:lnTo>
                    <a:pt x="0" y="180"/>
                  </a:lnTo>
                  <a:lnTo>
                    <a:pt x="0" y="527"/>
                  </a:lnTo>
                  <a:lnTo>
                    <a:pt x="1010" y="527"/>
                  </a:lnTo>
                  <a:lnTo>
                    <a:pt x="3725" y="527"/>
                  </a:lnTo>
                  <a:lnTo>
                    <a:pt x="3976" y="527"/>
                  </a:lnTo>
                  <a:lnTo>
                    <a:pt x="3976" y="527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75686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fr-FR" sz="1800"/>
            </a:p>
          </p:txBody>
        </p:sp>
      </p:grpSp>
      <p:grpSp>
        <p:nvGrpSpPr>
          <p:cNvPr id="17" name="Group 15"/>
          <p:cNvGrpSpPr>
            <a:grpSpLocks/>
          </p:cNvGrpSpPr>
          <p:nvPr/>
        </p:nvGrpSpPr>
        <p:grpSpPr bwMode="auto">
          <a:xfrm>
            <a:off x="836085" y="6021388"/>
            <a:ext cx="7579783" cy="849312"/>
            <a:chOff x="395" y="3793"/>
            <a:chExt cx="3581" cy="535"/>
          </a:xfrm>
        </p:grpSpPr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1196" y="3793"/>
              <a:ext cx="365" cy="291"/>
            </a:xfrm>
            <a:custGeom>
              <a:avLst/>
              <a:gdLst>
                <a:gd name="T0" fmla="*/ 24 w 365"/>
                <a:gd name="T1" fmla="*/ 24 h 287"/>
                <a:gd name="T2" fmla="*/ 0 w 365"/>
                <a:gd name="T3" fmla="*/ 60 h 287"/>
                <a:gd name="T4" fmla="*/ 66 w 365"/>
                <a:gd name="T5" fmla="*/ 108 h 287"/>
                <a:gd name="T6" fmla="*/ 143 w 365"/>
                <a:gd name="T7" fmla="*/ 180 h 287"/>
                <a:gd name="T8" fmla="*/ 191 w 365"/>
                <a:gd name="T9" fmla="*/ 168 h 287"/>
                <a:gd name="T10" fmla="*/ 341 w 365"/>
                <a:gd name="T11" fmla="*/ 287 h 287"/>
                <a:gd name="T12" fmla="*/ 305 w 365"/>
                <a:gd name="T13" fmla="*/ 174 h 287"/>
                <a:gd name="T14" fmla="*/ 365 w 365"/>
                <a:gd name="T15" fmla="*/ 132 h 287"/>
                <a:gd name="T16" fmla="*/ 359 w 365"/>
                <a:gd name="T17" fmla="*/ 126 h 287"/>
                <a:gd name="T18" fmla="*/ 335 w 365"/>
                <a:gd name="T19" fmla="*/ 114 h 287"/>
                <a:gd name="T20" fmla="*/ 299 w 365"/>
                <a:gd name="T21" fmla="*/ 90 h 287"/>
                <a:gd name="T22" fmla="*/ 257 w 365"/>
                <a:gd name="T23" fmla="*/ 72 h 287"/>
                <a:gd name="T24" fmla="*/ 215 w 365"/>
                <a:gd name="T25" fmla="*/ 54 h 287"/>
                <a:gd name="T26" fmla="*/ 173 w 365"/>
                <a:gd name="T27" fmla="*/ 36 h 287"/>
                <a:gd name="T28" fmla="*/ 143 w 365"/>
                <a:gd name="T29" fmla="*/ 24 h 287"/>
                <a:gd name="T30" fmla="*/ 131 w 365"/>
                <a:gd name="T31" fmla="*/ 18 h 287"/>
                <a:gd name="T32" fmla="*/ 107 w 365"/>
                <a:gd name="T33" fmla="*/ 18 h 287"/>
                <a:gd name="T34" fmla="*/ 95 w 365"/>
                <a:gd name="T35" fmla="*/ 18 h 287"/>
                <a:gd name="T36" fmla="*/ 72 w 365"/>
                <a:gd name="T37" fmla="*/ 12 h 287"/>
                <a:gd name="T38" fmla="*/ 66 w 365"/>
                <a:gd name="T39" fmla="*/ 12 h 287"/>
                <a:gd name="T40" fmla="*/ 54 w 365"/>
                <a:gd name="T41" fmla="*/ 6 h 287"/>
                <a:gd name="T42" fmla="*/ 42 w 365"/>
                <a:gd name="T43" fmla="*/ 0 h 287"/>
                <a:gd name="T44" fmla="*/ 30 w 365"/>
                <a:gd name="T45" fmla="*/ 0 h 287"/>
                <a:gd name="T46" fmla="*/ 24 w 365"/>
                <a:gd name="T47" fmla="*/ 24 h 287"/>
                <a:gd name="T48" fmla="*/ 24 w 365"/>
                <a:gd name="T49" fmla="*/ 24 h 28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65" h="287">
                  <a:moveTo>
                    <a:pt x="24" y="24"/>
                  </a:moveTo>
                  <a:lnTo>
                    <a:pt x="0" y="60"/>
                  </a:lnTo>
                  <a:lnTo>
                    <a:pt x="66" y="108"/>
                  </a:lnTo>
                  <a:lnTo>
                    <a:pt x="143" y="180"/>
                  </a:lnTo>
                  <a:lnTo>
                    <a:pt x="191" y="168"/>
                  </a:lnTo>
                  <a:lnTo>
                    <a:pt x="341" y="287"/>
                  </a:lnTo>
                  <a:lnTo>
                    <a:pt x="305" y="174"/>
                  </a:lnTo>
                  <a:lnTo>
                    <a:pt x="365" y="132"/>
                  </a:lnTo>
                  <a:lnTo>
                    <a:pt x="359" y="126"/>
                  </a:lnTo>
                  <a:lnTo>
                    <a:pt x="335" y="114"/>
                  </a:lnTo>
                  <a:lnTo>
                    <a:pt x="299" y="90"/>
                  </a:lnTo>
                  <a:lnTo>
                    <a:pt x="257" y="72"/>
                  </a:lnTo>
                  <a:lnTo>
                    <a:pt x="215" y="54"/>
                  </a:lnTo>
                  <a:lnTo>
                    <a:pt x="173" y="36"/>
                  </a:lnTo>
                  <a:lnTo>
                    <a:pt x="143" y="24"/>
                  </a:lnTo>
                  <a:lnTo>
                    <a:pt x="131" y="18"/>
                  </a:lnTo>
                  <a:lnTo>
                    <a:pt x="107" y="18"/>
                  </a:lnTo>
                  <a:lnTo>
                    <a:pt x="95" y="18"/>
                  </a:lnTo>
                  <a:lnTo>
                    <a:pt x="72" y="12"/>
                  </a:lnTo>
                  <a:lnTo>
                    <a:pt x="66" y="12"/>
                  </a:lnTo>
                  <a:lnTo>
                    <a:pt x="54" y="6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 sz="180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1943" y="3829"/>
              <a:ext cx="2033" cy="499"/>
            </a:xfrm>
            <a:custGeom>
              <a:avLst/>
              <a:gdLst>
                <a:gd name="T0" fmla="*/ 186 w 2033"/>
                <a:gd name="T1" fmla="*/ 18 h 499"/>
                <a:gd name="T2" fmla="*/ 138 w 2033"/>
                <a:gd name="T3" fmla="*/ 6 h 499"/>
                <a:gd name="T4" fmla="*/ 96 w 2033"/>
                <a:gd name="T5" fmla="*/ 0 h 499"/>
                <a:gd name="T6" fmla="*/ 36 w 2033"/>
                <a:gd name="T7" fmla="*/ 0 h 499"/>
                <a:gd name="T8" fmla="*/ 12 w 2033"/>
                <a:gd name="T9" fmla="*/ 25 h 499"/>
                <a:gd name="T10" fmla="*/ 0 w 2033"/>
                <a:gd name="T11" fmla="*/ 128 h 499"/>
                <a:gd name="T12" fmla="*/ 60 w 2033"/>
                <a:gd name="T13" fmla="*/ 104 h 499"/>
                <a:gd name="T14" fmla="*/ 90 w 2033"/>
                <a:gd name="T15" fmla="*/ 134 h 499"/>
                <a:gd name="T16" fmla="*/ 150 w 2033"/>
                <a:gd name="T17" fmla="*/ 153 h 499"/>
                <a:gd name="T18" fmla="*/ 209 w 2033"/>
                <a:gd name="T19" fmla="*/ 273 h 499"/>
                <a:gd name="T20" fmla="*/ 401 w 2033"/>
                <a:gd name="T21" fmla="*/ 359 h 499"/>
                <a:gd name="T22" fmla="*/ 777 w 2033"/>
                <a:gd name="T23" fmla="*/ 359 h 499"/>
                <a:gd name="T24" fmla="*/ 2033 w 2033"/>
                <a:gd name="T25" fmla="*/ 499 h 499"/>
                <a:gd name="T26" fmla="*/ 2033 w 2033"/>
                <a:gd name="T27" fmla="*/ 499 h 499"/>
                <a:gd name="T28" fmla="*/ 1991 w 2033"/>
                <a:gd name="T29" fmla="*/ 493 h 499"/>
                <a:gd name="T30" fmla="*/ 676 w 2033"/>
                <a:gd name="T31" fmla="*/ 243 h 499"/>
                <a:gd name="T32" fmla="*/ 514 w 2033"/>
                <a:gd name="T33" fmla="*/ 159 h 499"/>
                <a:gd name="T34" fmla="*/ 425 w 2033"/>
                <a:gd name="T35" fmla="*/ 110 h 499"/>
                <a:gd name="T36" fmla="*/ 365 w 2033"/>
                <a:gd name="T37" fmla="*/ 92 h 499"/>
                <a:gd name="T38" fmla="*/ 281 w 2033"/>
                <a:gd name="T39" fmla="*/ 61 h 499"/>
                <a:gd name="T40" fmla="*/ 186 w 2033"/>
                <a:gd name="T41" fmla="*/ 18 h 499"/>
                <a:gd name="T42" fmla="*/ 186 w 2033"/>
                <a:gd name="T43" fmla="*/ 18 h 499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033" h="499">
                  <a:moveTo>
                    <a:pt x="186" y="18"/>
                  </a:moveTo>
                  <a:lnTo>
                    <a:pt x="138" y="6"/>
                  </a:lnTo>
                  <a:lnTo>
                    <a:pt x="96" y="0"/>
                  </a:lnTo>
                  <a:lnTo>
                    <a:pt x="36" y="0"/>
                  </a:lnTo>
                  <a:lnTo>
                    <a:pt x="12" y="25"/>
                  </a:lnTo>
                  <a:lnTo>
                    <a:pt x="0" y="128"/>
                  </a:lnTo>
                  <a:lnTo>
                    <a:pt x="60" y="104"/>
                  </a:lnTo>
                  <a:lnTo>
                    <a:pt x="90" y="134"/>
                  </a:lnTo>
                  <a:lnTo>
                    <a:pt x="150" y="153"/>
                  </a:lnTo>
                  <a:lnTo>
                    <a:pt x="209" y="273"/>
                  </a:lnTo>
                  <a:lnTo>
                    <a:pt x="401" y="359"/>
                  </a:lnTo>
                  <a:lnTo>
                    <a:pt x="777" y="359"/>
                  </a:lnTo>
                  <a:lnTo>
                    <a:pt x="2033" y="499"/>
                  </a:lnTo>
                  <a:lnTo>
                    <a:pt x="1991" y="493"/>
                  </a:lnTo>
                  <a:lnTo>
                    <a:pt x="676" y="243"/>
                  </a:lnTo>
                  <a:lnTo>
                    <a:pt x="514" y="159"/>
                  </a:lnTo>
                  <a:lnTo>
                    <a:pt x="425" y="110"/>
                  </a:lnTo>
                  <a:lnTo>
                    <a:pt x="365" y="92"/>
                  </a:lnTo>
                  <a:lnTo>
                    <a:pt x="281" y="61"/>
                  </a:lnTo>
                  <a:lnTo>
                    <a:pt x="186" y="1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 sz="180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1830" y="3823"/>
              <a:ext cx="71" cy="61"/>
            </a:xfrm>
            <a:custGeom>
              <a:avLst/>
              <a:gdLst>
                <a:gd name="T0" fmla="*/ 0 w 71"/>
                <a:gd name="T1" fmla="*/ 18 h 60"/>
                <a:gd name="T2" fmla="*/ 6 w 71"/>
                <a:gd name="T3" fmla="*/ 18 h 60"/>
                <a:gd name="T4" fmla="*/ 12 w 71"/>
                <a:gd name="T5" fmla="*/ 12 h 60"/>
                <a:gd name="T6" fmla="*/ 6 w 71"/>
                <a:gd name="T7" fmla="*/ 6 h 60"/>
                <a:gd name="T8" fmla="*/ 0 w 71"/>
                <a:gd name="T9" fmla="*/ 0 h 60"/>
                <a:gd name="T10" fmla="*/ 29 w 71"/>
                <a:gd name="T11" fmla="*/ 18 h 60"/>
                <a:gd name="T12" fmla="*/ 53 w 71"/>
                <a:gd name="T13" fmla="*/ 18 h 60"/>
                <a:gd name="T14" fmla="*/ 59 w 71"/>
                <a:gd name="T15" fmla="*/ 30 h 60"/>
                <a:gd name="T16" fmla="*/ 65 w 71"/>
                <a:gd name="T17" fmla="*/ 42 h 60"/>
                <a:gd name="T18" fmla="*/ 71 w 71"/>
                <a:gd name="T19" fmla="*/ 54 h 60"/>
                <a:gd name="T20" fmla="*/ 71 w 71"/>
                <a:gd name="T21" fmla="*/ 60 h 60"/>
                <a:gd name="T22" fmla="*/ 59 w 71"/>
                <a:gd name="T23" fmla="*/ 54 h 60"/>
                <a:gd name="T24" fmla="*/ 47 w 71"/>
                <a:gd name="T25" fmla="*/ 42 h 60"/>
                <a:gd name="T26" fmla="*/ 23 w 71"/>
                <a:gd name="T27" fmla="*/ 30 h 60"/>
                <a:gd name="T28" fmla="*/ 23 w 71"/>
                <a:gd name="T29" fmla="*/ 36 h 60"/>
                <a:gd name="T30" fmla="*/ 18 w 71"/>
                <a:gd name="T31" fmla="*/ 42 h 60"/>
                <a:gd name="T32" fmla="*/ 12 w 71"/>
                <a:gd name="T33" fmla="*/ 48 h 60"/>
                <a:gd name="T34" fmla="*/ 6 w 71"/>
                <a:gd name="T35" fmla="*/ 48 h 60"/>
                <a:gd name="T36" fmla="*/ 6 w 71"/>
                <a:gd name="T37" fmla="*/ 48 h 60"/>
                <a:gd name="T38" fmla="*/ 6 w 71"/>
                <a:gd name="T39" fmla="*/ 36 h 60"/>
                <a:gd name="T40" fmla="*/ 0 w 71"/>
                <a:gd name="T41" fmla="*/ 18 h 60"/>
                <a:gd name="T42" fmla="*/ 0 w 71"/>
                <a:gd name="T43" fmla="*/ 18 h 6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71" h="60">
                  <a:moveTo>
                    <a:pt x="0" y="18"/>
                  </a:moveTo>
                  <a:lnTo>
                    <a:pt x="6" y="18"/>
                  </a:lnTo>
                  <a:lnTo>
                    <a:pt x="12" y="12"/>
                  </a:lnTo>
                  <a:lnTo>
                    <a:pt x="6" y="6"/>
                  </a:lnTo>
                  <a:lnTo>
                    <a:pt x="0" y="0"/>
                  </a:lnTo>
                  <a:lnTo>
                    <a:pt x="29" y="18"/>
                  </a:lnTo>
                  <a:lnTo>
                    <a:pt x="53" y="18"/>
                  </a:lnTo>
                  <a:lnTo>
                    <a:pt x="59" y="30"/>
                  </a:lnTo>
                  <a:lnTo>
                    <a:pt x="65" y="42"/>
                  </a:lnTo>
                  <a:lnTo>
                    <a:pt x="71" y="54"/>
                  </a:lnTo>
                  <a:lnTo>
                    <a:pt x="71" y="60"/>
                  </a:lnTo>
                  <a:lnTo>
                    <a:pt x="59" y="54"/>
                  </a:lnTo>
                  <a:lnTo>
                    <a:pt x="47" y="42"/>
                  </a:lnTo>
                  <a:lnTo>
                    <a:pt x="23" y="30"/>
                  </a:lnTo>
                  <a:lnTo>
                    <a:pt x="23" y="36"/>
                  </a:lnTo>
                  <a:lnTo>
                    <a:pt x="18" y="42"/>
                  </a:lnTo>
                  <a:lnTo>
                    <a:pt x="12" y="48"/>
                  </a:lnTo>
                  <a:lnTo>
                    <a:pt x="6" y="48"/>
                  </a:lnTo>
                  <a:lnTo>
                    <a:pt x="6" y="36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 sz="180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55" y="3842"/>
              <a:ext cx="161" cy="164"/>
            </a:xfrm>
            <a:custGeom>
              <a:avLst/>
              <a:gdLst>
                <a:gd name="T0" fmla="*/ 30 w 161"/>
                <a:gd name="T1" fmla="*/ 0 h 162"/>
                <a:gd name="T2" fmla="*/ 48 w 161"/>
                <a:gd name="T3" fmla="*/ 6 h 162"/>
                <a:gd name="T4" fmla="*/ 72 w 161"/>
                <a:gd name="T5" fmla="*/ 6 h 162"/>
                <a:gd name="T6" fmla="*/ 114 w 161"/>
                <a:gd name="T7" fmla="*/ 12 h 162"/>
                <a:gd name="T8" fmla="*/ 96 w 161"/>
                <a:gd name="T9" fmla="*/ 54 h 162"/>
                <a:gd name="T10" fmla="*/ 96 w 161"/>
                <a:gd name="T11" fmla="*/ 60 h 162"/>
                <a:gd name="T12" fmla="*/ 102 w 161"/>
                <a:gd name="T13" fmla="*/ 72 h 162"/>
                <a:gd name="T14" fmla="*/ 108 w 161"/>
                <a:gd name="T15" fmla="*/ 84 h 162"/>
                <a:gd name="T16" fmla="*/ 120 w 161"/>
                <a:gd name="T17" fmla="*/ 96 h 162"/>
                <a:gd name="T18" fmla="*/ 143 w 161"/>
                <a:gd name="T19" fmla="*/ 114 h 162"/>
                <a:gd name="T20" fmla="*/ 155 w 161"/>
                <a:gd name="T21" fmla="*/ 138 h 162"/>
                <a:gd name="T22" fmla="*/ 161 w 161"/>
                <a:gd name="T23" fmla="*/ 156 h 162"/>
                <a:gd name="T24" fmla="*/ 161 w 161"/>
                <a:gd name="T25" fmla="*/ 162 h 162"/>
                <a:gd name="T26" fmla="*/ 96 w 161"/>
                <a:gd name="T27" fmla="*/ 102 h 162"/>
                <a:gd name="T28" fmla="*/ 30 w 161"/>
                <a:gd name="T29" fmla="*/ 54 h 162"/>
                <a:gd name="T30" fmla="*/ 0 w 161"/>
                <a:gd name="T31" fmla="*/ 0 h 162"/>
                <a:gd name="T32" fmla="*/ 30 w 161"/>
                <a:gd name="T33" fmla="*/ 0 h 162"/>
                <a:gd name="T34" fmla="*/ 30 w 161"/>
                <a:gd name="T35" fmla="*/ 0 h 16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61" h="162">
                  <a:moveTo>
                    <a:pt x="30" y="0"/>
                  </a:moveTo>
                  <a:lnTo>
                    <a:pt x="48" y="6"/>
                  </a:lnTo>
                  <a:lnTo>
                    <a:pt x="72" y="6"/>
                  </a:lnTo>
                  <a:lnTo>
                    <a:pt x="114" y="12"/>
                  </a:lnTo>
                  <a:lnTo>
                    <a:pt x="96" y="54"/>
                  </a:lnTo>
                  <a:lnTo>
                    <a:pt x="96" y="60"/>
                  </a:lnTo>
                  <a:lnTo>
                    <a:pt x="102" y="72"/>
                  </a:lnTo>
                  <a:lnTo>
                    <a:pt x="108" y="84"/>
                  </a:lnTo>
                  <a:lnTo>
                    <a:pt x="120" y="96"/>
                  </a:lnTo>
                  <a:lnTo>
                    <a:pt x="143" y="114"/>
                  </a:lnTo>
                  <a:lnTo>
                    <a:pt x="155" y="138"/>
                  </a:lnTo>
                  <a:lnTo>
                    <a:pt x="161" y="156"/>
                  </a:lnTo>
                  <a:lnTo>
                    <a:pt x="161" y="162"/>
                  </a:lnTo>
                  <a:lnTo>
                    <a:pt x="96" y="102"/>
                  </a:lnTo>
                  <a:lnTo>
                    <a:pt x="30" y="54"/>
                  </a:lnTo>
                  <a:lnTo>
                    <a:pt x="0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 sz="180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706" y="3854"/>
              <a:ext cx="59" cy="61"/>
            </a:xfrm>
            <a:custGeom>
              <a:avLst/>
              <a:gdLst>
                <a:gd name="T0" fmla="*/ 59 w 59"/>
                <a:gd name="T1" fmla="*/ 6 h 60"/>
                <a:gd name="T2" fmla="*/ 41 w 59"/>
                <a:gd name="T3" fmla="*/ 30 h 60"/>
                <a:gd name="T4" fmla="*/ 41 w 59"/>
                <a:gd name="T5" fmla="*/ 36 h 60"/>
                <a:gd name="T6" fmla="*/ 47 w 59"/>
                <a:gd name="T7" fmla="*/ 42 h 60"/>
                <a:gd name="T8" fmla="*/ 53 w 59"/>
                <a:gd name="T9" fmla="*/ 54 h 60"/>
                <a:gd name="T10" fmla="*/ 53 w 59"/>
                <a:gd name="T11" fmla="*/ 60 h 60"/>
                <a:gd name="T12" fmla="*/ 47 w 59"/>
                <a:gd name="T13" fmla="*/ 54 h 60"/>
                <a:gd name="T14" fmla="*/ 35 w 59"/>
                <a:gd name="T15" fmla="*/ 48 h 60"/>
                <a:gd name="T16" fmla="*/ 23 w 59"/>
                <a:gd name="T17" fmla="*/ 36 h 60"/>
                <a:gd name="T18" fmla="*/ 17 w 59"/>
                <a:gd name="T19" fmla="*/ 30 h 60"/>
                <a:gd name="T20" fmla="*/ 0 w 59"/>
                <a:gd name="T21" fmla="*/ 0 h 60"/>
                <a:gd name="T22" fmla="*/ 59 w 59"/>
                <a:gd name="T23" fmla="*/ 6 h 60"/>
                <a:gd name="T24" fmla="*/ 59 w 59"/>
                <a:gd name="T25" fmla="*/ 6 h 6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9" h="60">
                  <a:moveTo>
                    <a:pt x="59" y="6"/>
                  </a:moveTo>
                  <a:lnTo>
                    <a:pt x="41" y="30"/>
                  </a:lnTo>
                  <a:lnTo>
                    <a:pt x="41" y="36"/>
                  </a:lnTo>
                  <a:lnTo>
                    <a:pt x="47" y="42"/>
                  </a:lnTo>
                  <a:lnTo>
                    <a:pt x="53" y="54"/>
                  </a:lnTo>
                  <a:lnTo>
                    <a:pt x="53" y="60"/>
                  </a:lnTo>
                  <a:lnTo>
                    <a:pt x="47" y="54"/>
                  </a:lnTo>
                  <a:lnTo>
                    <a:pt x="35" y="48"/>
                  </a:lnTo>
                  <a:lnTo>
                    <a:pt x="23" y="36"/>
                  </a:lnTo>
                  <a:lnTo>
                    <a:pt x="17" y="30"/>
                  </a:lnTo>
                  <a:lnTo>
                    <a:pt x="0" y="0"/>
                  </a:lnTo>
                  <a:lnTo>
                    <a:pt x="59" y="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 sz="180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395" y="3811"/>
              <a:ext cx="245" cy="207"/>
            </a:xfrm>
            <a:custGeom>
              <a:avLst/>
              <a:gdLst>
                <a:gd name="T0" fmla="*/ 233 w 245"/>
                <a:gd name="T1" fmla="*/ 36 h 204"/>
                <a:gd name="T2" fmla="*/ 245 w 245"/>
                <a:gd name="T3" fmla="*/ 42 h 204"/>
                <a:gd name="T4" fmla="*/ 209 w 245"/>
                <a:gd name="T5" fmla="*/ 84 h 204"/>
                <a:gd name="T6" fmla="*/ 143 w 245"/>
                <a:gd name="T7" fmla="*/ 132 h 204"/>
                <a:gd name="T8" fmla="*/ 167 w 245"/>
                <a:gd name="T9" fmla="*/ 156 h 204"/>
                <a:gd name="T10" fmla="*/ 179 w 245"/>
                <a:gd name="T11" fmla="*/ 204 h 204"/>
                <a:gd name="T12" fmla="*/ 77 w 245"/>
                <a:gd name="T13" fmla="*/ 132 h 204"/>
                <a:gd name="T14" fmla="*/ 47 w 245"/>
                <a:gd name="T15" fmla="*/ 84 h 204"/>
                <a:gd name="T16" fmla="*/ 89 w 245"/>
                <a:gd name="T17" fmla="*/ 66 h 204"/>
                <a:gd name="T18" fmla="*/ 59 w 245"/>
                <a:gd name="T19" fmla="*/ 36 h 204"/>
                <a:gd name="T20" fmla="*/ 0 w 245"/>
                <a:gd name="T21" fmla="*/ 12 h 204"/>
                <a:gd name="T22" fmla="*/ 0 w 245"/>
                <a:gd name="T23" fmla="*/ 0 h 204"/>
                <a:gd name="T24" fmla="*/ 6 w 245"/>
                <a:gd name="T25" fmla="*/ 0 h 204"/>
                <a:gd name="T26" fmla="*/ 12 w 245"/>
                <a:gd name="T27" fmla="*/ 0 h 204"/>
                <a:gd name="T28" fmla="*/ 47 w 245"/>
                <a:gd name="T29" fmla="*/ 6 h 204"/>
                <a:gd name="T30" fmla="*/ 77 w 245"/>
                <a:gd name="T31" fmla="*/ 6 h 204"/>
                <a:gd name="T32" fmla="*/ 83 w 245"/>
                <a:gd name="T33" fmla="*/ 6 h 204"/>
                <a:gd name="T34" fmla="*/ 89 w 245"/>
                <a:gd name="T35" fmla="*/ 6 h 204"/>
                <a:gd name="T36" fmla="*/ 101 w 245"/>
                <a:gd name="T37" fmla="*/ 12 h 204"/>
                <a:gd name="T38" fmla="*/ 125 w 245"/>
                <a:gd name="T39" fmla="*/ 12 h 204"/>
                <a:gd name="T40" fmla="*/ 143 w 245"/>
                <a:gd name="T41" fmla="*/ 18 h 204"/>
                <a:gd name="T42" fmla="*/ 149 w 245"/>
                <a:gd name="T43" fmla="*/ 18 h 204"/>
                <a:gd name="T44" fmla="*/ 149 w 245"/>
                <a:gd name="T45" fmla="*/ 18 h 204"/>
                <a:gd name="T46" fmla="*/ 203 w 245"/>
                <a:gd name="T47" fmla="*/ 24 h 204"/>
                <a:gd name="T48" fmla="*/ 233 w 245"/>
                <a:gd name="T49" fmla="*/ 36 h 204"/>
                <a:gd name="T50" fmla="*/ 233 w 245"/>
                <a:gd name="T51" fmla="*/ 36 h 20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245" h="204">
                  <a:moveTo>
                    <a:pt x="233" y="36"/>
                  </a:moveTo>
                  <a:lnTo>
                    <a:pt x="245" y="42"/>
                  </a:lnTo>
                  <a:lnTo>
                    <a:pt x="209" y="84"/>
                  </a:lnTo>
                  <a:lnTo>
                    <a:pt x="143" y="132"/>
                  </a:lnTo>
                  <a:lnTo>
                    <a:pt x="167" y="156"/>
                  </a:lnTo>
                  <a:lnTo>
                    <a:pt x="179" y="204"/>
                  </a:lnTo>
                  <a:lnTo>
                    <a:pt x="77" y="132"/>
                  </a:lnTo>
                  <a:lnTo>
                    <a:pt x="47" y="84"/>
                  </a:lnTo>
                  <a:lnTo>
                    <a:pt x="89" y="66"/>
                  </a:lnTo>
                  <a:lnTo>
                    <a:pt x="59" y="36"/>
                  </a:lnTo>
                  <a:lnTo>
                    <a:pt x="0" y="12"/>
                  </a:lnTo>
                  <a:lnTo>
                    <a:pt x="0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47" y="6"/>
                  </a:lnTo>
                  <a:lnTo>
                    <a:pt x="77" y="6"/>
                  </a:lnTo>
                  <a:lnTo>
                    <a:pt x="83" y="6"/>
                  </a:lnTo>
                  <a:lnTo>
                    <a:pt x="89" y="6"/>
                  </a:lnTo>
                  <a:lnTo>
                    <a:pt x="101" y="12"/>
                  </a:lnTo>
                  <a:lnTo>
                    <a:pt x="125" y="12"/>
                  </a:lnTo>
                  <a:lnTo>
                    <a:pt x="143" y="18"/>
                  </a:lnTo>
                  <a:lnTo>
                    <a:pt x="149" y="18"/>
                  </a:lnTo>
                  <a:lnTo>
                    <a:pt x="203" y="24"/>
                  </a:lnTo>
                  <a:lnTo>
                    <a:pt x="233" y="3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 sz="1800"/>
            </a:p>
          </p:txBody>
        </p:sp>
      </p:grpSp>
      <p:sp>
        <p:nvSpPr>
          <p:cNvPr id="5142" name="Rectangle 22"/>
          <p:cNvSpPr>
            <a:spLocks noGrp="1" noChangeArrowheads="1"/>
          </p:cNvSpPr>
          <p:nvPr>
            <p:ph type="ctrTitle" sz="quarter"/>
          </p:nvPr>
        </p:nvSpPr>
        <p:spPr>
          <a:xfrm>
            <a:off x="609600" y="1447801"/>
            <a:ext cx="10972800" cy="1736725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43" name="Rectangle 2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4290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4" name="Rectangle 24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" name="Rectangle 2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3DC1B95-C145-4164-A196-48C0E8BBE806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  <p:sp>
        <p:nvSpPr>
          <p:cNvPr id="26" name="Rectangle 26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4329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2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2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54867C-B43C-48A3-A1DF-049D66ED41EF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7322270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2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2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7F7FFC-D190-40A0-8018-F3D1A86A6C6E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8029973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2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2F37AB-2D2D-4E82-A32E-686B227C5485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7636782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2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2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2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25F98D-DF8C-4D74-BAF1-99D13C460C35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8150755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2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2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2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6B28EC-FFF8-4CE5-91D1-97A0ACD506E9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4625470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2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2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4E9C89-67F4-4C2B-A84B-6683FD79F03C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31291156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2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2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A6B2D7-E3B4-4FA5-B63C-68A4F4FE8B26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32201446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2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2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3AA33A-79F1-40C8-8820-A6F5059A9F91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32108388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2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2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A75A28-D07D-4DA3-8351-8AF284749C48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5727527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28600"/>
            <a:ext cx="2743200" cy="5867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28600"/>
            <a:ext cx="8026400" cy="5867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2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2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DEC1F5-E380-403C-8A32-8972B61F1FD1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798546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8405285" y="1"/>
            <a:ext cx="3786716" cy="3254375"/>
            <a:chOff x="3115" y="0"/>
            <a:chExt cx="2170" cy="2486"/>
          </a:xfrm>
        </p:grpSpPr>
        <p:grpSp>
          <p:nvGrpSpPr>
            <p:cNvPr id="1032" name="Group 3"/>
            <p:cNvGrpSpPr>
              <a:grpSpLocks/>
            </p:cNvGrpSpPr>
            <p:nvPr/>
          </p:nvGrpSpPr>
          <p:grpSpPr bwMode="auto">
            <a:xfrm>
              <a:off x="4080" y="1910"/>
              <a:ext cx="768" cy="576"/>
              <a:chOff x="0" y="0"/>
              <a:chExt cx="768" cy="576"/>
            </a:xfrm>
          </p:grpSpPr>
          <p:sp>
            <p:nvSpPr>
              <p:cNvPr id="9220" name="Oval 4"/>
              <p:cNvSpPr>
                <a:spLocks noChangeArrowheads="1"/>
              </p:cNvSpPr>
              <p:nvPr/>
            </p:nvSpPr>
            <p:spPr bwMode="hidden">
              <a:xfrm>
                <a:off x="3" y="0"/>
                <a:ext cx="768" cy="576"/>
              </a:xfrm>
              <a:prstGeom prst="ellipse">
                <a:avLst/>
              </a:pr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  <p:sp>
            <p:nvSpPr>
              <p:cNvPr id="9221" name="Oval 5"/>
              <p:cNvSpPr>
                <a:spLocks noChangeArrowheads="1"/>
              </p:cNvSpPr>
              <p:nvPr/>
            </p:nvSpPr>
            <p:spPr bwMode="hidden">
              <a:xfrm>
                <a:off x="276" y="252"/>
                <a:ext cx="188" cy="108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</p:grpSp>
        <p:grpSp>
          <p:nvGrpSpPr>
            <p:cNvPr id="1033" name="Group 6"/>
            <p:cNvGrpSpPr>
              <a:grpSpLocks/>
            </p:cNvGrpSpPr>
            <p:nvPr/>
          </p:nvGrpSpPr>
          <p:grpSpPr bwMode="auto">
            <a:xfrm>
              <a:off x="4257" y="1103"/>
              <a:ext cx="768" cy="576"/>
              <a:chOff x="0" y="0"/>
              <a:chExt cx="768" cy="576"/>
            </a:xfrm>
          </p:grpSpPr>
          <p:sp>
            <p:nvSpPr>
              <p:cNvPr id="9223" name="Oval 7"/>
              <p:cNvSpPr>
                <a:spLocks noChangeArrowheads="1"/>
              </p:cNvSpPr>
              <p:nvPr/>
            </p:nvSpPr>
            <p:spPr bwMode="hidden">
              <a:xfrm>
                <a:off x="-3" y="3"/>
                <a:ext cx="771" cy="576"/>
              </a:xfrm>
              <a:prstGeom prst="ellipse">
                <a:avLst/>
              </a:pr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  <p:sp>
            <p:nvSpPr>
              <p:cNvPr id="9224" name="Oval 8"/>
              <p:cNvSpPr>
                <a:spLocks noChangeArrowheads="1"/>
              </p:cNvSpPr>
              <p:nvPr/>
            </p:nvSpPr>
            <p:spPr bwMode="hidden">
              <a:xfrm>
                <a:off x="276" y="254"/>
                <a:ext cx="186" cy="109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</p:grpSp>
        <p:grpSp>
          <p:nvGrpSpPr>
            <p:cNvPr id="1034" name="Group 9"/>
            <p:cNvGrpSpPr>
              <a:grpSpLocks/>
            </p:cNvGrpSpPr>
            <p:nvPr/>
          </p:nvGrpSpPr>
          <p:grpSpPr bwMode="auto">
            <a:xfrm>
              <a:off x="3134" y="0"/>
              <a:ext cx="768" cy="576"/>
              <a:chOff x="0" y="0"/>
              <a:chExt cx="768" cy="576"/>
            </a:xfrm>
          </p:grpSpPr>
          <p:sp>
            <p:nvSpPr>
              <p:cNvPr id="9226" name="Oval 10"/>
              <p:cNvSpPr>
                <a:spLocks noChangeArrowheads="1"/>
              </p:cNvSpPr>
              <p:nvPr/>
            </p:nvSpPr>
            <p:spPr bwMode="hidden">
              <a:xfrm>
                <a:off x="0" y="0"/>
                <a:ext cx="768" cy="576"/>
              </a:xfrm>
              <a:prstGeom prst="ellipse">
                <a:avLst/>
              </a:pr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  <p:sp>
            <p:nvSpPr>
              <p:cNvPr id="9227" name="Oval 11"/>
              <p:cNvSpPr>
                <a:spLocks noChangeArrowheads="1"/>
              </p:cNvSpPr>
              <p:nvPr/>
            </p:nvSpPr>
            <p:spPr bwMode="hidden">
              <a:xfrm>
                <a:off x="276" y="252"/>
                <a:ext cx="188" cy="108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</p:grpSp>
        <p:grpSp>
          <p:nvGrpSpPr>
            <p:cNvPr id="1035" name="Group 12"/>
            <p:cNvGrpSpPr>
              <a:grpSpLocks/>
            </p:cNvGrpSpPr>
            <p:nvPr/>
          </p:nvGrpSpPr>
          <p:grpSpPr bwMode="auto">
            <a:xfrm>
              <a:off x="3115" y="0"/>
              <a:ext cx="2170" cy="1702"/>
              <a:chOff x="3115" y="0"/>
              <a:chExt cx="2170" cy="1702"/>
            </a:xfrm>
          </p:grpSpPr>
          <p:grpSp>
            <p:nvGrpSpPr>
              <p:cNvPr id="1036" name="Group 13"/>
              <p:cNvGrpSpPr>
                <a:grpSpLocks/>
              </p:cNvGrpSpPr>
              <p:nvPr/>
            </p:nvGrpSpPr>
            <p:grpSpPr bwMode="auto">
              <a:xfrm>
                <a:off x="3640" y="308"/>
                <a:ext cx="1145" cy="844"/>
                <a:chOff x="1265" y="814"/>
                <a:chExt cx="2919" cy="2151"/>
              </a:xfrm>
            </p:grpSpPr>
            <p:sp>
              <p:nvSpPr>
                <p:cNvPr id="9230" name="Oval 14"/>
                <p:cNvSpPr>
                  <a:spLocks noChangeArrowheads="1"/>
                </p:cNvSpPr>
                <p:nvPr/>
              </p:nvSpPr>
              <p:spPr bwMode="hidden">
                <a:xfrm>
                  <a:off x="1266" y="814"/>
                  <a:ext cx="2919" cy="215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2"/>
                    </a:gs>
                    <a:gs pos="100000">
                      <a:schemeClr val="bg1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fr-FR" sz="1800"/>
                </a:p>
              </p:txBody>
            </p:sp>
            <p:sp>
              <p:nvSpPr>
                <p:cNvPr id="9231" name="Oval 15"/>
                <p:cNvSpPr>
                  <a:spLocks noChangeArrowheads="1"/>
                </p:cNvSpPr>
                <p:nvPr/>
              </p:nvSpPr>
              <p:spPr bwMode="hidden">
                <a:xfrm>
                  <a:off x="2382" y="1602"/>
                  <a:ext cx="578" cy="40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2"/>
                    </a:gs>
                    <a:gs pos="100000">
                      <a:schemeClr val="bg2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fr-FR" sz="1800"/>
                </a:p>
              </p:txBody>
            </p:sp>
          </p:grpSp>
          <p:grpSp>
            <p:nvGrpSpPr>
              <p:cNvPr id="1037" name="Group 16"/>
              <p:cNvGrpSpPr>
                <a:grpSpLocks/>
              </p:cNvGrpSpPr>
              <p:nvPr/>
            </p:nvGrpSpPr>
            <p:grpSpPr bwMode="auto">
              <a:xfrm>
                <a:off x="3115" y="0"/>
                <a:ext cx="2145" cy="1702"/>
                <a:chOff x="3115" y="0"/>
                <a:chExt cx="2145" cy="1702"/>
              </a:xfrm>
            </p:grpSpPr>
            <p:grpSp>
              <p:nvGrpSpPr>
                <p:cNvPr id="1060" name="Group 17"/>
                <p:cNvGrpSpPr>
                  <a:grpSpLocks/>
                </p:cNvGrpSpPr>
                <p:nvPr/>
              </p:nvGrpSpPr>
              <p:grpSpPr bwMode="auto">
                <a:xfrm>
                  <a:off x="4505" y="589"/>
                  <a:ext cx="493" cy="912"/>
                  <a:chOff x="3471" y="1530"/>
                  <a:chExt cx="1258" cy="2327"/>
                </a:xfrm>
              </p:grpSpPr>
              <p:sp>
                <p:nvSpPr>
                  <p:cNvPr id="9234" name="Freeform 18"/>
                  <p:cNvSpPr>
                    <a:spLocks/>
                  </p:cNvSpPr>
                  <p:nvPr/>
                </p:nvSpPr>
                <p:spPr bwMode="hidden">
                  <a:xfrm rot="2711884">
                    <a:off x="2770" y="2235"/>
                    <a:ext cx="1714" cy="313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  <p:sp>
                <p:nvSpPr>
                  <p:cNvPr id="9235" name="Freeform 19"/>
                  <p:cNvSpPr>
                    <a:spLocks/>
                  </p:cNvSpPr>
                  <p:nvPr/>
                </p:nvSpPr>
                <p:spPr bwMode="hidden">
                  <a:xfrm rot="2711884">
                    <a:off x="4022" y="3146"/>
                    <a:ext cx="919" cy="486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</p:grpSp>
            <p:grpSp>
              <p:nvGrpSpPr>
                <p:cNvPr id="1061" name="Group 20"/>
                <p:cNvGrpSpPr>
                  <a:grpSpLocks/>
                </p:cNvGrpSpPr>
                <p:nvPr/>
              </p:nvGrpSpPr>
              <p:grpSpPr bwMode="auto">
                <a:xfrm>
                  <a:off x="4267" y="781"/>
                  <a:ext cx="966" cy="522"/>
                  <a:chOff x="2864" y="2019"/>
                  <a:chExt cx="2463" cy="1332"/>
                </a:xfrm>
              </p:grpSpPr>
              <p:sp>
                <p:nvSpPr>
                  <p:cNvPr id="9237" name="Freeform 21"/>
                  <p:cNvSpPr>
                    <a:spLocks/>
                  </p:cNvSpPr>
                  <p:nvPr/>
                </p:nvSpPr>
                <p:spPr bwMode="hidden">
                  <a:xfrm rot="2104081">
                    <a:off x="2865" y="2019"/>
                    <a:ext cx="1812" cy="347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  <p:sp>
                <p:nvSpPr>
                  <p:cNvPr id="9238" name="Freeform 22"/>
                  <p:cNvSpPr>
                    <a:spLocks/>
                  </p:cNvSpPr>
                  <p:nvPr/>
                </p:nvSpPr>
                <p:spPr bwMode="hidden">
                  <a:xfrm rot="2104081">
                    <a:off x="4352" y="2805"/>
                    <a:ext cx="974" cy="545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</p:grpSp>
            <p:grpSp>
              <p:nvGrpSpPr>
                <p:cNvPr id="1062" name="Group 23"/>
                <p:cNvGrpSpPr>
                  <a:grpSpLocks/>
                </p:cNvGrpSpPr>
                <p:nvPr/>
              </p:nvGrpSpPr>
              <p:grpSpPr bwMode="auto">
                <a:xfrm>
                  <a:off x="4280" y="707"/>
                  <a:ext cx="971" cy="417"/>
                  <a:chOff x="2897" y="1832"/>
                  <a:chExt cx="2477" cy="1064"/>
                </a:xfrm>
              </p:grpSpPr>
              <p:sp>
                <p:nvSpPr>
                  <p:cNvPr id="9240" name="Freeform 24"/>
                  <p:cNvSpPr>
                    <a:spLocks/>
                  </p:cNvSpPr>
                  <p:nvPr/>
                </p:nvSpPr>
                <p:spPr bwMode="hidden">
                  <a:xfrm rot="1582915">
                    <a:off x="2896" y="1832"/>
                    <a:ext cx="1736" cy="303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  <p:sp>
                <p:nvSpPr>
                  <p:cNvPr id="9241" name="Freeform 25"/>
                  <p:cNvSpPr>
                    <a:spLocks/>
                  </p:cNvSpPr>
                  <p:nvPr/>
                </p:nvSpPr>
                <p:spPr bwMode="hidden">
                  <a:xfrm rot="1582915">
                    <a:off x="4443" y="2420"/>
                    <a:ext cx="931" cy="477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</p:grpSp>
            <p:grpSp>
              <p:nvGrpSpPr>
                <p:cNvPr id="1063" name="Group 26"/>
                <p:cNvGrpSpPr>
                  <a:grpSpLocks/>
                </p:cNvGrpSpPr>
                <p:nvPr/>
              </p:nvGrpSpPr>
              <p:grpSpPr bwMode="auto">
                <a:xfrm>
                  <a:off x="4291" y="630"/>
                  <a:ext cx="969" cy="364"/>
                  <a:chOff x="2924" y="1636"/>
                  <a:chExt cx="2472" cy="927"/>
                </a:xfrm>
              </p:grpSpPr>
              <p:sp>
                <p:nvSpPr>
                  <p:cNvPr id="9243" name="Freeform 27"/>
                  <p:cNvSpPr>
                    <a:spLocks/>
                  </p:cNvSpPr>
                  <p:nvPr/>
                </p:nvSpPr>
                <p:spPr bwMode="hidden">
                  <a:xfrm rot="1080363">
                    <a:off x="2916" y="1628"/>
                    <a:ext cx="1677" cy="334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  <p:sp>
                <p:nvSpPr>
                  <p:cNvPr id="9244" name="Freeform 28"/>
                  <p:cNvSpPr>
                    <a:spLocks/>
                  </p:cNvSpPr>
                  <p:nvPr/>
                </p:nvSpPr>
                <p:spPr bwMode="hidden">
                  <a:xfrm rot="1080363">
                    <a:off x="4488" y="2030"/>
                    <a:ext cx="900" cy="525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</p:grpSp>
            <p:grpSp>
              <p:nvGrpSpPr>
                <p:cNvPr id="1064" name="Group 29"/>
                <p:cNvGrpSpPr>
                  <a:grpSpLocks/>
                </p:cNvGrpSpPr>
                <p:nvPr/>
              </p:nvGrpSpPr>
              <p:grpSpPr bwMode="auto">
                <a:xfrm>
                  <a:off x="4304" y="543"/>
                  <a:ext cx="918" cy="258"/>
                  <a:chOff x="2958" y="1414"/>
                  <a:chExt cx="2342" cy="657"/>
                </a:xfrm>
              </p:grpSpPr>
              <p:sp>
                <p:nvSpPr>
                  <p:cNvPr id="9246" name="Freeform 30"/>
                  <p:cNvSpPr>
                    <a:spLocks/>
                  </p:cNvSpPr>
                  <p:nvPr/>
                </p:nvSpPr>
                <p:spPr bwMode="hidden">
                  <a:xfrm rot="463793">
                    <a:off x="2957" y="1415"/>
                    <a:ext cx="1544" cy="312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  <p:sp>
                <p:nvSpPr>
                  <p:cNvPr id="9247" name="Freeform 31"/>
                  <p:cNvSpPr>
                    <a:spLocks/>
                  </p:cNvSpPr>
                  <p:nvPr/>
                </p:nvSpPr>
                <p:spPr bwMode="hidden">
                  <a:xfrm rot="463793">
                    <a:off x="4470" y="1581"/>
                    <a:ext cx="829" cy="482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</p:grpSp>
            <p:grpSp>
              <p:nvGrpSpPr>
                <p:cNvPr id="1065" name="Group 32"/>
                <p:cNvGrpSpPr>
                  <a:grpSpLocks/>
                </p:cNvGrpSpPr>
                <p:nvPr/>
              </p:nvGrpSpPr>
              <p:grpSpPr bwMode="auto">
                <a:xfrm>
                  <a:off x="4314" y="487"/>
                  <a:ext cx="843" cy="134"/>
                  <a:chOff x="2983" y="1269"/>
                  <a:chExt cx="2150" cy="343"/>
                </a:xfrm>
              </p:grpSpPr>
              <p:sp>
                <p:nvSpPr>
                  <p:cNvPr id="9249" name="Freeform 33"/>
                  <p:cNvSpPr>
                    <a:spLocks/>
                  </p:cNvSpPr>
                  <p:nvPr/>
                </p:nvSpPr>
                <p:spPr bwMode="hidden">
                  <a:xfrm rot="-84182">
                    <a:off x="2982" y="1286"/>
                    <a:ext cx="1404" cy="220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  <p:sp>
                <p:nvSpPr>
                  <p:cNvPr id="9250" name="Freeform 34"/>
                  <p:cNvSpPr>
                    <a:spLocks/>
                  </p:cNvSpPr>
                  <p:nvPr/>
                </p:nvSpPr>
                <p:spPr bwMode="hidden">
                  <a:xfrm rot="-84182">
                    <a:off x="4377" y="1261"/>
                    <a:ext cx="755" cy="351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</p:grpSp>
            <p:grpSp>
              <p:nvGrpSpPr>
                <p:cNvPr id="1066" name="Group 35"/>
                <p:cNvGrpSpPr>
                  <a:grpSpLocks/>
                </p:cNvGrpSpPr>
                <p:nvPr/>
              </p:nvGrpSpPr>
              <p:grpSpPr bwMode="auto">
                <a:xfrm>
                  <a:off x="4296" y="349"/>
                  <a:ext cx="737" cy="167"/>
                  <a:chOff x="2938" y="917"/>
                  <a:chExt cx="1879" cy="427"/>
                </a:xfrm>
              </p:grpSpPr>
              <p:sp>
                <p:nvSpPr>
                  <p:cNvPr id="9252" name="Freeform 36"/>
                  <p:cNvSpPr>
                    <a:spLocks/>
                  </p:cNvSpPr>
                  <p:nvPr/>
                </p:nvSpPr>
                <p:spPr bwMode="hidden">
                  <a:xfrm rot="-802576">
                    <a:off x="2930" y="1128"/>
                    <a:ext cx="1240" cy="208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  <p:sp>
                <p:nvSpPr>
                  <p:cNvPr id="9253" name="Freeform 37"/>
                  <p:cNvSpPr>
                    <a:spLocks/>
                  </p:cNvSpPr>
                  <p:nvPr/>
                </p:nvSpPr>
                <p:spPr bwMode="hidden">
                  <a:xfrm rot="-802576">
                    <a:off x="4148" y="918"/>
                    <a:ext cx="668" cy="335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</p:grpSp>
            <p:grpSp>
              <p:nvGrpSpPr>
                <p:cNvPr id="1067" name="Group 38"/>
                <p:cNvGrpSpPr>
                  <a:grpSpLocks/>
                </p:cNvGrpSpPr>
                <p:nvPr/>
              </p:nvGrpSpPr>
              <p:grpSpPr bwMode="auto">
                <a:xfrm>
                  <a:off x="3394" y="637"/>
                  <a:ext cx="493" cy="912"/>
                  <a:chOff x="637" y="1653"/>
                  <a:chExt cx="1257" cy="2326"/>
                </a:xfrm>
              </p:grpSpPr>
              <p:sp>
                <p:nvSpPr>
                  <p:cNvPr id="9255" name="Freeform 39"/>
                  <p:cNvSpPr>
                    <a:spLocks/>
                  </p:cNvSpPr>
                  <p:nvPr/>
                </p:nvSpPr>
                <p:spPr bwMode="hidden">
                  <a:xfrm rot="18888116" flipH="1">
                    <a:off x="875" y="2351"/>
                    <a:ext cx="1723" cy="312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  <p:sp>
                <p:nvSpPr>
                  <p:cNvPr id="9256" name="Freeform 40"/>
                  <p:cNvSpPr>
                    <a:spLocks/>
                  </p:cNvSpPr>
                  <p:nvPr/>
                </p:nvSpPr>
                <p:spPr bwMode="hidden">
                  <a:xfrm rot="18888116" flipH="1">
                    <a:off x="419" y="3271"/>
                    <a:ext cx="925" cy="489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</p:grpSp>
            <p:grpSp>
              <p:nvGrpSpPr>
                <p:cNvPr id="1068" name="Group 41"/>
                <p:cNvGrpSpPr>
                  <a:grpSpLocks/>
                </p:cNvGrpSpPr>
                <p:nvPr/>
              </p:nvGrpSpPr>
              <p:grpSpPr bwMode="auto">
                <a:xfrm>
                  <a:off x="3142" y="850"/>
                  <a:ext cx="966" cy="522"/>
                  <a:chOff x="-5" y="2196"/>
                  <a:chExt cx="2463" cy="1332"/>
                </a:xfrm>
              </p:grpSpPr>
              <p:sp>
                <p:nvSpPr>
                  <p:cNvPr id="9258" name="Freeform 42"/>
                  <p:cNvSpPr>
                    <a:spLocks/>
                  </p:cNvSpPr>
                  <p:nvPr/>
                </p:nvSpPr>
                <p:spPr bwMode="hidden">
                  <a:xfrm rot="19495919" flipH="1">
                    <a:off x="644" y="2196"/>
                    <a:ext cx="1806" cy="347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  <p:sp>
                <p:nvSpPr>
                  <p:cNvPr id="9259" name="Freeform 43"/>
                  <p:cNvSpPr>
                    <a:spLocks/>
                  </p:cNvSpPr>
                  <p:nvPr/>
                </p:nvSpPr>
                <p:spPr bwMode="hidden">
                  <a:xfrm rot="19495919" flipH="1">
                    <a:off x="-6" y="2982"/>
                    <a:ext cx="968" cy="545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</p:grpSp>
            <p:grpSp>
              <p:nvGrpSpPr>
                <p:cNvPr id="1069" name="Group 44"/>
                <p:cNvGrpSpPr>
                  <a:grpSpLocks/>
                </p:cNvGrpSpPr>
                <p:nvPr/>
              </p:nvGrpSpPr>
              <p:grpSpPr bwMode="auto">
                <a:xfrm>
                  <a:off x="3124" y="777"/>
                  <a:ext cx="971" cy="417"/>
                  <a:chOff x="-52" y="2009"/>
                  <a:chExt cx="2477" cy="1064"/>
                </a:xfrm>
              </p:grpSpPr>
              <p:sp>
                <p:nvSpPr>
                  <p:cNvPr id="9261" name="Freeform 45"/>
                  <p:cNvSpPr>
                    <a:spLocks/>
                  </p:cNvSpPr>
                  <p:nvPr/>
                </p:nvSpPr>
                <p:spPr bwMode="hidden">
                  <a:xfrm rot="20017085" flipH="1">
                    <a:off x="689" y="2010"/>
                    <a:ext cx="1736" cy="303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  <p:sp>
                <p:nvSpPr>
                  <p:cNvPr id="9262" name="Freeform 46"/>
                  <p:cNvSpPr>
                    <a:spLocks/>
                  </p:cNvSpPr>
                  <p:nvPr/>
                </p:nvSpPr>
                <p:spPr bwMode="hidden">
                  <a:xfrm rot="20017085" flipH="1">
                    <a:off x="-53" y="2598"/>
                    <a:ext cx="931" cy="467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bg1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</p:grpSp>
            <p:grpSp>
              <p:nvGrpSpPr>
                <p:cNvPr id="1070" name="Group 47"/>
                <p:cNvGrpSpPr>
                  <a:grpSpLocks/>
                </p:cNvGrpSpPr>
                <p:nvPr/>
              </p:nvGrpSpPr>
              <p:grpSpPr bwMode="auto">
                <a:xfrm>
                  <a:off x="3115" y="700"/>
                  <a:ext cx="969" cy="363"/>
                  <a:chOff x="-74" y="1813"/>
                  <a:chExt cx="2472" cy="927"/>
                </a:xfrm>
              </p:grpSpPr>
              <p:sp>
                <p:nvSpPr>
                  <p:cNvPr id="9264" name="Freeform 48"/>
                  <p:cNvSpPr>
                    <a:spLocks/>
                  </p:cNvSpPr>
                  <p:nvPr/>
                </p:nvSpPr>
                <p:spPr bwMode="hidden">
                  <a:xfrm rot="20519637" flipH="1">
                    <a:off x="721" y="1812"/>
                    <a:ext cx="1677" cy="328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  <p:sp>
                <p:nvSpPr>
                  <p:cNvPr id="9265" name="Freeform 49"/>
                  <p:cNvSpPr>
                    <a:spLocks/>
                  </p:cNvSpPr>
                  <p:nvPr/>
                </p:nvSpPr>
                <p:spPr bwMode="hidden">
                  <a:xfrm rot="20519637" flipH="1">
                    <a:off x="-74" y="2212"/>
                    <a:ext cx="900" cy="520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bg1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</p:grpSp>
            <p:grpSp>
              <p:nvGrpSpPr>
                <p:cNvPr id="1071" name="Group 50"/>
                <p:cNvGrpSpPr>
                  <a:grpSpLocks/>
                </p:cNvGrpSpPr>
                <p:nvPr/>
              </p:nvGrpSpPr>
              <p:grpSpPr bwMode="auto">
                <a:xfrm>
                  <a:off x="3153" y="613"/>
                  <a:ext cx="918" cy="257"/>
                  <a:chOff x="22" y="1591"/>
                  <a:chExt cx="2342" cy="657"/>
                </a:xfrm>
              </p:grpSpPr>
              <p:sp>
                <p:nvSpPr>
                  <p:cNvPr id="9267" name="Freeform 51"/>
                  <p:cNvSpPr>
                    <a:spLocks/>
                  </p:cNvSpPr>
                  <p:nvPr/>
                </p:nvSpPr>
                <p:spPr bwMode="hidden">
                  <a:xfrm rot="21136207" flipH="1">
                    <a:off x="819" y="1583"/>
                    <a:ext cx="1544" cy="313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  <p:sp>
                <p:nvSpPr>
                  <p:cNvPr id="9268" name="Freeform 52"/>
                  <p:cNvSpPr>
                    <a:spLocks/>
                  </p:cNvSpPr>
                  <p:nvPr/>
                </p:nvSpPr>
                <p:spPr bwMode="hidden">
                  <a:xfrm rot="21136207" flipH="1">
                    <a:off x="21" y="1757"/>
                    <a:ext cx="829" cy="490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bg1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</p:grpSp>
            <p:grpSp>
              <p:nvGrpSpPr>
                <p:cNvPr id="1072" name="Group 53"/>
                <p:cNvGrpSpPr>
                  <a:grpSpLocks/>
                </p:cNvGrpSpPr>
                <p:nvPr/>
              </p:nvGrpSpPr>
              <p:grpSpPr bwMode="auto">
                <a:xfrm>
                  <a:off x="3218" y="556"/>
                  <a:ext cx="843" cy="134"/>
                  <a:chOff x="189" y="1446"/>
                  <a:chExt cx="2150" cy="343"/>
                </a:xfrm>
              </p:grpSpPr>
              <p:sp>
                <p:nvSpPr>
                  <p:cNvPr id="9270" name="Freeform 54"/>
                  <p:cNvSpPr>
                    <a:spLocks/>
                  </p:cNvSpPr>
                  <p:nvPr/>
                </p:nvSpPr>
                <p:spPr bwMode="hidden">
                  <a:xfrm rot="84182" flipH="1">
                    <a:off x="935" y="1463"/>
                    <a:ext cx="1404" cy="220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  <p:sp>
                <p:nvSpPr>
                  <p:cNvPr id="9271" name="Freeform 55"/>
                  <p:cNvSpPr>
                    <a:spLocks/>
                  </p:cNvSpPr>
                  <p:nvPr/>
                </p:nvSpPr>
                <p:spPr bwMode="hidden">
                  <a:xfrm rot="84182" flipH="1">
                    <a:off x="189" y="1438"/>
                    <a:ext cx="755" cy="351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bg1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</p:grpSp>
            <p:grpSp>
              <p:nvGrpSpPr>
                <p:cNvPr id="1073" name="Group 56"/>
                <p:cNvGrpSpPr>
                  <a:grpSpLocks/>
                </p:cNvGrpSpPr>
                <p:nvPr/>
              </p:nvGrpSpPr>
              <p:grpSpPr bwMode="auto">
                <a:xfrm>
                  <a:off x="3342" y="418"/>
                  <a:ext cx="737" cy="167"/>
                  <a:chOff x="505" y="1094"/>
                  <a:chExt cx="1879" cy="427"/>
                </a:xfrm>
              </p:grpSpPr>
              <p:sp>
                <p:nvSpPr>
                  <p:cNvPr id="9273" name="Freeform 57"/>
                  <p:cNvSpPr>
                    <a:spLocks/>
                  </p:cNvSpPr>
                  <p:nvPr/>
                </p:nvSpPr>
                <p:spPr bwMode="hidden">
                  <a:xfrm rot="802576" flipH="1">
                    <a:off x="1151" y="1306"/>
                    <a:ext cx="1234" cy="214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  <p:sp>
                <p:nvSpPr>
                  <p:cNvPr id="9274" name="Freeform 58"/>
                  <p:cNvSpPr>
                    <a:spLocks/>
                  </p:cNvSpPr>
                  <p:nvPr/>
                </p:nvSpPr>
                <p:spPr bwMode="hidden">
                  <a:xfrm rot="802576" flipH="1">
                    <a:off x="505" y="1095"/>
                    <a:ext cx="662" cy="335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bg1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</p:grpSp>
            <p:grpSp>
              <p:nvGrpSpPr>
                <p:cNvPr id="1074" name="Group 59"/>
                <p:cNvGrpSpPr>
                  <a:grpSpLocks/>
                </p:cNvGrpSpPr>
                <p:nvPr/>
              </p:nvGrpSpPr>
              <p:grpSpPr bwMode="auto">
                <a:xfrm>
                  <a:off x="3386" y="341"/>
                  <a:ext cx="725" cy="218"/>
                  <a:chOff x="616" y="899"/>
                  <a:chExt cx="1850" cy="554"/>
                </a:xfrm>
              </p:grpSpPr>
              <p:sp>
                <p:nvSpPr>
                  <p:cNvPr id="9276" name="Freeform 60"/>
                  <p:cNvSpPr>
                    <a:spLocks/>
                  </p:cNvSpPr>
                  <p:nvPr/>
                </p:nvSpPr>
                <p:spPr bwMode="hidden">
                  <a:xfrm rot="1277471" flipH="1">
                    <a:off x="1231" y="1237"/>
                    <a:ext cx="1235" cy="216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  <p:sp>
                <p:nvSpPr>
                  <p:cNvPr id="9277" name="Freeform 61"/>
                  <p:cNvSpPr>
                    <a:spLocks/>
                  </p:cNvSpPr>
                  <p:nvPr/>
                </p:nvSpPr>
                <p:spPr bwMode="hidden">
                  <a:xfrm rot="1277471" flipH="1">
                    <a:off x="615" y="898"/>
                    <a:ext cx="662" cy="339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bg1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</p:grpSp>
            <p:grpSp>
              <p:nvGrpSpPr>
                <p:cNvPr id="1075" name="Group 62"/>
                <p:cNvGrpSpPr>
                  <a:grpSpLocks/>
                </p:cNvGrpSpPr>
                <p:nvPr/>
              </p:nvGrpSpPr>
              <p:grpSpPr bwMode="auto">
                <a:xfrm>
                  <a:off x="3472" y="231"/>
                  <a:ext cx="693" cy="291"/>
                  <a:chOff x="3472" y="231"/>
                  <a:chExt cx="693" cy="291"/>
                </a:xfrm>
              </p:grpSpPr>
              <p:sp>
                <p:nvSpPr>
                  <p:cNvPr id="9279" name="Freeform 63"/>
                  <p:cNvSpPr>
                    <a:spLocks/>
                  </p:cNvSpPr>
                  <p:nvPr/>
                </p:nvSpPr>
                <p:spPr bwMode="hidden">
                  <a:xfrm rot="2028410" flipH="1">
                    <a:off x="3679" y="438"/>
                    <a:ext cx="483" cy="84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  <p:sp>
                <p:nvSpPr>
                  <p:cNvPr id="9280" name="Freeform 64"/>
                  <p:cNvSpPr>
                    <a:spLocks/>
                  </p:cNvSpPr>
                  <p:nvPr/>
                </p:nvSpPr>
                <p:spPr bwMode="hidden">
                  <a:xfrm rot="2028410" flipH="1">
                    <a:off x="3472" y="228"/>
                    <a:ext cx="260" cy="132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bg1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</p:grpSp>
            <p:grpSp>
              <p:nvGrpSpPr>
                <p:cNvPr id="1076" name="Group 65"/>
                <p:cNvGrpSpPr>
                  <a:grpSpLocks/>
                </p:cNvGrpSpPr>
                <p:nvPr/>
              </p:nvGrpSpPr>
              <p:grpSpPr bwMode="auto">
                <a:xfrm>
                  <a:off x="3554" y="118"/>
                  <a:ext cx="664" cy="349"/>
                  <a:chOff x="3554" y="118"/>
                  <a:chExt cx="664" cy="349"/>
                </a:xfrm>
              </p:grpSpPr>
              <p:sp>
                <p:nvSpPr>
                  <p:cNvPr id="9282" name="Freeform 66"/>
                  <p:cNvSpPr>
                    <a:spLocks/>
                  </p:cNvSpPr>
                  <p:nvPr/>
                </p:nvSpPr>
                <p:spPr bwMode="hidden">
                  <a:xfrm rot="2664424" flipH="1">
                    <a:off x="3728" y="383"/>
                    <a:ext cx="490" cy="84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  <p:sp>
                <p:nvSpPr>
                  <p:cNvPr id="9283" name="Freeform 67"/>
                  <p:cNvSpPr>
                    <a:spLocks/>
                  </p:cNvSpPr>
                  <p:nvPr/>
                </p:nvSpPr>
                <p:spPr bwMode="hidden">
                  <a:xfrm rot="2664424" flipH="1">
                    <a:off x="3554" y="118"/>
                    <a:ext cx="263" cy="132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bg1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</p:grpSp>
            <p:grpSp>
              <p:nvGrpSpPr>
                <p:cNvPr id="1077" name="Group 68"/>
                <p:cNvGrpSpPr>
                  <a:grpSpLocks/>
                </p:cNvGrpSpPr>
                <p:nvPr/>
              </p:nvGrpSpPr>
              <p:grpSpPr bwMode="auto">
                <a:xfrm>
                  <a:off x="3784" y="30"/>
                  <a:ext cx="305" cy="593"/>
                  <a:chOff x="1633" y="104"/>
                  <a:chExt cx="778" cy="1512"/>
                </a:xfrm>
              </p:grpSpPr>
              <p:sp>
                <p:nvSpPr>
                  <p:cNvPr id="9285" name="Freeform 69"/>
                  <p:cNvSpPr>
                    <a:spLocks/>
                  </p:cNvSpPr>
                  <p:nvPr/>
                </p:nvSpPr>
                <p:spPr bwMode="hidden">
                  <a:xfrm rot="3473776" flipH="1">
                    <a:off x="1752" y="958"/>
                    <a:ext cx="1101" cy="217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  <p:sp>
                <p:nvSpPr>
                  <p:cNvPr id="9286" name="Freeform 70"/>
                  <p:cNvSpPr>
                    <a:spLocks/>
                  </p:cNvSpPr>
                  <p:nvPr/>
                </p:nvSpPr>
                <p:spPr bwMode="hidden">
                  <a:xfrm rot="3473776" flipH="1">
                    <a:off x="1505" y="231"/>
                    <a:ext cx="591" cy="337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bg1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</p:grpSp>
            <p:grpSp>
              <p:nvGrpSpPr>
                <p:cNvPr id="1078" name="Group 71"/>
                <p:cNvGrpSpPr>
                  <a:grpSpLocks/>
                </p:cNvGrpSpPr>
                <p:nvPr/>
              </p:nvGrpSpPr>
              <p:grpSpPr bwMode="auto">
                <a:xfrm>
                  <a:off x="3903" y="0"/>
                  <a:ext cx="248" cy="601"/>
                  <a:chOff x="1935" y="28"/>
                  <a:chExt cx="634" cy="1534"/>
                </a:xfrm>
              </p:grpSpPr>
              <p:sp>
                <p:nvSpPr>
                  <p:cNvPr id="9288" name="Freeform 72"/>
                  <p:cNvSpPr>
                    <a:spLocks/>
                  </p:cNvSpPr>
                  <p:nvPr/>
                </p:nvSpPr>
                <p:spPr bwMode="hidden">
                  <a:xfrm rot="4126480" flipH="1">
                    <a:off x="1936" y="921"/>
                    <a:ext cx="1052" cy="214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  <p:sp>
                <p:nvSpPr>
                  <p:cNvPr id="9289" name="Freeform 73"/>
                  <p:cNvSpPr>
                    <a:spLocks/>
                  </p:cNvSpPr>
                  <p:nvPr/>
                </p:nvSpPr>
                <p:spPr bwMode="hidden">
                  <a:xfrm rot="4126480" flipH="1">
                    <a:off x="1820" y="144"/>
                    <a:ext cx="570" cy="338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bg1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</p:grpSp>
            <p:grpSp>
              <p:nvGrpSpPr>
                <p:cNvPr id="1079" name="Group 74"/>
                <p:cNvGrpSpPr>
                  <a:grpSpLocks/>
                </p:cNvGrpSpPr>
                <p:nvPr/>
              </p:nvGrpSpPr>
              <p:grpSpPr bwMode="auto">
                <a:xfrm>
                  <a:off x="4251" y="252"/>
                  <a:ext cx="723" cy="222"/>
                  <a:chOff x="2822" y="672"/>
                  <a:chExt cx="1845" cy="566"/>
                </a:xfrm>
              </p:grpSpPr>
              <p:sp>
                <p:nvSpPr>
                  <p:cNvPr id="9291" name="Freeform 75"/>
                  <p:cNvSpPr>
                    <a:spLocks/>
                  </p:cNvSpPr>
                  <p:nvPr/>
                </p:nvSpPr>
                <p:spPr bwMode="hidden">
                  <a:xfrm rot="-1325434">
                    <a:off x="2814" y="1022"/>
                    <a:ext cx="1232" cy="216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  <p:sp>
                <p:nvSpPr>
                  <p:cNvPr id="9292" name="Freeform 76"/>
                  <p:cNvSpPr>
                    <a:spLocks/>
                  </p:cNvSpPr>
                  <p:nvPr/>
                </p:nvSpPr>
                <p:spPr bwMode="hidden">
                  <a:xfrm rot="-1325434">
                    <a:off x="4003" y="673"/>
                    <a:ext cx="656" cy="337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</p:grpSp>
            <p:grpSp>
              <p:nvGrpSpPr>
                <p:cNvPr id="1080" name="Group 77"/>
                <p:cNvGrpSpPr>
                  <a:grpSpLocks/>
                </p:cNvGrpSpPr>
                <p:nvPr/>
              </p:nvGrpSpPr>
              <p:grpSpPr bwMode="auto">
                <a:xfrm>
                  <a:off x="4196" y="163"/>
                  <a:ext cx="699" cy="282"/>
                  <a:chOff x="2683" y="445"/>
                  <a:chExt cx="1781" cy="717"/>
                </a:xfrm>
              </p:grpSpPr>
              <p:sp>
                <p:nvSpPr>
                  <p:cNvPr id="9294" name="Freeform 78"/>
                  <p:cNvSpPr>
                    <a:spLocks/>
                  </p:cNvSpPr>
                  <p:nvPr/>
                </p:nvSpPr>
                <p:spPr bwMode="hidden">
                  <a:xfrm rot="-1921064">
                    <a:off x="2682" y="946"/>
                    <a:ext cx="1227" cy="216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  <p:sp>
                <p:nvSpPr>
                  <p:cNvPr id="9295" name="Freeform 79"/>
                  <p:cNvSpPr>
                    <a:spLocks/>
                  </p:cNvSpPr>
                  <p:nvPr/>
                </p:nvSpPr>
                <p:spPr bwMode="hidden">
                  <a:xfrm rot="-1921064">
                    <a:off x="3801" y="444"/>
                    <a:ext cx="655" cy="339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</p:grpSp>
            <p:sp>
              <p:nvSpPr>
                <p:cNvPr id="9296" name="Freeform 80"/>
                <p:cNvSpPr>
                  <a:spLocks/>
                </p:cNvSpPr>
                <p:nvPr/>
              </p:nvSpPr>
              <p:spPr bwMode="hidden">
                <a:xfrm rot="4578755" flipH="1">
                  <a:off x="3968" y="372"/>
                  <a:ext cx="403" cy="57"/>
                </a:xfrm>
                <a:custGeom>
                  <a:avLst/>
                  <a:gdLst/>
                  <a:ahLst/>
                  <a:cxnLst>
                    <a:cxn ang="0">
                      <a:pos x="0" y="504"/>
                    </a:cxn>
                    <a:cxn ang="0">
                      <a:pos x="864" y="168"/>
                    </a:cxn>
                    <a:cxn ang="0">
                      <a:pos x="1776" y="24"/>
                    </a:cxn>
                    <a:cxn ang="0">
                      <a:pos x="2736" y="24"/>
                    </a:cxn>
                    <a:cxn ang="0">
                      <a:pos x="2720" y="103"/>
                    </a:cxn>
                    <a:cxn ang="0">
                      <a:pos x="1764" y="103"/>
                    </a:cxn>
                    <a:cxn ang="0">
                      <a:pos x="654" y="292"/>
                    </a:cxn>
                    <a:cxn ang="0">
                      <a:pos x="0" y="504"/>
                    </a:cxn>
                  </a:cxnLst>
                  <a:rect l="0" t="0" r="r" b="b"/>
                  <a:pathLst>
                    <a:path w="2736" h="504">
                      <a:moveTo>
                        <a:pt x="0" y="504"/>
                      </a:moveTo>
                      <a:cubicBezTo>
                        <a:pt x="24" y="488"/>
                        <a:pt x="568" y="248"/>
                        <a:pt x="864" y="168"/>
                      </a:cubicBezTo>
                      <a:cubicBezTo>
                        <a:pt x="1160" y="88"/>
                        <a:pt x="1464" y="48"/>
                        <a:pt x="1776" y="24"/>
                      </a:cubicBezTo>
                      <a:cubicBezTo>
                        <a:pt x="2088" y="0"/>
                        <a:pt x="2579" y="11"/>
                        <a:pt x="2736" y="24"/>
                      </a:cubicBezTo>
                      <a:lnTo>
                        <a:pt x="2720" y="103"/>
                      </a:lnTo>
                      <a:cubicBezTo>
                        <a:pt x="2558" y="116"/>
                        <a:pt x="2108" y="71"/>
                        <a:pt x="1764" y="103"/>
                      </a:cubicBezTo>
                      <a:cubicBezTo>
                        <a:pt x="1209" y="136"/>
                        <a:pt x="998" y="192"/>
                        <a:pt x="654" y="292"/>
                      </a:cubicBezTo>
                      <a:cubicBezTo>
                        <a:pt x="358" y="356"/>
                        <a:pt x="136" y="460"/>
                        <a:pt x="0" y="504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chemeClr val="folHlink"/>
                    </a:gs>
                    <a:gs pos="100000">
                      <a:schemeClr val="accent2"/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fr-FR" sz="1800"/>
                </a:p>
              </p:txBody>
            </p:sp>
            <p:sp>
              <p:nvSpPr>
                <p:cNvPr id="9297" name="Freeform 81"/>
                <p:cNvSpPr>
                  <a:spLocks/>
                </p:cNvSpPr>
                <p:nvPr/>
              </p:nvSpPr>
              <p:spPr bwMode="hidden">
                <a:xfrm rot="4578755" flipH="1">
                  <a:off x="3977" y="77"/>
                  <a:ext cx="216" cy="91"/>
                </a:xfrm>
                <a:custGeom>
                  <a:avLst/>
                  <a:gdLst/>
                  <a:ahLst/>
                  <a:cxnLst>
                    <a:cxn ang="0">
                      <a:pos x="5" y="8"/>
                    </a:cxn>
                    <a:cxn ang="0">
                      <a:pos x="485" y="56"/>
                    </a:cxn>
                    <a:cxn ang="0">
                      <a:pos x="1157" y="200"/>
                    </a:cxn>
                    <a:cxn ang="0">
                      <a:pos x="1611" y="432"/>
                    </a:cxn>
                    <a:cxn ang="0">
                      <a:pos x="1756" y="609"/>
                    </a:cxn>
                    <a:cxn ang="0">
                      <a:pos x="1689" y="787"/>
                    </a:cxn>
                    <a:cxn ang="0">
                      <a:pos x="1589" y="632"/>
                    </a:cxn>
                    <a:cxn ang="0">
                      <a:pos x="1389" y="454"/>
                    </a:cxn>
                    <a:cxn ang="0">
                      <a:pos x="1109" y="296"/>
                    </a:cxn>
                    <a:cxn ang="0">
                      <a:pos x="581" y="152"/>
                    </a:cxn>
                    <a:cxn ang="0">
                      <a:pos x="0" y="76"/>
                    </a:cxn>
                    <a:cxn ang="0">
                      <a:pos x="5" y="8"/>
                    </a:cxn>
                  </a:cxnLst>
                  <a:rect l="0" t="0" r="r" b="b"/>
                  <a:pathLst>
                    <a:path w="1769" h="791">
                      <a:moveTo>
                        <a:pt x="5" y="8"/>
                      </a:moveTo>
                      <a:cubicBezTo>
                        <a:pt x="85" y="0"/>
                        <a:pt x="293" y="24"/>
                        <a:pt x="485" y="56"/>
                      </a:cubicBezTo>
                      <a:cubicBezTo>
                        <a:pt x="677" y="88"/>
                        <a:pt x="969" y="137"/>
                        <a:pt x="1157" y="200"/>
                      </a:cubicBezTo>
                      <a:cubicBezTo>
                        <a:pt x="1345" y="263"/>
                        <a:pt x="1511" y="364"/>
                        <a:pt x="1611" y="432"/>
                      </a:cubicBezTo>
                      <a:cubicBezTo>
                        <a:pt x="1711" y="500"/>
                        <a:pt x="1743" y="550"/>
                        <a:pt x="1756" y="609"/>
                      </a:cubicBezTo>
                      <a:cubicBezTo>
                        <a:pt x="1769" y="668"/>
                        <a:pt x="1717" y="783"/>
                        <a:pt x="1689" y="787"/>
                      </a:cubicBezTo>
                      <a:cubicBezTo>
                        <a:pt x="1661" y="791"/>
                        <a:pt x="1639" y="687"/>
                        <a:pt x="1589" y="632"/>
                      </a:cubicBezTo>
                      <a:cubicBezTo>
                        <a:pt x="1539" y="577"/>
                        <a:pt x="1469" y="510"/>
                        <a:pt x="1389" y="454"/>
                      </a:cubicBezTo>
                      <a:cubicBezTo>
                        <a:pt x="1309" y="398"/>
                        <a:pt x="1244" y="346"/>
                        <a:pt x="1109" y="296"/>
                      </a:cubicBezTo>
                      <a:cubicBezTo>
                        <a:pt x="974" y="246"/>
                        <a:pt x="766" y="189"/>
                        <a:pt x="581" y="152"/>
                      </a:cubicBezTo>
                      <a:cubicBezTo>
                        <a:pt x="396" y="115"/>
                        <a:pt x="96" y="100"/>
                        <a:pt x="0" y="76"/>
                      </a:cubicBezTo>
                      <a:lnTo>
                        <a:pt x="5" y="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1"/>
                    </a:gs>
                    <a:gs pos="100000">
                      <a:schemeClr val="folHlink"/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fr-FR" sz="1800"/>
                </a:p>
              </p:txBody>
            </p:sp>
            <p:grpSp>
              <p:nvGrpSpPr>
                <p:cNvPr id="1083" name="Group 82"/>
                <p:cNvGrpSpPr>
                  <a:grpSpLocks/>
                </p:cNvGrpSpPr>
                <p:nvPr/>
              </p:nvGrpSpPr>
              <p:grpSpPr bwMode="auto">
                <a:xfrm>
                  <a:off x="4242" y="5"/>
                  <a:ext cx="251" cy="596"/>
                  <a:chOff x="2800" y="41"/>
                  <a:chExt cx="640" cy="1520"/>
                </a:xfrm>
              </p:grpSpPr>
              <p:sp>
                <p:nvSpPr>
                  <p:cNvPr id="9299" name="Freeform 83"/>
                  <p:cNvSpPr>
                    <a:spLocks/>
                  </p:cNvSpPr>
                  <p:nvPr/>
                </p:nvSpPr>
                <p:spPr bwMode="hidden">
                  <a:xfrm rot="-3857755">
                    <a:off x="2365" y="933"/>
                    <a:ext cx="1055" cy="186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  <p:sp>
                <p:nvSpPr>
                  <p:cNvPr id="9300" name="Freeform 84"/>
                  <p:cNvSpPr>
                    <a:spLocks/>
                  </p:cNvSpPr>
                  <p:nvPr/>
                </p:nvSpPr>
                <p:spPr bwMode="hidden">
                  <a:xfrm rot="-3857755">
                    <a:off x="3013" y="180"/>
                    <a:ext cx="566" cy="288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</p:grpSp>
            <p:grpSp>
              <p:nvGrpSpPr>
                <p:cNvPr id="1084" name="Group 85"/>
                <p:cNvGrpSpPr>
                  <a:grpSpLocks/>
                </p:cNvGrpSpPr>
                <p:nvPr/>
              </p:nvGrpSpPr>
              <p:grpSpPr bwMode="auto">
                <a:xfrm>
                  <a:off x="4295" y="53"/>
                  <a:ext cx="398" cy="574"/>
                  <a:chOff x="2934" y="163"/>
                  <a:chExt cx="1017" cy="1464"/>
                </a:xfrm>
              </p:grpSpPr>
              <p:sp>
                <p:nvSpPr>
                  <p:cNvPr id="9302" name="Freeform 86"/>
                  <p:cNvSpPr>
                    <a:spLocks/>
                  </p:cNvSpPr>
                  <p:nvPr/>
                </p:nvSpPr>
                <p:spPr bwMode="hidden">
                  <a:xfrm rot="-2777260">
                    <a:off x="2493" y="915"/>
                    <a:ext cx="1154" cy="270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  <p:sp>
                <p:nvSpPr>
                  <p:cNvPr id="9303" name="Freeform 87"/>
                  <p:cNvSpPr>
                    <a:spLocks/>
                  </p:cNvSpPr>
                  <p:nvPr/>
                </p:nvSpPr>
                <p:spPr bwMode="hidden">
                  <a:xfrm rot="-2777260">
                    <a:off x="3431" y="262"/>
                    <a:ext cx="619" cy="422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</p:grpSp>
            <p:grpSp>
              <p:nvGrpSpPr>
                <p:cNvPr id="1085" name="Group 88"/>
                <p:cNvGrpSpPr>
                  <a:grpSpLocks/>
                </p:cNvGrpSpPr>
                <p:nvPr/>
              </p:nvGrpSpPr>
              <p:grpSpPr bwMode="auto">
                <a:xfrm>
                  <a:off x="4215" y="2"/>
                  <a:ext cx="95" cy="567"/>
                  <a:chOff x="2730" y="32"/>
                  <a:chExt cx="243" cy="1448"/>
                </a:xfrm>
              </p:grpSpPr>
              <p:sp>
                <p:nvSpPr>
                  <p:cNvPr id="9305" name="Freeform 89"/>
                  <p:cNvSpPr>
                    <a:spLocks/>
                  </p:cNvSpPr>
                  <p:nvPr/>
                </p:nvSpPr>
                <p:spPr bwMode="hidden">
                  <a:xfrm rot="-4903748">
                    <a:off x="2297" y="959"/>
                    <a:ext cx="954" cy="87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  <p:sp>
                <p:nvSpPr>
                  <p:cNvPr id="9306" name="Freeform 90"/>
                  <p:cNvSpPr>
                    <a:spLocks/>
                  </p:cNvSpPr>
                  <p:nvPr/>
                </p:nvSpPr>
                <p:spPr bwMode="hidden">
                  <a:xfrm rot="-4903748">
                    <a:off x="2650" y="222"/>
                    <a:ext cx="511" cy="133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</p:grpSp>
            <p:grpSp>
              <p:nvGrpSpPr>
                <p:cNvPr id="1086" name="Group 91"/>
                <p:cNvGrpSpPr>
                  <a:grpSpLocks/>
                </p:cNvGrpSpPr>
                <p:nvPr/>
              </p:nvGrpSpPr>
              <p:grpSpPr bwMode="auto">
                <a:xfrm>
                  <a:off x="3514" y="683"/>
                  <a:ext cx="425" cy="960"/>
                  <a:chOff x="943" y="1769"/>
                  <a:chExt cx="1085" cy="2450"/>
                </a:xfrm>
              </p:grpSpPr>
              <p:sp>
                <p:nvSpPr>
                  <p:cNvPr id="9308" name="Freeform 92"/>
                  <p:cNvSpPr>
                    <a:spLocks/>
                  </p:cNvSpPr>
                  <p:nvPr/>
                </p:nvSpPr>
                <p:spPr bwMode="hidden">
                  <a:xfrm rot="18335692" flipH="1">
                    <a:off x="1009" y="2474"/>
                    <a:ext cx="1724" cy="313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  <p:sp>
                <p:nvSpPr>
                  <p:cNvPr id="9309" name="Freeform 93"/>
                  <p:cNvSpPr>
                    <a:spLocks/>
                  </p:cNvSpPr>
                  <p:nvPr/>
                </p:nvSpPr>
                <p:spPr bwMode="hidden">
                  <a:xfrm rot="18335692" flipH="1">
                    <a:off x="725" y="3503"/>
                    <a:ext cx="925" cy="489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</p:grpSp>
            <p:grpSp>
              <p:nvGrpSpPr>
                <p:cNvPr id="1087" name="Group 94"/>
                <p:cNvGrpSpPr>
                  <a:grpSpLocks/>
                </p:cNvGrpSpPr>
                <p:nvPr/>
              </p:nvGrpSpPr>
              <p:grpSpPr bwMode="auto">
                <a:xfrm>
                  <a:off x="3715" y="748"/>
                  <a:ext cx="300" cy="930"/>
                  <a:chOff x="1455" y="1936"/>
                  <a:chExt cx="766" cy="2373"/>
                </a:xfrm>
              </p:grpSpPr>
              <p:sp>
                <p:nvSpPr>
                  <p:cNvPr id="9311" name="Freeform 95"/>
                  <p:cNvSpPr>
                    <a:spLocks/>
                  </p:cNvSpPr>
                  <p:nvPr/>
                </p:nvSpPr>
                <p:spPr bwMode="hidden">
                  <a:xfrm rot="17542885" flipH="1">
                    <a:off x="1268" y="2577"/>
                    <a:ext cx="1594" cy="313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  <p:sp>
                <p:nvSpPr>
                  <p:cNvPr id="9312" name="Freeform 96"/>
                  <p:cNvSpPr>
                    <a:spLocks/>
                  </p:cNvSpPr>
                  <p:nvPr/>
                </p:nvSpPr>
                <p:spPr bwMode="hidden">
                  <a:xfrm rot="17542885" flipH="1">
                    <a:off x="1277" y="3632"/>
                    <a:ext cx="848" cy="489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</p:grpSp>
            <p:grpSp>
              <p:nvGrpSpPr>
                <p:cNvPr id="1088" name="Group 97"/>
                <p:cNvGrpSpPr>
                  <a:grpSpLocks/>
                </p:cNvGrpSpPr>
                <p:nvPr/>
              </p:nvGrpSpPr>
              <p:grpSpPr bwMode="auto">
                <a:xfrm rot="88588">
                  <a:off x="3923" y="769"/>
                  <a:ext cx="180" cy="913"/>
                  <a:chOff x="1956" y="1990"/>
                  <a:chExt cx="492" cy="2604"/>
                </a:xfrm>
              </p:grpSpPr>
              <p:sp>
                <p:nvSpPr>
                  <p:cNvPr id="9314" name="Freeform 98"/>
                  <p:cNvSpPr>
                    <a:spLocks/>
                  </p:cNvSpPr>
                  <p:nvPr/>
                </p:nvSpPr>
                <p:spPr bwMode="hidden">
                  <a:xfrm rot="16782062" flipH="1">
                    <a:off x="1431" y="2685"/>
                    <a:ext cx="1712" cy="302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  <p:sp>
                <p:nvSpPr>
                  <p:cNvPr id="9315" name="Freeform 99"/>
                  <p:cNvSpPr>
                    <a:spLocks/>
                  </p:cNvSpPr>
                  <p:nvPr/>
                </p:nvSpPr>
                <p:spPr bwMode="hidden">
                  <a:xfrm rot="16782062" flipH="1">
                    <a:off x="1723" y="3891"/>
                    <a:ext cx="917" cy="471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</p:grpSp>
            <p:grpSp>
              <p:nvGrpSpPr>
                <p:cNvPr id="1089" name="Group 100"/>
                <p:cNvGrpSpPr>
                  <a:grpSpLocks/>
                </p:cNvGrpSpPr>
                <p:nvPr/>
              </p:nvGrpSpPr>
              <p:grpSpPr bwMode="auto">
                <a:xfrm>
                  <a:off x="4451" y="662"/>
                  <a:ext cx="442" cy="951"/>
                  <a:chOff x="3334" y="1717"/>
                  <a:chExt cx="1125" cy="2426"/>
                </a:xfrm>
              </p:grpSpPr>
              <p:sp>
                <p:nvSpPr>
                  <p:cNvPr id="9317" name="Freeform 101"/>
                  <p:cNvSpPr>
                    <a:spLocks/>
                  </p:cNvSpPr>
                  <p:nvPr/>
                </p:nvSpPr>
                <p:spPr bwMode="hidden">
                  <a:xfrm rot="3144576">
                    <a:off x="2627" y="2423"/>
                    <a:ext cx="1723" cy="312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  <p:sp>
                <p:nvSpPr>
                  <p:cNvPr id="9318" name="Freeform 102"/>
                  <p:cNvSpPr>
                    <a:spLocks/>
                  </p:cNvSpPr>
                  <p:nvPr/>
                </p:nvSpPr>
                <p:spPr bwMode="hidden">
                  <a:xfrm rot="3144576">
                    <a:off x="3752" y="3435"/>
                    <a:ext cx="925" cy="491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</p:grpSp>
            <p:grpSp>
              <p:nvGrpSpPr>
                <p:cNvPr id="1090" name="Group 103"/>
                <p:cNvGrpSpPr>
                  <a:grpSpLocks/>
                </p:cNvGrpSpPr>
                <p:nvPr/>
              </p:nvGrpSpPr>
              <p:grpSpPr bwMode="auto">
                <a:xfrm>
                  <a:off x="4391" y="721"/>
                  <a:ext cx="347" cy="951"/>
                  <a:chOff x="3181" y="1866"/>
                  <a:chExt cx="883" cy="2426"/>
                </a:xfrm>
              </p:grpSpPr>
              <p:sp>
                <p:nvSpPr>
                  <p:cNvPr id="9320" name="Freeform 104"/>
                  <p:cNvSpPr>
                    <a:spLocks/>
                  </p:cNvSpPr>
                  <p:nvPr/>
                </p:nvSpPr>
                <p:spPr bwMode="hidden">
                  <a:xfrm rot="3745735">
                    <a:off x="2506" y="2533"/>
                    <a:ext cx="1649" cy="299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  <p:sp>
                <p:nvSpPr>
                  <p:cNvPr id="9321" name="Freeform 105"/>
                  <p:cNvSpPr>
                    <a:spLocks/>
                  </p:cNvSpPr>
                  <p:nvPr/>
                </p:nvSpPr>
                <p:spPr bwMode="hidden">
                  <a:xfrm rot="3745735">
                    <a:off x="3387" y="3606"/>
                    <a:ext cx="885" cy="469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</p:grpSp>
            <p:grpSp>
              <p:nvGrpSpPr>
                <p:cNvPr id="1091" name="Group 106"/>
                <p:cNvGrpSpPr>
                  <a:grpSpLocks/>
                </p:cNvGrpSpPr>
                <p:nvPr/>
              </p:nvGrpSpPr>
              <p:grpSpPr bwMode="auto">
                <a:xfrm>
                  <a:off x="4323" y="767"/>
                  <a:ext cx="243" cy="935"/>
                  <a:chOff x="3006" y="1983"/>
                  <a:chExt cx="619" cy="2386"/>
                </a:xfrm>
              </p:grpSpPr>
              <p:sp>
                <p:nvSpPr>
                  <p:cNvPr id="9323" name="Freeform 107"/>
                  <p:cNvSpPr>
                    <a:spLocks/>
                  </p:cNvSpPr>
                  <p:nvPr/>
                </p:nvSpPr>
                <p:spPr bwMode="hidden">
                  <a:xfrm rot="4286818">
                    <a:off x="2328" y="2653"/>
                    <a:ext cx="1600" cy="244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  <p:sp>
                <p:nvSpPr>
                  <p:cNvPr id="9324" name="Freeform 108"/>
                  <p:cNvSpPr>
                    <a:spLocks/>
                  </p:cNvSpPr>
                  <p:nvPr/>
                </p:nvSpPr>
                <p:spPr bwMode="hidden">
                  <a:xfrm rot="4286818">
                    <a:off x="3001" y="3738"/>
                    <a:ext cx="860" cy="386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</p:grpSp>
            <p:grpSp>
              <p:nvGrpSpPr>
                <p:cNvPr id="1092" name="Group 109"/>
                <p:cNvGrpSpPr>
                  <a:grpSpLocks/>
                </p:cNvGrpSpPr>
                <p:nvPr/>
              </p:nvGrpSpPr>
              <p:grpSpPr bwMode="auto">
                <a:xfrm>
                  <a:off x="4249" y="813"/>
                  <a:ext cx="159" cy="870"/>
                  <a:chOff x="2819" y="2101"/>
                  <a:chExt cx="405" cy="2219"/>
                </a:xfrm>
              </p:grpSpPr>
              <p:sp>
                <p:nvSpPr>
                  <p:cNvPr id="9326" name="Freeform 110"/>
                  <p:cNvSpPr>
                    <a:spLocks/>
                  </p:cNvSpPr>
                  <p:nvPr/>
                </p:nvSpPr>
                <p:spPr bwMode="hidden">
                  <a:xfrm rot="4898956">
                    <a:off x="2211" y="2708"/>
                    <a:ext cx="1463" cy="247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  <p:sp>
                <p:nvSpPr>
                  <p:cNvPr id="9327" name="Freeform 111"/>
                  <p:cNvSpPr>
                    <a:spLocks/>
                  </p:cNvSpPr>
                  <p:nvPr/>
                </p:nvSpPr>
                <p:spPr bwMode="hidden">
                  <a:xfrm rot="4898956">
                    <a:off x="2637" y="3724"/>
                    <a:ext cx="789" cy="386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</p:grpSp>
            <p:grpSp>
              <p:nvGrpSpPr>
                <p:cNvPr id="1093" name="Group 112"/>
                <p:cNvGrpSpPr>
                  <a:grpSpLocks/>
                </p:cNvGrpSpPr>
                <p:nvPr/>
              </p:nvGrpSpPr>
              <p:grpSpPr bwMode="auto">
                <a:xfrm>
                  <a:off x="4045" y="826"/>
                  <a:ext cx="167" cy="857"/>
                  <a:chOff x="2287" y="2135"/>
                  <a:chExt cx="426" cy="2185"/>
                </a:xfrm>
              </p:grpSpPr>
              <p:sp>
                <p:nvSpPr>
                  <p:cNvPr id="9329" name="Freeform 113"/>
                  <p:cNvSpPr>
                    <a:spLocks/>
                  </p:cNvSpPr>
                  <p:nvPr/>
                </p:nvSpPr>
                <p:spPr bwMode="hidden">
                  <a:xfrm rot="5755659">
                    <a:off x="1903" y="2758"/>
                    <a:ext cx="1432" cy="186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540000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  <p:sp>
                <p:nvSpPr>
                  <p:cNvPr id="9330" name="Freeform 114"/>
                  <p:cNvSpPr>
                    <a:spLocks/>
                  </p:cNvSpPr>
                  <p:nvPr/>
                </p:nvSpPr>
                <p:spPr bwMode="hidden">
                  <a:xfrm rot="5755659">
                    <a:off x="2051" y="3781"/>
                    <a:ext cx="767" cy="294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fr-FR" sz="1800"/>
                  </a:p>
                </p:txBody>
              </p:sp>
            </p:grpSp>
          </p:grpSp>
          <p:sp>
            <p:nvSpPr>
              <p:cNvPr id="9331" name="Freeform 115"/>
              <p:cNvSpPr>
                <a:spLocks/>
              </p:cNvSpPr>
              <p:nvPr/>
            </p:nvSpPr>
            <p:spPr bwMode="hidden">
              <a:xfrm flipH="1">
                <a:off x="3873" y="934"/>
                <a:ext cx="190" cy="580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  <p:sp>
            <p:nvSpPr>
              <p:cNvPr id="9332" name="Arc 116"/>
              <p:cNvSpPr>
                <a:spLocks/>
              </p:cNvSpPr>
              <p:nvPr/>
            </p:nvSpPr>
            <p:spPr bwMode="hidden">
              <a:xfrm flipH="1">
                <a:off x="3527" y="725"/>
                <a:ext cx="832" cy="901"/>
              </a:xfrm>
              <a:custGeom>
                <a:avLst/>
                <a:gdLst>
                  <a:gd name="G0" fmla="+- 0 0 0"/>
                  <a:gd name="G1" fmla="+- 20897 0 0"/>
                  <a:gd name="G2" fmla="+- 21600 0 0"/>
                  <a:gd name="T0" fmla="*/ 5467 w 21600"/>
                  <a:gd name="T1" fmla="*/ 0 h 21602"/>
                  <a:gd name="T2" fmla="*/ 21589 w 21600"/>
                  <a:gd name="T3" fmla="*/ 21602 h 21602"/>
                  <a:gd name="T4" fmla="*/ 0 w 21600"/>
                  <a:gd name="T5" fmla="*/ 20897 h 216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2" fill="none" extrusionOk="0">
                    <a:moveTo>
                      <a:pt x="5466" y="0"/>
                    </a:moveTo>
                    <a:cubicBezTo>
                      <a:pt x="14970" y="2486"/>
                      <a:pt x="21600" y="11073"/>
                      <a:pt x="21600" y="20897"/>
                    </a:cubicBezTo>
                    <a:cubicBezTo>
                      <a:pt x="21600" y="21132"/>
                      <a:pt x="21596" y="21367"/>
                      <a:pt x="21588" y="21601"/>
                    </a:cubicBezTo>
                  </a:path>
                  <a:path w="21600" h="21602" stroke="0" extrusionOk="0">
                    <a:moveTo>
                      <a:pt x="5466" y="0"/>
                    </a:moveTo>
                    <a:cubicBezTo>
                      <a:pt x="14970" y="2486"/>
                      <a:pt x="21600" y="11073"/>
                      <a:pt x="21600" y="20897"/>
                    </a:cubicBezTo>
                    <a:cubicBezTo>
                      <a:pt x="21600" y="21132"/>
                      <a:pt x="21596" y="21367"/>
                      <a:pt x="21588" y="21601"/>
                    </a:cubicBezTo>
                    <a:lnTo>
                      <a:pt x="0" y="20897"/>
                    </a:lnTo>
                    <a:close/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  <p:sp>
            <p:nvSpPr>
              <p:cNvPr id="9333" name="Arc 117"/>
              <p:cNvSpPr>
                <a:spLocks/>
              </p:cNvSpPr>
              <p:nvPr/>
            </p:nvSpPr>
            <p:spPr bwMode="hidden">
              <a:xfrm flipV="1">
                <a:off x="4278" y="179"/>
                <a:ext cx="1007" cy="802"/>
              </a:xfrm>
              <a:custGeom>
                <a:avLst/>
                <a:gdLst>
                  <a:gd name="G0" fmla="+- 17826 0 0"/>
                  <a:gd name="G1" fmla="+- 0 0 0"/>
                  <a:gd name="G2" fmla="+- 21600 0 0"/>
                  <a:gd name="T0" fmla="*/ 36729 w 36729"/>
                  <a:gd name="T1" fmla="*/ 10451 h 21600"/>
                  <a:gd name="T2" fmla="*/ 0 w 36729"/>
                  <a:gd name="T3" fmla="*/ 12197 h 21600"/>
                  <a:gd name="T4" fmla="*/ 17826 w 36729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729" h="21600" fill="none" extrusionOk="0">
                    <a:moveTo>
                      <a:pt x="36729" y="10451"/>
                    </a:moveTo>
                    <a:cubicBezTo>
                      <a:pt x="32926" y="17330"/>
                      <a:pt x="25686" y="21599"/>
                      <a:pt x="17826" y="21600"/>
                    </a:cubicBezTo>
                    <a:cubicBezTo>
                      <a:pt x="10696" y="21600"/>
                      <a:pt x="4025" y="18081"/>
                      <a:pt x="-1" y="12197"/>
                    </a:cubicBezTo>
                  </a:path>
                  <a:path w="36729" h="21600" stroke="0" extrusionOk="0">
                    <a:moveTo>
                      <a:pt x="36729" y="10451"/>
                    </a:moveTo>
                    <a:cubicBezTo>
                      <a:pt x="32926" y="17330"/>
                      <a:pt x="25686" y="21599"/>
                      <a:pt x="17826" y="21600"/>
                    </a:cubicBezTo>
                    <a:cubicBezTo>
                      <a:pt x="10696" y="21600"/>
                      <a:pt x="4025" y="18081"/>
                      <a:pt x="-1" y="12197"/>
                    </a:cubicBezTo>
                    <a:lnTo>
                      <a:pt x="17826" y="0"/>
                    </a:ln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  <p:sp>
            <p:nvSpPr>
              <p:cNvPr id="9334" name="Arc 118"/>
              <p:cNvSpPr>
                <a:spLocks/>
              </p:cNvSpPr>
              <p:nvPr/>
            </p:nvSpPr>
            <p:spPr bwMode="hidden">
              <a:xfrm flipH="1">
                <a:off x="3612" y="580"/>
                <a:ext cx="485" cy="933"/>
              </a:xfrm>
              <a:custGeom>
                <a:avLst/>
                <a:gdLst>
                  <a:gd name="G0" fmla="+- 7340 0 0"/>
                  <a:gd name="G1" fmla="+- 21600 0 0"/>
                  <a:gd name="G2" fmla="+- 21600 0 0"/>
                  <a:gd name="T0" fmla="*/ 0 w 28940"/>
                  <a:gd name="T1" fmla="*/ 1285 h 22305"/>
                  <a:gd name="T2" fmla="*/ 28929 w 28940"/>
                  <a:gd name="T3" fmla="*/ 22305 h 22305"/>
                  <a:gd name="T4" fmla="*/ 7340 w 28940"/>
                  <a:gd name="T5" fmla="*/ 21600 h 22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940" h="22305" fill="none" extrusionOk="0">
                    <a:moveTo>
                      <a:pt x="0" y="1285"/>
                    </a:moveTo>
                    <a:cubicBezTo>
                      <a:pt x="2353" y="434"/>
                      <a:pt x="4837" y="-1"/>
                      <a:pt x="7340" y="0"/>
                    </a:cubicBezTo>
                    <a:cubicBezTo>
                      <a:pt x="19269" y="0"/>
                      <a:pt x="28940" y="9670"/>
                      <a:pt x="28940" y="21600"/>
                    </a:cubicBezTo>
                    <a:cubicBezTo>
                      <a:pt x="28940" y="21835"/>
                      <a:pt x="28936" y="22070"/>
                      <a:pt x="28928" y="22304"/>
                    </a:cubicBezTo>
                  </a:path>
                  <a:path w="28940" h="22305" stroke="0" extrusionOk="0">
                    <a:moveTo>
                      <a:pt x="0" y="1285"/>
                    </a:moveTo>
                    <a:cubicBezTo>
                      <a:pt x="2353" y="434"/>
                      <a:pt x="4837" y="-1"/>
                      <a:pt x="7340" y="0"/>
                    </a:cubicBezTo>
                    <a:cubicBezTo>
                      <a:pt x="19269" y="0"/>
                      <a:pt x="28940" y="9670"/>
                      <a:pt x="28940" y="21600"/>
                    </a:cubicBezTo>
                    <a:cubicBezTo>
                      <a:pt x="28940" y="21835"/>
                      <a:pt x="28936" y="22070"/>
                      <a:pt x="28928" y="22304"/>
                    </a:cubicBezTo>
                    <a:lnTo>
                      <a:pt x="734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  <p:sp>
            <p:nvSpPr>
              <p:cNvPr id="9335" name="Arc 119"/>
              <p:cNvSpPr>
                <a:spLocks/>
              </p:cNvSpPr>
              <p:nvPr/>
            </p:nvSpPr>
            <p:spPr bwMode="hidden">
              <a:xfrm flipH="1">
                <a:off x="3267" y="628"/>
                <a:ext cx="791" cy="929"/>
              </a:xfrm>
              <a:custGeom>
                <a:avLst/>
                <a:gdLst>
                  <a:gd name="G0" fmla="+- 8873 0 0"/>
                  <a:gd name="G1" fmla="+- 21600 0 0"/>
                  <a:gd name="G2" fmla="+- 21600 0 0"/>
                  <a:gd name="T0" fmla="*/ 0 w 30473"/>
                  <a:gd name="T1" fmla="*/ 1907 h 22305"/>
                  <a:gd name="T2" fmla="*/ 30462 w 30473"/>
                  <a:gd name="T3" fmla="*/ 22305 h 22305"/>
                  <a:gd name="T4" fmla="*/ 8873 w 30473"/>
                  <a:gd name="T5" fmla="*/ 21600 h 22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0473" h="22305" fill="none" extrusionOk="0">
                    <a:moveTo>
                      <a:pt x="-1" y="1906"/>
                    </a:moveTo>
                    <a:cubicBezTo>
                      <a:pt x="2789" y="649"/>
                      <a:pt x="5813" y="-1"/>
                      <a:pt x="8873" y="0"/>
                    </a:cubicBezTo>
                    <a:cubicBezTo>
                      <a:pt x="20802" y="0"/>
                      <a:pt x="30473" y="9670"/>
                      <a:pt x="30473" y="21600"/>
                    </a:cubicBezTo>
                    <a:cubicBezTo>
                      <a:pt x="30473" y="21835"/>
                      <a:pt x="30469" y="22070"/>
                      <a:pt x="30461" y="22304"/>
                    </a:cubicBezTo>
                  </a:path>
                  <a:path w="30473" h="22305" stroke="0" extrusionOk="0">
                    <a:moveTo>
                      <a:pt x="-1" y="1906"/>
                    </a:moveTo>
                    <a:cubicBezTo>
                      <a:pt x="2789" y="649"/>
                      <a:pt x="5813" y="-1"/>
                      <a:pt x="8873" y="0"/>
                    </a:cubicBezTo>
                    <a:cubicBezTo>
                      <a:pt x="20802" y="0"/>
                      <a:pt x="30473" y="9670"/>
                      <a:pt x="30473" y="21600"/>
                    </a:cubicBezTo>
                    <a:cubicBezTo>
                      <a:pt x="30473" y="21835"/>
                      <a:pt x="30469" y="22070"/>
                      <a:pt x="30461" y="22304"/>
                    </a:cubicBezTo>
                    <a:lnTo>
                      <a:pt x="8873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  <p:sp>
            <p:nvSpPr>
              <p:cNvPr id="9336" name="Arc 120"/>
              <p:cNvSpPr>
                <a:spLocks/>
              </p:cNvSpPr>
              <p:nvPr/>
            </p:nvSpPr>
            <p:spPr bwMode="hidden">
              <a:xfrm flipH="1">
                <a:off x="3197" y="458"/>
                <a:ext cx="932" cy="933"/>
              </a:xfrm>
              <a:custGeom>
                <a:avLst/>
                <a:gdLst>
                  <a:gd name="G0" fmla="+- 12855 0 0"/>
                  <a:gd name="G1" fmla="+- 21600 0 0"/>
                  <a:gd name="G2" fmla="+- 21600 0 0"/>
                  <a:gd name="T0" fmla="*/ 0 w 34455"/>
                  <a:gd name="T1" fmla="*/ 4241 h 22305"/>
                  <a:gd name="T2" fmla="*/ 34444 w 34455"/>
                  <a:gd name="T3" fmla="*/ 22305 h 22305"/>
                  <a:gd name="T4" fmla="*/ 12855 w 34455"/>
                  <a:gd name="T5" fmla="*/ 21600 h 22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455" h="22305" fill="none" extrusionOk="0">
                    <a:moveTo>
                      <a:pt x="0" y="4241"/>
                    </a:moveTo>
                    <a:cubicBezTo>
                      <a:pt x="3720" y="1486"/>
                      <a:pt x="8226" y="-1"/>
                      <a:pt x="12855" y="0"/>
                    </a:cubicBezTo>
                    <a:cubicBezTo>
                      <a:pt x="24784" y="0"/>
                      <a:pt x="34455" y="9670"/>
                      <a:pt x="34455" y="21600"/>
                    </a:cubicBezTo>
                    <a:cubicBezTo>
                      <a:pt x="34455" y="21835"/>
                      <a:pt x="34451" y="22070"/>
                      <a:pt x="34443" y="22304"/>
                    </a:cubicBezTo>
                  </a:path>
                  <a:path w="34455" h="22305" stroke="0" extrusionOk="0">
                    <a:moveTo>
                      <a:pt x="0" y="4241"/>
                    </a:moveTo>
                    <a:cubicBezTo>
                      <a:pt x="3720" y="1486"/>
                      <a:pt x="8226" y="-1"/>
                      <a:pt x="12855" y="0"/>
                    </a:cubicBezTo>
                    <a:cubicBezTo>
                      <a:pt x="24784" y="0"/>
                      <a:pt x="34455" y="9670"/>
                      <a:pt x="34455" y="21600"/>
                    </a:cubicBezTo>
                    <a:cubicBezTo>
                      <a:pt x="34455" y="21835"/>
                      <a:pt x="34451" y="22070"/>
                      <a:pt x="34443" y="22304"/>
                    </a:cubicBezTo>
                    <a:lnTo>
                      <a:pt x="1285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  <p:sp>
            <p:nvSpPr>
              <p:cNvPr id="9337" name="Arc 121"/>
              <p:cNvSpPr>
                <a:spLocks/>
              </p:cNvSpPr>
              <p:nvPr/>
            </p:nvSpPr>
            <p:spPr bwMode="hidden">
              <a:xfrm>
                <a:off x="4229" y="589"/>
                <a:ext cx="149" cy="933"/>
              </a:xfrm>
              <a:custGeom>
                <a:avLst/>
                <a:gdLst>
                  <a:gd name="G0" fmla="+- 13212 0 0"/>
                  <a:gd name="G1" fmla="+- 21600 0 0"/>
                  <a:gd name="G2" fmla="+- 21600 0 0"/>
                  <a:gd name="T0" fmla="*/ 0 w 34812"/>
                  <a:gd name="T1" fmla="*/ 4512 h 22305"/>
                  <a:gd name="T2" fmla="*/ 34801 w 34812"/>
                  <a:gd name="T3" fmla="*/ 22305 h 22305"/>
                  <a:gd name="T4" fmla="*/ 13212 w 34812"/>
                  <a:gd name="T5" fmla="*/ 21600 h 22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812" h="22305" fill="none" extrusionOk="0">
                    <a:moveTo>
                      <a:pt x="-1" y="4511"/>
                    </a:moveTo>
                    <a:cubicBezTo>
                      <a:pt x="3783" y="1586"/>
                      <a:pt x="8429" y="-1"/>
                      <a:pt x="13212" y="0"/>
                    </a:cubicBezTo>
                    <a:cubicBezTo>
                      <a:pt x="25141" y="0"/>
                      <a:pt x="34812" y="9670"/>
                      <a:pt x="34812" y="21600"/>
                    </a:cubicBezTo>
                    <a:cubicBezTo>
                      <a:pt x="34812" y="21835"/>
                      <a:pt x="34808" y="22070"/>
                      <a:pt x="34800" y="22304"/>
                    </a:cubicBezTo>
                  </a:path>
                  <a:path w="34812" h="22305" stroke="0" extrusionOk="0">
                    <a:moveTo>
                      <a:pt x="-1" y="4511"/>
                    </a:moveTo>
                    <a:cubicBezTo>
                      <a:pt x="3783" y="1586"/>
                      <a:pt x="8429" y="-1"/>
                      <a:pt x="13212" y="0"/>
                    </a:cubicBezTo>
                    <a:cubicBezTo>
                      <a:pt x="25141" y="0"/>
                      <a:pt x="34812" y="9670"/>
                      <a:pt x="34812" y="21600"/>
                    </a:cubicBezTo>
                    <a:cubicBezTo>
                      <a:pt x="34812" y="21835"/>
                      <a:pt x="34808" y="22070"/>
                      <a:pt x="34800" y="22304"/>
                    </a:cubicBezTo>
                    <a:lnTo>
                      <a:pt x="13212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  <p:sp>
            <p:nvSpPr>
              <p:cNvPr id="9338" name="Arc 122"/>
              <p:cNvSpPr>
                <a:spLocks/>
              </p:cNvSpPr>
              <p:nvPr/>
            </p:nvSpPr>
            <p:spPr bwMode="hidden">
              <a:xfrm>
                <a:off x="4269" y="585"/>
                <a:ext cx="393" cy="933"/>
              </a:xfrm>
              <a:custGeom>
                <a:avLst/>
                <a:gdLst>
                  <a:gd name="G0" fmla="+- 13212 0 0"/>
                  <a:gd name="G1" fmla="+- 21600 0 0"/>
                  <a:gd name="G2" fmla="+- 21600 0 0"/>
                  <a:gd name="T0" fmla="*/ 0 w 34812"/>
                  <a:gd name="T1" fmla="*/ 4512 h 22305"/>
                  <a:gd name="T2" fmla="*/ 34801 w 34812"/>
                  <a:gd name="T3" fmla="*/ 22305 h 22305"/>
                  <a:gd name="T4" fmla="*/ 13212 w 34812"/>
                  <a:gd name="T5" fmla="*/ 21600 h 22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812" h="22305" fill="none" extrusionOk="0">
                    <a:moveTo>
                      <a:pt x="-1" y="4511"/>
                    </a:moveTo>
                    <a:cubicBezTo>
                      <a:pt x="3783" y="1586"/>
                      <a:pt x="8429" y="-1"/>
                      <a:pt x="13212" y="0"/>
                    </a:cubicBezTo>
                    <a:cubicBezTo>
                      <a:pt x="25141" y="0"/>
                      <a:pt x="34812" y="9670"/>
                      <a:pt x="34812" y="21600"/>
                    </a:cubicBezTo>
                    <a:cubicBezTo>
                      <a:pt x="34812" y="21835"/>
                      <a:pt x="34808" y="22070"/>
                      <a:pt x="34800" y="22304"/>
                    </a:cubicBezTo>
                  </a:path>
                  <a:path w="34812" h="22305" stroke="0" extrusionOk="0">
                    <a:moveTo>
                      <a:pt x="-1" y="4511"/>
                    </a:moveTo>
                    <a:cubicBezTo>
                      <a:pt x="3783" y="1586"/>
                      <a:pt x="8429" y="-1"/>
                      <a:pt x="13212" y="0"/>
                    </a:cubicBezTo>
                    <a:cubicBezTo>
                      <a:pt x="25141" y="0"/>
                      <a:pt x="34812" y="9670"/>
                      <a:pt x="34812" y="21600"/>
                    </a:cubicBezTo>
                    <a:cubicBezTo>
                      <a:pt x="34812" y="21835"/>
                      <a:pt x="34808" y="22070"/>
                      <a:pt x="34800" y="22304"/>
                    </a:cubicBezTo>
                    <a:lnTo>
                      <a:pt x="13212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  <p:sp>
            <p:nvSpPr>
              <p:cNvPr id="9339" name="Arc 123"/>
              <p:cNvSpPr>
                <a:spLocks/>
              </p:cNvSpPr>
              <p:nvPr/>
            </p:nvSpPr>
            <p:spPr bwMode="hidden">
              <a:xfrm>
                <a:off x="4302" y="463"/>
                <a:ext cx="558" cy="933"/>
              </a:xfrm>
              <a:custGeom>
                <a:avLst/>
                <a:gdLst>
                  <a:gd name="G0" fmla="+- 13212 0 0"/>
                  <a:gd name="G1" fmla="+- 21600 0 0"/>
                  <a:gd name="G2" fmla="+- 21600 0 0"/>
                  <a:gd name="T0" fmla="*/ 0 w 34812"/>
                  <a:gd name="T1" fmla="*/ 4512 h 22305"/>
                  <a:gd name="T2" fmla="*/ 34801 w 34812"/>
                  <a:gd name="T3" fmla="*/ 22305 h 22305"/>
                  <a:gd name="T4" fmla="*/ 13212 w 34812"/>
                  <a:gd name="T5" fmla="*/ 21600 h 22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812" h="22305" fill="none" extrusionOk="0">
                    <a:moveTo>
                      <a:pt x="-1" y="4511"/>
                    </a:moveTo>
                    <a:cubicBezTo>
                      <a:pt x="3783" y="1586"/>
                      <a:pt x="8429" y="-1"/>
                      <a:pt x="13212" y="0"/>
                    </a:cubicBezTo>
                    <a:cubicBezTo>
                      <a:pt x="25141" y="0"/>
                      <a:pt x="34812" y="9670"/>
                      <a:pt x="34812" y="21600"/>
                    </a:cubicBezTo>
                    <a:cubicBezTo>
                      <a:pt x="34812" y="21835"/>
                      <a:pt x="34808" y="22070"/>
                      <a:pt x="34800" y="22304"/>
                    </a:cubicBezTo>
                  </a:path>
                  <a:path w="34812" h="22305" stroke="0" extrusionOk="0">
                    <a:moveTo>
                      <a:pt x="-1" y="4511"/>
                    </a:moveTo>
                    <a:cubicBezTo>
                      <a:pt x="3783" y="1586"/>
                      <a:pt x="8429" y="-1"/>
                      <a:pt x="13212" y="0"/>
                    </a:cubicBezTo>
                    <a:cubicBezTo>
                      <a:pt x="25141" y="0"/>
                      <a:pt x="34812" y="9670"/>
                      <a:pt x="34812" y="21600"/>
                    </a:cubicBezTo>
                    <a:cubicBezTo>
                      <a:pt x="34812" y="21835"/>
                      <a:pt x="34808" y="22070"/>
                      <a:pt x="34800" y="22304"/>
                    </a:cubicBezTo>
                    <a:lnTo>
                      <a:pt x="13212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  <p:sp>
            <p:nvSpPr>
              <p:cNvPr id="9340" name="Freeform 124"/>
              <p:cNvSpPr>
                <a:spLocks/>
              </p:cNvSpPr>
              <p:nvPr/>
            </p:nvSpPr>
            <p:spPr bwMode="hidden">
              <a:xfrm>
                <a:off x="4410" y="1033"/>
                <a:ext cx="188" cy="580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  <p:sp>
            <p:nvSpPr>
              <p:cNvPr id="9341" name="Freeform 125"/>
              <p:cNvSpPr>
                <a:spLocks/>
              </p:cNvSpPr>
              <p:nvPr/>
            </p:nvSpPr>
            <p:spPr bwMode="hidden">
              <a:xfrm rot="19660755" flipV="1">
                <a:off x="4114" y="843"/>
                <a:ext cx="171" cy="326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  <p:sp>
            <p:nvSpPr>
              <p:cNvPr id="9342" name="Arc 126"/>
              <p:cNvSpPr>
                <a:spLocks/>
              </p:cNvSpPr>
              <p:nvPr/>
            </p:nvSpPr>
            <p:spPr bwMode="hidden">
              <a:xfrm flipH="1">
                <a:off x="3144" y="319"/>
                <a:ext cx="996" cy="933"/>
              </a:xfrm>
              <a:custGeom>
                <a:avLst/>
                <a:gdLst>
                  <a:gd name="G0" fmla="+- 15230 0 0"/>
                  <a:gd name="G1" fmla="+- 21600 0 0"/>
                  <a:gd name="G2" fmla="+- 21600 0 0"/>
                  <a:gd name="T0" fmla="*/ 0 w 36830"/>
                  <a:gd name="T1" fmla="*/ 6283 h 22305"/>
                  <a:gd name="T2" fmla="*/ 36819 w 36830"/>
                  <a:gd name="T3" fmla="*/ 22305 h 22305"/>
                  <a:gd name="T4" fmla="*/ 15230 w 36830"/>
                  <a:gd name="T5" fmla="*/ 21600 h 22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830" h="22305" fill="none" extrusionOk="0">
                    <a:moveTo>
                      <a:pt x="0" y="6283"/>
                    </a:moveTo>
                    <a:cubicBezTo>
                      <a:pt x="4047" y="2258"/>
                      <a:pt x="9522" y="-1"/>
                      <a:pt x="15230" y="0"/>
                    </a:cubicBezTo>
                    <a:cubicBezTo>
                      <a:pt x="27159" y="0"/>
                      <a:pt x="36830" y="9670"/>
                      <a:pt x="36830" y="21600"/>
                    </a:cubicBezTo>
                    <a:cubicBezTo>
                      <a:pt x="36830" y="21835"/>
                      <a:pt x="36826" y="22070"/>
                      <a:pt x="36818" y="22304"/>
                    </a:cubicBezTo>
                  </a:path>
                  <a:path w="36830" h="22305" stroke="0" extrusionOk="0">
                    <a:moveTo>
                      <a:pt x="0" y="6283"/>
                    </a:moveTo>
                    <a:cubicBezTo>
                      <a:pt x="4047" y="2258"/>
                      <a:pt x="9522" y="-1"/>
                      <a:pt x="15230" y="0"/>
                    </a:cubicBezTo>
                    <a:cubicBezTo>
                      <a:pt x="27159" y="0"/>
                      <a:pt x="36830" y="9670"/>
                      <a:pt x="36830" y="21600"/>
                    </a:cubicBezTo>
                    <a:cubicBezTo>
                      <a:pt x="36830" y="21835"/>
                      <a:pt x="36826" y="22070"/>
                      <a:pt x="36818" y="22304"/>
                    </a:cubicBezTo>
                    <a:lnTo>
                      <a:pt x="1523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  <p:sp>
            <p:nvSpPr>
              <p:cNvPr id="9343" name="Arc 127"/>
              <p:cNvSpPr>
                <a:spLocks/>
              </p:cNvSpPr>
              <p:nvPr/>
            </p:nvSpPr>
            <p:spPr bwMode="hidden">
              <a:xfrm flipH="1">
                <a:off x="3426" y="122"/>
                <a:ext cx="724" cy="901"/>
              </a:xfrm>
              <a:custGeom>
                <a:avLst/>
                <a:gdLst>
                  <a:gd name="G0" fmla="+- 18231 0 0"/>
                  <a:gd name="G1" fmla="+- 21600 0 0"/>
                  <a:gd name="G2" fmla="+- 21600 0 0"/>
                  <a:gd name="T0" fmla="*/ 0 w 31881"/>
                  <a:gd name="T1" fmla="*/ 10016 h 21600"/>
                  <a:gd name="T2" fmla="*/ 31881 w 31881"/>
                  <a:gd name="T3" fmla="*/ 4860 h 21600"/>
                  <a:gd name="T4" fmla="*/ 18231 w 31881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1881" h="21600" fill="none" extrusionOk="0">
                    <a:moveTo>
                      <a:pt x="-1" y="10015"/>
                    </a:moveTo>
                    <a:cubicBezTo>
                      <a:pt x="3963" y="3778"/>
                      <a:pt x="10840" y="-1"/>
                      <a:pt x="18231" y="0"/>
                    </a:cubicBezTo>
                    <a:cubicBezTo>
                      <a:pt x="23204" y="0"/>
                      <a:pt x="28026" y="1716"/>
                      <a:pt x="31881" y="4859"/>
                    </a:cubicBezTo>
                  </a:path>
                  <a:path w="31881" h="21600" stroke="0" extrusionOk="0">
                    <a:moveTo>
                      <a:pt x="-1" y="10015"/>
                    </a:moveTo>
                    <a:cubicBezTo>
                      <a:pt x="3963" y="3778"/>
                      <a:pt x="10840" y="-1"/>
                      <a:pt x="18231" y="0"/>
                    </a:cubicBezTo>
                    <a:cubicBezTo>
                      <a:pt x="23204" y="0"/>
                      <a:pt x="28026" y="1716"/>
                      <a:pt x="31881" y="4859"/>
                    </a:cubicBezTo>
                    <a:lnTo>
                      <a:pt x="18231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  <p:sp>
            <p:nvSpPr>
              <p:cNvPr id="9344" name="Arc 128"/>
              <p:cNvSpPr>
                <a:spLocks/>
              </p:cNvSpPr>
              <p:nvPr/>
            </p:nvSpPr>
            <p:spPr bwMode="hidden">
              <a:xfrm>
                <a:off x="4199" y="502"/>
                <a:ext cx="297" cy="901"/>
              </a:xfrm>
              <a:custGeom>
                <a:avLst/>
                <a:gdLst>
                  <a:gd name="G0" fmla="+- 13212 0 0"/>
                  <a:gd name="G1" fmla="+- 21600 0 0"/>
                  <a:gd name="G2" fmla="+- 21600 0 0"/>
                  <a:gd name="T0" fmla="*/ 0 w 31146"/>
                  <a:gd name="T1" fmla="*/ 4512 h 21600"/>
                  <a:gd name="T2" fmla="*/ 31146 w 31146"/>
                  <a:gd name="T3" fmla="*/ 9561 h 21600"/>
                  <a:gd name="T4" fmla="*/ 13212 w 31146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1146" h="21600" fill="none" extrusionOk="0">
                    <a:moveTo>
                      <a:pt x="-1" y="4511"/>
                    </a:moveTo>
                    <a:cubicBezTo>
                      <a:pt x="3783" y="1586"/>
                      <a:pt x="8429" y="-1"/>
                      <a:pt x="13212" y="0"/>
                    </a:cubicBezTo>
                    <a:cubicBezTo>
                      <a:pt x="20409" y="0"/>
                      <a:pt x="27134" y="3585"/>
                      <a:pt x="31145" y="9561"/>
                    </a:cubicBezTo>
                  </a:path>
                  <a:path w="31146" h="21600" stroke="0" extrusionOk="0">
                    <a:moveTo>
                      <a:pt x="-1" y="4511"/>
                    </a:moveTo>
                    <a:cubicBezTo>
                      <a:pt x="3783" y="1586"/>
                      <a:pt x="8429" y="-1"/>
                      <a:pt x="13212" y="0"/>
                    </a:cubicBezTo>
                    <a:cubicBezTo>
                      <a:pt x="20409" y="0"/>
                      <a:pt x="27134" y="3585"/>
                      <a:pt x="31145" y="9561"/>
                    </a:cubicBezTo>
                    <a:lnTo>
                      <a:pt x="13212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  <p:sp>
            <p:nvSpPr>
              <p:cNvPr id="9345" name="Freeform 129"/>
              <p:cNvSpPr>
                <a:spLocks/>
              </p:cNvSpPr>
              <p:nvPr/>
            </p:nvSpPr>
            <p:spPr bwMode="hidden">
              <a:xfrm flipH="1">
                <a:off x="3307" y="981"/>
                <a:ext cx="426" cy="598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  <p:sp>
            <p:nvSpPr>
              <p:cNvPr id="9346" name="Freeform 130"/>
              <p:cNvSpPr>
                <a:spLocks/>
              </p:cNvSpPr>
              <p:nvPr/>
            </p:nvSpPr>
            <p:spPr bwMode="hidden">
              <a:xfrm flipH="1">
                <a:off x="3507" y="350"/>
                <a:ext cx="273" cy="597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  <p:sp>
            <p:nvSpPr>
              <p:cNvPr id="9347" name="Freeform 131"/>
              <p:cNvSpPr>
                <a:spLocks/>
              </p:cNvSpPr>
              <p:nvPr/>
            </p:nvSpPr>
            <p:spPr bwMode="hidden">
              <a:xfrm flipH="1">
                <a:off x="3821" y="172"/>
                <a:ext cx="164" cy="597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  <p:sp>
            <p:nvSpPr>
              <p:cNvPr id="9348" name="Freeform 132"/>
              <p:cNvSpPr>
                <a:spLocks/>
              </p:cNvSpPr>
              <p:nvPr/>
            </p:nvSpPr>
            <p:spPr bwMode="hidden">
              <a:xfrm>
                <a:off x="4841" y="894"/>
                <a:ext cx="395" cy="628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  <p:sp>
            <p:nvSpPr>
              <p:cNvPr id="9349" name="Freeform 133"/>
              <p:cNvSpPr>
                <a:spLocks/>
              </p:cNvSpPr>
              <p:nvPr/>
            </p:nvSpPr>
            <p:spPr bwMode="hidden">
              <a:xfrm>
                <a:off x="4636" y="576"/>
                <a:ext cx="594" cy="417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  <p:sp>
            <p:nvSpPr>
              <p:cNvPr id="9350" name="Freeform 134"/>
              <p:cNvSpPr>
                <a:spLocks/>
              </p:cNvSpPr>
              <p:nvPr/>
            </p:nvSpPr>
            <p:spPr bwMode="hidden">
              <a:xfrm>
                <a:off x="4658" y="132"/>
                <a:ext cx="260" cy="559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  <p:sp>
            <p:nvSpPr>
              <p:cNvPr id="9351" name="Freeform 135"/>
              <p:cNvSpPr>
                <a:spLocks/>
              </p:cNvSpPr>
              <p:nvPr/>
            </p:nvSpPr>
            <p:spPr bwMode="hidden">
              <a:xfrm rot="20253369">
                <a:off x="4401" y="599"/>
                <a:ext cx="175" cy="329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  <p:sp>
            <p:nvSpPr>
              <p:cNvPr id="9352" name="Freeform 136"/>
              <p:cNvSpPr>
                <a:spLocks/>
              </p:cNvSpPr>
              <p:nvPr/>
            </p:nvSpPr>
            <p:spPr bwMode="hidden">
              <a:xfrm rot="1346631" flipH="1">
                <a:off x="3783" y="589"/>
                <a:ext cx="172" cy="330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fr-FR" sz="1800"/>
              </a:p>
            </p:txBody>
          </p:sp>
        </p:grpSp>
      </p:grpSp>
      <p:sp>
        <p:nvSpPr>
          <p:cNvPr id="1027" name="Rectangle 137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301625"/>
            <a:ext cx="103632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r-FR" smtClean="0"/>
              <a:t>Click to edit Master title style</a:t>
            </a:r>
          </a:p>
        </p:txBody>
      </p:sp>
      <p:sp>
        <p:nvSpPr>
          <p:cNvPr id="1028" name="Rectangle 138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r-FR" smtClean="0"/>
              <a:t>Click to edit Master text styles</a:t>
            </a:r>
          </a:p>
          <a:p>
            <a:pPr lvl="1"/>
            <a:r>
              <a:rPr lang="en-US" altLang="fr-FR" smtClean="0"/>
              <a:t>Second level</a:t>
            </a:r>
          </a:p>
          <a:p>
            <a:pPr lvl="2"/>
            <a:r>
              <a:rPr lang="en-US" altLang="fr-FR" smtClean="0"/>
              <a:t>Third level</a:t>
            </a:r>
          </a:p>
          <a:p>
            <a:pPr lvl="3"/>
            <a:r>
              <a:rPr lang="en-US" altLang="fr-FR" smtClean="0"/>
              <a:t>Fourth level</a:t>
            </a:r>
          </a:p>
          <a:p>
            <a:pPr lvl="4"/>
            <a:r>
              <a:rPr lang="en-US" altLang="fr-FR" smtClean="0"/>
              <a:t>Fifth level</a:t>
            </a:r>
          </a:p>
        </p:txBody>
      </p:sp>
      <p:sp>
        <p:nvSpPr>
          <p:cNvPr id="9355" name="Rectangle 13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56" name="Rectangle 14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57" name="Rectangle 14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ffectLst/>
              </a:defRPr>
            </a:lvl1pPr>
          </a:lstStyle>
          <a:p>
            <a:fld id="{BFA5A180-65CB-4FE4-B8A5-AD2CF26CB31F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7981916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Char char="•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Times New Roman" panose="02020603050405020304" pitchFamily="18" charset="0"/>
        <a:buChar char="−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Times New Roman" panose="02020603050405020304" pitchFamily="18" charset="0"/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Times New Roman" pitchFamily="18" charset="0"/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Times New Roman" pitchFamily="18" charset="0"/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Times New Roman" pitchFamily="18" charset="0"/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Times New Roman" pitchFamily="18" charset="0"/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1847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sp>
          <p:nvSpPr>
            <p:cNvPr id="1049" name="Freeform 3"/>
            <p:cNvSpPr>
              <a:spLocks/>
            </p:cNvSpPr>
            <p:nvPr/>
          </p:nvSpPr>
          <p:spPr bwMode="hidden">
            <a:xfrm>
              <a:off x="0" y="3072"/>
              <a:ext cx="5760" cy="1248"/>
            </a:xfrm>
            <a:custGeom>
              <a:avLst/>
              <a:gdLst>
                <a:gd name="T0" fmla="*/ 6027 w 6027"/>
                <a:gd name="T1" fmla="*/ 2296 h 2296"/>
                <a:gd name="T2" fmla="*/ 0 w 6027"/>
                <a:gd name="T3" fmla="*/ 2296 h 2296"/>
                <a:gd name="T4" fmla="*/ 0 w 6027"/>
                <a:gd name="T5" fmla="*/ 0 h 2296"/>
                <a:gd name="T6" fmla="*/ 6027 w 6027"/>
                <a:gd name="T7" fmla="*/ 0 h 2296"/>
                <a:gd name="T8" fmla="*/ 6027 w 6027"/>
                <a:gd name="T9" fmla="*/ 2296 h 2296"/>
                <a:gd name="T10" fmla="*/ 6027 w 6027"/>
                <a:gd name="T11" fmla="*/ 2296 h 229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 sz="1800"/>
            </a:p>
          </p:txBody>
        </p:sp>
        <p:sp>
          <p:nvSpPr>
            <p:cNvPr id="4100" name="Freeform 4"/>
            <p:cNvSpPr>
              <a:spLocks/>
            </p:cNvSpPr>
            <p:nvPr/>
          </p:nvSpPr>
          <p:spPr bwMode="hidden">
            <a:xfrm>
              <a:off x="0" y="0"/>
              <a:ext cx="5760" cy="3072"/>
            </a:xfrm>
            <a:custGeom>
              <a:avLst/>
              <a:gdLst/>
              <a:ahLst/>
              <a:cxnLst>
                <a:cxn ang="0">
                  <a:pos x="6027" y="2296"/>
                </a:cxn>
                <a:cxn ang="0">
                  <a:pos x="0" y="2296"/>
                </a:cxn>
                <a:cxn ang="0">
                  <a:pos x="0" y="0"/>
                </a:cxn>
                <a:cxn ang="0">
                  <a:pos x="6027" y="0"/>
                </a:cxn>
                <a:cxn ang="0">
                  <a:pos x="6027" y="2296"/>
                </a:cxn>
                <a:cxn ang="0">
                  <a:pos x="6027" y="2296"/>
                </a:cxn>
              </a:cxnLst>
              <a:rect l="0" t="0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fr-FR" sz="1800"/>
            </a:p>
          </p:txBody>
        </p:sp>
      </p:grpSp>
      <p:sp>
        <p:nvSpPr>
          <p:cNvPr id="1027" name="Freeform 5"/>
          <p:cNvSpPr>
            <a:spLocks/>
          </p:cNvSpPr>
          <p:nvPr/>
        </p:nvSpPr>
        <p:spPr bwMode="hidden">
          <a:xfrm>
            <a:off x="8331200" y="6262688"/>
            <a:ext cx="3860800" cy="609600"/>
          </a:xfrm>
          <a:custGeom>
            <a:avLst/>
            <a:gdLst>
              <a:gd name="T0" fmla="*/ 5748 w 5748"/>
              <a:gd name="T1" fmla="*/ 246 h 246"/>
              <a:gd name="T2" fmla="*/ 0 w 5748"/>
              <a:gd name="T3" fmla="*/ 246 h 246"/>
              <a:gd name="T4" fmla="*/ 0 w 5748"/>
              <a:gd name="T5" fmla="*/ 0 h 246"/>
              <a:gd name="T6" fmla="*/ 5748 w 5748"/>
              <a:gd name="T7" fmla="*/ 0 h 246"/>
              <a:gd name="T8" fmla="*/ 5748 w 5748"/>
              <a:gd name="T9" fmla="*/ 246 h 246"/>
              <a:gd name="T10" fmla="*/ 5748 w 5748"/>
              <a:gd name="T11" fmla="*/ 246 h 24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48" h="246">
                <a:moveTo>
                  <a:pt x="5748" y="246"/>
                </a:moveTo>
                <a:lnTo>
                  <a:pt x="0" y="246"/>
                </a:lnTo>
                <a:lnTo>
                  <a:pt x="0" y="0"/>
                </a:lnTo>
                <a:lnTo>
                  <a:pt x="5748" y="0"/>
                </a:lnTo>
                <a:lnTo>
                  <a:pt x="5748" y="246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FR" sz="1800"/>
          </a:p>
        </p:txBody>
      </p:sp>
      <p:grpSp>
        <p:nvGrpSpPr>
          <p:cNvPr id="1028" name="Group 6"/>
          <p:cNvGrpSpPr>
            <a:grpSpLocks/>
          </p:cNvGrpSpPr>
          <p:nvPr/>
        </p:nvGrpSpPr>
        <p:grpSpPr bwMode="auto">
          <a:xfrm>
            <a:off x="0" y="6019800"/>
            <a:ext cx="10464800" cy="857250"/>
            <a:chOff x="0" y="3792"/>
            <a:chExt cx="4944" cy="540"/>
          </a:xfrm>
        </p:grpSpPr>
        <p:sp>
          <p:nvSpPr>
            <p:cNvPr id="4103" name="Freeform 7"/>
            <p:cNvSpPr>
              <a:spLocks/>
            </p:cNvSpPr>
            <p:nvPr userDrawn="1"/>
          </p:nvSpPr>
          <p:spPr bwMode="ltGray">
            <a:xfrm>
              <a:off x="1488" y="3792"/>
              <a:ext cx="3240" cy="536"/>
            </a:xfrm>
            <a:custGeom>
              <a:avLst/>
              <a:gdLst/>
              <a:ahLst/>
              <a:cxnLst>
                <a:cxn ang="0">
                  <a:pos x="3132" y="469"/>
                </a:cxn>
                <a:cxn ang="0">
                  <a:pos x="2995" y="395"/>
                </a:cxn>
                <a:cxn ang="0">
                  <a:pos x="2911" y="375"/>
                </a:cxn>
                <a:cxn ang="0">
                  <a:pos x="2678" y="228"/>
                </a:cxn>
                <a:cxn ang="0">
                  <a:pos x="2553" y="74"/>
                </a:cxn>
                <a:cxn ang="0">
                  <a:pos x="2457" y="7"/>
                </a:cxn>
                <a:cxn ang="0">
                  <a:pos x="2403" y="47"/>
                </a:cxn>
                <a:cxn ang="0">
                  <a:pos x="2289" y="74"/>
                </a:cxn>
                <a:cxn ang="0">
                  <a:pos x="2134" y="74"/>
                </a:cxn>
                <a:cxn ang="0">
                  <a:pos x="2044" y="128"/>
                </a:cxn>
                <a:cxn ang="0">
                  <a:pos x="1775" y="222"/>
                </a:cxn>
                <a:cxn ang="0">
                  <a:pos x="1602" y="181"/>
                </a:cxn>
                <a:cxn ang="0">
                  <a:pos x="1560" y="101"/>
                </a:cxn>
                <a:cxn ang="0">
                  <a:pos x="1542" y="87"/>
                </a:cxn>
                <a:cxn ang="0">
                  <a:pos x="1446" y="60"/>
                </a:cxn>
                <a:cxn ang="0">
                  <a:pos x="1375" y="74"/>
                </a:cxn>
                <a:cxn ang="0">
                  <a:pos x="1309" y="87"/>
                </a:cxn>
                <a:cxn ang="0">
                  <a:pos x="1243" y="13"/>
                </a:cxn>
                <a:cxn ang="0">
                  <a:pos x="1225" y="0"/>
                </a:cxn>
                <a:cxn ang="0">
                  <a:pos x="1189" y="0"/>
                </a:cxn>
                <a:cxn ang="0">
                  <a:pos x="1106" y="34"/>
                </a:cxn>
                <a:cxn ang="0">
                  <a:pos x="1106" y="34"/>
                </a:cxn>
                <a:cxn ang="0">
                  <a:pos x="1094" y="40"/>
                </a:cxn>
                <a:cxn ang="0">
                  <a:pos x="1070" y="54"/>
                </a:cxn>
                <a:cxn ang="0">
                  <a:pos x="1034" y="74"/>
                </a:cxn>
                <a:cxn ang="0">
                  <a:pos x="1004" y="74"/>
                </a:cxn>
                <a:cxn ang="0">
                  <a:pos x="986" y="74"/>
                </a:cxn>
                <a:cxn ang="0">
                  <a:pos x="956" y="81"/>
                </a:cxn>
                <a:cxn ang="0">
                  <a:pos x="920" y="94"/>
                </a:cxn>
                <a:cxn ang="0">
                  <a:pos x="884" y="107"/>
                </a:cxn>
                <a:cxn ang="0">
                  <a:pos x="843" y="128"/>
                </a:cxn>
                <a:cxn ang="0">
                  <a:pos x="813" y="141"/>
                </a:cxn>
                <a:cxn ang="0">
                  <a:pos x="789" y="148"/>
                </a:cxn>
                <a:cxn ang="0">
                  <a:pos x="783" y="154"/>
                </a:cxn>
                <a:cxn ang="0">
                  <a:pos x="556" y="228"/>
                </a:cxn>
                <a:cxn ang="0">
                  <a:pos x="394" y="294"/>
                </a:cxn>
                <a:cxn ang="0">
                  <a:pos x="107" y="462"/>
                </a:cxn>
                <a:cxn ang="0">
                  <a:pos x="0" y="536"/>
                </a:cxn>
                <a:cxn ang="0">
                  <a:pos x="3240" y="536"/>
                </a:cxn>
                <a:cxn ang="0">
                  <a:pos x="3132" y="469"/>
                </a:cxn>
                <a:cxn ang="0">
                  <a:pos x="3132" y="469"/>
                </a:cxn>
              </a:cxnLst>
              <a:rect l="0" t="0" r="r" b="b"/>
              <a:pathLst>
                <a:path w="3240" h="536">
                  <a:moveTo>
                    <a:pt x="3132" y="469"/>
                  </a:moveTo>
                  <a:lnTo>
                    <a:pt x="2995" y="395"/>
                  </a:lnTo>
                  <a:lnTo>
                    <a:pt x="2911" y="375"/>
                  </a:lnTo>
                  <a:lnTo>
                    <a:pt x="2678" y="228"/>
                  </a:lnTo>
                  <a:lnTo>
                    <a:pt x="2553" y="74"/>
                  </a:lnTo>
                  <a:lnTo>
                    <a:pt x="2457" y="7"/>
                  </a:lnTo>
                  <a:lnTo>
                    <a:pt x="2403" y="47"/>
                  </a:lnTo>
                  <a:lnTo>
                    <a:pt x="2289" y="74"/>
                  </a:lnTo>
                  <a:lnTo>
                    <a:pt x="2134" y="74"/>
                  </a:lnTo>
                  <a:lnTo>
                    <a:pt x="2044" y="128"/>
                  </a:lnTo>
                  <a:lnTo>
                    <a:pt x="1775" y="222"/>
                  </a:lnTo>
                  <a:lnTo>
                    <a:pt x="1602" y="181"/>
                  </a:lnTo>
                  <a:lnTo>
                    <a:pt x="1560" y="101"/>
                  </a:lnTo>
                  <a:lnTo>
                    <a:pt x="1542" y="87"/>
                  </a:lnTo>
                  <a:lnTo>
                    <a:pt x="1446" y="60"/>
                  </a:lnTo>
                  <a:lnTo>
                    <a:pt x="1375" y="74"/>
                  </a:lnTo>
                  <a:lnTo>
                    <a:pt x="1309" y="87"/>
                  </a:lnTo>
                  <a:lnTo>
                    <a:pt x="1243" y="13"/>
                  </a:lnTo>
                  <a:lnTo>
                    <a:pt x="1225" y="0"/>
                  </a:lnTo>
                  <a:lnTo>
                    <a:pt x="1189" y="0"/>
                  </a:lnTo>
                  <a:lnTo>
                    <a:pt x="1106" y="34"/>
                  </a:lnTo>
                  <a:lnTo>
                    <a:pt x="1106" y="34"/>
                  </a:lnTo>
                  <a:lnTo>
                    <a:pt x="1094" y="40"/>
                  </a:lnTo>
                  <a:lnTo>
                    <a:pt x="1070" y="54"/>
                  </a:lnTo>
                  <a:lnTo>
                    <a:pt x="1034" y="74"/>
                  </a:lnTo>
                  <a:lnTo>
                    <a:pt x="1004" y="74"/>
                  </a:lnTo>
                  <a:lnTo>
                    <a:pt x="986" y="74"/>
                  </a:lnTo>
                  <a:lnTo>
                    <a:pt x="956" y="81"/>
                  </a:lnTo>
                  <a:lnTo>
                    <a:pt x="920" y="94"/>
                  </a:lnTo>
                  <a:lnTo>
                    <a:pt x="884" y="107"/>
                  </a:lnTo>
                  <a:lnTo>
                    <a:pt x="843" y="128"/>
                  </a:lnTo>
                  <a:lnTo>
                    <a:pt x="813" y="141"/>
                  </a:lnTo>
                  <a:lnTo>
                    <a:pt x="789" y="148"/>
                  </a:lnTo>
                  <a:lnTo>
                    <a:pt x="783" y="154"/>
                  </a:lnTo>
                  <a:lnTo>
                    <a:pt x="556" y="228"/>
                  </a:lnTo>
                  <a:lnTo>
                    <a:pt x="394" y="294"/>
                  </a:lnTo>
                  <a:lnTo>
                    <a:pt x="107" y="462"/>
                  </a:lnTo>
                  <a:lnTo>
                    <a:pt x="0" y="536"/>
                  </a:lnTo>
                  <a:lnTo>
                    <a:pt x="3240" y="536"/>
                  </a:lnTo>
                  <a:lnTo>
                    <a:pt x="3132" y="469"/>
                  </a:lnTo>
                  <a:lnTo>
                    <a:pt x="3132" y="469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fr-FR" sz="1800"/>
            </a:p>
          </p:txBody>
        </p:sp>
        <p:grpSp>
          <p:nvGrpSpPr>
            <p:cNvPr id="1042" name="Group 8"/>
            <p:cNvGrpSpPr>
              <a:grpSpLocks/>
            </p:cNvGrpSpPr>
            <p:nvPr userDrawn="1"/>
          </p:nvGrpSpPr>
          <p:grpSpPr bwMode="auto">
            <a:xfrm>
              <a:off x="2486" y="3792"/>
              <a:ext cx="2458" cy="540"/>
              <a:chOff x="2486" y="3792"/>
              <a:chExt cx="2458" cy="540"/>
            </a:xfrm>
          </p:grpSpPr>
          <p:sp>
            <p:nvSpPr>
              <p:cNvPr id="1044" name="Freeform 9"/>
              <p:cNvSpPr>
                <a:spLocks/>
              </p:cNvSpPr>
              <p:nvPr userDrawn="1"/>
            </p:nvSpPr>
            <p:spPr bwMode="ltGray">
              <a:xfrm>
                <a:off x="3948" y="3799"/>
                <a:ext cx="996" cy="533"/>
              </a:xfrm>
              <a:custGeom>
                <a:avLst/>
                <a:gdLst>
                  <a:gd name="T0" fmla="*/ 636 w 996"/>
                  <a:gd name="T1" fmla="*/ 373 h 533"/>
                  <a:gd name="T2" fmla="*/ 495 w 996"/>
                  <a:gd name="T3" fmla="*/ 370 h 533"/>
                  <a:gd name="T4" fmla="*/ 280 w 996"/>
                  <a:gd name="T5" fmla="*/ 249 h 533"/>
                  <a:gd name="T6" fmla="*/ 127 w 996"/>
                  <a:gd name="T7" fmla="*/ 66 h 533"/>
                  <a:gd name="T8" fmla="*/ 0 w 996"/>
                  <a:gd name="T9" fmla="*/ 0 h 533"/>
                  <a:gd name="T10" fmla="*/ 22 w 996"/>
                  <a:gd name="T11" fmla="*/ 26 h 533"/>
                  <a:gd name="T12" fmla="*/ 0 w 996"/>
                  <a:gd name="T13" fmla="*/ 65 h 533"/>
                  <a:gd name="T14" fmla="*/ 30 w 996"/>
                  <a:gd name="T15" fmla="*/ 119 h 533"/>
                  <a:gd name="T16" fmla="*/ 75 w 996"/>
                  <a:gd name="T17" fmla="*/ 243 h 533"/>
                  <a:gd name="T18" fmla="*/ 45 w 996"/>
                  <a:gd name="T19" fmla="*/ 422 h 533"/>
                  <a:gd name="T20" fmla="*/ 200 w 996"/>
                  <a:gd name="T21" fmla="*/ 329 h 533"/>
                  <a:gd name="T22" fmla="*/ 612 w 996"/>
                  <a:gd name="T23" fmla="*/ 533 h 533"/>
                  <a:gd name="T24" fmla="*/ 996 w 996"/>
                  <a:gd name="T25" fmla="*/ 529 h 533"/>
                  <a:gd name="T26" fmla="*/ 828 w 996"/>
                  <a:gd name="T27" fmla="*/ 473 h 533"/>
                  <a:gd name="T28" fmla="*/ 636 w 996"/>
                  <a:gd name="T29" fmla="*/ 373 h 53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996" h="533">
                    <a:moveTo>
                      <a:pt x="636" y="373"/>
                    </a:moveTo>
                    <a:lnTo>
                      <a:pt x="495" y="370"/>
                    </a:lnTo>
                    <a:lnTo>
                      <a:pt x="280" y="249"/>
                    </a:lnTo>
                    <a:lnTo>
                      <a:pt x="127" y="66"/>
                    </a:lnTo>
                    <a:lnTo>
                      <a:pt x="0" y="0"/>
                    </a:lnTo>
                    <a:lnTo>
                      <a:pt x="22" y="26"/>
                    </a:lnTo>
                    <a:lnTo>
                      <a:pt x="0" y="65"/>
                    </a:lnTo>
                    <a:lnTo>
                      <a:pt x="30" y="119"/>
                    </a:lnTo>
                    <a:lnTo>
                      <a:pt x="75" y="243"/>
                    </a:lnTo>
                    <a:lnTo>
                      <a:pt x="45" y="422"/>
                    </a:lnTo>
                    <a:lnTo>
                      <a:pt x="200" y="329"/>
                    </a:lnTo>
                    <a:lnTo>
                      <a:pt x="612" y="533"/>
                    </a:lnTo>
                    <a:lnTo>
                      <a:pt x="996" y="529"/>
                    </a:lnTo>
                    <a:lnTo>
                      <a:pt x="828" y="473"/>
                    </a:lnTo>
                    <a:lnTo>
                      <a:pt x="636" y="373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 sz="1800"/>
              </a:p>
            </p:txBody>
          </p:sp>
          <p:sp>
            <p:nvSpPr>
              <p:cNvPr id="1045" name="Freeform 10"/>
              <p:cNvSpPr>
                <a:spLocks/>
              </p:cNvSpPr>
              <p:nvPr userDrawn="1"/>
            </p:nvSpPr>
            <p:spPr bwMode="ltGray">
              <a:xfrm>
                <a:off x="2677" y="3792"/>
                <a:ext cx="186" cy="395"/>
              </a:xfrm>
              <a:custGeom>
                <a:avLst/>
                <a:gdLst>
                  <a:gd name="T0" fmla="*/ 36 w 186"/>
                  <a:gd name="T1" fmla="*/ 0 h 353"/>
                  <a:gd name="T2" fmla="*/ 54 w 186"/>
                  <a:gd name="T3" fmla="*/ 18 h 353"/>
                  <a:gd name="T4" fmla="*/ 24 w 186"/>
                  <a:gd name="T5" fmla="*/ 30 h 353"/>
                  <a:gd name="T6" fmla="*/ 18 w 186"/>
                  <a:gd name="T7" fmla="*/ 66 h 353"/>
                  <a:gd name="T8" fmla="*/ 42 w 186"/>
                  <a:gd name="T9" fmla="*/ 114 h 353"/>
                  <a:gd name="T10" fmla="*/ 48 w 186"/>
                  <a:gd name="T11" fmla="*/ 162 h 353"/>
                  <a:gd name="T12" fmla="*/ 0 w 186"/>
                  <a:gd name="T13" fmla="*/ 353 h 353"/>
                  <a:gd name="T14" fmla="*/ 54 w 186"/>
                  <a:gd name="T15" fmla="*/ 233 h 353"/>
                  <a:gd name="T16" fmla="*/ 84 w 186"/>
                  <a:gd name="T17" fmla="*/ 216 h 353"/>
                  <a:gd name="T18" fmla="*/ 126 w 186"/>
                  <a:gd name="T19" fmla="*/ 126 h 353"/>
                  <a:gd name="T20" fmla="*/ 144 w 186"/>
                  <a:gd name="T21" fmla="*/ 120 h 353"/>
                  <a:gd name="T22" fmla="*/ 144 w 186"/>
                  <a:gd name="T23" fmla="*/ 90 h 353"/>
                  <a:gd name="T24" fmla="*/ 186 w 186"/>
                  <a:gd name="T25" fmla="*/ 66 h 353"/>
                  <a:gd name="T26" fmla="*/ 162 w 186"/>
                  <a:gd name="T27" fmla="*/ 60 h 353"/>
                  <a:gd name="T28" fmla="*/ 36 w 186"/>
                  <a:gd name="T29" fmla="*/ 0 h 353"/>
                  <a:gd name="T30" fmla="*/ 36 w 186"/>
                  <a:gd name="T31" fmla="*/ 0 h 35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86" h="353">
                    <a:moveTo>
                      <a:pt x="36" y="0"/>
                    </a:moveTo>
                    <a:lnTo>
                      <a:pt x="54" y="18"/>
                    </a:lnTo>
                    <a:lnTo>
                      <a:pt x="24" y="30"/>
                    </a:lnTo>
                    <a:lnTo>
                      <a:pt x="18" y="66"/>
                    </a:lnTo>
                    <a:lnTo>
                      <a:pt x="42" y="114"/>
                    </a:lnTo>
                    <a:lnTo>
                      <a:pt x="48" y="162"/>
                    </a:lnTo>
                    <a:lnTo>
                      <a:pt x="0" y="353"/>
                    </a:lnTo>
                    <a:lnTo>
                      <a:pt x="54" y="233"/>
                    </a:lnTo>
                    <a:lnTo>
                      <a:pt x="84" y="216"/>
                    </a:lnTo>
                    <a:lnTo>
                      <a:pt x="126" y="126"/>
                    </a:lnTo>
                    <a:lnTo>
                      <a:pt x="144" y="120"/>
                    </a:lnTo>
                    <a:lnTo>
                      <a:pt x="144" y="90"/>
                    </a:lnTo>
                    <a:lnTo>
                      <a:pt x="186" y="66"/>
                    </a:lnTo>
                    <a:lnTo>
                      <a:pt x="162" y="6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 sz="1800"/>
              </a:p>
            </p:txBody>
          </p:sp>
          <p:sp>
            <p:nvSpPr>
              <p:cNvPr id="1046" name="Freeform 11"/>
              <p:cNvSpPr>
                <a:spLocks/>
              </p:cNvSpPr>
              <p:nvPr userDrawn="1"/>
            </p:nvSpPr>
            <p:spPr bwMode="ltGray">
              <a:xfrm>
                <a:off x="3030" y="3893"/>
                <a:ext cx="378" cy="271"/>
              </a:xfrm>
              <a:custGeom>
                <a:avLst/>
                <a:gdLst>
                  <a:gd name="T0" fmla="*/ 18 w 378"/>
                  <a:gd name="T1" fmla="*/ 0 h 271"/>
                  <a:gd name="T2" fmla="*/ 12 w 378"/>
                  <a:gd name="T3" fmla="*/ 13 h 271"/>
                  <a:gd name="T4" fmla="*/ 0 w 378"/>
                  <a:gd name="T5" fmla="*/ 40 h 271"/>
                  <a:gd name="T6" fmla="*/ 60 w 378"/>
                  <a:gd name="T7" fmla="*/ 121 h 271"/>
                  <a:gd name="T8" fmla="*/ 310 w 378"/>
                  <a:gd name="T9" fmla="*/ 271 h 271"/>
                  <a:gd name="T10" fmla="*/ 290 w 378"/>
                  <a:gd name="T11" fmla="*/ 139 h 271"/>
                  <a:gd name="T12" fmla="*/ 378 w 378"/>
                  <a:gd name="T13" fmla="*/ 76 h 271"/>
                  <a:gd name="T14" fmla="*/ 251 w 378"/>
                  <a:gd name="T15" fmla="*/ 94 h 271"/>
                  <a:gd name="T16" fmla="*/ 90 w 378"/>
                  <a:gd name="T17" fmla="*/ 54 h 271"/>
                  <a:gd name="T18" fmla="*/ 18 w 378"/>
                  <a:gd name="T19" fmla="*/ 0 h 271"/>
                  <a:gd name="T20" fmla="*/ 18 w 378"/>
                  <a:gd name="T21" fmla="*/ 0 h 27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8" h="271">
                    <a:moveTo>
                      <a:pt x="18" y="0"/>
                    </a:moveTo>
                    <a:lnTo>
                      <a:pt x="12" y="13"/>
                    </a:lnTo>
                    <a:lnTo>
                      <a:pt x="0" y="40"/>
                    </a:lnTo>
                    <a:lnTo>
                      <a:pt x="60" y="121"/>
                    </a:lnTo>
                    <a:lnTo>
                      <a:pt x="310" y="271"/>
                    </a:lnTo>
                    <a:lnTo>
                      <a:pt x="290" y="139"/>
                    </a:lnTo>
                    <a:lnTo>
                      <a:pt x="378" y="76"/>
                    </a:lnTo>
                    <a:lnTo>
                      <a:pt x="251" y="94"/>
                    </a:lnTo>
                    <a:lnTo>
                      <a:pt x="90" y="54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 sz="1800"/>
              </a:p>
            </p:txBody>
          </p:sp>
          <p:sp>
            <p:nvSpPr>
              <p:cNvPr id="1047" name="Freeform 12"/>
              <p:cNvSpPr>
                <a:spLocks/>
              </p:cNvSpPr>
              <p:nvPr userDrawn="1"/>
            </p:nvSpPr>
            <p:spPr bwMode="ltGray">
              <a:xfrm>
                <a:off x="3628" y="3866"/>
                <a:ext cx="155" cy="74"/>
              </a:xfrm>
              <a:custGeom>
                <a:avLst/>
                <a:gdLst>
                  <a:gd name="T0" fmla="*/ 114 w 155"/>
                  <a:gd name="T1" fmla="*/ 0 h 66"/>
                  <a:gd name="T2" fmla="*/ 0 w 155"/>
                  <a:gd name="T3" fmla="*/ 0 h 66"/>
                  <a:gd name="T4" fmla="*/ 0 w 155"/>
                  <a:gd name="T5" fmla="*/ 0 h 66"/>
                  <a:gd name="T6" fmla="*/ 6 w 155"/>
                  <a:gd name="T7" fmla="*/ 6 h 66"/>
                  <a:gd name="T8" fmla="*/ 6 w 155"/>
                  <a:gd name="T9" fmla="*/ 18 h 66"/>
                  <a:gd name="T10" fmla="*/ 0 w 155"/>
                  <a:gd name="T11" fmla="*/ 24 h 66"/>
                  <a:gd name="T12" fmla="*/ 78 w 155"/>
                  <a:gd name="T13" fmla="*/ 60 h 66"/>
                  <a:gd name="T14" fmla="*/ 96 w 155"/>
                  <a:gd name="T15" fmla="*/ 42 h 66"/>
                  <a:gd name="T16" fmla="*/ 155 w 155"/>
                  <a:gd name="T17" fmla="*/ 66 h 66"/>
                  <a:gd name="T18" fmla="*/ 126 w 155"/>
                  <a:gd name="T19" fmla="*/ 24 h 66"/>
                  <a:gd name="T20" fmla="*/ 149 w 155"/>
                  <a:gd name="T21" fmla="*/ 0 h 66"/>
                  <a:gd name="T22" fmla="*/ 114 w 155"/>
                  <a:gd name="T23" fmla="*/ 0 h 66"/>
                  <a:gd name="T24" fmla="*/ 114 w 155"/>
                  <a:gd name="T25" fmla="*/ 0 h 6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55" h="66">
                    <a:moveTo>
                      <a:pt x="114" y="0"/>
                    </a:moveTo>
                    <a:lnTo>
                      <a:pt x="0" y="0"/>
                    </a:lnTo>
                    <a:lnTo>
                      <a:pt x="6" y="6"/>
                    </a:lnTo>
                    <a:lnTo>
                      <a:pt x="6" y="18"/>
                    </a:lnTo>
                    <a:lnTo>
                      <a:pt x="0" y="24"/>
                    </a:lnTo>
                    <a:lnTo>
                      <a:pt x="78" y="60"/>
                    </a:lnTo>
                    <a:lnTo>
                      <a:pt x="96" y="42"/>
                    </a:lnTo>
                    <a:lnTo>
                      <a:pt x="155" y="66"/>
                    </a:lnTo>
                    <a:lnTo>
                      <a:pt x="126" y="24"/>
                    </a:lnTo>
                    <a:lnTo>
                      <a:pt x="149" y="0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 sz="1800"/>
              </a:p>
            </p:txBody>
          </p:sp>
          <p:sp>
            <p:nvSpPr>
              <p:cNvPr id="1048" name="Freeform 13"/>
              <p:cNvSpPr>
                <a:spLocks/>
              </p:cNvSpPr>
              <p:nvPr userDrawn="1"/>
            </p:nvSpPr>
            <p:spPr bwMode="ltGray">
              <a:xfrm>
                <a:off x="2486" y="3859"/>
                <a:ext cx="42" cy="81"/>
              </a:xfrm>
              <a:custGeom>
                <a:avLst/>
                <a:gdLst>
                  <a:gd name="T0" fmla="*/ 6 w 42"/>
                  <a:gd name="T1" fmla="*/ 36 h 72"/>
                  <a:gd name="T2" fmla="*/ 0 w 42"/>
                  <a:gd name="T3" fmla="*/ 18 h 72"/>
                  <a:gd name="T4" fmla="*/ 12 w 42"/>
                  <a:gd name="T5" fmla="*/ 6 h 72"/>
                  <a:gd name="T6" fmla="*/ 0 w 42"/>
                  <a:gd name="T7" fmla="*/ 6 h 72"/>
                  <a:gd name="T8" fmla="*/ 12 w 42"/>
                  <a:gd name="T9" fmla="*/ 6 h 72"/>
                  <a:gd name="T10" fmla="*/ 24 w 42"/>
                  <a:gd name="T11" fmla="*/ 6 h 72"/>
                  <a:gd name="T12" fmla="*/ 36 w 42"/>
                  <a:gd name="T13" fmla="*/ 6 h 72"/>
                  <a:gd name="T14" fmla="*/ 42 w 42"/>
                  <a:gd name="T15" fmla="*/ 0 h 72"/>
                  <a:gd name="T16" fmla="*/ 30 w 42"/>
                  <a:gd name="T17" fmla="*/ 18 h 72"/>
                  <a:gd name="T18" fmla="*/ 42 w 42"/>
                  <a:gd name="T19" fmla="*/ 48 h 72"/>
                  <a:gd name="T20" fmla="*/ 12 w 42"/>
                  <a:gd name="T21" fmla="*/ 72 h 72"/>
                  <a:gd name="T22" fmla="*/ 6 w 42"/>
                  <a:gd name="T23" fmla="*/ 36 h 72"/>
                  <a:gd name="T24" fmla="*/ 6 w 42"/>
                  <a:gd name="T25" fmla="*/ 36 h 7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2" h="72">
                    <a:moveTo>
                      <a:pt x="6" y="36"/>
                    </a:moveTo>
                    <a:lnTo>
                      <a:pt x="0" y="18"/>
                    </a:lnTo>
                    <a:lnTo>
                      <a:pt x="12" y="6"/>
                    </a:lnTo>
                    <a:lnTo>
                      <a:pt x="0" y="6"/>
                    </a:lnTo>
                    <a:lnTo>
                      <a:pt x="12" y="6"/>
                    </a:lnTo>
                    <a:lnTo>
                      <a:pt x="24" y="6"/>
                    </a:lnTo>
                    <a:lnTo>
                      <a:pt x="36" y="6"/>
                    </a:lnTo>
                    <a:lnTo>
                      <a:pt x="42" y="0"/>
                    </a:lnTo>
                    <a:lnTo>
                      <a:pt x="30" y="18"/>
                    </a:lnTo>
                    <a:lnTo>
                      <a:pt x="42" y="48"/>
                    </a:lnTo>
                    <a:lnTo>
                      <a:pt x="12" y="72"/>
                    </a:lnTo>
                    <a:lnTo>
                      <a:pt x="6" y="36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 sz="1800"/>
              </a:p>
            </p:txBody>
          </p:sp>
        </p:grpSp>
        <p:sp>
          <p:nvSpPr>
            <p:cNvPr id="4110" name="Freeform 14"/>
            <p:cNvSpPr>
              <a:spLocks/>
            </p:cNvSpPr>
            <p:nvPr userDrawn="1"/>
          </p:nvSpPr>
          <p:spPr bwMode="ltGray">
            <a:xfrm>
              <a:off x="0" y="3792"/>
              <a:ext cx="3976" cy="535"/>
            </a:xfrm>
            <a:custGeom>
              <a:avLst/>
              <a:gdLst/>
              <a:ahLst/>
              <a:cxnLst>
                <a:cxn ang="0">
                  <a:pos x="3976" y="527"/>
                </a:cxn>
                <a:cxn ang="0">
                  <a:pos x="3970" y="527"/>
                </a:cxn>
                <a:cxn ang="0">
                  <a:pos x="3844" y="509"/>
                </a:cxn>
                <a:cxn ang="0">
                  <a:pos x="2487" y="305"/>
                </a:cxn>
                <a:cxn ang="0">
                  <a:pos x="2039" y="36"/>
                </a:cxn>
                <a:cxn ang="0">
                  <a:pos x="1907" y="24"/>
                </a:cxn>
                <a:cxn ang="0">
                  <a:pos x="1883" y="54"/>
                </a:cxn>
                <a:cxn ang="0">
                  <a:pos x="1859" y="54"/>
                </a:cxn>
                <a:cxn ang="0">
                  <a:pos x="1830" y="30"/>
                </a:cxn>
                <a:cxn ang="0">
                  <a:pos x="1704" y="102"/>
                </a:cxn>
                <a:cxn ang="0">
                  <a:pos x="1608" y="126"/>
                </a:cxn>
                <a:cxn ang="0">
                  <a:pos x="1561" y="132"/>
                </a:cxn>
                <a:cxn ang="0">
                  <a:pos x="1495" y="102"/>
                </a:cxn>
                <a:cxn ang="0">
                  <a:pos x="1357" y="126"/>
                </a:cxn>
                <a:cxn ang="0">
                  <a:pos x="1285" y="24"/>
                </a:cxn>
                <a:cxn ang="0">
                  <a:pos x="1280" y="18"/>
                </a:cxn>
                <a:cxn ang="0">
                  <a:pos x="1262" y="12"/>
                </a:cxn>
                <a:cxn ang="0">
                  <a:pos x="1238" y="6"/>
                </a:cxn>
                <a:cxn ang="0">
                  <a:pos x="1220" y="0"/>
                </a:cxn>
                <a:cxn ang="0">
                  <a:pos x="1196" y="0"/>
                </a:cxn>
                <a:cxn ang="0">
                  <a:pos x="1166" y="0"/>
                </a:cxn>
                <a:cxn ang="0">
                  <a:pos x="1142" y="0"/>
                </a:cxn>
                <a:cxn ang="0">
                  <a:pos x="1136" y="0"/>
                </a:cxn>
                <a:cxn ang="0">
                  <a:pos x="1130" y="0"/>
                </a:cxn>
                <a:cxn ang="0">
                  <a:pos x="1124" y="6"/>
                </a:cxn>
                <a:cxn ang="0">
                  <a:pos x="1118" y="12"/>
                </a:cxn>
                <a:cxn ang="0">
                  <a:pos x="1100" y="18"/>
                </a:cxn>
                <a:cxn ang="0">
                  <a:pos x="1088" y="18"/>
                </a:cxn>
                <a:cxn ang="0">
                  <a:pos x="1070" y="24"/>
                </a:cxn>
                <a:cxn ang="0">
                  <a:pos x="1052" y="30"/>
                </a:cxn>
                <a:cxn ang="0">
                  <a:pos x="1034" y="36"/>
                </a:cxn>
                <a:cxn ang="0">
                  <a:pos x="1028" y="42"/>
                </a:cxn>
                <a:cxn ang="0">
                  <a:pos x="969" y="60"/>
                </a:cxn>
                <a:cxn ang="0">
                  <a:pos x="921" y="72"/>
                </a:cxn>
                <a:cxn ang="0">
                  <a:pos x="855" y="48"/>
                </a:cxn>
                <a:cxn ang="0">
                  <a:pos x="825" y="48"/>
                </a:cxn>
                <a:cxn ang="0">
                  <a:pos x="759" y="72"/>
                </a:cxn>
                <a:cxn ang="0">
                  <a:pos x="735" y="72"/>
                </a:cxn>
                <a:cxn ang="0">
                  <a:pos x="706" y="60"/>
                </a:cxn>
                <a:cxn ang="0">
                  <a:pos x="640" y="60"/>
                </a:cxn>
                <a:cxn ang="0">
                  <a:pos x="544" y="72"/>
                </a:cxn>
                <a:cxn ang="0">
                  <a:pos x="389" y="18"/>
                </a:cxn>
                <a:cxn ang="0">
                  <a:pos x="323" y="60"/>
                </a:cxn>
                <a:cxn ang="0">
                  <a:pos x="317" y="60"/>
                </a:cxn>
                <a:cxn ang="0">
                  <a:pos x="305" y="72"/>
                </a:cxn>
                <a:cxn ang="0">
                  <a:pos x="287" y="78"/>
                </a:cxn>
                <a:cxn ang="0">
                  <a:pos x="263" y="90"/>
                </a:cxn>
                <a:cxn ang="0">
                  <a:pos x="203" y="120"/>
                </a:cxn>
                <a:cxn ang="0">
                  <a:pos x="149" y="150"/>
                </a:cxn>
                <a:cxn ang="0">
                  <a:pos x="78" y="168"/>
                </a:cxn>
                <a:cxn ang="0">
                  <a:pos x="0" y="180"/>
                </a:cxn>
                <a:cxn ang="0">
                  <a:pos x="0" y="527"/>
                </a:cxn>
                <a:cxn ang="0">
                  <a:pos x="1010" y="527"/>
                </a:cxn>
                <a:cxn ang="0">
                  <a:pos x="3725" y="527"/>
                </a:cxn>
                <a:cxn ang="0">
                  <a:pos x="3976" y="527"/>
                </a:cxn>
                <a:cxn ang="0">
                  <a:pos x="3976" y="527"/>
                </a:cxn>
              </a:cxnLst>
              <a:rect l="0" t="0" r="r" b="b"/>
              <a:pathLst>
                <a:path w="3976" h="527">
                  <a:moveTo>
                    <a:pt x="3976" y="527"/>
                  </a:moveTo>
                  <a:lnTo>
                    <a:pt x="3970" y="527"/>
                  </a:lnTo>
                  <a:lnTo>
                    <a:pt x="3844" y="509"/>
                  </a:lnTo>
                  <a:lnTo>
                    <a:pt x="2487" y="305"/>
                  </a:lnTo>
                  <a:lnTo>
                    <a:pt x="2039" y="36"/>
                  </a:lnTo>
                  <a:lnTo>
                    <a:pt x="1907" y="24"/>
                  </a:lnTo>
                  <a:lnTo>
                    <a:pt x="1883" y="54"/>
                  </a:lnTo>
                  <a:lnTo>
                    <a:pt x="1859" y="54"/>
                  </a:lnTo>
                  <a:lnTo>
                    <a:pt x="1830" y="30"/>
                  </a:lnTo>
                  <a:lnTo>
                    <a:pt x="1704" y="102"/>
                  </a:lnTo>
                  <a:lnTo>
                    <a:pt x="1608" y="126"/>
                  </a:lnTo>
                  <a:lnTo>
                    <a:pt x="1561" y="132"/>
                  </a:lnTo>
                  <a:lnTo>
                    <a:pt x="1495" y="102"/>
                  </a:lnTo>
                  <a:lnTo>
                    <a:pt x="1357" y="126"/>
                  </a:lnTo>
                  <a:lnTo>
                    <a:pt x="1285" y="24"/>
                  </a:lnTo>
                  <a:lnTo>
                    <a:pt x="1280" y="18"/>
                  </a:lnTo>
                  <a:lnTo>
                    <a:pt x="1262" y="12"/>
                  </a:lnTo>
                  <a:lnTo>
                    <a:pt x="1238" y="6"/>
                  </a:lnTo>
                  <a:lnTo>
                    <a:pt x="1220" y="0"/>
                  </a:lnTo>
                  <a:lnTo>
                    <a:pt x="1196" y="0"/>
                  </a:lnTo>
                  <a:lnTo>
                    <a:pt x="1166" y="0"/>
                  </a:lnTo>
                  <a:lnTo>
                    <a:pt x="1142" y="0"/>
                  </a:lnTo>
                  <a:lnTo>
                    <a:pt x="1136" y="0"/>
                  </a:lnTo>
                  <a:lnTo>
                    <a:pt x="1130" y="0"/>
                  </a:lnTo>
                  <a:lnTo>
                    <a:pt x="1124" y="6"/>
                  </a:lnTo>
                  <a:lnTo>
                    <a:pt x="1118" y="12"/>
                  </a:lnTo>
                  <a:lnTo>
                    <a:pt x="1100" y="18"/>
                  </a:lnTo>
                  <a:lnTo>
                    <a:pt x="1088" y="18"/>
                  </a:lnTo>
                  <a:lnTo>
                    <a:pt x="1070" y="24"/>
                  </a:lnTo>
                  <a:lnTo>
                    <a:pt x="1052" y="30"/>
                  </a:lnTo>
                  <a:lnTo>
                    <a:pt x="1034" y="36"/>
                  </a:lnTo>
                  <a:lnTo>
                    <a:pt x="1028" y="42"/>
                  </a:lnTo>
                  <a:lnTo>
                    <a:pt x="969" y="60"/>
                  </a:lnTo>
                  <a:lnTo>
                    <a:pt x="921" y="72"/>
                  </a:lnTo>
                  <a:lnTo>
                    <a:pt x="855" y="48"/>
                  </a:lnTo>
                  <a:lnTo>
                    <a:pt x="825" y="48"/>
                  </a:lnTo>
                  <a:lnTo>
                    <a:pt x="759" y="72"/>
                  </a:lnTo>
                  <a:lnTo>
                    <a:pt x="735" y="72"/>
                  </a:lnTo>
                  <a:lnTo>
                    <a:pt x="706" y="60"/>
                  </a:lnTo>
                  <a:lnTo>
                    <a:pt x="640" y="60"/>
                  </a:lnTo>
                  <a:lnTo>
                    <a:pt x="544" y="72"/>
                  </a:lnTo>
                  <a:lnTo>
                    <a:pt x="389" y="18"/>
                  </a:lnTo>
                  <a:lnTo>
                    <a:pt x="323" y="60"/>
                  </a:lnTo>
                  <a:lnTo>
                    <a:pt x="317" y="60"/>
                  </a:lnTo>
                  <a:lnTo>
                    <a:pt x="305" y="72"/>
                  </a:lnTo>
                  <a:lnTo>
                    <a:pt x="287" y="78"/>
                  </a:lnTo>
                  <a:lnTo>
                    <a:pt x="263" y="90"/>
                  </a:lnTo>
                  <a:lnTo>
                    <a:pt x="203" y="120"/>
                  </a:lnTo>
                  <a:lnTo>
                    <a:pt x="149" y="150"/>
                  </a:lnTo>
                  <a:lnTo>
                    <a:pt x="78" y="168"/>
                  </a:lnTo>
                  <a:lnTo>
                    <a:pt x="0" y="180"/>
                  </a:lnTo>
                  <a:lnTo>
                    <a:pt x="0" y="527"/>
                  </a:lnTo>
                  <a:lnTo>
                    <a:pt x="1010" y="527"/>
                  </a:lnTo>
                  <a:lnTo>
                    <a:pt x="3725" y="527"/>
                  </a:lnTo>
                  <a:lnTo>
                    <a:pt x="3976" y="527"/>
                  </a:lnTo>
                  <a:lnTo>
                    <a:pt x="3976" y="527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75686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fr-FR" sz="1800"/>
            </a:p>
          </p:txBody>
        </p:sp>
      </p:grpSp>
      <p:grpSp>
        <p:nvGrpSpPr>
          <p:cNvPr id="1029" name="Group 15"/>
          <p:cNvGrpSpPr>
            <a:grpSpLocks/>
          </p:cNvGrpSpPr>
          <p:nvPr/>
        </p:nvGrpSpPr>
        <p:grpSpPr bwMode="auto">
          <a:xfrm>
            <a:off x="836085" y="6021388"/>
            <a:ext cx="7579783" cy="849312"/>
            <a:chOff x="395" y="3793"/>
            <a:chExt cx="3581" cy="535"/>
          </a:xfrm>
        </p:grpSpPr>
        <p:sp>
          <p:nvSpPr>
            <p:cNvPr id="1035" name="Freeform 16"/>
            <p:cNvSpPr>
              <a:spLocks/>
            </p:cNvSpPr>
            <p:nvPr/>
          </p:nvSpPr>
          <p:spPr bwMode="auto">
            <a:xfrm>
              <a:off x="1196" y="3793"/>
              <a:ext cx="365" cy="291"/>
            </a:xfrm>
            <a:custGeom>
              <a:avLst/>
              <a:gdLst>
                <a:gd name="T0" fmla="*/ 24 w 365"/>
                <a:gd name="T1" fmla="*/ 24 h 287"/>
                <a:gd name="T2" fmla="*/ 0 w 365"/>
                <a:gd name="T3" fmla="*/ 60 h 287"/>
                <a:gd name="T4" fmla="*/ 66 w 365"/>
                <a:gd name="T5" fmla="*/ 108 h 287"/>
                <a:gd name="T6" fmla="*/ 143 w 365"/>
                <a:gd name="T7" fmla="*/ 180 h 287"/>
                <a:gd name="T8" fmla="*/ 191 w 365"/>
                <a:gd name="T9" fmla="*/ 168 h 287"/>
                <a:gd name="T10" fmla="*/ 341 w 365"/>
                <a:gd name="T11" fmla="*/ 287 h 287"/>
                <a:gd name="T12" fmla="*/ 305 w 365"/>
                <a:gd name="T13" fmla="*/ 174 h 287"/>
                <a:gd name="T14" fmla="*/ 365 w 365"/>
                <a:gd name="T15" fmla="*/ 132 h 287"/>
                <a:gd name="T16" fmla="*/ 359 w 365"/>
                <a:gd name="T17" fmla="*/ 126 h 287"/>
                <a:gd name="T18" fmla="*/ 335 w 365"/>
                <a:gd name="T19" fmla="*/ 114 h 287"/>
                <a:gd name="T20" fmla="*/ 299 w 365"/>
                <a:gd name="T21" fmla="*/ 90 h 287"/>
                <a:gd name="T22" fmla="*/ 257 w 365"/>
                <a:gd name="T23" fmla="*/ 72 h 287"/>
                <a:gd name="T24" fmla="*/ 215 w 365"/>
                <a:gd name="T25" fmla="*/ 54 h 287"/>
                <a:gd name="T26" fmla="*/ 173 w 365"/>
                <a:gd name="T27" fmla="*/ 36 h 287"/>
                <a:gd name="T28" fmla="*/ 143 w 365"/>
                <a:gd name="T29" fmla="*/ 24 h 287"/>
                <a:gd name="T30" fmla="*/ 131 w 365"/>
                <a:gd name="T31" fmla="*/ 18 h 287"/>
                <a:gd name="T32" fmla="*/ 107 w 365"/>
                <a:gd name="T33" fmla="*/ 18 h 287"/>
                <a:gd name="T34" fmla="*/ 95 w 365"/>
                <a:gd name="T35" fmla="*/ 18 h 287"/>
                <a:gd name="T36" fmla="*/ 72 w 365"/>
                <a:gd name="T37" fmla="*/ 12 h 287"/>
                <a:gd name="T38" fmla="*/ 66 w 365"/>
                <a:gd name="T39" fmla="*/ 12 h 287"/>
                <a:gd name="T40" fmla="*/ 54 w 365"/>
                <a:gd name="T41" fmla="*/ 6 h 287"/>
                <a:gd name="T42" fmla="*/ 42 w 365"/>
                <a:gd name="T43" fmla="*/ 0 h 287"/>
                <a:gd name="T44" fmla="*/ 30 w 365"/>
                <a:gd name="T45" fmla="*/ 0 h 287"/>
                <a:gd name="T46" fmla="*/ 24 w 365"/>
                <a:gd name="T47" fmla="*/ 24 h 287"/>
                <a:gd name="T48" fmla="*/ 24 w 365"/>
                <a:gd name="T49" fmla="*/ 24 h 28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65" h="287">
                  <a:moveTo>
                    <a:pt x="24" y="24"/>
                  </a:moveTo>
                  <a:lnTo>
                    <a:pt x="0" y="60"/>
                  </a:lnTo>
                  <a:lnTo>
                    <a:pt x="66" y="108"/>
                  </a:lnTo>
                  <a:lnTo>
                    <a:pt x="143" y="180"/>
                  </a:lnTo>
                  <a:lnTo>
                    <a:pt x="191" y="168"/>
                  </a:lnTo>
                  <a:lnTo>
                    <a:pt x="341" y="287"/>
                  </a:lnTo>
                  <a:lnTo>
                    <a:pt x="305" y="174"/>
                  </a:lnTo>
                  <a:lnTo>
                    <a:pt x="365" y="132"/>
                  </a:lnTo>
                  <a:lnTo>
                    <a:pt x="359" y="126"/>
                  </a:lnTo>
                  <a:lnTo>
                    <a:pt x="335" y="114"/>
                  </a:lnTo>
                  <a:lnTo>
                    <a:pt x="299" y="90"/>
                  </a:lnTo>
                  <a:lnTo>
                    <a:pt x="257" y="72"/>
                  </a:lnTo>
                  <a:lnTo>
                    <a:pt x="215" y="54"/>
                  </a:lnTo>
                  <a:lnTo>
                    <a:pt x="173" y="36"/>
                  </a:lnTo>
                  <a:lnTo>
                    <a:pt x="143" y="24"/>
                  </a:lnTo>
                  <a:lnTo>
                    <a:pt x="131" y="18"/>
                  </a:lnTo>
                  <a:lnTo>
                    <a:pt x="107" y="18"/>
                  </a:lnTo>
                  <a:lnTo>
                    <a:pt x="95" y="18"/>
                  </a:lnTo>
                  <a:lnTo>
                    <a:pt x="72" y="12"/>
                  </a:lnTo>
                  <a:lnTo>
                    <a:pt x="66" y="12"/>
                  </a:lnTo>
                  <a:lnTo>
                    <a:pt x="54" y="6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 sz="1800"/>
            </a:p>
          </p:txBody>
        </p:sp>
        <p:sp>
          <p:nvSpPr>
            <p:cNvPr id="1036" name="Freeform 17"/>
            <p:cNvSpPr>
              <a:spLocks/>
            </p:cNvSpPr>
            <p:nvPr/>
          </p:nvSpPr>
          <p:spPr bwMode="auto">
            <a:xfrm>
              <a:off x="1943" y="3829"/>
              <a:ext cx="2033" cy="499"/>
            </a:xfrm>
            <a:custGeom>
              <a:avLst/>
              <a:gdLst>
                <a:gd name="T0" fmla="*/ 186 w 2033"/>
                <a:gd name="T1" fmla="*/ 18 h 499"/>
                <a:gd name="T2" fmla="*/ 138 w 2033"/>
                <a:gd name="T3" fmla="*/ 6 h 499"/>
                <a:gd name="T4" fmla="*/ 96 w 2033"/>
                <a:gd name="T5" fmla="*/ 0 h 499"/>
                <a:gd name="T6" fmla="*/ 36 w 2033"/>
                <a:gd name="T7" fmla="*/ 0 h 499"/>
                <a:gd name="T8" fmla="*/ 12 w 2033"/>
                <a:gd name="T9" fmla="*/ 25 h 499"/>
                <a:gd name="T10" fmla="*/ 0 w 2033"/>
                <a:gd name="T11" fmla="*/ 128 h 499"/>
                <a:gd name="T12" fmla="*/ 60 w 2033"/>
                <a:gd name="T13" fmla="*/ 104 h 499"/>
                <a:gd name="T14" fmla="*/ 90 w 2033"/>
                <a:gd name="T15" fmla="*/ 134 h 499"/>
                <a:gd name="T16" fmla="*/ 150 w 2033"/>
                <a:gd name="T17" fmla="*/ 153 h 499"/>
                <a:gd name="T18" fmla="*/ 209 w 2033"/>
                <a:gd name="T19" fmla="*/ 273 h 499"/>
                <a:gd name="T20" fmla="*/ 401 w 2033"/>
                <a:gd name="T21" fmla="*/ 359 h 499"/>
                <a:gd name="T22" fmla="*/ 777 w 2033"/>
                <a:gd name="T23" fmla="*/ 359 h 499"/>
                <a:gd name="T24" fmla="*/ 2033 w 2033"/>
                <a:gd name="T25" fmla="*/ 499 h 499"/>
                <a:gd name="T26" fmla="*/ 2033 w 2033"/>
                <a:gd name="T27" fmla="*/ 499 h 499"/>
                <a:gd name="T28" fmla="*/ 1991 w 2033"/>
                <a:gd name="T29" fmla="*/ 493 h 499"/>
                <a:gd name="T30" fmla="*/ 676 w 2033"/>
                <a:gd name="T31" fmla="*/ 243 h 499"/>
                <a:gd name="T32" fmla="*/ 514 w 2033"/>
                <a:gd name="T33" fmla="*/ 159 h 499"/>
                <a:gd name="T34" fmla="*/ 425 w 2033"/>
                <a:gd name="T35" fmla="*/ 110 h 499"/>
                <a:gd name="T36" fmla="*/ 365 w 2033"/>
                <a:gd name="T37" fmla="*/ 92 h 499"/>
                <a:gd name="T38" fmla="*/ 281 w 2033"/>
                <a:gd name="T39" fmla="*/ 61 h 499"/>
                <a:gd name="T40" fmla="*/ 186 w 2033"/>
                <a:gd name="T41" fmla="*/ 18 h 499"/>
                <a:gd name="T42" fmla="*/ 186 w 2033"/>
                <a:gd name="T43" fmla="*/ 18 h 499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033" h="499">
                  <a:moveTo>
                    <a:pt x="186" y="18"/>
                  </a:moveTo>
                  <a:lnTo>
                    <a:pt x="138" y="6"/>
                  </a:lnTo>
                  <a:lnTo>
                    <a:pt x="96" y="0"/>
                  </a:lnTo>
                  <a:lnTo>
                    <a:pt x="36" y="0"/>
                  </a:lnTo>
                  <a:lnTo>
                    <a:pt x="12" y="25"/>
                  </a:lnTo>
                  <a:lnTo>
                    <a:pt x="0" y="128"/>
                  </a:lnTo>
                  <a:lnTo>
                    <a:pt x="60" y="104"/>
                  </a:lnTo>
                  <a:lnTo>
                    <a:pt x="90" y="134"/>
                  </a:lnTo>
                  <a:lnTo>
                    <a:pt x="150" y="153"/>
                  </a:lnTo>
                  <a:lnTo>
                    <a:pt x="209" y="273"/>
                  </a:lnTo>
                  <a:lnTo>
                    <a:pt x="401" y="359"/>
                  </a:lnTo>
                  <a:lnTo>
                    <a:pt x="777" y="359"/>
                  </a:lnTo>
                  <a:lnTo>
                    <a:pt x="2033" y="499"/>
                  </a:lnTo>
                  <a:lnTo>
                    <a:pt x="1991" y="493"/>
                  </a:lnTo>
                  <a:lnTo>
                    <a:pt x="676" y="243"/>
                  </a:lnTo>
                  <a:lnTo>
                    <a:pt x="514" y="159"/>
                  </a:lnTo>
                  <a:lnTo>
                    <a:pt x="425" y="110"/>
                  </a:lnTo>
                  <a:lnTo>
                    <a:pt x="365" y="92"/>
                  </a:lnTo>
                  <a:lnTo>
                    <a:pt x="281" y="61"/>
                  </a:lnTo>
                  <a:lnTo>
                    <a:pt x="186" y="1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 sz="1800"/>
            </a:p>
          </p:txBody>
        </p:sp>
        <p:sp>
          <p:nvSpPr>
            <p:cNvPr id="1037" name="Freeform 18"/>
            <p:cNvSpPr>
              <a:spLocks/>
            </p:cNvSpPr>
            <p:nvPr/>
          </p:nvSpPr>
          <p:spPr bwMode="auto">
            <a:xfrm>
              <a:off x="1830" y="3823"/>
              <a:ext cx="71" cy="61"/>
            </a:xfrm>
            <a:custGeom>
              <a:avLst/>
              <a:gdLst>
                <a:gd name="T0" fmla="*/ 0 w 71"/>
                <a:gd name="T1" fmla="*/ 18 h 60"/>
                <a:gd name="T2" fmla="*/ 6 w 71"/>
                <a:gd name="T3" fmla="*/ 18 h 60"/>
                <a:gd name="T4" fmla="*/ 12 w 71"/>
                <a:gd name="T5" fmla="*/ 12 h 60"/>
                <a:gd name="T6" fmla="*/ 6 w 71"/>
                <a:gd name="T7" fmla="*/ 6 h 60"/>
                <a:gd name="T8" fmla="*/ 0 w 71"/>
                <a:gd name="T9" fmla="*/ 0 h 60"/>
                <a:gd name="T10" fmla="*/ 29 w 71"/>
                <a:gd name="T11" fmla="*/ 18 h 60"/>
                <a:gd name="T12" fmla="*/ 53 w 71"/>
                <a:gd name="T13" fmla="*/ 18 h 60"/>
                <a:gd name="T14" fmla="*/ 59 w 71"/>
                <a:gd name="T15" fmla="*/ 30 h 60"/>
                <a:gd name="T16" fmla="*/ 65 w 71"/>
                <a:gd name="T17" fmla="*/ 42 h 60"/>
                <a:gd name="T18" fmla="*/ 71 w 71"/>
                <a:gd name="T19" fmla="*/ 54 h 60"/>
                <a:gd name="T20" fmla="*/ 71 w 71"/>
                <a:gd name="T21" fmla="*/ 60 h 60"/>
                <a:gd name="T22" fmla="*/ 59 w 71"/>
                <a:gd name="T23" fmla="*/ 54 h 60"/>
                <a:gd name="T24" fmla="*/ 47 w 71"/>
                <a:gd name="T25" fmla="*/ 42 h 60"/>
                <a:gd name="T26" fmla="*/ 23 w 71"/>
                <a:gd name="T27" fmla="*/ 30 h 60"/>
                <a:gd name="T28" fmla="*/ 23 w 71"/>
                <a:gd name="T29" fmla="*/ 36 h 60"/>
                <a:gd name="T30" fmla="*/ 18 w 71"/>
                <a:gd name="T31" fmla="*/ 42 h 60"/>
                <a:gd name="T32" fmla="*/ 12 w 71"/>
                <a:gd name="T33" fmla="*/ 48 h 60"/>
                <a:gd name="T34" fmla="*/ 6 w 71"/>
                <a:gd name="T35" fmla="*/ 48 h 60"/>
                <a:gd name="T36" fmla="*/ 6 w 71"/>
                <a:gd name="T37" fmla="*/ 48 h 60"/>
                <a:gd name="T38" fmla="*/ 6 w 71"/>
                <a:gd name="T39" fmla="*/ 36 h 60"/>
                <a:gd name="T40" fmla="*/ 0 w 71"/>
                <a:gd name="T41" fmla="*/ 18 h 60"/>
                <a:gd name="T42" fmla="*/ 0 w 71"/>
                <a:gd name="T43" fmla="*/ 18 h 6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71" h="60">
                  <a:moveTo>
                    <a:pt x="0" y="18"/>
                  </a:moveTo>
                  <a:lnTo>
                    <a:pt x="6" y="18"/>
                  </a:lnTo>
                  <a:lnTo>
                    <a:pt x="12" y="12"/>
                  </a:lnTo>
                  <a:lnTo>
                    <a:pt x="6" y="6"/>
                  </a:lnTo>
                  <a:lnTo>
                    <a:pt x="0" y="0"/>
                  </a:lnTo>
                  <a:lnTo>
                    <a:pt x="29" y="18"/>
                  </a:lnTo>
                  <a:lnTo>
                    <a:pt x="53" y="18"/>
                  </a:lnTo>
                  <a:lnTo>
                    <a:pt x="59" y="30"/>
                  </a:lnTo>
                  <a:lnTo>
                    <a:pt x="65" y="42"/>
                  </a:lnTo>
                  <a:lnTo>
                    <a:pt x="71" y="54"/>
                  </a:lnTo>
                  <a:lnTo>
                    <a:pt x="71" y="60"/>
                  </a:lnTo>
                  <a:lnTo>
                    <a:pt x="59" y="54"/>
                  </a:lnTo>
                  <a:lnTo>
                    <a:pt x="47" y="42"/>
                  </a:lnTo>
                  <a:lnTo>
                    <a:pt x="23" y="30"/>
                  </a:lnTo>
                  <a:lnTo>
                    <a:pt x="23" y="36"/>
                  </a:lnTo>
                  <a:lnTo>
                    <a:pt x="18" y="42"/>
                  </a:lnTo>
                  <a:lnTo>
                    <a:pt x="12" y="48"/>
                  </a:lnTo>
                  <a:lnTo>
                    <a:pt x="6" y="48"/>
                  </a:lnTo>
                  <a:lnTo>
                    <a:pt x="6" y="36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 sz="1800"/>
            </a:p>
          </p:txBody>
        </p:sp>
        <p:sp>
          <p:nvSpPr>
            <p:cNvPr id="1038" name="Freeform 19"/>
            <p:cNvSpPr>
              <a:spLocks/>
            </p:cNvSpPr>
            <p:nvPr/>
          </p:nvSpPr>
          <p:spPr bwMode="auto">
            <a:xfrm>
              <a:off x="855" y="3842"/>
              <a:ext cx="161" cy="164"/>
            </a:xfrm>
            <a:custGeom>
              <a:avLst/>
              <a:gdLst>
                <a:gd name="T0" fmla="*/ 30 w 161"/>
                <a:gd name="T1" fmla="*/ 0 h 162"/>
                <a:gd name="T2" fmla="*/ 48 w 161"/>
                <a:gd name="T3" fmla="*/ 6 h 162"/>
                <a:gd name="T4" fmla="*/ 72 w 161"/>
                <a:gd name="T5" fmla="*/ 6 h 162"/>
                <a:gd name="T6" fmla="*/ 114 w 161"/>
                <a:gd name="T7" fmla="*/ 12 h 162"/>
                <a:gd name="T8" fmla="*/ 96 w 161"/>
                <a:gd name="T9" fmla="*/ 54 h 162"/>
                <a:gd name="T10" fmla="*/ 96 w 161"/>
                <a:gd name="T11" fmla="*/ 60 h 162"/>
                <a:gd name="T12" fmla="*/ 102 w 161"/>
                <a:gd name="T13" fmla="*/ 72 h 162"/>
                <a:gd name="T14" fmla="*/ 108 w 161"/>
                <a:gd name="T15" fmla="*/ 84 h 162"/>
                <a:gd name="T16" fmla="*/ 120 w 161"/>
                <a:gd name="T17" fmla="*/ 96 h 162"/>
                <a:gd name="T18" fmla="*/ 143 w 161"/>
                <a:gd name="T19" fmla="*/ 114 h 162"/>
                <a:gd name="T20" fmla="*/ 155 w 161"/>
                <a:gd name="T21" fmla="*/ 138 h 162"/>
                <a:gd name="T22" fmla="*/ 161 w 161"/>
                <a:gd name="T23" fmla="*/ 156 h 162"/>
                <a:gd name="T24" fmla="*/ 161 w 161"/>
                <a:gd name="T25" fmla="*/ 162 h 162"/>
                <a:gd name="T26" fmla="*/ 96 w 161"/>
                <a:gd name="T27" fmla="*/ 102 h 162"/>
                <a:gd name="T28" fmla="*/ 30 w 161"/>
                <a:gd name="T29" fmla="*/ 54 h 162"/>
                <a:gd name="T30" fmla="*/ 0 w 161"/>
                <a:gd name="T31" fmla="*/ 0 h 162"/>
                <a:gd name="T32" fmla="*/ 30 w 161"/>
                <a:gd name="T33" fmla="*/ 0 h 162"/>
                <a:gd name="T34" fmla="*/ 30 w 161"/>
                <a:gd name="T35" fmla="*/ 0 h 16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61" h="162">
                  <a:moveTo>
                    <a:pt x="30" y="0"/>
                  </a:moveTo>
                  <a:lnTo>
                    <a:pt x="48" y="6"/>
                  </a:lnTo>
                  <a:lnTo>
                    <a:pt x="72" y="6"/>
                  </a:lnTo>
                  <a:lnTo>
                    <a:pt x="114" y="12"/>
                  </a:lnTo>
                  <a:lnTo>
                    <a:pt x="96" y="54"/>
                  </a:lnTo>
                  <a:lnTo>
                    <a:pt x="96" y="60"/>
                  </a:lnTo>
                  <a:lnTo>
                    <a:pt x="102" y="72"/>
                  </a:lnTo>
                  <a:lnTo>
                    <a:pt x="108" y="84"/>
                  </a:lnTo>
                  <a:lnTo>
                    <a:pt x="120" y="96"/>
                  </a:lnTo>
                  <a:lnTo>
                    <a:pt x="143" y="114"/>
                  </a:lnTo>
                  <a:lnTo>
                    <a:pt x="155" y="138"/>
                  </a:lnTo>
                  <a:lnTo>
                    <a:pt x="161" y="156"/>
                  </a:lnTo>
                  <a:lnTo>
                    <a:pt x="161" y="162"/>
                  </a:lnTo>
                  <a:lnTo>
                    <a:pt x="96" y="102"/>
                  </a:lnTo>
                  <a:lnTo>
                    <a:pt x="30" y="54"/>
                  </a:lnTo>
                  <a:lnTo>
                    <a:pt x="0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 sz="1800"/>
            </a:p>
          </p:txBody>
        </p:sp>
        <p:sp>
          <p:nvSpPr>
            <p:cNvPr id="1039" name="Freeform 20"/>
            <p:cNvSpPr>
              <a:spLocks/>
            </p:cNvSpPr>
            <p:nvPr/>
          </p:nvSpPr>
          <p:spPr bwMode="auto">
            <a:xfrm>
              <a:off x="706" y="3854"/>
              <a:ext cx="59" cy="61"/>
            </a:xfrm>
            <a:custGeom>
              <a:avLst/>
              <a:gdLst>
                <a:gd name="T0" fmla="*/ 59 w 59"/>
                <a:gd name="T1" fmla="*/ 6 h 60"/>
                <a:gd name="T2" fmla="*/ 41 w 59"/>
                <a:gd name="T3" fmla="*/ 30 h 60"/>
                <a:gd name="T4" fmla="*/ 41 w 59"/>
                <a:gd name="T5" fmla="*/ 36 h 60"/>
                <a:gd name="T6" fmla="*/ 47 w 59"/>
                <a:gd name="T7" fmla="*/ 42 h 60"/>
                <a:gd name="T8" fmla="*/ 53 w 59"/>
                <a:gd name="T9" fmla="*/ 54 h 60"/>
                <a:gd name="T10" fmla="*/ 53 w 59"/>
                <a:gd name="T11" fmla="*/ 60 h 60"/>
                <a:gd name="T12" fmla="*/ 47 w 59"/>
                <a:gd name="T13" fmla="*/ 54 h 60"/>
                <a:gd name="T14" fmla="*/ 35 w 59"/>
                <a:gd name="T15" fmla="*/ 48 h 60"/>
                <a:gd name="T16" fmla="*/ 23 w 59"/>
                <a:gd name="T17" fmla="*/ 36 h 60"/>
                <a:gd name="T18" fmla="*/ 17 w 59"/>
                <a:gd name="T19" fmla="*/ 30 h 60"/>
                <a:gd name="T20" fmla="*/ 0 w 59"/>
                <a:gd name="T21" fmla="*/ 0 h 60"/>
                <a:gd name="T22" fmla="*/ 59 w 59"/>
                <a:gd name="T23" fmla="*/ 6 h 60"/>
                <a:gd name="T24" fmla="*/ 59 w 59"/>
                <a:gd name="T25" fmla="*/ 6 h 6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9" h="60">
                  <a:moveTo>
                    <a:pt x="59" y="6"/>
                  </a:moveTo>
                  <a:lnTo>
                    <a:pt x="41" y="30"/>
                  </a:lnTo>
                  <a:lnTo>
                    <a:pt x="41" y="36"/>
                  </a:lnTo>
                  <a:lnTo>
                    <a:pt x="47" y="42"/>
                  </a:lnTo>
                  <a:lnTo>
                    <a:pt x="53" y="54"/>
                  </a:lnTo>
                  <a:lnTo>
                    <a:pt x="53" y="60"/>
                  </a:lnTo>
                  <a:lnTo>
                    <a:pt x="47" y="54"/>
                  </a:lnTo>
                  <a:lnTo>
                    <a:pt x="35" y="48"/>
                  </a:lnTo>
                  <a:lnTo>
                    <a:pt x="23" y="36"/>
                  </a:lnTo>
                  <a:lnTo>
                    <a:pt x="17" y="30"/>
                  </a:lnTo>
                  <a:lnTo>
                    <a:pt x="0" y="0"/>
                  </a:lnTo>
                  <a:lnTo>
                    <a:pt x="59" y="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 sz="1800"/>
            </a:p>
          </p:txBody>
        </p:sp>
        <p:sp>
          <p:nvSpPr>
            <p:cNvPr id="1040" name="Freeform 21"/>
            <p:cNvSpPr>
              <a:spLocks/>
            </p:cNvSpPr>
            <p:nvPr/>
          </p:nvSpPr>
          <p:spPr bwMode="auto">
            <a:xfrm>
              <a:off x="395" y="3811"/>
              <a:ext cx="245" cy="207"/>
            </a:xfrm>
            <a:custGeom>
              <a:avLst/>
              <a:gdLst>
                <a:gd name="T0" fmla="*/ 233 w 245"/>
                <a:gd name="T1" fmla="*/ 36 h 204"/>
                <a:gd name="T2" fmla="*/ 245 w 245"/>
                <a:gd name="T3" fmla="*/ 42 h 204"/>
                <a:gd name="T4" fmla="*/ 209 w 245"/>
                <a:gd name="T5" fmla="*/ 84 h 204"/>
                <a:gd name="T6" fmla="*/ 143 w 245"/>
                <a:gd name="T7" fmla="*/ 132 h 204"/>
                <a:gd name="T8" fmla="*/ 167 w 245"/>
                <a:gd name="T9" fmla="*/ 156 h 204"/>
                <a:gd name="T10" fmla="*/ 179 w 245"/>
                <a:gd name="T11" fmla="*/ 204 h 204"/>
                <a:gd name="T12" fmla="*/ 77 w 245"/>
                <a:gd name="T13" fmla="*/ 132 h 204"/>
                <a:gd name="T14" fmla="*/ 47 w 245"/>
                <a:gd name="T15" fmla="*/ 84 h 204"/>
                <a:gd name="T16" fmla="*/ 89 w 245"/>
                <a:gd name="T17" fmla="*/ 66 h 204"/>
                <a:gd name="T18" fmla="*/ 59 w 245"/>
                <a:gd name="T19" fmla="*/ 36 h 204"/>
                <a:gd name="T20" fmla="*/ 0 w 245"/>
                <a:gd name="T21" fmla="*/ 12 h 204"/>
                <a:gd name="T22" fmla="*/ 0 w 245"/>
                <a:gd name="T23" fmla="*/ 0 h 204"/>
                <a:gd name="T24" fmla="*/ 6 w 245"/>
                <a:gd name="T25" fmla="*/ 0 h 204"/>
                <a:gd name="T26" fmla="*/ 12 w 245"/>
                <a:gd name="T27" fmla="*/ 0 h 204"/>
                <a:gd name="T28" fmla="*/ 47 w 245"/>
                <a:gd name="T29" fmla="*/ 6 h 204"/>
                <a:gd name="T30" fmla="*/ 77 w 245"/>
                <a:gd name="T31" fmla="*/ 6 h 204"/>
                <a:gd name="T32" fmla="*/ 83 w 245"/>
                <a:gd name="T33" fmla="*/ 6 h 204"/>
                <a:gd name="T34" fmla="*/ 89 w 245"/>
                <a:gd name="T35" fmla="*/ 6 h 204"/>
                <a:gd name="T36" fmla="*/ 101 w 245"/>
                <a:gd name="T37" fmla="*/ 12 h 204"/>
                <a:gd name="T38" fmla="*/ 125 w 245"/>
                <a:gd name="T39" fmla="*/ 12 h 204"/>
                <a:gd name="T40" fmla="*/ 143 w 245"/>
                <a:gd name="T41" fmla="*/ 18 h 204"/>
                <a:gd name="T42" fmla="*/ 149 w 245"/>
                <a:gd name="T43" fmla="*/ 18 h 204"/>
                <a:gd name="T44" fmla="*/ 149 w 245"/>
                <a:gd name="T45" fmla="*/ 18 h 204"/>
                <a:gd name="T46" fmla="*/ 203 w 245"/>
                <a:gd name="T47" fmla="*/ 24 h 204"/>
                <a:gd name="T48" fmla="*/ 233 w 245"/>
                <a:gd name="T49" fmla="*/ 36 h 204"/>
                <a:gd name="T50" fmla="*/ 233 w 245"/>
                <a:gd name="T51" fmla="*/ 36 h 20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245" h="204">
                  <a:moveTo>
                    <a:pt x="233" y="36"/>
                  </a:moveTo>
                  <a:lnTo>
                    <a:pt x="245" y="42"/>
                  </a:lnTo>
                  <a:lnTo>
                    <a:pt x="209" y="84"/>
                  </a:lnTo>
                  <a:lnTo>
                    <a:pt x="143" y="132"/>
                  </a:lnTo>
                  <a:lnTo>
                    <a:pt x="167" y="156"/>
                  </a:lnTo>
                  <a:lnTo>
                    <a:pt x="179" y="204"/>
                  </a:lnTo>
                  <a:lnTo>
                    <a:pt x="77" y="132"/>
                  </a:lnTo>
                  <a:lnTo>
                    <a:pt x="47" y="84"/>
                  </a:lnTo>
                  <a:lnTo>
                    <a:pt x="89" y="66"/>
                  </a:lnTo>
                  <a:lnTo>
                    <a:pt x="59" y="36"/>
                  </a:lnTo>
                  <a:lnTo>
                    <a:pt x="0" y="12"/>
                  </a:lnTo>
                  <a:lnTo>
                    <a:pt x="0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47" y="6"/>
                  </a:lnTo>
                  <a:lnTo>
                    <a:pt x="77" y="6"/>
                  </a:lnTo>
                  <a:lnTo>
                    <a:pt x="83" y="6"/>
                  </a:lnTo>
                  <a:lnTo>
                    <a:pt x="89" y="6"/>
                  </a:lnTo>
                  <a:lnTo>
                    <a:pt x="101" y="12"/>
                  </a:lnTo>
                  <a:lnTo>
                    <a:pt x="125" y="12"/>
                  </a:lnTo>
                  <a:lnTo>
                    <a:pt x="143" y="18"/>
                  </a:lnTo>
                  <a:lnTo>
                    <a:pt x="149" y="18"/>
                  </a:lnTo>
                  <a:lnTo>
                    <a:pt x="203" y="24"/>
                  </a:lnTo>
                  <a:lnTo>
                    <a:pt x="233" y="3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 sz="1800"/>
            </a:p>
          </p:txBody>
        </p:sp>
      </p:grpSp>
      <p:sp>
        <p:nvSpPr>
          <p:cNvPr id="4118" name="Rectangle 2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28600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31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r-FR" smtClean="0"/>
              <a:t>Click to edit Master text styles</a:t>
            </a:r>
          </a:p>
          <a:p>
            <a:pPr lvl="1"/>
            <a:r>
              <a:rPr lang="en-US" altLang="fr-FR" smtClean="0"/>
              <a:t>Second level</a:t>
            </a:r>
          </a:p>
          <a:p>
            <a:pPr lvl="2"/>
            <a:r>
              <a:rPr lang="en-US" altLang="fr-FR" smtClean="0"/>
              <a:t>Third level</a:t>
            </a:r>
          </a:p>
          <a:p>
            <a:pPr lvl="3"/>
            <a:r>
              <a:rPr lang="en-US" altLang="fr-FR" smtClean="0"/>
              <a:t>Fourth level</a:t>
            </a:r>
          </a:p>
          <a:p>
            <a:pPr lvl="4"/>
            <a:r>
              <a:rPr lang="en-US" altLang="fr-FR" smtClean="0"/>
              <a:t>Fifth level</a:t>
            </a:r>
          </a:p>
        </p:txBody>
      </p:sp>
      <p:sp>
        <p:nvSpPr>
          <p:cNvPr id="4120" name="Rectangle 2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21" name="Rectangle 2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22" name="Rectangle 2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4EC7676-299C-4069-AFA8-726EA666D9AB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18197154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wm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7" Type="http://schemas.openxmlformats.org/officeDocument/2006/relationships/image" Target="../media/image1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png"/><Relationship Id="rId5" Type="http://schemas.openxmlformats.org/officeDocument/2006/relationships/image" Target="../media/image9.wmf"/><Relationship Id="rId4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.png"/><Relationship Id="rId5" Type="http://schemas.openxmlformats.org/officeDocument/2006/relationships/image" Target="../media/image9.wmf"/><Relationship Id="rId4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9.wmf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7" Type="http://schemas.openxmlformats.org/officeDocument/2006/relationships/image" Target="../media/image1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png"/><Relationship Id="rId5" Type="http://schemas.openxmlformats.org/officeDocument/2006/relationships/image" Target="../media/image9.wmf"/><Relationship Id="rId4" Type="http://schemas.openxmlformats.org/officeDocument/2006/relationships/image" Target="../media/image4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7" Type="http://schemas.openxmlformats.org/officeDocument/2006/relationships/image" Target="../media/image1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png"/><Relationship Id="rId5" Type="http://schemas.openxmlformats.org/officeDocument/2006/relationships/image" Target="../media/image9.wmf"/><Relationship Id="rId4" Type="http://schemas.openxmlformats.org/officeDocument/2006/relationships/image" Target="../media/image4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7" Type="http://schemas.openxmlformats.org/officeDocument/2006/relationships/image" Target="../media/image1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png"/><Relationship Id="rId5" Type="http://schemas.openxmlformats.org/officeDocument/2006/relationships/image" Target="../media/image9.wmf"/><Relationship Id="rId4" Type="http://schemas.openxmlformats.org/officeDocument/2006/relationships/image" Target="../media/image4.w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7" Type="http://schemas.openxmlformats.org/officeDocument/2006/relationships/image" Target="../media/image1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png"/><Relationship Id="rId5" Type="http://schemas.openxmlformats.org/officeDocument/2006/relationships/image" Target="../media/image9.wmf"/><Relationship Id="rId4" Type="http://schemas.openxmlformats.org/officeDocument/2006/relationships/image" Target="../media/image4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7" Type="http://schemas.openxmlformats.org/officeDocument/2006/relationships/image" Target="../media/image1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png"/><Relationship Id="rId5" Type="http://schemas.openxmlformats.org/officeDocument/2006/relationships/image" Target="../media/image9.wmf"/><Relationship Id="rId4" Type="http://schemas.openxmlformats.org/officeDocument/2006/relationships/image" Target="../media/image4.w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7" Type="http://schemas.openxmlformats.org/officeDocument/2006/relationships/image" Target="../media/image1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wmf"/><Relationship Id="rId5" Type="http://schemas.openxmlformats.org/officeDocument/2006/relationships/image" Target="../media/image9.wmf"/><Relationship Id="rId4" Type="http://schemas.openxmlformats.org/officeDocument/2006/relationships/image" Target="../media/image4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7" Type="http://schemas.openxmlformats.org/officeDocument/2006/relationships/image" Target="../media/image1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7.jpg"/><Relationship Id="rId5" Type="http://schemas.openxmlformats.org/officeDocument/2006/relationships/image" Target="../media/image9.wmf"/><Relationship Id="rId4" Type="http://schemas.openxmlformats.org/officeDocument/2006/relationships/image" Target="../media/image4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7" Type="http://schemas.openxmlformats.org/officeDocument/2006/relationships/image" Target="../media/image1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wmf"/><Relationship Id="rId5" Type="http://schemas.openxmlformats.org/officeDocument/2006/relationships/image" Target="../media/image9.wmf"/><Relationship Id="rId4" Type="http://schemas.openxmlformats.org/officeDocument/2006/relationships/image" Target="../media/image4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7" Type="http://schemas.openxmlformats.org/officeDocument/2006/relationships/image" Target="../media/image1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wmf"/><Relationship Id="rId5" Type="http://schemas.openxmlformats.org/officeDocument/2006/relationships/image" Target="../media/image9.wmf"/><Relationship Id="rId4" Type="http://schemas.openxmlformats.org/officeDocument/2006/relationships/image" Target="../media/image4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7" Type="http://schemas.openxmlformats.org/officeDocument/2006/relationships/image" Target="../media/image19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wmf"/><Relationship Id="rId5" Type="http://schemas.openxmlformats.org/officeDocument/2006/relationships/image" Target="../media/image9.wmf"/><Relationship Id="rId4" Type="http://schemas.openxmlformats.org/officeDocument/2006/relationships/image" Target="../media/image4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7" Type="http://schemas.openxmlformats.org/officeDocument/2006/relationships/image" Target="../media/image1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png"/><Relationship Id="rId5" Type="http://schemas.openxmlformats.org/officeDocument/2006/relationships/image" Target="../media/image9.wmf"/><Relationship Id="rId4" Type="http://schemas.openxmlformats.org/officeDocument/2006/relationships/image" Target="../media/image4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7" Type="http://schemas.openxmlformats.org/officeDocument/2006/relationships/image" Target="../media/image1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png"/><Relationship Id="rId5" Type="http://schemas.openxmlformats.org/officeDocument/2006/relationships/image" Target="../media/image9.wmf"/><Relationship Id="rId4" Type="http://schemas.openxmlformats.org/officeDocument/2006/relationships/image" Target="../media/image4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7" Type="http://schemas.openxmlformats.org/officeDocument/2006/relationships/image" Target="../media/image1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png"/><Relationship Id="rId5" Type="http://schemas.openxmlformats.org/officeDocument/2006/relationships/image" Target="../media/image9.wmf"/><Relationship Id="rId4" Type="http://schemas.openxmlformats.org/officeDocument/2006/relationships/image" Target="../media/image4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7" Type="http://schemas.openxmlformats.org/officeDocument/2006/relationships/image" Target="../media/image20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wmf"/><Relationship Id="rId5" Type="http://schemas.openxmlformats.org/officeDocument/2006/relationships/image" Target="../media/image9.wmf"/><Relationship Id="rId4" Type="http://schemas.openxmlformats.org/officeDocument/2006/relationships/image" Target="../media/image4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7" Type="http://schemas.openxmlformats.org/officeDocument/2006/relationships/image" Target="../media/image1.w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png"/><Relationship Id="rId5" Type="http://schemas.openxmlformats.org/officeDocument/2006/relationships/image" Target="../media/image9.wmf"/><Relationship Id="rId4" Type="http://schemas.openxmlformats.org/officeDocument/2006/relationships/image" Target="../media/image4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7" Type="http://schemas.openxmlformats.org/officeDocument/2006/relationships/image" Target="../media/image1.w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png"/><Relationship Id="rId5" Type="http://schemas.openxmlformats.org/officeDocument/2006/relationships/image" Target="../media/image9.wmf"/><Relationship Id="rId4" Type="http://schemas.openxmlformats.org/officeDocument/2006/relationships/image" Target="../media/image4.w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4" descr="GCAH4880"/>
          <p:cNvPicPr>
            <a:picLocks noGrp="1" noChangeAspect="1" noChangeArrowheads="1"/>
          </p:cNvPicPr>
          <p:nvPr>
            <p:ph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29847" y="2926080"/>
            <a:ext cx="3823855" cy="3653757"/>
          </a:xfrm>
          <a:noFill/>
        </p:spPr>
      </p:pic>
      <p:sp>
        <p:nvSpPr>
          <p:cNvPr id="29705" name="WordArt 9"/>
          <p:cNvSpPr>
            <a:spLocks noChangeArrowheads="1" noChangeShapeType="1" noTextEdit="1"/>
          </p:cNvSpPr>
          <p:nvPr/>
        </p:nvSpPr>
        <p:spPr bwMode="auto">
          <a:xfrm>
            <a:off x="4648200" y="1568669"/>
            <a:ext cx="2438400" cy="4572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sz="3600" kern="10" dirty="0">
              <a:solidFill>
                <a:srgbClr val="00FFFF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7863" y="2066469"/>
            <a:ext cx="1371719" cy="859611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3593" y="5702088"/>
            <a:ext cx="808540" cy="1172095"/>
          </a:xfrm>
          <a:prstGeom prst="rect">
            <a:avLst/>
          </a:prstGeom>
        </p:spPr>
      </p:pic>
      <p:pic>
        <p:nvPicPr>
          <p:cNvPr id="9" name="Picture 7" descr="PECHI021"/>
          <p:cNvPicPr>
            <a:picLocks noChangeAspect="1" noChangeArrowheads="1"/>
          </p:cNvPicPr>
          <p:nvPr/>
        </p:nvPicPr>
        <p:blipFill>
          <a:blip r:embed="rId6">
            <a:lum brigh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8628" y="5312153"/>
            <a:ext cx="993372" cy="959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633" y="216131"/>
            <a:ext cx="7680960" cy="605582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683026" y="920106"/>
            <a:ext cx="5147563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5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sto MT" panose="02040603050505030304" pitchFamily="18" charset="0"/>
              </a:rPr>
              <a:t>MINENF FMN</a:t>
            </a:r>
          </a:p>
          <a:p>
            <a:pPr algn="ctr"/>
            <a:r>
              <a:rPr lang="fr-FR" sz="5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sto MT" panose="02040603050505030304" pitchFamily="18" charset="0"/>
              </a:rPr>
              <a:t>BONJOUR!</a:t>
            </a:r>
            <a:endParaRPr lang="fr-FR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792964"/>
      </p:ext>
    </p:extLst>
  </p:cSld>
  <p:clrMapOvr>
    <a:masterClrMapping/>
  </p:clrMapOvr>
  <p:transition spd="med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442" y="0"/>
            <a:ext cx="7773074" cy="1847248"/>
          </a:xfrm>
          <a:prstGeom prst="rect">
            <a:avLst/>
          </a:prstGeom>
        </p:spPr>
      </p:pic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57297" y="1439917"/>
            <a:ext cx="4561489" cy="4792717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10174014" y="6321237"/>
            <a:ext cx="191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 smtClean="0">
                <a:latin typeface="Bauhaus 93" panose="04030905020B02020C02" pitchFamily="82" charset="0"/>
              </a:rPr>
              <a:t>By </a:t>
            </a:r>
            <a:r>
              <a:rPr lang="fr-FR" i="1" dirty="0" err="1" smtClean="0">
                <a:latin typeface="Bauhaus 93" panose="04030905020B02020C02" pitchFamily="82" charset="0"/>
              </a:rPr>
              <a:t>Eyma</a:t>
            </a:r>
            <a:r>
              <a:rPr lang="fr-FR" i="1" dirty="0" smtClean="0">
                <a:latin typeface="Bauhaus 93" panose="04030905020B02020C02" pitchFamily="82" charset="0"/>
              </a:rPr>
              <a:t> Charlot</a:t>
            </a:r>
            <a:endParaRPr lang="fr-FR" i="1" dirty="0"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221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9904" y="1340645"/>
            <a:ext cx="7083972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fr-FR" b="1" dirty="0">
                <a:latin typeface="Comic Sans MS" panose="030F0702030302020204" pitchFamily="66" charset="0"/>
              </a:rPr>
              <a:t>Na </a:t>
            </a:r>
            <a:r>
              <a:rPr lang="en-US" altLang="fr-FR" b="1" dirty="0" err="1">
                <a:latin typeface="Comic Sans MS" panose="030F0702030302020204" pitchFamily="66" charset="0"/>
              </a:rPr>
              <a:t>amin’izao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taonjato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misy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antsika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izao</a:t>
            </a:r>
            <a:r>
              <a:rPr lang="en-US" altLang="fr-FR" b="1" dirty="0">
                <a:latin typeface="Comic Sans MS" panose="030F0702030302020204" pitchFamily="66" charset="0"/>
              </a:rPr>
              <a:t>, </a:t>
            </a:r>
            <a:r>
              <a:rPr lang="en-US" altLang="fr-FR" b="1" dirty="0" err="1">
                <a:latin typeface="Comic Sans MS" panose="030F0702030302020204" pitchFamily="66" charset="0"/>
              </a:rPr>
              <a:t>na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tamin’ny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andron’ny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baiboly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dia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afaka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miditra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eo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amin’ny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asa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fanompoana</a:t>
            </a:r>
            <a:r>
              <a:rPr lang="en-US" altLang="fr-FR" b="1" dirty="0">
                <a:latin typeface="Comic Sans MS" panose="030F0702030302020204" pitchFamily="66" charset="0"/>
              </a:rPr>
              <a:t>  </a:t>
            </a:r>
            <a:r>
              <a:rPr lang="en-US" altLang="fr-FR" b="1" dirty="0" err="1">
                <a:latin typeface="Comic Sans MS" panose="030F0702030302020204" pitchFamily="66" charset="0"/>
              </a:rPr>
              <a:t>amin’ny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alalan’ny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sehatra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 smtClean="0">
                <a:latin typeface="Comic Sans MS" panose="030F0702030302020204" pitchFamily="66" charset="0"/>
              </a:rPr>
              <a:t>maro</a:t>
            </a:r>
            <a:r>
              <a:rPr lang="en-US" altLang="fr-FR" b="1" dirty="0" smtClean="0">
                <a:latin typeface="Comic Sans MS" panose="030F0702030302020204" pitchFamily="66" charset="0"/>
              </a:rPr>
              <a:t> </a:t>
            </a:r>
            <a:r>
              <a:rPr lang="en-US" altLang="fr-FR" b="1" dirty="0" err="1" smtClean="0">
                <a:latin typeface="Comic Sans MS" panose="030F0702030302020204" pitchFamily="66" charset="0"/>
              </a:rPr>
              <a:t>ny</a:t>
            </a:r>
            <a:r>
              <a:rPr lang="en-US" altLang="fr-FR" b="1" dirty="0" smtClean="0">
                <a:latin typeface="Comic Sans MS" panose="030F0702030302020204" pitchFamily="66" charset="0"/>
              </a:rPr>
              <a:t> </a:t>
            </a:r>
            <a:r>
              <a:rPr lang="en-US" altLang="fr-FR" b="1" dirty="0" err="1" smtClean="0">
                <a:latin typeface="Comic Sans MS" panose="030F0702030302020204" pitchFamily="66" charset="0"/>
              </a:rPr>
              <a:t>ankizy</a:t>
            </a:r>
            <a:r>
              <a:rPr lang="en-US" altLang="fr-FR" b="1" dirty="0" smtClean="0">
                <a:latin typeface="Comic Sans MS" panose="030F0702030302020204" pitchFamily="66" charset="0"/>
              </a:rPr>
              <a:t>. </a:t>
            </a:r>
            <a:r>
              <a:rPr lang="en-US" altLang="fr-FR" b="1" dirty="0" err="1">
                <a:latin typeface="Comic Sans MS" panose="030F0702030302020204" pitchFamily="66" charset="0"/>
              </a:rPr>
              <a:t>Ao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ireo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natao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hitoriteny</a:t>
            </a:r>
            <a:r>
              <a:rPr lang="en-US" altLang="fr-FR" b="1" dirty="0">
                <a:latin typeface="Comic Sans MS" panose="030F0702030302020204" pitchFamily="66" charset="0"/>
              </a:rPr>
              <a:t>, </a:t>
            </a:r>
            <a:r>
              <a:rPr lang="en-US" altLang="fr-FR" b="1" dirty="0" err="1">
                <a:latin typeface="Comic Sans MS" panose="030F0702030302020204" pitchFamily="66" charset="0"/>
              </a:rPr>
              <a:t>ny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sasany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hihira</a:t>
            </a:r>
            <a:r>
              <a:rPr lang="en-US" altLang="fr-FR" b="1" dirty="0">
                <a:latin typeface="Comic Sans MS" panose="030F0702030302020204" pitchFamily="66" charset="0"/>
              </a:rPr>
              <a:t>, </a:t>
            </a:r>
            <a:r>
              <a:rPr lang="en-US" altLang="fr-FR" b="1" dirty="0" err="1">
                <a:latin typeface="Comic Sans MS" panose="030F0702030302020204" pitchFamily="66" charset="0"/>
              </a:rPr>
              <a:t>hampianatra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ary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handray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anjara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amin’ny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asa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maro</a:t>
            </a:r>
            <a:r>
              <a:rPr lang="en-US" altLang="fr-FR" b="1" dirty="0">
                <a:latin typeface="Comic Sans MS" panose="030F0702030302020204" pitchFamily="66" charset="0"/>
              </a:rPr>
              <a:t>. </a:t>
            </a:r>
            <a:endParaRPr lang="en-US" altLang="fr-FR" b="1" dirty="0" smtClean="0">
              <a:latin typeface="Comic Sans MS" panose="030F0702030302020204" pitchFamily="66" charset="0"/>
            </a:endParaRPr>
          </a:p>
        </p:txBody>
      </p:sp>
      <p:pic>
        <p:nvPicPr>
          <p:cNvPr id="12291" name="Picture 6" descr="PECHI06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5715001"/>
            <a:ext cx="13716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7" descr="PECHI021"/>
          <p:cNvPicPr>
            <a:picLocks noChangeAspect="1" noChangeArrowheads="1"/>
          </p:cNvPicPr>
          <p:nvPr/>
        </p:nvPicPr>
        <p:blipFill>
          <a:blip r:embed="rId4">
            <a:lum brigh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55626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8" descr="PECHI07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5486400"/>
            <a:ext cx="585788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7"/>
          <p:cNvSpPr txBox="1">
            <a:spLocks noChangeArrowheads="1"/>
          </p:cNvSpPr>
          <p:nvPr/>
        </p:nvSpPr>
        <p:spPr bwMode="auto">
          <a:xfrm>
            <a:off x="1981200" y="0"/>
            <a:ext cx="77724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ARMA: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4AB">
                    <a:lumMod val="50000"/>
                  </a:srgbClr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nkizy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R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ehetra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M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andray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njara</a:t>
            </a:r>
            <a:endParaRPr kumimoji="0" lang="en-US" altLang="fr-FR" sz="4400" b="1" i="0" u="none" strike="noStrike" kern="0" cap="none" spc="0" normalizeH="0" baseline="0" noProof="0" dirty="0" smtClean="0">
              <a:ln>
                <a:noFill/>
              </a:ln>
              <a:solidFill>
                <a:srgbClr val="FFCC00"/>
              </a:solidFill>
              <a:effectLst/>
              <a:uLnTx/>
              <a:uFillTx/>
              <a:latin typeface="Arial Black"/>
              <a:ea typeface="+mj-ea"/>
              <a:cs typeface="+mj-cs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3214" y="1744717"/>
            <a:ext cx="4340772" cy="2858813"/>
          </a:xfrm>
          <a:prstGeom prst="rect">
            <a:avLst/>
          </a:prstGeom>
        </p:spPr>
      </p:pic>
      <p:pic>
        <p:nvPicPr>
          <p:cNvPr id="8" name="Picture 4" descr="GCAH4880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0722" y="4305300"/>
            <a:ext cx="174625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3540202"/>
      </p:ext>
    </p:extLst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6787" y="454572"/>
            <a:ext cx="10825819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fr-FR" b="1" dirty="0">
                <a:latin typeface="Comic Sans MS" panose="030F0702030302020204" pitchFamily="66" charset="0"/>
              </a:rPr>
              <a:t>Ny </a:t>
            </a:r>
            <a:r>
              <a:rPr lang="en-US" altLang="fr-FR" b="1" dirty="0" err="1">
                <a:latin typeface="Comic Sans MS" panose="030F0702030302020204" pitchFamily="66" charset="0"/>
              </a:rPr>
              <a:t>fitoriana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filazantsara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ataon’ny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ankizy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dia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lohahevitra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lehibe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sady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sarobidy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ao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amin’ny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Fiangonana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Advantista</a:t>
            </a:r>
            <a:r>
              <a:rPr lang="en-US" altLang="fr-FR" b="1" dirty="0">
                <a:latin typeface="Comic Sans MS" panose="030F0702030302020204" pitchFamily="66" charset="0"/>
              </a:rPr>
              <a:t>. </a:t>
            </a:r>
            <a:r>
              <a:rPr lang="en-US" altLang="fr-FR" b="1" dirty="0" err="1">
                <a:latin typeface="Comic Sans MS" panose="030F0702030302020204" pitchFamily="66" charset="0"/>
              </a:rPr>
              <a:t>Matetika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isika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mihevitra</a:t>
            </a:r>
            <a:r>
              <a:rPr lang="en-US" altLang="fr-FR" b="1" dirty="0">
                <a:latin typeface="Comic Sans MS" panose="030F0702030302020204" pitchFamily="66" charset="0"/>
              </a:rPr>
              <a:t> fa </a:t>
            </a:r>
            <a:r>
              <a:rPr lang="en-US" altLang="fr-FR" b="1" dirty="0" err="1">
                <a:latin typeface="Comic Sans MS" panose="030F0702030302020204" pitchFamily="66" charset="0"/>
              </a:rPr>
              <a:t>ny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olon-dehibe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ihany</a:t>
            </a:r>
            <a:r>
              <a:rPr lang="en-US" altLang="fr-FR" b="1" dirty="0">
                <a:latin typeface="Comic Sans MS" panose="030F0702030302020204" pitchFamily="66" charset="0"/>
              </a:rPr>
              <a:t> no </a:t>
            </a:r>
            <a:r>
              <a:rPr lang="en-US" altLang="fr-FR" b="1" dirty="0" err="1">
                <a:latin typeface="Comic Sans MS" panose="030F0702030302020204" pitchFamily="66" charset="0"/>
              </a:rPr>
              <a:t>afaka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mitory</a:t>
            </a:r>
            <a:r>
              <a:rPr lang="en-US" altLang="fr-FR" b="1" dirty="0">
                <a:latin typeface="Comic Sans MS" panose="030F0702030302020204" pitchFamily="66" charset="0"/>
              </a:rPr>
              <a:t>, </a:t>
            </a:r>
            <a:r>
              <a:rPr lang="en-US" altLang="fr-FR" b="1" dirty="0" err="1">
                <a:latin typeface="Comic Sans MS" panose="030F0702030302020204" pitchFamily="66" charset="0"/>
              </a:rPr>
              <a:t>nefa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ny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ankizy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dia</a:t>
            </a:r>
            <a:r>
              <a:rPr lang="en-US" altLang="fr-FR" b="1" dirty="0">
                <a:latin typeface="Comic Sans MS" panose="030F0702030302020204" pitchFamily="66" charset="0"/>
              </a:rPr>
              <a:t> manana </a:t>
            </a:r>
            <a:r>
              <a:rPr lang="en-US" altLang="fr-FR" b="1" dirty="0" err="1">
                <a:latin typeface="Comic Sans MS" panose="030F0702030302020204" pitchFamily="66" charset="0"/>
              </a:rPr>
              <a:t>fomba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manokana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sy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mahery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vaika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hitoriana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an’i</a:t>
            </a:r>
            <a:r>
              <a:rPr lang="en-US" altLang="fr-FR" b="1" dirty="0">
                <a:latin typeface="Comic Sans MS" panose="030F0702030302020204" pitchFamily="66" charset="0"/>
              </a:rPr>
              <a:t> Jesosy. </a:t>
            </a:r>
            <a:r>
              <a:rPr lang="en-US" altLang="fr-FR" b="1" dirty="0" err="1">
                <a:latin typeface="Comic Sans MS" panose="030F0702030302020204" pitchFamily="66" charset="0"/>
              </a:rPr>
              <a:t>Indreto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misy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hevitra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fototra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manazava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ny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anjara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asan'ny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ankizy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amin'ny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fitoriana</a:t>
            </a:r>
            <a:r>
              <a:rPr lang="en-US" altLang="fr-FR" b="1" dirty="0">
                <a:latin typeface="Comic Sans MS" panose="030F0702030302020204" pitchFamily="66" charset="0"/>
              </a:rPr>
              <a:t>:</a:t>
            </a:r>
            <a:endParaRPr lang="en-US" altLang="fr-FR" b="1" dirty="0" smtClean="0">
              <a:latin typeface="Comic Sans MS" panose="030F0702030302020204" pitchFamily="66" charset="0"/>
            </a:endParaRPr>
          </a:p>
        </p:txBody>
      </p:sp>
      <p:pic>
        <p:nvPicPr>
          <p:cNvPr id="12291" name="Picture 6" descr="PECHI06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5715001"/>
            <a:ext cx="13716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7" descr="PECHI021"/>
          <p:cNvPicPr>
            <a:picLocks noChangeAspect="1" noChangeArrowheads="1"/>
          </p:cNvPicPr>
          <p:nvPr/>
        </p:nvPicPr>
        <p:blipFill>
          <a:blip r:embed="rId4">
            <a:lum brigh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55626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8" descr="PECHI07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5486400"/>
            <a:ext cx="585788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7895" y="4384669"/>
            <a:ext cx="3633531" cy="2048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925022"/>
      </p:ext>
    </p:extLst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6124" y="475593"/>
            <a:ext cx="11771586" cy="4495800"/>
          </a:xfrm>
        </p:spPr>
        <p:txBody>
          <a:bodyPr/>
          <a:lstStyle/>
          <a:p>
            <a:pPr marL="457200" indent="-45720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fr-FR" sz="2400" b="1" dirty="0" smtClean="0">
                <a:latin typeface="Comic Sans MS" panose="030F0702030302020204" pitchFamily="66" charset="0"/>
              </a:rPr>
              <a:t>Ny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Ankizy</a:t>
            </a:r>
            <a:r>
              <a:rPr lang="en-US" altLang="fr-FR" sz="2400" b="1" dirty="0">
                <a:latin typeface="Comic Sans MS" panose="030F0702030302020204" pitchFamily="66" charset="0"/>
              </a:rPr>
              <a:t> ho "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Irak'Andriamanitra</a:t>
            </a:r>
            <a:r>
              <a:rPr lang="en-US" altLang="fr-FR" sz="2400" b="1" dirty="0">
                <a:latin typeface="Comic Sans MS" panose="030F0702030302020204" pitchFamily="66" charset="0"/>
              </a:rPr>
              <a:t>" (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Ohatra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ao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amin'ny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Baiboly</a:t>
            </a:r>
            <a:r>
              <a:rPr lang="en-US" altLang="fr-FR" sz="2400" b="1" dirty="0">
                <a:latin typeface="Comic Sans MS" panose="030F0702030302020204" pitchFamily="66" charset="0"/>
              </a:rPr>
              <a:t>) Ny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Baiboly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dia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mampiseho</a:t>
            </a:r>
            <a:r>
              <a:rPr lang="en-US" altLang="fr-FR" sz="2400" b="1" dirty="0">
                <a:latin typeface="Comic Sans MS" panose="030F0702030302020204" pitchFamily="66" charset="0"/>
              </a:rPr>
              <a:t> fa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mampiasa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ny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ankizy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Andriamanitra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mba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hampiely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ny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hafatra</a:t>
            </a:r>
            <a:r>
              <a:rPr lang="en-US" altLang="fr-FR" sz="2400" b="1" dirty="0">
                <a:latin typeface="Comic Sans MS" panose="030F0702030302020204" pitchFamily="66" charset="0"/>
              </a:rPr>
              <a:t>: * *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Ilay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zazavavy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kely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tany</a:t>
            </a:r>
            <a:r>
              <a:rPr lang="en-US" altLang="fr-FR" sz="2400" b="1" dirty="0">
                <a:latin typeface="Comic Sans MS" panose="030F0702030302020204" pitchFamily="66" charset="0"/>
              </a:rPr>
              <a:t> Syria:*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Izy</a:t>
            </a:r>
            <a:r>
              <a:rPr lang="en-US" altLang="fr-FR" sz="2400" b="1" dirty="0">
                <a:latin typeface="Comic Sans MS" panose="030F0702030302020204" pitchFamily="66" charset="0"/>
              </a:rPr>
              <a:t> no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nitory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tamin’i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Namana</a:t>
            </a:r>
            <a:r>
              <a:rPr lang="en-US" altLang="fr-FR" sz="2400" b="1" dirty="0">
                <a:latin typeface="Comic Sans MS" panose="030F0702030302020204" pitchFamily="66" charset="0"/>
              </a:rPr>
              <a:t> (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ilay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jeneraly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boka</a:t>
            </a:r>
            <a:r>
              <a:rPr lang="en-US" altLang="fr-FR" sz="2400" b="1" dirty="0">
                <a:latin typeface="Comic Sans MS" panose="030F0702030302020204" pitchFamily="66" charset="0"/>
              </a:rPr>
              <a:t>)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momba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ny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herin’Andriamanitra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tamin’ny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alalan’ny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mpaminany</a:t>
            </a:r>
            <a:r>
              <a:rPr lang="en-US" altLang="fr-FR" sz="2400" b="1" dirty="0">
                <a:latin typeface="Comic Sans MS" panose="030F0702030302020204" pitchFamily="66" charset="0"/>
              </a:rPr>
              <a:t> Elisa (2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Mpanjaka</a:t>
            </a:r>
            <a:r>
              <a:rPr lang="en-US" altLang="fr-FR" sz="2400" b="1" dirty="0">
                <a:latin typeface="Comic Sans MS" panose="030F0702030302020204" pitchFamily="66" charset="0"/>
              </a:rPr>
              <a:t> 5:1-3). Ny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teny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tsotra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nataony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dia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nitarika</a:t>
            </a:r>
            <a:r>
              <a:rPr lang="en-US" altLang="fr-FR" sz="2400" b="1" dirty="0">
                <a:latin typeface="Comic Sans MS" panose="030F0702030302020204" pitchFamily="66" charset="0"/>
              </a:rPr>
              <a:t> ho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amin’ny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fahasitranana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sy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ny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fiovan’ny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fon’ny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jeneraly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iray</a:t>
            </a:r>
            <a:r>
              <a:rPr lang="en-US" altLang="fr-FR" sz="2400" b="1" dirty="0">
                <a:latin typeface="Comic Sans MS" panose="030F0702030302020204" pitchFamily="66" charset="0"/>
              </a:rPr>
              <a:t>. * *I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Samoela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kely</a:t>
            </a:r>
            <a:r>
              <a:rPr lang="en-US" altLang="fr-FR" sz="2400" b="1" dirty="0">
                <a:latin typeface="Comic Sans MS" panose="030F0702030302020204" pitchFamily="66" charset="0"/>
              </a:rPr>
              <a:t>:*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Nantsoin’Andriamanitra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dieny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mbola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kely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mba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hitondra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hafatra</a:t>
            </a:r>
            <a:r>
              <a:rPr lang="en-US" altLang="fr-FR" sz="2400" b="1" dirty="0">
                <a:latin typeface="Comic Sans MS" panose="030F0702030302020204" pitchFamily="66" charset="0"/>
              </a:rPr>
              <a:t> ho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an’ny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mpisoronabe</a:t>
            </a:r>
            <a:r>
              <a:rPr lang="en-US" altLang="fr-FR" sz="2400" b="1" dirty="0">
                <a:latin typeface="Comic Sans MS" panose="030F0702030302020204" pitchFamily="66" charset="0"/>
              </a:rPr>
              <a:t> Eli. </a:t>
            </a:r>
            <a:endParaRPr lang="en-US" altLang="fr-FR" sz="2400" b="1" dirty="0" smtClean="0">
              <a:latin typeface="Comic Sans MS" panose="030F0702030302020204" pitchFamily="66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fr-FR" sz="2400" b="1" dirty="0" smtClean="0">
                <a:latin typeface="Comic Sans MS" panose="030F0702030302020204" pitchFamily="66" charset="0"/>
              </a:rPr>
              <a:t>2.</a:t>
            </a:r>
            <a:r>
              <a:rPr lang="en-US" altLang="fr-FR" sz="2400" b="1" dirty="0" smtClean="0">
                <a:latin typeface="Comic Sans MS" panose="030F0702030302020204" pitchFamily="66" charset="0"/>
              </a:rPr>
              <a:t> </a:t>
            </a:r>
            <a:r>
              <a:rPr lang="en-US" altLang="fr-FR" sz="2400" b="1" dirty="0">
                <a:latin typeface="Comic Sans MS" panose="030F0702030302020204" pitchFamily="66" charset="0"/>
              </a:rPr>
              <a:t>Ny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fomba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fitoriana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mifanaraka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amin'ny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ankizy</a:t>
            </a:r>
            <a:r>
              <a:rPr lang="en-US" altLang="fr-FR" sz="2400" b="1" dirty="0">
                <a:latin typeface="Comic Sans MS" panose="030F0702030302020204" pitchFamily="66" charset="0"/>
              </a:rPr>
              <a:t> Ny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ankizy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dia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tsy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voatery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hanao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toriteny</a:t>
            </a:r>
            <a:r>
              <a:rPr lang="en-US" altLang="fr-FR" sz="2400" b="1" dirty="0">
                <a:latin typeface="Comic Sans MS" panose="030F0702030302020204" pitchFamily="66" charset="0"/>
              </a:rPr>
              <a:t> lava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eo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ambony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polpitra</a:t>
            </a:r>
            <a:r>
              <a:rPr lang="en-US" altLang="fr-FR" sz="2400" b="1" dirty="0">
                <a:latin typeface="Comic Sans MS" panose="030F0702030302020204" pitchFamily="66" charset="0"/>
              </a:rPr>
              <a:t>, fa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ireto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misy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fomba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fitoriana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mahomby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ataon'izy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ireo</a:t>
            </a:r>
            <a:r>
              <a:rPr lang="en-US" altLang="fr-FR" sz="2400" b="1" dirty="0">
                <a:latin typeface="Comic Sans MS" panose="030F0702030302020204" pitchFamily="66" charset="0"/>
              </a:rPr>
              <a:t>: * *Ny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fijoroana</a:t>
            </a:r>
            <a:r>
              <a:rPr lang="en-US" altLang="fr-FR" sz="2400" b="1" dirty="0">
                <a:latin typeface="Comic Sans MS" panose="030F0702030302020204" pitchFamily="66" charset="0"/>
              </a:rPr>
              <a:t> ho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vavolombelona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amin'ny</a:t>
            </a:r>
            <a:r>
              <a:rPr lang="en-US" altLang="fr-FR" sz="2400" b="1" dirty="0">
                <a:latin typeface="Comic Sans MS" panose="030F0702030302020204" pitchFamily="66" charset="0"/>
              </a:rPr>
              <a:t> </a:t>
            </a:r>
            <a:r>
              <a:rPr lang="en-US" altLang="fr-FR" sz="2400" b="1" dirty="0" err="1">
                <a:latin typeface="Comic Sans MS" panose="030F0702030302020204" pitchFamily="66" charset="0"/>
              </a:rPr>
              <a:t>fiainana</a:t>
            </a:r>
            <a:r>
              <a:rPr lang="en-US" altLang="fr-FR" sz="2400" b="1" dirty="0">
                <a:latin typeface="Comic Sans MS" panose="030F0702030302020204" pitchFamily="66" charset="0"/>
              </a:rPr>
              <a:t>:*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fr-FR" b="1" dirty="0" smtClean="0">
              <a:latin typeface="Comic Sans MS" panose="030F0702030302020204" pitchFamily="66" charset="0"/>
            </a:endParaRPr>
          </a:p>
        </p:txBody>
      </p:sp>
      <p:pic>
        <p:nvPicPr>
          <p:cNvPr id="12291" name="Picture 6" descr="PECHI06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5715001"/>
            <a:ext cx="13716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7" descr="PECHI021"/>
          <p:cNvPicPr>
            <a:picLocks noChangeAspect="1" noChangeArrowheads="1"/>
          </p:cNvPicPr>
          <p:nvPr/>
        </p:nvPicPr>
        <p:blipFill>
          <a:blip r:embed="rId4">
            <a:lum brigh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55626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8" descr="PECHI07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5486400"/>
            <a:ext cx="585788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0753782"/>
      </p:ext>
    </p:extLst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fr-FR" b="1" dirty="0" smtClean="0">
                <a:solidFill>
                  <a:schemeClr val="tx1"/>
                </a:solidFill>
              </a:rPr>
              <a:t>ARMA: </a:t>
            </a:r>
            <a:r>
              <a:rPr lang="en-US" altLang="fr-FR" b="1" dirty="0" err="1" smtClean="0">
                <a:solidFill>
                  <a:schemeClr val="accent5">
                    <a:lumMod val="50000"/>
                  </a:schemeClr>
                </a:solidFill>
              </a:rPr>
              <a:t>A</a:t>
            </a:r>
            <a:r>
              <a:rPr lang="en-US" altLang="fr-FR" b="1" dirty="0" err="1" smtClean="0">
                <a:solidFill>
                  <a:schemeClr val="tx1"/>
                </a:solidFill>
              </a:rPr>
              <a:t>nkizy</a:t>
            </a:r>
            <a:r>
              <a:rPr lang="en-US" altLang="fr-FR" b="1" dirty="0" smtClean="0">
                <a:solidFill>
                  <a:schemeClr val="tx1"/>
                </a:solidFill>
              </a:rPr>
              <a:t> </a:t>
            </a:r>
            <a:r>
              <a:rPr lang="en-US" altLang="fr-FR" b="1" dirty="0" err="1">
                <a:solidFill>
                  <a:srgbClr val="FF0000"/>
                </a:solidFill>
              </a:rPr>
              <a:t>R</a:t>
            </a:r>
            <a:r>
              <a:rPr lang="en-US" altLang="fr-FR" b="1" dirty="0" err="1" smtClean="0">
                <a:solidFill>
                  <a:schemeClr val="tx1"/>
                </a:solidFill>
              </a:rPr>
              <a:t>ehetra</a:t>
            </a:r>
            <a:r>
              <a:rPr lang="en-US" altLang="fr-FR" b="1" dirty="0" smtClean="0">
                <a:solidFill>
                  <a:schemeClr val="tx1"/>
                </a:solidFill>
              </a:rPr>
              <a:t> </a:t>
            </a:r>
            <a:r>
              <a:rPr lang="en-US" altLang="fr-FR" b="1" dirty="0" err="1" smtClean="0">
                <a:solidFill>
                  <a:srgbClr val="C00000"/>
                </a:solidFill>
              </a:rPr>
              <a:t>M</a:t>
            </a:r>
            <a:r>
              <a:rPr lang="en-US" altLang="fr-FR" b="1" dirty="0" err="1" smtClean="0">
                <a:solidFill>
                  <a:schemeClr val="tx1"/>
                </a:solidFill>
              </a:rPr>
              <a:t>andray</a:t>
            </a:r>
            <a:r>
              <a:rPr lang="en-US" altLang="fr-FR" b="1" dirty="0" smtClean="0">
                <a:solidFill>
                  <a:schemeClr val="tx1"/>
                </a:solidFill>
              </a:rPr>
              <a:t> </a:t>
            </a:r>
            <a:r>
              <a:rPr lang="en-US" altLang="fr-FR" b="1" dirty="0" err="1" smtClean="0">
                <a:solidFill>
                  <a:srgbClr val="FF0000"/>
                </a:solidFill>
              </a:rPr>
              <a:t>A</a:t>
            </a:r>
            <a:r>
              <a:rPr lang="en-US" altLang="fr-FR" b="1" dirty="0" err="1" smtClean="0">
                <a:solidFill>
                  <a:schemeClr val="tx1"/>
                </a:solidFill>
              </a:rPr>
              <a:t>njara</a:t>
            </a:r>
            <a:endParaRPr lang="en-US" altLang="fr-FR" b="1" dirty="0" smtClean="0">
              <a:solidFill>
                <a:schemeClr val="tx1"/>
              </a:solidFill>
            </a:endParaRPr>
          </a:p>
        </p:txBody>
      </p:sp>
      <p:sp>
        <p:nvSpPr>
          <p:cNvPr id="2970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215558" y="3009636"/>
            <a:ext cx="6401374" cy="3413760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F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Ny </a:t>
            </a:r>
            <a:r>
              <a:rPr lang="fr-FR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fanontaniana</a:t>
            </a:r>
            <a:r>
              <a:rPr lang="fr-F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mipetraka</a:t>
            </a:r>
            <a:r>
              <a:rPr lang="fr-F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dia </a:t>
            </a:r>
            <a:r>
              <a:rPr lang="fr-FR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izao</a:t>
            </a:r>
            <a:r>
              <a:rPr lang="fr-F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fr-FR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FR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Ahoana</a:t>
            </a:r>
            <a:r>
              <a:rPr lang="fr-F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no </a:t>
            </a:r>
            <a:r>
              <a:rPr lang="fr-FR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fomba</a:t>
            </a:r>
            <a:r>
              <a:rPr lang="fr-F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hampandraisana</a:t>
            </a:r>
            <a:r>
              <a:rPr lang="fr-F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anjara</a:t>
            </a:r>
            <a:r>
              <a:rPr lang="fr-F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r-FR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hanofanana</a:t>
            </a:r>
            <a:r>
              <a:rPr lang="fr-F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r-FR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hanomezana</a:t>
            </a:r>
            <a:r>
              <a:rPr lang="fr-F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fitaovana</a:t>
            </a:r>
            <a:r>
              <a:rPr lang="fr-F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r-FR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hanomanana</a:t>
            </a:r>
            <a:r>
              <a:rPr lang="fr-F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r-FR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hamporisihina</a:t>
            </a:r>
            <a:r>
              <a:rPr lang="fr-F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ny</a:t>
            </a:r>
            <a:r>
              <a:rPr lang="fr-F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ankizy</a:t>
            </a:r>
            <a:r>
              <a:rPr lang="fr-F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handray</a:t>
            </a:r>
            <a:r>
              <a:rPr lang="fr-F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anjara</a:t>
            </a:r>
            <a:r>
              <a:rPr lang="fr-F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amin’ny</a:t>
            </a:r>
            <a:r>
              <a:rPr lang="fr-F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fanompoana</a:t>
            </a:r>
            <a:r>
              <a:rPr lang="fr-F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an’i</a:t>
            </a:r>
            <a:r>
              <a:rPr lang="fr-F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Kristy</a:t>
            </a:r>
            <a:r>
              <a:rPr lang="fr-FR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6388" name="Picture 4" descr="GCAH4880"/>
          <p:cNvPicPr>
            <a:picLocks noGrp="1" noChangeAspect="1" noChangeArrowheads="1"/>
          </p:cNvPicPr>
          <p:nvPr>
            <p:ph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1283" y="60435"/>
            <a:ext cx="1746250" cy="2514600"/>
          </a:xfrm>
          <a:noFill/>
        </p:spPr>
      </p:pic>
      <p:sp>
        <p:nvSpPr>
          <p:cNvPr id="29705" name="WordArt 9"/>
          <p:cNvSpPr>
            <a:spLocks noChangeArrowheads="1" noChangeShapeType="1" noTextEdit="1"/>
          </p:cNvSpPr>
          <p:nvPr/>
        </p:nvSpPr>
        <p:spPr bwMode="auto">
          <a:xfrm>
            <a:off x="4648200" y="1568669"/>
            <a:ext cx="2438400" cy="4572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3600" kern="10" dirty="0">
                <a:solidFill>
                  <a:srgbClr val="00FFFF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 </a:t>
            </a:r>
            <a:r>
              <a:rPr lang="fr-FR" sz="3600" kern="10" dirty="0" smtClean="0">
                <a:solidFill>
                  <a:srgbClr val="00FFFF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 WILL GO!"</a:t>
            </a:r>
            <a:endParaRPr lang="fr-FR" sz="3600" kern="10" dirty="0">
              <a:solidFill>
                <a:srgbClr val="00FFFF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6932" y="2575034"/>
            <a:ext cx="5336770" cy="4282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61211"/>
      </p:ext>
    </p:extLst>
  </p:cSld>
  <p:clrMapOvr>
    <a:masterClrMapping/>
  </p:clrMapOvr>
  <p:transition spd="med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7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7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7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7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980902" y="1064029"/>
            <a:ext cx="6148185" cy="5647113"/>
          </a:xfrm>
        </p:spPr>
        <p:txBody>
          <a:bodyPr/>
          <a:lstStyle/>
          <a:p>
            <a:r>
              <a:rPr lang="fr-FR" sz="5400" dirty="0"/>
              <a:t>Ara-</a:t>
            </a:r>
            <a:r>
              <a:rPr lang="fr-FR" sz="5400" dirty="0" err="1"/>
              <a:t>Baiboly</a:t>
            </a:r>
            <a:r>
              <a:rPr lang="fr-FR" sz="5400" dirty="0"/>
              <a:t> </a:t>
            </a:r>
            <a:r>
              <a:rPr lang="fr-FR" sz="5400" dirty="0" err="1"/>
              <a:t>ve</a:t>
            </a:r>
            <a:r>
              <a:rPr lang="fr-FR" sz="5400" dirty="0"/>
              <a:t> </a:t>
            </a:r>
            <a:r>
              <a:rPr lang="fr-FR" sz="5400" dirty="0" err="1"/>
              <a:t>ny</a:t>
            </a:r>
            <a:r>
              <a:rPr lang="fr-FR" sz="5400" dirty="0"/>
              <a:t> </a:t>
            </a:r>
            <a:r>
              <a:rPr lang="fr-FR" sz="5400" dirty="0" err="1"/>
              <a:t>fampandraisana</a:t>
            </a:r>
            <a:r>
              <a:rPr lang="fr-FR" sz="5400" dirty="0"/>
              <a:t> </a:t>
            </a:r>
            <a:r>
              <a:rPr lang="fr-FR" sz="5400" dirty="0" err="1"/>
              <a:t>anjara</a:t>
            </a:r>
            <a:r>
              <a:rPr lang="fr-FR" sz="5400" dirty="0"/>
              <a:t> </a:t>
            </a:r>
            <a:r>
              <a:rPr lang="fr-FR" sz="5400" dirty="0" err="1"/>
              <a:t>ny</a:t>
            </a:r>
            <a:r>
              <a:rPr lang="fr-FR" sz="5400" dirty="0"/>
              <a:t> </a:t>
            </a:r>
            <a:r>
              <a:rPr lang="fr-FR" sz="5400" dirty="0" err="1"/>
              <a:t>ankizy</a:t>
            </a:r>
            <a:r>
              <a:rPr lang="fr-FR" sz="5400" dirty="0"/>
              <a:t> @ </a:t>
            </a:r>
            <a:r>
              <a:rPr lang="fr-FR" sz="5400" dirty="0" err="1"/>
              <a:t>fanompoana</a:t>
            </a:r>
            <a:r>
              <a:rPr lang="fr-FR" sz="5400" dirty="0"/>
              <a:t>?</a:t>
            </a:r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0360" y="2596342"/>
            <a:ext cx="4114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030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9904" y="3225337"/>
            <a:ext cx="7083972" cy="261110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fr-FR" b="1" dirty="0">
                <a:latin typeface="Comic Sans MS" panose="030F0702030302020204" pitchFamily="66" charset="0"/>
              </a:rPr>
              <a:t>1- Ireo </a:t>
            </a:r>
            <a:r>
              <a:rPr lang="en-US" altLang="fr-FR" b="1" dirty="0" err="1">
                <a:latin typeface="Comic Sans MS" panose="030F0702030302020204" pitchFamily="66" charset="0"/>
              </a:rPr>
              <a:t>fototra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ara-baiboly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mahakasika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ny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fampandraisana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anjara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ny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ankizy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ao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amin’ny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fanompoana</a:t>
            </a:r>
            <a:r>
              <a:rPr lang="en-US" altLang="fr-FR" b="1" dirty="0">
                <a:latin typeface="Comic Sans MS" panose="030F0702030302020204" pitchFamily="66" charset="0"/>
              </a:rPr>
              <a:t>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fr-FR" b="1" dirty="0" smtClean="0">
                <a:latin typeface="Comic Sans MS" panose="030F0702030302020204" pitchFamily="66" charset="0"/>
              </a:rPr>
              <a:t> </a:t>
            </a:r>
          </a:p>
        </p:txBody>
      </p:sp>
      <p:pic>
        <p:nvPicPr>
          <p:cNvPr id="12291" name="Picture 6" descr="PECHI06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5715001"/>
            <a:ext cx="13716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7" descr="PECHI021"/>
          <p:cNvPicPr>
            <a:picLocks noChangeAspect="1" noChangeArrowheads="1"/>
          </p:cNvPicPr>
          <p:nvPr/>
        </p:nvPicPr>
        <p:blipFill>
          <a:blip r:embed="rId4">
            <a:lum brigh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55626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8" descr="PECHI07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5486400"/>
            <a:ext cx="585788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7"/>
          <p:cNvSpPr txBox="1">
            <a:spLocks noChangeArrowheads="1"/>
          </p:cNvSpPr>
          <p:nvPr/>
        </p:nvSpPr>
        <p:spPr bwMode="auto">
          <a:xfrm>
            <a:off x="1981200" y="0"/>
            <a:ext cx="77724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ARMA: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4AB">
                    <a:lumMod val="50000"/>
                  </a:srgbClr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nkizy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R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ehetra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M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andray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njara</a:t>
            </a:r>
            <a:endParaRPr kumimoji="0" lang="en-US" altLang="fr-FR" sz="4400" b="1" i="0" u="none" strike="noStrike" kern="0" cap="none" spc="0" normalizeH="0" baseline="0" noProof="0" dirty="0" smtClean="0">
              <a:ln>
                <a:noFill/>
              </a:ln>
              <a:solidFill>
                <a:srgbClr val="FFCC00"/>
              </a:solidFill>
              <a:effectLst/>
              <a:uLnTx/>
              <a:uFillTx/>
              <a:latin typeface="Arial Black"/>
              <a:ea typeface="+mj-ea"/>
              <a:cs typeface="+mj-cs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3214" y="1744717"/>
            <a:ext cx="4340772" cy="2858813"/>
          </a:xfrm>
          <a:prstGeom prst="rect">
            <a:avLst/>
          </a:prstGeom>
        </p:spPr>
      </p:pic>
      <p:pic>
        <p:nvPicPr>
          <p:cNvPr id="8" name="Picture 4" descr="GCAH4880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0722" y="4305300"/>
            <a:ext cx="174625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8404759"/>
      </p:ext>
    </p:extLst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9904" y="1340645"/>
            <a:ext cx="7083972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fr-FR" b="1" dirty="0">
                <a:latin typeface="Comic Sans MS" panose="030F0702030302020204" pitchFamily="66" charset="0"/>
              </a:rPr>
              <a:t>Jesosy, </a:t>
            </a:r>
            <a:r>
              <a:rPr lang="en-US" altLang="fr-FR" b="1" dirty="0" err="1">
                <a:latin typeface="Comic Sans MS" panose="030F0702030302020204" pitchFamily="66" charset="0"/>
              </a:rPr>
              <a:t>ilay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tia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ny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ankizy</a:t>
            </a:r>
            <a:r>
              <a:rPr lang="en-US" altLang="fr-FR" b="1" dirty="0">
                <a:latin typeface="Comic Sans MS" panose="030F0702030302020204" pitchFamily="66" charset="0"/>
              </a:rPr>
              <a:t>, </a:t>
            </a:r>
            <a:r>
              <a:rPr lang="en-US" altLang="fr-FR" b="1" dirty="0" err="1">
                <a:latin typeface="Comic Sans MS" panose="030F0702030302020204" pitchFamily="66" charset="0"/>
              </a:rPr>
              <a:t>dia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nanana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fahafinaretana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manokana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teo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amin’ny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asa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fanompoana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ny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ankizy</a:t>
            </a:r>
            <a:r>
              <a:rPr lang="en-US" altLang="fr-FR" b="1" dirty="0">
                <a:latin typeface="Comic Sans MS" panose="030F0702030302020204" pitchFamily="66" charset="0"/>
              </a:rPr>
              <a:t> (Mat 19 :14). </a:t>
            </a:r>
            <a:r>
              <a:rPr lang="en-US" altLang="fr-FR" b="1" dirty="0" err="1">
                <a:latin typeface="Comic Sans MS" panose="030F0702030302020204" pitchFamily="66" charset="0"/>
              </a:rPr>
              <a:t>Tsy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mahagaga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izany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satria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tamin’ny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fahazazany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izy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dia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efa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nanomboka</a:t>
            </a:r>
            <a:r>
              <a:rPr lang="en-US" altLang="fr-FR" b="1" dirty="0">
                <a:latin typeface="Comic Sans MS" panose="030F0702030302020204" pitchFamily="66" charset="0"/>
              </a:rPr>
              <a:t>  </a:t>
            </a:r>
            <a:r>
              <a:rPr lang="en-US" altLang="fr-FR" b="1" dirty="0" err="1">
                <a:latin typeface="Comic Sans MS" panose="030F0702030302020204" pitchFamily="66" charset="0"/>
              </a:rPr>
              <a:t>ny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asany</a:t>
            </a:r>
            <a:r>
              <a:rPr lang="en-US" altLang="fr-FR" b="1" dirty="0">
                <a:latin typeface="Comic Sans MS" panose="030F0702030302020204" pitchFamily="66" charset="0"/>
              </a:rPr>
              <a:t> (</a:t>
            </a:r>
            <a:r>
              <a:rPr lang="en-US" altLang="fr-FR" b="1" dirty="0" err="1">
                <a:latin typeface="Comic Sans MS" panose="030F0702030302020204" pitchFamily="66" charset="0"/>
              </a:rPr>
              <a:t>Lio</a:t>
            </a:r>
            <a:r>
              <a:rPr lang="en-US" altLang="fr-FR" b="1" dirty="0">
                <a:latin typeface="Comic Sans MS" panose="030F0702030302020204" pitchFamily="66" charset="0"/>
              </a:rPr>
              <a:t> 2 : 40-52). </a:t>
            </a:r>
            <a:endParaRPr lang="en-US" altLang="fr-FR" b="1" dirty="0" smtClean="0">
              <a:latin typeface="Comic Sans MS" panose="030F0702030302020204" pitchFamily="66" charset="0"/>
            </a:endParaRPr>
          </a:p>
        </p:txBody>
      </p:sp>
      <p:pic>
        <p:nvPicPr>
          <p:cNvPr id="12291" name="Picture 6" descr="PECHI06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5715001"/>
            <a:ext cx="13716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7" descr="PECHI021"/>
          <p:cNvPicPr>
            <a:picLocks noChangeAspect="1" noChangeArrowheads="1"/>
          </p:cNvPicPr>
          <p:nvPr/>
        </p:nvPicPr>
        <p:blipFill>
          <a:blip r:embed="rId4">
            <a:lum brigh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55626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8" descr="PECHI07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5486400"/>
            <a:ext cx="585788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7"/>
          <p:cNvSpPr txBox="1">
            <a:spLocks noChangeArrowheads="1"/>
          </p:cNvSpPr>
          <p:nvPr/>
        </p:nvSpPr>
        <p:spPr bwMode="auto">
          <a:xfrm>
            <a:off x="1981200" y="0"/>
            <a:ext cx="77724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ARMA: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4AB">
                    <a:lumMod val="50000"/>
                  </a:srgbClr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nkizy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R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ehetra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M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andray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njara</a:t>
            </a:r>
            <a:endParaRPr kumimoji="0" lang="en-US" altLang="fr-FR" sz="4400" b="1" i="0" u="none" strike="noStrike" kern="0" cap="none" spc="0" normalizeH="0" baseline="0" noProof="0" dirty="0" smtClean="0">
              <a:ln>
                <a:noFill/>
              </a:ln>
              <a:solidFill>
                <a:srgbClr val="FFCC00"/>
              </a:solidFill>
              <a:effectLst/>
              <a:uLnTx/>
              <a:uFillTx/>
              <a:latin typeface="Arial Black"/>
              <a:ea typeface="+mj-ea"/>
              <a:cs typeface="+mj-cs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3214" y="1744717"/>
            <a:ext cx="4340772" cy="2858813"/>
          </a:xfrm>
          <a:prstGeom prst="rect">
            <a:avLst/>
          </a:prstGeom>
        </p:spPr>
      </p:pic>
      <p:pic>
        <p:nvPicPr>
          <p:cNvPr id="8" name="Picture 4" descr="GCAH4880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0722" y="4305300"/>
            <a:ext cx="174625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1819872"/>
      </p:ext>
    </p:extLst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fr-FR" b="1" dirty="0">
                <a:latin typeface="Comic Sans MS" panose="030F0702030302020204" pitchFamily="66" charset="0"/>
              </a:rPr>
              <a:t>Raha </a:t>
            </a:r>
            <a:r>
              <a:rPr lang="en-US" altLang="fr-FR" b="1" dirty="0" err="1">
                <a:latin typeface="Comic Sans MS" panose="030F0702030302020204" pitchFamily="66" charset="0"/>
              </a:rPr>
              <a:t>feno</a:t>
            </a:r>
            <a:r>
              <a:rPr lang="en-US" altLang="fr-FR" b="1" dirty="0">
                <a:latin typeface="Comic Sans MS" panose="030F0702030302020204" pitchFamily="66" charset="0"/>
              </a:rPr>
              <a:t> 12 </a:t>
            </a:r>
            <a:r>
              <a:rPr lang="en-US" altLang="fr-FR" b="1" dirty="0" err="1">
                <a:latin typeface="Comic Sans MS" panose="030F0702030302020204" pitchFamily="66" charset="0"/>
              </a:rPr>
              <a:t>taona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izy</a:t>
            </a:r>
            <a:r>
              <a:rPr lang="en-US" altLang="fr-FR" b="1" dirty="0">
                <a:latin typeface="Comic Sans MS" panose="030F0702030302020204" pitchFamily="66" charset="0"/>
              </a:rPr>
              <a:t>, </a:t>
            </a:r>
            <a:r>
              <a:rPr lang="en-US" altLang="fr-FR" b="1" dirty="0" err="1">
                <a:latin typeface="Comic Sans MS" panose="030F0702030302020204" pitchFamily="66" charset="0"/>
              </a:rPr>
              <a:t>ireo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izay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nihaino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azy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nitory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teny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dia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talanjona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sady</a:t>
            </a:r>
            <a:r>
              <a:rPr lang="en-US" altLang="fr-FR" b="1" dirty="0">
                <a:latin typeface="Comic Sans MS" panose="030F0702030302020204" pitchFamily="66" charset="0"/>
              </a:rPr>
              <a:t> gaga. Ny </a:t>
            </a:r>
            <a:r>
              <a:rPr lang="en-US" altLang="fr-FR" b="1" dirty="0" err="1">
                <a:latin typeface="Comic Sans MS" panose="030F0702030302020204" pitchFamily="66" charset="0"/>
              </a:rPr>
              <a:t>antony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dia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izao</a:t>
            </a:r>
            <a:r>
              <a:rPr lang="en-US" altLang="fr-FR" b="1" dirty="0">
                <a:latin typeface="Comic Sans MS" panose="030F0702030302020204" pitchFamily="66" charset="0"/>
              </a:rPr>
              <a:t>, </a:t>
            </a:r>
            <a:r>
              <a:rPr lang="en-US" altLang="fr-FR" b="1" dirty="0" err="1">
                <a:latin typeface="Comic Sans MS" panose="030F0702030302020204" pitchFamily="66" charset="0"/>
              </a:rPr>
              <a:t>na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dia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tao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anatin’ny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fahakeliny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aza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izy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dia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solidFill>
                  <a:srgbClr val="FF0000"/>
                </a:solidFill>
                <a:latin typeface="Comic Sans MS" panose="030F0702030302020204" pitchFamily="66" charset="0"/>
              </a:rPr>
              <a:t>nahatakatra</a:t>
            </a:r>
            <a:r>
              <a:rPr lang="en-US" altLang="fr-FR" b="1" dirty="0">
                <a:latin typeface="Comic Sans MS" panose="030F0702030302020204" pitchFamily="66" charset="0"/>
              </a:rPr>
              <a:t>, </a:t>
            </a:r>
            <a:r>
              <a:rPr lang="en-US" altLang="fr-FR" b="1" dirty="0" err="1">
                <a:solidFill>
                  <a:srgbClr val="FFFF00"/>
                </a:solidFill>
                <a:latin typeface="Comic Sans MS" panose="030F0702030302020204" pitchFamily="66" charset="0"/>
              </a:rPr>
              <a:t>nahay</a:t>
            </a:r>
            <a:r>
              <a:rPr lang="en-US" altLang="fr-FR" b="1" dirty="0">
                <a:solidFill>
                  <a:srgbClr val="FFFF00"/>
                </a:solidFill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solidFill>
                  <a:srgbClr val="FFFF00"/>
                </a:solidFill>
                <a:latin typeface="Comic Sans MS" panose="030F0702030302020204" pitchFamily="66" charset="0"/>
              </a:rPr>
              <a:t>nanazava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ary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solidFill>
                  <a:schemeClr val="bg2">
                    <a:lumMod val="50000"/>
                    <a:lumOff val="50000"/>
                  </a:schemeClr>
                </a:solidFill>
                <a:latin typeface="Comic Sans MS" panose="030F0702030302020204" pitchFamily="66" charset="0"/>
              </a:rPr>
              <a:t>namaly</a:t>
            </a:r>
            <a:r>
              <a:rPr lang="en-US" altLang="fr-FR" b="1" dirty="0">
                <a:solidFill>
                  <a:schemeClr val="bg2">
                    <a:lumMod val="50000"/>
                    <a:lumOff val="50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solidFill>
                  <a:schemeClr val="bg2">
                    <a:lumMod val="50000"/>
                    <a:lumOff val="50000"/>
                  </a:schemeClr>
                </a:solidFill>
                <a:latin typeface="Comic Sans MS" panose="030F0702030302020204" pitchFamily="66" charset="0"/>
              </a:rPr>
              <a:t>fanontaniana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mahakasika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ny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teny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voasoratra</a:t>
            </a:r>
            <a:r>
              <a:rPr lang="en-US" altLang="fr-FR" b="1" dirty="0">
                <a:latin typeface="Comic Sans MS" panose="030F0702030302020204" pitchFamily="66" charset="0"/>
              </a:rPr>
              <a:t>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30174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 </a:t>
            </a:r>
            <a:r>
              <a:rPr lang="fr-FR" b="1" i="1" dirty="0" smtClean="0">
                <a:solidFill>
                  <a:srgbClr val="FFFF00"/>
                </a:solidFill>
              </a:rPr>
              <a:t>SAMOELA ZAZA</a:t>
            </a:r>
            <a:endParaRPr lang="fr-FR" b="1" i="1" dirty="0">
              <a:solidFill>
                <a:srgbClr val="FFFF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894"/>
            <a:ext cx="10972800" cy="4800601"/>
          </a:xfrm>
        </p:spPr>
        <p:txBody>
          <a:bodyPr/>
          <a:lstStyle/>
          <a:p>
            <a:r>
              <a:rPr lang="fr-FR" sz="4400" dirty="0">
                <a:latin typeface="Arial Rounded MT Bold" panose="020F0704030504030204" pitchFamily="34" charset="0"/>
              </a:rPr>
              <a:t>Toy </a:t>
            </a:r>
            <a:r>
              <a:rPr lang="fr-FR" sz="4400" dirty="0" err="1">
                <a:latin typeface="Arial Rounded MT Bold" panose="020F0704030504030204" pitchFamily="34" charset="0"/>
              </a:rPr>
              <a:t>izany</a:t>
            </a:r>
            <a:r>
              <a:rPr lang="fr-FR" sz="4400" dirty="0">
                <a:latin typeface="Arial Rounded MT Bold" panose="020F0704030504030204" pitchFamily="34" charset="0"/>
              </a:rPr>
              <a:t> </a:t>
            </a:r>
            <a:r>
              <a:rPr lang="fr-FR" sz="4400" dirty="0" err="1">
                <a:latin typeface="Arial Rounded MT Bold" panose="020F0704030504030204" pitchFamily="34" charset="0"/>
              </a:rPr>
              <a:t>ihany</a:t>
            </a:r>
            <a:r>
              <a:rPr lang="fr-FR" sz="4400" dirty="0">
                <a:latin typeface="Arial Rounded MT Bold" panose="020F0704030504030204" pitchFamily="34" charset="0"/>
              </a:rPr>
              <a:t> </a:t>
            </a:r>
            <a:r>
              <a:rPr lang="fr-FR" sz="4400" dirty="0" err="1">
                <a:latin typeface="Arial Rounded MT Bold" panose="020F0704030504030204" pitchFamily="34" charset="0"/>
              </a:rPr>
              <a:t>koa</a:t>
            </a:r>
            <a:r>
              <a:rPr lang="fr-FR" sz="4400" dirty="0">
                <a:latin typeface="Arial Rounded MT Bold" panose="020F0704030504030204" pitchFamily="34" charset="0"/>
              </a:rPr>
              <a:t>, tao </a:t>
            </a:r>
            <a:r>
              <a:rPr lang="fr-FR" sz="4400" dirty="0" err="1">
                <a:latin typeface="Arial Rounded MT Bold" panose="020F0704030504030204" pitchFamily="34" charset="0"/>
              </a:rPr>
              <a:t>amin’ny</a:t>
            </a:r>
            <a:r>
              <a:rPr lang="fr-FR" sz="4400" dirty="0">
                <a:latin typeface="Arial Rounded MT Bold" panose="020F0704030504030204" pitchFamily="34" charset="0"/>
              </a:rPr>
              <a:t> </a:t>
            </a:r>
            <a:r>
              <a:rPr lang="fr-FR" sz="4400" dirty="0" err="1">
                <a:latin typeface="Arial Rounded MT Bold" panose="020F0704030504030204" pitchFamily="34" charset="0"/>
              </a:rPr>
              <a:t>testamenta</a:t>
            </a:r>
            <a:r>
              <a:rPr lang="fr-FR" sz="4400" dirty="0">
                <a:latin typeface="Arial Rounded MT Bold" panose="020F0704030504030204" pitchFamily="34" charset="0"/>
              </a:rPr>
              <a:t> </a:t>
            </a:r>
            <a:r>
              <a:rPr lang="fr-FR" sz="4400" dirty="0" err="1">
                <a:latin typeface="Arial Rounded MT Bold" panose="020F0704030504030204" pitchFamily="34" charset="0"/>
              </a:rPr>
              <a:t>taloha</a:t>
            </a:r>
            <a:r>
              <a:rPr lang="fr-FR" sz="4400" dirty="0">
                <a:latin typeface="Arial Rounded MT Bold" panose="020F0704030504030204" pitchFamily="34" charset="0"/>
              </a:rPr>
              <a:t>, dia </a:t>
            </a:r>
            <a:r>
              <a:rPr lang="fr-FR" sz="4400" dirty="0" err="1">
                <a:latin typeface="Arial Rounded MT Bold" panose="020F0704030504030204" pitchFamily="34" charset="0"/>
              </a:rPr>
              <a:t>niantso</a:t>
            </a:r>
            <a:r>
              <a:rPr lang="fr-FR" sz="4400" dirty="0">
                <a:latin typeface="Arial Rounded MT Bold" panose="020F0704030504030204" pitchFamily="34" charset="0"/>
              </a:rPr>
              <a:t> </a:t>
            </a:r>
            <a:r>
              <a:rPr lang="fr-FR" sz="4400" dirty="0" err="1">
                <a:latin typeface="Arial Rounded MT Bold" panose="020F0704030504030204" pitchFamily="34" charset="0"/>
              </a:rPr>
              <a:t>an’i</a:t>
            </a:r>
            <a:r>
              <a:rPr lang="fr-FR" sz="4400" dirty="0">
                <a:latin typeface="Arial Rounded MT Bold" panose="020F0704030504030204" pitchFamily="34" charset="0"/>
              </a:rPr>
              <a:t> </a:t>
            </a:r>
            <a:r>
              <a:rPr lang="fr-FR" sz="4400" dirty="0" err="1">
                <a:latin typeface="Arial Rounded MT Bold" panose="020F0704030504030204" pitchFamily="34" charset="0"/>
              </a:rPr>
              <a:t>Samoela</a:t>
            </a:r>
            <a:r>
              <a:rPr lang="fr-FR" sz="4400" dirty="0">
                <a:latin typeface="Arial Rounded MT Bold" panose="020F0704030504030204" pitchFamily="34" charset="0"/>
              </a:rPr>
              <a:t> </a:t>
            </a:r>
            <a:r>
              <a:rPr lang="fr-FR" sz="4400" dirty="0" err="1">
                <a:latin typeface="Arial Rounded MT Bold" panose="020F0704030504030204" pitchFamily="34" charset="0"/>
              </a:rPr>
              <a:t>Andriamanitra</a:t>
            </a:r>
            <a:r>
              <a:rPr lang="fr-FR" sz="4400" dirty="0">
                <a:latin typeface="Arial Rounded MT Bold" panose="020F0704030504030204" pitchFamily="34" charset="0"/>
              </a:rPr>
              <a:t> </a:t>
            </a:r>
            <a:r>
              <a:rPr lang="fr-FR" sz="4400" dirty="0" err="1">
                <a:latin typeface="Arial Rounded MT Bold" panose="020F0704030504030204" pitchFamily="34" charset="0"/>
              </a:rPr>
              <a:t>mba</a:t>
            </a:r>
            <a:r>
              <a:rPr lang="fr-FR" sz="4400" dirty="0">
                <a:latin typeface="Arial Rounded MT Bold" panose="020F0704030504030204" pitchFamily="34" charset="0"/>
              </a:rPr>
              <a:t> </a:t>
            </a:r>
            <a:r>
              <a:rPr lang="fr-FR" sz="4400" dirty="0" err="1">
                <a:latin typeface="Arial Rounded MT Bold" panose="020F0704030504030204" pitchFamily="34" charset="0"/>
              </a:rPr>
              <a:t>hanompo</a:t>
            </a:r>
            <a:r>
              <a:rPr lang="fr-FR" sz="4400" dirty="0">
                <a:latin typeface="Arial Rounded MT Bold" panose="020F0704030504030204" pitchFamily="34" charset="0"/>
              </a:rPr>
              <a:t> </a:t>
            </a:r>
            <a:r>
              <a:rPr lang="fr-FR" sz="4400" dirty="0" err="1">
                <a:latin typeface="Arial Rounded MT Bold" panose="020F0704030504030204" pitchFamily="34" charset="0"/>
              </a:rPr>
              <a:t>Ilay</a:t>
            </a:r>
            <a:r>
              <a:rPr lang="fr-FR" sz="4400" dirty="0">
                <a:latin typeface="Arial Rounded MT Bold" panose="020F0704030504030204" pitchFamily="34" charset="0"/>
              </a:rPr>
              <a:t> </a:t>
            </a:r>
            <a:r>
              <a:rPr lang="fr-FR" sz="4400" dirty="0" err="1">
                <a:latin typeface="Arial Rounded MT Bold" panose="020F0704030504030204" pitchFamily="34" charset="0"/>
              </a:rPr>
              <a:t>Mpanjaka</a:t>
            </a:r>
            <a:r>
              <a:rPr lang="fr-FR" sz="4400" dirty="0">
                <a:latin typeface="Arial Rounded MT Bold" panose="020F0704030504030204" pitchFamily="34" charset="0"/>
              </a:rPr>
              <a:t> (1 Sam 3 : 1-11). Ny </a:t>
            </a:r>
            <a:r>
              <a:rPr lang="fr-FR" sz="4400" dirty="0" err="1">
                <a:latin typeface="Arial Rounded MT Bold" panose="020F0704030504030204" pitchFamily="34" charset="0"/>
              </a:rPr>
              <a:t>baiboly</a:t>
            </a:r>
            <a:r>
              <a:rPr lang="fr-FR" sz="4400" dirty="0">
                <a:latin typeface="Arial Rounded MT Bold" panose="020F0704030504030204" pitchFamily="34" charset="0"/>
              </a:rPr>
              <a:t> dia </a:t>
            </a:r>
            <a:r>
              <a:rPr lang="fr-FR" sz="4400" dirty="0" err="1">
                <a:latin typeface="Arial Rounded MT Bold" panose="020F0704030504030204" pitchFamily="34" charset="0"/>
              </a:rPr>
              <a:t>nanatitrantitra</a:t>
            </a:r>
            <a:r>
              <a:rPr lang="fr-FR" sz="4400" dirty="0">
                <a:latin typeface="Arial Rounded MT Bold" panose="020F0704030504030204" pitchFamily="34" charset="0"/>
              </a:rPr>
              <a:t> fa i </a:t>
            </a:r>
            <a:r>
              <a:rPr lang="fr-FR" sz="4400" dirty="0" err="1">
                <a:latin typeface="Arial Rounded MT Bold" panose="020F0704030504030204" pitchFamily="34" charset="0"/>
              </a:rPr>
              <a:t>Samoela</a:t>
            </a:r>
            <a:r>
              <a:rPr lang="fr-FR" sz="4400" dirty="0">
                <a:latin typeface="Arial Rounded MT Bold" panose="020F0704030504030204" pitchFamily="34" charset="0"/>
              </a:rPr>
              <a:t> dia « </a:t>
            </a:r>
            <a:r>
              <a:rPr lang="fr-FR" sz="4400" dirty="0" err="1">
                <a:latin typeface="Arial Rounded MT Bold" panose="020F0704030504030204" pitchFamily="34" charset="0"/>
              </a:rPr>
              <a:t>nanao</a:t>
            </a:r>
            <a:r>
              <a:rPr lang="fr-FR" sz="4400" dirty="0">
                <a:latin typeface="Arial Rounded MT Bold" panose="020F0704030504030204" pitchFamily="34" charset="0"/>
              </a:rPr>
              <a:t> </a:t>
            </a:r>
            <a:r>
              <a:rPr lang="fr-FR" sz="4400" dirty="0" err="1">
                <a:latin typeface="Arial Rounded MT Bold" panose="020F0704030504030204" pitchFamily="34" charset="0"/>
              </a:rPr>
              <a:t>fanompoana</a:t>
            </a:r>
            <a:r>
              <a:rPr lang="fr-FR" sz="4400" dirty="0">
                <a:latin typeface="Arial Rounded MT Bold" panose="020F0704030504030204" pitchFamily="34" charset="0"/>
              </a:rPr>
              <a:t> ho </a:t>
            </a:r>
            <a:r>
              <a:rPr lang="fr-FR" sz="4400" dirty="0" err="1">
                <a:latin typeface="Arial Rounded MT Bold" panose="020F0704030504030204" pitchFamily="34" charset="0"/>
              </a:rPr>
              <a:t>an’ny</a:t>
            </a:r>
            <a:r>
              <a:rPr lang="fr-FR" sz="4400" dirty="0">
                <a:latin typeface="Arial Rounded MT Bold" panose="020F0704030504030204" pitchFamily="34" charset="0"/>
              </a:rPr>
              <a:t> </a:t>
            </a:r>
            <a:r>
              <a:rPr lang="fr-FR" sz="4400" dirty="0" err="1">
                <a:latin typeface="Arial Rounded MT Bold" panose="020F0704030504030204" pitchFamily="34" charset="0"/>
              </a:rPr>
              <a:t>Tompo</a:t>
            </a:r>
            <a:r>
              <a:rPr lang="fr-FR" sz="4400" dirty="0">
                <a:latin typeface="Arial Rounded MT Bold" panose="020F0704030504030204" pitchFamily="34" charset="0"/>
              </a:rPr>
              <a:t> ».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00810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 smtClean="0">
                <a:solidFill>
                  <a:srgbClr val="FFC000"/>
                </a:solidFill>
              </a:rPr>
              <a:t>Zazavavy</a:t>
            </a:r>
            <a:r>
              <a:rPr lang="fr-FR" b="1" dirty="0" smtClean="0">
                <a:solidFill>
                  <a:srgbClr val="FFC000"/>
                </a:solidFill>
              </a:rPr>
              <a:t> </a:t>
            </a:r>
            <a:r>
              <a:rPr lang="fr-FR" b="1" dirty="0" err="1" smtClean="0">
                <a:solidFill>
                  <a:srgbClr val="FFC000"/>
                </a:solidFill>
              </a:rPr>
              <a:t>kely</a:t>
            </a:r>
            <a:r>
              <a:rPr lang="fr-FR" b="1" dirty="0" smtClean="0">
                <a:solidFill>
                  <a:srgbClr val="FFC000"/>
                </a:solidFill>
              </a:rPr>
              <a:t> </a:t>
            </a:r>
            <a:r>
              <a:rPr lang="fr-FR" b="1" dirty="0" err="1" smtClean="0">
                <a:solidFill>
                  <a:srgbClr val="FFC000"/>
                </a:solidFill>
              </a:rPr>
              <a:t>Babo</a:t>
            </a:r>
            <a:endParaRPr lang="fr-FR" b="1" dirty="0">
              <a:solidFill>
                <a:srgbClr val="FFC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5400" i="1" dirty="0">
                <a:latin typeface="Arial Rounded MT Bold" panose="020F0704030504030204" pitchFamily="34" charset="0"/>
              </a:rPr>
              <a:t>Maro </a:t>
            </a:r>
            <a:r>
              <a:rPr lang="fr-FR" sz="5400" i="1" dirty="0" err="1">
                <a:latin typeface="Arial Rounded MT Bold" panose="020F0704030504030204" pitchFamily="34" charset="0"/>
              </a:rPr>
              <a:t>ireo</a:t>
            </a:r>
            <a:r>
              <a:rPr lang="fr-FR" sz="5400" i="1" dirty="0">
                <a:latin typeface="Arial Rounded MT Bold" panose="020F0704030504030204" pitchFamily="34" charset="0"/>
              </a:rPr>
              <a:t> </a:t>
            </a:r>
            <a:r>
              <a:rPr lang="fr-FR" sz="5400" i="1" dirty="0" err="1">
                <a:latin typeface="Arial Rounded MT Bold" panose="020F0704030504030204" pitchFamily="34" charset="0"/>
              </a:rPr>
              <a:t>ohatra</a:t>
            </a:r>
            <a:r>
              <a:rPr lang="fr-FR" sz="5400" i="1" dirty="0">
                <a:latin typeface="Arial Rounded MT Bold" panose="020F0704030504030204" pitchFamily="34" charset="0"/>
              </a:rPr>
              <a:t> </a:t>
            </a:r>
            <a:r>
              <a:rPr lang="fr-FR" sz="5400" i="1" dirty="0" err="1">
                <a:latin typeface="Arial Rounded MT Bold" panose="020F0704030504030204" pitchFamily="34" charset="0"/>
              </a:rPr>
              <a:t>azo</a:t>
            </a:r>
            <a:r>
              <a:rPr lang="fr-FR" sz="5400" i="1" dirty="0">
                <a:latin typeface="Arial Rounded MT Bold" panose="020F0704030504030204" pitchFamily="34" charset="0"/>
              </a:rPr>
              <a:t> </a:t>
            </a:r>
            <a:r>
              <a:rPr lang="fr-FR" sz="5400" i="1" dirty="0" err="1">
                <a:latin typeface="Arial Rounded MT Bold" panose="020F0704030504030204" pitchFamily="34" charset="0"/>
              </a:rPr>
              <a:t>raisina</a:t>
            </a:r>
            <a:r>
              <a:rPr lang="fr-FR" sz="5400" i="1" dirty="0">
                <a:latin typeface="Arial Rounded MT Bold" panose="020F0704030504030204" pitchFamily="34" charset="0"/>
              </a:rPr>
              <a:t> : </a:t>
            </a:r>
            <a:r>
              <a:rPr lang="fr-FR" sz="5400" i="1" dirty="0" err="1">
                <a:latin typeface="Arial Rounded MT Bold" panose="020F0704030504030204" pitchFamily="34" charset="0"/>
              </a:rPr>
              <a:t>ilay</a:t>
            </a:r>
            <a:r>
              <a:rPr lang="fr-FR" sz="5400" i="1" dirty="0">
                <a:latin typeface="Arial Rounded MT Bold" panose="020F0704030504030204" pitchFamily="34" charset="0"/>
              </a:rPr>
              <a:t> </a:t>
            </a:r>
            <a:r>
              <a:rPr lang="fr-FR" sz="5400" i="1" dirty="0" err="1">
                <a:latin typeface="Arial Rounded MT Bold" panose="020F0704030504030204" pitchFamily="34" charset="0"/>
              </a:rPr>
              <a:t>tovovavy</a:t>
            </a:r>
            <a:r>
              <a:rPr lang="fr-FR" sz="5400" i="1" dirty="0">
                <a:latin typeface="Arial Rounded MT Bold" panose="020F0704030504030204" pitchFamily="34" charset="0"/>
              </a:rPr>
              <a:t> </a:t>
            </a:r>
            <a:r>
              <a:rPr lang="fr-FR" sz="5400" i="1" dirty="0" err="1">
                <a:latin typeface="Arial Rounded MT Bold" panose="020F0704030504030204" pitchFamily="34" charset="0"/>
              </a:rPr>
              <a:t>kely</a:t>
            </a:r>
            <a:r>
              <a:rPr lang="fr-FR" sz="5400" i="1" dirty="0">
                <a:latin typeface="Arial Rounded MT Bold" panose="020F0704030504030204" pitchFamily="34" charset="0"/>
              </a:rPr>
              <a:t> tao </a:t>
            </a:r>
            <a:r>
              <a:rPr lang="fr-FR" sz="5400" i="1" dirty="0" err="1">
                <a:latin typeface="Arial Rounded MT Bold" panose="020F0704030504030204" pitchFamily="34" charset="0"/>
              </a:rPr>
              <a:t>Arama</a:t>
            </a:r>
            <a:r>
              <a:rPr lang="fr-FR" sz="5400" i="1" dirty="0">
                <a:latin typeface="Arial Rounded MT Bold" panose="020F0704030504030204" pitchFamily="34" charset="0"/>
              </a:rPr>
              <a:t> </a:t>
            </a:r>
            <a:r>
              <a:rPr lang="fr-FR" sz="5400" i="1" dirty="0" err="1">
                <a:latin typeface="Arial Rounded MT Bold" panose="020F0704030504030204" pitchFamily="34" charset="0"/>
              </a:rPr>
              <a:t>izay</a:t>
            </a:r>
            <a:r>
              <a:rPr lang="fr-FR" sz="5400" i="1" dirty="0">
                <a:latin typeface="Arial Rounded MT Bold" panose="020F0704030504030204" pitchFamily="34" charset="0"/>
              </a:rPr>
              <a:t> </a:t>
            </a:r>
            <a:r>
              <a:rPr lang="fr-FR" sz="5400" i="1" dirty="0" err="1">
                <a:latin typeface="Arial Rounded MT Bold" panose="020F0704030504030204" pitchFamily="34" charset="0"/>
              </a:rPr>
              <a:t>nanompo</a:t>
            </a:r>
            <a:r>
              <a:rPr lang="fr-FR" sz="5400" i="1" dirty="0">
                <a:latin typeface="Arial Rounded MT Bold" panose="020F0704030504030204" pitchFamily="34" charset="0"/>
              </a:rPr>
              <a:t> </a:t>
            </a:r>
            <a:r>
              <a:rPr lang="fr-FR" sz="5400" i="1" dirty="0" err="1">
                <a:latin typeface="Arial Rounded MT Bold" panose="020F0704030504030204" pitchFamily="34" charset="0"/>
              </a:rPr>
              <a:t>an’i</a:t>
            </a:r>
            <a:r>
              <a:rPr lang="fr-FR" sz="5400" i="1" dirty="0">
                <a:latin typeface="Arial Rounded MT Bold" panose="020F0704030504030204" pitchFamily="34" charset="0"/>
              </a:rPr>
              <a:t> Namana (2 </a:t>
            </a:r>
            <a:r>
              <a:rPr lang="fr-FR" sz="5400" i="1" dirty="0" err="1">
                <a:latin typeface="Arial Rounded MT Bold" panose="020F0704030504030204" pitchFamily="34" charset="0"/>
              </a:rPr>
              <a:t>Mpanj</a:t>
            </a:r>
            <a:r>
              <a:rPr lang="fr-FR" sz="5400" i="1" dirty="0">
                <a:latin typeface="Arial Rounded MT Bold" panose="020F0704030504030204" pitchFamily="34" charset="0"/>
              </a:rPr>
              <a:t> 5 :2). </a:t>
            </a:r>
            <a:r>
              <a:rPr lang="fr-FR" sz="5400" i="1" dirty="0" err="1">
                <a:latin typeface="Arial Rounded MT Bold" panose="020F0704030504030204" pitchFamily="34" charset="0"/>
              </a:rPr>
              <a:t>Namonjy</a:t>
            </a:r>
            <a:r>
              <a:rPr lang="fr-FR" sz="5400" i="1" dirty="0">
                <a:latin typeface="Arial Rounded MT Bold" panose="020F0704030504030204" pitchFamily="34" charset="0"/>
              </a:rPr>
              <a:t> </a:t>
            </a:r>
            <a:r>
              <a:rPr lang="fr-FR" sz="5400" i="1" dirty="0" err="1">
                <a:latin typeface="Arial Rounded MT Bold" panose="020F0704030504030204" pitchFamily="34" charset="0"/>
              </a:rPr>
              <a:t>ny</a:t>
            </a:r>
            <a:r>
              <a:rPr lang="fr-FR" sz="5400" i="1" dirty="0">
                <a:latin typeface="Arial Rounded MT Bold" panose="020F0704030504030204" pitchFamily="34" charset="0"/>
              </a:rPr>
              <a:t> </a:t>
            </a:r>
            <a:r>
              <a:rPr lang="fr-FR" sz="5400" i="1" dirty="0" err="1">
                <a:latin typeface="Arial Rounded MT Bold" panose="020F0704030504030204" pitchFamily="34" charset="0"/>
              </a:rPr>
              <a:t>fanahy</a:t>
            </a:r>
            <a:r>
              <a:rPr lang="fr-FR" sz="5400" i="1" dirty="0">
                <a:latin typeface="Arial Rounded MT Bold" panose="020F0704030504030204" pitchFamily="34" charset="0"/>
              </a:rPr>
              <a:t> </a:t>
            </a:r>
            <a:r>
              <a:rPr lang="fr-FR" sz="5400" i="1" dirty="0" err="1">
                <a:latin typeface="Arial Rounded MT Bold" panose="020F0704030504030204" pitchFamily="34" charset="0"/>
              </a:rPr>
              <a:t>sy</a:t>
            </a:r>
            <a:r>
              <a:rPr lang="fr-FR" sz="5400" i="1" dirty="0">
                <a:latin typeface="Arial Rounded MT Bold" panose="020F0704030504030204" pitchFamily="34" charset="0"/>
              </a:rPr>
              <a:t> </a:t>
            </a:r>
            <a:r>
              <a:rPr lang="fr-FR" sz="5400" i="1" dirty="0" err="1">
                <a:latin typeface="Arial Rounded MT Bold" panose="020F0704030504030204" pitchFamily="34" charset="0"/>
              </a:rPr>
              <a:t>ny</a:t>
            </a:r>
            <a:r>
              <a:rPr lang="fr-FR" sz="5400" i="1" dirty="0">
                <a:latin typeface="Arial Rounded MT Bold" panose="020F0704030504030204" pitchFamily="34" charset="0"/>
              </a:rPr>
              <a:t> </a:t>
            </a:r>
            <a:r>
              <a:rPr lang="fr-FR" sz="5400" i="1" dirty="0" err="1">
                <a:latin typeface="Arial Rounded MT Bold" panose="020F0704030504030204" pitchFamily="34" charset="0"/>
              </a:rPr>
              <a:t>vatan’ny</a:t>
            </a:r>
            <a:r>
              <a:rPr lang="fr-FR" sz="5400" i="1" dirty="0">
                <a:latin typeface="Arial Rounded MT Bold" panose="020F0704030504030204" pitchFamily="34" charset="0"/>
              </a:rPr>
              <a:t> </a:t>
            </a:r>
            <a:r>
              <a:rPr lang="fr-FR" sz="5400" i="1" dirty="0" err="1">
                <a:latin typeface="Arial Rounded MT Bold" panose="020F0704030504030204" pitchFamily="34" charset="0"/>
              </a:rPr>
              <a:t>tompony</a:t>
            </a:r>
            <a:r>
              <a:rPr lang="fr-FR" sz="5400" i="1" dirty="0">
                <a:latin typeface="Arial Rounded MT Bold" panose="020F0704030504030204" pitchFamily="34" charset="0"/>
              </a:rPr>
              <a:t> </a:t>
            </a:r>
            <a:r>
              <a:rPr lang="fr-FR" sz="5400" i="1" dirty="0" err="1">
                <a:latin typeface="Arial Rounded MT Bold" panose="020F0704030504030204" pitchFamily="34" charset="0"/>
              </a:rPr>
              <a:t>izy</a:t>
            </a:r>
            <a:r>
              <a:rPr lang="fr-FR" sz="5400" i="1" dirty="0">
                <a:latin typeface="Arial Rounded MT Bold" panose="020F070403050403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51045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i="1" dirty="0" smtClean="0">
                <a:solidFill>
                  <a:srgbClr val="FFC000"/>
                </a:solidFill>
              </a:rPr>
              <a:t>DAVIDA KELY</a:t>
            </a:r>
            <a:endParaRPr lang="fr-FR" b="1" i="1" dirty="0">
              <a:solidFill>
                <a:srgbClr val="FFC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fr-FR" b="1" dirty="0">
                <a:latin typeface="Comic Sans MS" panose="030F0702030302020204" pitchFamily="66" charset="0"/>
              </a:rPr>
              <a:t>Davida </a:t>
            </a:r>
            <a:r>
              <a:rPr lang="en-US" altLang="fr-FR" b="1" dirty="0" err="1">
                <a:latin typeface="Comic Sans MS" panose="030F0702030302020204" pitchFamily="66" charset="0"/>
              </a:rPr>
              <a:t>ihany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koa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dia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nosorana</a:t>
            </a:r>
            <a:r>
              <a:rPr lang="en-US" altLang="fr-FR" b="1" dirty="0">
                <a:latin typeface="Comic Sans MS" panose="030F0702030302020204" pitchFamily="66" charset="0"/>
              </a:rPr>
              <a:t> ho </a:t>
            </a:r>
            <a:r>
              <a:rPr lang="en-US" altLang="fr-FR" b="1" dirty="0" err="1">
                <a:latin typeface="Comic Sans MS" panose="030F0702030302020204" pitchFamily="66" charset="0"/>
              </a:rPr>
              <a:t>amin’ny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fanompoana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raha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mbola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tao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amin’ny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fahazazany</a:t>
            </a:r>
            <a:r>
              <a:rPr lang="en-US" altLang="fr-FR" b="1" dirty="0">
                <a:latin typeface="Comic Sans MS" panose="030F0702030302020204" pitchFamily="66" charset="0"/>
              </a:rPr>
              <a:t>. </a:t>
            </a:r>
            <a:r>
              <a:rPr lang="en-US" altLang="fr-FR" b="1" dirty="0" err="1">
                <a:latin typeface="Comic Sans MS" panose="030F0702030302020204" pitchFamily="66" charset="0"/>
              </a:rPr>
              <a:t>Nanatanteraka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asa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fanompoana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tao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amin’i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Saoly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tamin’ny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alalan’ny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mozika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izy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nandritra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izany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fahakelezany</a:t>
            </a:r>
            <a:r>
              <a:rPr lang="en-US" altLang="fr-FR" b="1" dirty="0">
                <a:latin typeface="Comic Sans MS" panose="030F0702030302020204" pitchFamily="66" charset="0"/>
              </a:rPr>
              <a:t> </a:t>
            </a:r>
            <a:r>
              <a:rPr lang="en-US" altLang="fr-FR" b="1" dirty="0" err="1">
                <a:latin typeface="Comic Sans MS" panose="030F0702030302020204" pitchFamily="66" charset="0"/>
              </a:rPr>
              <a:t>izany</a:t>
            </a:r>
            <a:r>
              <a:rPr lang="en-US" altLang="fr-FR" b="1" dirty="0">
                <a:latin typeface="Comic Sans MS" panose="030F0702030302020204" pitchFamily="66" charset="0"/>
              </a:rPr>
              <a:t>. (1 Sam16 :11-12). Ho </a:t>
            </a:r>
            <a:r>
              <a:rPr lang="en-US" altLang="fr-FR" b="1" dirty="0" err="1">
                <a:latin typeface="Comic Sans MS" panose="030F0702030302020204" pitchFamily="66" charset="0"/>
              </a:rPr>
              <a:t>fanampin’izany</a:t>
            </a:r>
            <a:r>
              <a:rPr lang="en-US" altLang="fr-FR" b="1" dirty="0">
                <a:latin typeface="Comic Sans MS" panose="030F0702030302020204" pitchFamily="66" charset="0"/>
              </a:rPr>
              <a:t>, </a:t>
            </a:r>
            <a:r>
              <a:rPr lang="en-US" altLang="fr-FR" b="1" i="1" dirty="0" err="1">
                <a:solidFill>
                  <a:srgbClr val="FF0000"/>
                </a:solidFill>
                <a:latin typeface="Comic Sans MS" panose="030F0702030302020204" pitchFamily="66" charset="0"/>
              </a:rPr>
              <a:t>nampiasain’Andriamanitra</a:t>
            </a:r>
            <a:r>
              <a:rPr lang="en-US" altLang="fr-FR" b="1" i="1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US" altLang="fr-FR" b="1" i="1" dirty="0" err="1">
                <a:solidFill>
                  <a:srgbClr val="FF0000"/>
                </a:solidFill>
                <a:latin typeface="Comic Sans MS" panose="030F0702030302020204" pitchFamily="66" charset="0"/>
              </a:rPr>
              <a:t>izy</a:t>
            </a:r>
            <a:r>
              <a:rPr lang="en-US" altLang="fr-FR" b="1" i="1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US" altLang="fr-FR" b="1" i="1" dirty="0" err="1">
                <a:solidFill>
                  <a:srgbClr val="FF0000"/>
                </a:solidFill>
                <a:latin typeface="Comic Sans MS" panose="030F0702030302020204" pitchFamily="66" charset="0"/>
              </a:rPr>
              <a:t>nandritra</a:t>
            </a:r>
            <a:r>
              <a:rPr lang="en-US" altLang="fr-FR" b="1" i="1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US" altLang="fr-FR" b="1" i="1" dirty="0" err="1">
                <a:solidFill>
                  <a:srgbClr val="FF0000"/>
                </a:solidFill>
                <a:latin typeface="Comic Sans MS" panose="030F0702030302020204" pitchFamily="66" charset="0"/>
              </a:rPr>
              <a:t>izany</a:t>
            </a:r>
            <a:r>
              <a:rPr lang="en-US" altLang="fr-FR" b="1" i="1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US" altLang="fr-FR" b="1" i="1" dirty="0" err="1">
                <a:solidFill>
                  <a:srgbClr val="FF0000"/>
                </a:solidFill>
                <a:latin typeface="Comic Sans MS" panose="030F0702030302020204" pitchFamily="66" charset="0"/>
              </a:rPr>
              <a:t>fahazazany</a:t>
            </a:r>
            <a:r>
              <a:rPr lang="en-US" altLang="fr-FR" b="1" i="1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US" altLang="fr-FR" b="1" i="1" dirty="0" err="1">
                <a:solidFill>
                  <a:srgbClr val="FF0000"/>
                </a:solidFill>
                <a:latin typeface="Comic Sans MS" panose="030F0702030302020204" pitchFamily="66" charset="0"/>
              </a:rPr>
              <a:t>izany</a:t>
            </a:r>
            <a:r>
              <a:rPr lang="en-US" altLang="fr-FR" b="1" i="1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US" altLang="fr-FR" b="1" i="1" dirty="0" err="1">
                <a:solidFill>
                  <a:srgbClr val="FF0000"/>
                </a:solidFill>
                <a:latin typeface="Comic Sans MS" panose="030F0702030302020204" pitchFamily="66" charset="0"/>
              </a:rPr>
              <a:t>mba</a:t>
            </a:r>
            <a:r>
              <a:rPr lang="en-US" altLang="fr-FR" b="1" i="1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US" altLang="fr-FR" b="1" i="1" dirty="0" err="1">
                <a:solidFill>
                  <a:srgbClr val="FF0000"/>
                </a:solidFill>
                <a:latin typeface="Comic Sans MS" panose="030F0702030302020204" pitchFamily="66" charset="0"/>
              </a:rPr>
              <a:t>handresy</a:t>
            </a:r>
            <a:r>
              <a:rPr lang="en-US" altLang="fr-FR" b="1" i="1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US" altLang="fr-FR" b="1" i="1" dirty="0" err="1">
                <a:solidFill>
                  <a:srgbClr val="FF0000"/>
                </a:solidFill>
                <a:latin typeface="Comic Sans MS" panose="030F0702030302020204" pitchFamily="66" charset="0"/>
              </a:rPr>
              <a:t>ireo</a:t>
            </a:r>
            <a:r>
              <a:rPr lang="en-US" altLang="fr-FR" b="1" i="1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US" altLang="fr-FR" b="1" i="1" dirty="0" err="1">
                <a:solidFill>
                  <a:srgbClr val="FF0000"/>
                </a:solidFill>
                <a:latin typeface="Comic Sans MS" panose="030F0702030302020204" pitchFamily="66" charset="0"/>
              </a:rPr>
              <a:t>fahavalony</a:t>
            </a:r>
            <a:r>
              <a:rPr lang="en-US" altLang="fr-FR" b="1" dirty="0">
                <a:latin typeface="Comic Sans MS" panose="030F0702030302020204" pitchFamily="66" charset="0"/>
              </a:rPr>
              <a:t>.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926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8800" b="1" i="1" dirty="0" smtClean="0">
                <a:solidFill>
                  <a:srgbClr val="FFFF00"/>
                </a:solidFill>
              </a:rPr>
              <a:t>JOSEFA KELY</a:t>
            </a:r>
            <a:endParaRPr lang="fr-FR" sz="8800" b="1" i="1" dirty="0">
              <a:solidFill>
                <a:srgbClr val="FFFF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fr-FR" sz="4800" b="1" dirty="0">
                <a:latin typeface="Comic Sans MS" panose="030F0702030302020204" pitchFamily="66" charset="0"/>
              </a:rPr>
              <a:t>Josefa </a:t>
            </a:r>
            <a:r>
              <a:rPr lang="en-US" altLang="fr-FR" sz="4800" b="1" dirty="0" err="1">
                <a:latin typeface="Comic Sans MS" panose="030F0702030302020204" pitchFamily="66" charset="0"/>
              </a:rPr>
              <a:t>ihany</a:t>
            </a:r>
            <a:r>
              <a:rPr lang="en-US" altLang="fr-FR" sz="4800" b="1" dirty="0">
                <a:latin typeface="Comic Sans MS" panose="030F0702030302020204" pitchFamily="66" charset="0"/>
              </a:rPr>
              <a:t> </a:t>
            </a:r>
            <a:r>
              <a:rPr lang="en-US" altLang="fr-FR" sz="4800" b="1" dirty="0" err="1">
                <a:latin typeface="Comic Sans MS" panose="030F0702030302020204" pitchFamily="66" charset="0"/>
              </a:rPr>
              <a:t>koa</a:t>
            </a:r>
            <a:r>
              <a:rPr lang="en-US" altLang="fr-FR" sz="4800" b="1" dirty="0">
                <a:latin typeface="Comic Sans MS" panose="030F0702030302020204" pitchFamily="66" charset="0"/>
              </a:rPr>
              <a:t> </a:t>
            </a:r>
            <a:r>
              <a:rPr lang="en-US" altLang="fr-FR" sz="4800" b="1" dirty="0" err="1">
                <a:latin typeface="Comic Sans MS" panose="030F0702030302020204" pitchFamily="66" charset="0"/>
              </a:rPr>
              <a:t>dia</a:t>
            </a:r>
            <a:r>
              <a:rPr lang="en-US" altLang="fr-FR" sz="4800" b="1" dirty="0">
                <a:latin typeface="Comic Sans MS" panose="030F0702030302020204" pitchFamily="66" charset="0"/>
              </a:rPr>
              <a:t> </a:t>
            </a:r>
            <a:r>
              <a:rPr lang="en-US" altLang="fr-FR" sz="4800" b="1" dirty="0" err="1">
                <a:latin typeface="Comic Sans MS" panose="030F0702030302020204" pitchFamily="66" charset="0"/>
              </a:rPr>
              <a:t>nanomboka</a:t>
            </a:r>
            <a:r>
              <a:rPr lang="en-US" altLang="fr-FR" sz="4800" b="1" dirty="0">
                <a:latin typeface="Comic Sans MS" panose="030F0702030302020204" pitchFamily="66" charset="0"/>
              </a:rPr>
              <a:t> </a:t>
            </a:r>
            <a:r>
              <a:rPr lang="en-US" altLang="fr-FR" sz="4800" b="1" dirty="0" err="1">
                <a:latin typeface="Comic Sans MS" panose="030F0702030302020204" pitchFamily="66" charset="0"/>
              </a:rPr>
              <a:t>ny</a:t>
            </a:r>
            <a:r>
              <a:rPr lang="en-US" altLang="fr-FR" sz="4800" b="1" dirty="0">
                <a:latin typeface="Comic Sans MS" panose="030F0702030302020204" pitchFamily="66" charset="0"/>
              </a:rPr>
              <a:t> </a:t>
            </a:r>
            <a:r>
              <a:rPr lang="en-US" altLang="fr-FR" sz="4800" b="1" dirty="0" err="1">
                <a:latin typeface="Comic Sans MS" panose="030F0702030302020204" pitchFamily="66" charset="0"/>
              </a:rPr>
              <a:t>asa</a:t>
            </a:r>
            <a:r>
              <a:rPr lang="en-US" altLang="fr-FR" sz="4800" b="1" dirty="0">
                <a:latin typeface="Comic Sans MS" panose="030F0702030302020204" pitchFamily="66" charset="0"/>
              </a:rPr>
              <a:t> </a:t>
            </a:r>
            <a:r>
              <a:rPr lang="en-US" altLang="fr-FR" sz="4800" b="1" dirty="0" err="1">
                <a:latin typeface="Comic Sans MS" panose="030F0702030302020204" pitchFamily="66" charset="0"/>
              </a:rPr>
              <a:t>tamin’ny</a:t>
            </a:r>
            <a:r>
              <a:rPr lang="en-US" altLang="fr-FR" sz="4800" b="1" dirty="0">
                <a:latin typeface="Comic Sans MS" panose="030F0702030302020204" pitchFamily="66" charset="0"/>
              </a:rPr>
              <a:t> </a:t>
            </a:r>
            <a:r>
              <a:rPr lang="en-US" altLang="fr-FR" sz="4800" b="1" dirty="0" err="1">
                <a:latin typeface="Comic Sans MS" panose="030F0702030302020204" pitchFamily="66" charset="0"/>
              </a:rPr>
              <a:t>fahakeliny</a:t>
            </a:r>
            <a:r>
              <a:rPr lang="en-US" altLang="fr-FR" sz="4800" b="1" dirty="0">
                <a:latin typeface="Comic Sans MS" panose="030F0702030302020204" pitchFamily="66" charset="0"/>
              </a:rPr>
              <a:t>. </a:t>
            </a:r>
            <a:r>
              <a:rPr lang="en-US" altLang="fr-FR" sz="4800" b="1" dirty="0" err="1">
                <a:latin typeface="Comic Sans MS" panose="030F0702030302020204" pitchFamily="66" charset="0"/>
              </a:rPr>
              <a:t>Namangy</a:t>
            </a:r>
            <a:r>
              <a:rPr lang="en-US" altLang="fr-FR" sz="4800" b="1" dirty="0">
                <a:latin typeface="Comic Sans MS" panose="030F0702030302020204" pitchFamily="66" charset="0"/>
              </a:rPr>
              <a:t> </a:t>
            </a:r>
            <a:r>
              <a:rPr lang="en-US" altLang="fr-FR" sz="4800" b="1" dirty="0" err="1">
                <a:latin typeface="Comic Sans MS" panose="030F0702030302020204" pitchFamily="66" charset="0"/>
              </a:rPr>
              <a:t>azy</a:t>
            </a:r>
            <a:r>
              <a:rPr lang="en-US" altLang="fr-FR" sz="4800" b="1" dirty="0">
                <a:latin typeface="Comic Sans MS" panose="030F0702030302020204" pitchFamily="66" charset="0"/>
              </a:rPr>
              <a:t> </a:t>
            </a:r>
            <a:r>
              <a:rPr lang="en-US" altLang="fr-FR" sz="4800" b="1" dirty="0" err="1">
                <a:latin typeface="Comic Sans MS" panose="030F0702030302020204" pitchFamily="66" charset="0"/>
              </a:rPr>
              <a:t>tamin’ny</a:t>
            </a:r>
            <a:r>
              <a:rPr lang="en-US" altLang="fr-FR" sz="4800" b="1" dirty="0">
                <a:latin typeface="Comic Sans MS" panose="030F0702030302020204" pitchFamily="66" charset="0"/>
              </a:rPr>
              <a:t> </a:t>
            </a:r>
            <a:r>
              <a:rPr lang="en-US" altLang="fr-FR" sz="4800" b="1" dirty="0" err="1">
                <a:latin typeface="Comic Sans MS" panose="030F0702030302020204" pitchFamily="66" charset="0"/>
              </a:rPr>
              <a:t>alalan’ny</a:t>
            </a:r>
            <a:r>
              <a:rPr lang="en-US" altLang="fr-FR" sz="4800" b="1" dirty="0">
                <a:latin typeface="Comic Sans MS" panose="030F0702030302020204" pitchFamily="66" charset="0"/>
              </a:rPr>
              <a:t> </a:t>
            </a:r>
            <a:r>
              <a:rPr lang="en-US" altLang="fr-FR" sz="4800" b="1" dirty="0" err="1">
                <a:latin typeface="Comic Sans MS" panose="030F0702030302020204" pitchFamily="66" charset="0"/>
              </a:rPr>
              <a:t>nofy</a:t>
            </a:r>
            <a:r>
              <a:rPr lang="en-US" altLang="fr-FR" sz="4800" b="1" dirty="0">
                <a:latin typeface="Comic Sans MS" panose="030F0702030302020204" pitchFamily="66" charset="0"/>
              </a:rPr>
              <a:t> </a:t>
            </a:r>
            <a:r>
              <a:rPr lang="en-US" altLang="fr-FR" sz="4800" b="1" dirty="0" err="1">
                <a:latin typeface="Comic Sans MS" panose="030F0702030302020204" pitchFamily="66" charset="0"/>
              </a:rPr>
              <a:t>sy</a:t>
            </a:r>
            <a:r>
              <a:rPr lang="en-US" altLang="fr-FR" sz="4800" b="1" dirty="0">
                <a:latin typeface="Comic Sans MS" panose="030F0702030302020204" pitchFamily="66" charset="0"/>
              </a:rPr>
              <a:t> </a:t>
            </a:r>
            <a:r>
              <a:rPr lang="en-US" altLang="fr-FR" sz="4800" b="1" dirty="0" err="1">
                <a:latin typeface="Comic Sans MS" panose="030F0702030302020204" pitchFamily="66" charset="0"/>
              </a:rPr>
              <a:t>fahitana</a:t>
            </a:r>
            <a:r>
              <a:rPr lang="en-US" altLang="fr-FR" sz="4800" b="1" dirty="0">
                <a:latin typeface="Comic Sans MS" panose="030F0702030302020204" pitchFamily="66" charset="0"/>
              </a:rPr>
              <a:t> </a:t>
            </a:r>
            <a:r>
              <a:rPr lang="en-US" altLang="fr-FR" sz="4800" b="1" dirty="0" err="1">
                <a:latin typeface="Comic Sans MS" panose="030F0702030302020204" pitchFamily="66" charset="0"/>
              </a:rPr>
              <a:t>Andriamanitra</a:t>
            </a:r>
            <a:r>
              <a:rPr lang="en-US" altLang="fr-FR" sz="4800" b="1" dirty="0">
                <a:latin typeface="Comic Sans MS" panose="030F0702030302020204" pitchFamily="66" charset="0"/>
              </a:rPr>
              <a:t> </a:t>
            </a:r>
            <a:r>
              <a:rPr lang="en-US" altLang="fr-FR" sz="4800" b="1" dirty="0" err="1">
                <a:latin typeface="Comic Sans MS" panose="030F0702030302020204" pitchFamily="66" charset="0"/>
              </a:rPr>
              <a:t>satria</a:t>
            </a:r>
            <a:r>
              <a:rPr lang="en-US" altLang="fr-FR" sz="4800" b="1" dirty="0">
                <a:latin typeface="Comic Sans MS" panose="030F0702030302020204" pitchFamily="66" charset="0"/>
              </a:rPr>
              <a:t> </a:t>
            </a:r>
            <a:r>
              <a:rPr lang="en-US" altLang="fr-FR" sz="4800" b="1" dirty="0" err="1">
                <a:latin typeface="Comic Sans MS" panose="030F0702030302020204" pitchFamily="66" charset="0"/>
              </a:rPr>
              <a:t>teo</a:t>
            </a:r>
            <a:r>
              <a:rPr lang="en-US" altLang="fr-FR" sz="4800" b="1" dirty="0">
                <a:latin typeface="Comic Sans MS" panose="030F0702030302020204" pitchFamily="66" charset="0"/>
              </a:rPr>
              <a:t> </a:t>
            </a:r>
            <a:r>
              <a:rPr lang="en-US" altLang="fr-FR" sz="4800" b="1" dirty="0" err="1">
                <a:latin typeface="Comic Sans MS" panose="030F0702030302020204" pitchFamily="66" charset="0"/>
              </a:rPr>
              <a:t>anilany</a:t>
            </a:r>
            <a:r>
              <a:rPr lang="en-US" altLang="fr-FR" sz="4800" b="1" dirty="0">
                <a:latin typeface="Comic Sans MS" panose="030F0702030302020204" pitchFamily="66" charset="0"/>
              </a:rPr>
              <a:t> </a:t>
            </a:r>
            <a:r>
              <a:rPr lang="en-US" altLang="fr-FR" sz="4800" b="1" dirty="0" err="1">
                <a:latin typeface="Comic Sans MS" panose="030F0702030302020204" pitchFamily="66" charset="0"/>
              </a:rPr>
              <a:t>mandrakariva</a:t>
            </a:r>
            <a:r>
              <a:rPr lang="en-US" altLang="fr-FR" sz="4800" b="1" dirty="0">
                <a:latin typeface="Comic Sans MS" panose="030F0702030302020204" pitchFamily="66" charset="0"/>
              </a:rPr>
              <a:t> </a:t>
            </a:r>
            <a:r>
              <a:rPr lang="en-US" altLang="fr-FR" sz="4800" b="1" dirty="0" err="1">
                <a:latin typeface="Comic Sans MS" panose="030F0702030302020204" pitchFamily="66" charset="0"/>
              </a:rPr>
              <a:t>izy</a:t>
            </a:r>
            <a:r>
              <a:rPr lang="en-US" altLang="fr-FR" sz="4800" b="1" dirty="0">
                <a:latin typeface="Comic Sans MS" panose="030F0702030302020204" pitchFamily="66" charset="0"/>
              </a:rPr>
              <a:t>.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70442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FFC000"/>
                </a:solidFill>
              </a:rPr>
              <a:t>JOSIA KELY</a:t>
            </a:r>
            <a:endParaRPr lang="fr-FR" b="1" dirty="0">
              <a:solidFill>
                <a:srgbClr val="FFC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4800" dirty="0">
                <a:latin typeface="Arial Rounded MT Bold" panose="020F0704030504030204" pitchFamily="34" charset="0"/>
              </a:rPr>
              <a:t>Vao </a:t>
            </a:r>
            <a:r>
              <a:rPr lang="fr-FR" sz="4800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valo</a:t>
            </a:r>
            <a:r>
              <a:rPr lang="fr-FR" sz="48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fr-FR" sz="4800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taona</a:t>
            </a:r>
            <a:r>
              <a:rPr lang="fr-FR" sz="48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fr-FR" sz="4800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monja</a:t>
            </a:r>
            <a:r>
              <a:rPr lang="fr-FR" sz="48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fr-FR" sz="4800" dirty="0" err="1">
                <a:latin typeface="Arial Rounded MT Bold" panose="020F0704030504030204" pitchFamily="34" charset="0"/>
              </a:rPr>
              <a:t>ihany</a:t>
            </a:r>
            <a:r>
              <a:rPr lang="fr-FR" sz="4800" dirty="0">
                <a:latin typeface="Arial Rounded MT Bold" panose="020F0704030504030204" pitchFamily="34" charset="0"/>
              </a:rPr>
              <a:t> </a:t>
            </a:r>
            <a:r>
              <a:rPr lang="fr-FR" sz="4800" dirty="0" err="1">
                <a:latin typeface="Arial Rounded MT Bold" panose="020F0704030504030204" pitchFamily="34" charset="0"/>
              </a:rPr>
              <a:t>koa</a:t>
            </a:r>
            <a:r>
              <a:rPr lang="fr-FR" sz="4800" dirty="0">
                <a:latin typeface="Arial Rounded MT Bold" panose="020F0704030504030204" pitchFamily="34" charset="0"/>
              </a:rPr>
              <a:t> i </a:t>
            </a:r>
            <a:r>
              <a:rPr lang="fr-FR" sz="4800" dirty="0" err="1">
                <a:latin typeface="Arial Rounded MT Bold" panose="020F0704030504030204" pitchFamily="34" charset="0"/>
              </a:rPr>
              <a:t>Josia</a:t>
            </a:r>
            <a:r>
              <a:rPr lang="fr-FR" sz="4800" dirty="0">
                <a:latin typeface="Arial Rounded MT Bold" panose="020F0704030504030204" pitchFamily="34" charset="0"/>
              </a:rPr>
              <a:t>  dia </a:t>
            </a:r>
            <a:r>
              <a:rPr lang="fr-FR" sz="4800" dirty="0" err="1">
                <a:latin typeface="Arial Rounded MT Bold" panose="020F0704030504030204" pitchFamily="34" charset="0"/>
              </a:rPr>
              <a:t>efa</a:t>
            </a:r>
            <a:r>
              <a:rPr lang="fr-FR" sz="4800" dirty="0">
                <a:latin typeface="Arial Rounded MT Bold" panose="020F0704030504030204" pitchFamily="34" charset="0"/>
              </a:rPr>
              <a:t> </a:t>
            </a:r>
            <a:r>
              <a:rPr lang="fr-FR" sz="4800" dirty="0" err="1">
                <a:latin typeface="Arial Rounded MT Bold" panose="020F0704030504030204" pitchFamily="34" charset="0"/>
              </a:rPr>
              <a:t>nanompo</a:t>
            </a:r>
            <a:r>
              <a:rPr lang="fr-FR" sz="4800" dirty="0">
                <a:latin typeface="Arial Rounded MT Bold" panose="020F0704030504030204" pitchFamily="34" charset="0"/>
              </a:rPr>
              <a:t> </a:t>
            </a:r>
            <a:r>
              <a:rPr lang="fr-FR" sz="4800" dirty="0" err="1">
                <a:latin typeface="Arial Rounded MT Bold" panose="020F0704030504030204" pitchFamily="34" charset="0"/>
              </a:rPr>
              <a:t>an’Andriamanitra</a:t>
            </a:r>
            <a:r>
              <a:rPr lang="fr-FR" sz="4800" dirty="0">
                <a:latin typeface="Arial Rounded MT Bold" panose="020F0704030504030204" pitchFamily="34" charset="0"/>
              </a:rPr>
              <a:t> </a:t>
            </a:r>
            <a:r>
              <a:rPr lang="fr-FR" sz="4800" dirty="0" err="1">
                <a:latin typeface="Arial Rounded MT Bold" panose="020F0704030504030204" pitchFamily="34" charset="0"/>
              </a:rPr>
              <a:t>tamin’ny</a:t>
            </a:r>
            <a:r>
              <a:rPr lang="fr-FR" sz="4800" dirty="0">
                <a:latin typeface="Arial Rounded MT Bold" panose="020F0704030504030204" pitchFamily="34" charset="0"/>
              </a:rPr>
              <a:t> </a:t>
            </a:r>
            <a:r>
              <a:rPr lang="fr-FR" sz="4800" dirty="0" err="1">
                <a:latin typeface="Arial Rounded MT Bold" panose="020F0704030504030204" pitchFamily="34" charset="0"/>
              </a:rPr>
              <a:t>fony</a:t>
            </a:r>
            <a:r>
              <a:rPr lang="fr-FR" sz="4800" dirty="0">
                <a:latin typeface="Arial Rounded MT Bold" panose="020F0704030504030204" pitchFamily="34" charset="0"/>
              </a:rPr>
              <a:t> </a:t>
            </a:r>
            <a:r>
              <a:rPr lang="fr-FR" sz="4800" dirty="0" err="1">
                <a:latin typeface="Arial Rounded MT Bold" panose="020F0704030504030204" pitchFamily="34" charset="0"/>
              </a:rPr>
              <a:t>manontolo</a:t>
            </a:r>
            <a:r>
              <a:rPr lang="fr-FR" sz="4800" dirty="0">
                <a:latin typeface="Arial Rounded MT Bold" panose="020F0704030504030204" pitchFamily="34" charset="0"/>
              </a:rPr>
              <a:t>. </a:t>
            </a:r>
            <a:r>
              <a:rPr lang="fr-FR" sz="4800" dirty="0" err="1">
                <a:latin typeface="Arial Rounded MT Bold" panose="020F0704030504030204" pitchFamily="34" charset="0"/>
              </a:rPr>
              <a:t>Niverina</a:t>
            </a:r>
            <a:r>
              <a:rPr lang="fr-FR" sz="4800" dirty="0">
                <a:latin typeface="Arial Rounded MT Bold" panose="020F0704030504030204" pitchFamily="34" charset="0"/>
              </a:rPr>
              <a:t> </a:t>
            </a:r>
            <a:r>
              <a:rPr lang="fr-FR" sz="4800" dirty="0" err="1">
                <a:latin typeface="Arial Rounded MT Bold" panose="020F0704030504030204" pitchFamily="34" charset="0"/>
              </a:rPr>
              <a:t>tamin’Andriamanitra</a:t>
            </a:r>
            <a:r>
              <a:rPr lang="fr-FR" sz="4800" dirty="0">
                <a:latin typeface="Arial Rounded MT Bold" panose="020F0704030504030204" pitchFamily="34" charset="0"/>
              </a:rPr>
              <a:t> </a:t>
            </a:r>
            <a:r>
              <a:rPr lang="fr-FR" sz="4800" dirty="0" err="1">
                <a:latin typeface="Arial Rounded MT Bold" panose="020F0704030504030204" pitchFamily="34" charset="0"/>
              </a:rPr>
              <a:t>ny</a:t>
            </a:r>
            <a:r>
              <a:rPr lang="fr-FR" sz="4800" dirty="0">
                <a:latin typeface="Arial Rounded MT Bold" panose="020F0704030504030204" pitchFamily="34" charset="0"/>
              </a:rPr>
              <a:t> </a:t>
            </a:r>
            <a:r>
              <a:rPr lang="fr-FR" sz="4800" dirty="0" err="1">
                <a:latin typeface="Arial Rounded MT Bold" panose="020F0704030504030204" pitchFamily="34" charset="0"/>
              </a:rPr>
              <a:t>taranak’Israely</a:t>
            </a:r>
            <a:r>
              <a:rPr lang="fr-FR" sz="4800" dirty="0">
                <a:latin typeface="Arial Rounded MT Bold" panose="020F0704030504030204" pitchFamily="34" charset="0"/>
              </a:rPr>
              <a:t> </a:t>
            </a:r>
            <a:r>
              <a:rPr lang="fr-FR" sz="4800" dirty="0" err="1">
                <a:latin typeface="Arial Rounded MT Bold" panose="020F0704030504030204" pitchFamily="34" charset="0"/>
              </a:rPr>
              <a:t>vokatr’izany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8153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 smtClean="0">
                <a:solidFill>
                  <a:srgbClr val="FFFF00"/>
                </a:solidFill>
              </a:rPr>
              <a:t>Ilay</a:t>
            </a:r>
            <a:r>
              <a:rPr lang="fr-FR" b="1" dirty="0" smtClean="0">
                <a:solidFill>
                  <a:srgbClr val="FFFF00"/>
                </a:solidFill>
              </a:rPr>
              <a:t> </a:t>
            </a:r>
            <a:r>
              <a:rPr lang="fr-FR" b="1" dirty="0" err="1" smtClean="0">
                <a:solidFill>
                  <a:srgbClr val="FFFF00"/>
                </a:solidFill>
              </a:rPr>
              <a:t>zazalahy</a:t>
            </a:r>
            <a:r>
              <a:rPr lang="fr-FR" b="1" dirty="0" smtClean="0">
                <a:solidFill>
                  <a:srgbClr val="FFFF00"/>
                </a:solidFill>
              </a:rPr>
              <a:t> </a:t>
            </a:r>
            <a:r>
              <a:rPr lang="fr-FR" b="1" dirty="0" err="1" smtClean="0">
                <a:solidFill>
                  <a:srgbClr val="FFFF00"/>
                </a:solidFill>
              </a:rPr>
              <a:t>kely</a:t>
            </a:r>
            <a:r>
              <a:rPr lang="fr-FR" b="1" dirty="0" smtClean="0">
                <a:solidFill>
                  <a:srgbClr val="FFFF00"/>
                </a:solidFill>
              </a:rPr>
              <a:t> </a:t>
            </a:r>
            <a:r>
              <a:rPr lang="fr-FR" b="1" dirty="0" err="1" smtClean="0">
                <a:solidFill>
                  <a:srgbClr val="FFFF00"/>
                </a:solidFill>
              </a:rPr>
              <a:t>tsy</a:t>
            </a:r>
            <a:r>
              <a:rPr lang="fr-FR" b="1" dirty="0" smtClean="0">
                <a:solidFill>
                  <a:srgbClr val="FFFF00"/>
                </a:solidFill>
              </a:rPr>
              <a:t> </a:t>
            </a:r>
            <a:r>
              <a:rPr lang="fr-FR" b="1" dirty="0" err="1" smtClean="0">
                <a:solidFill>
                  <a:srgbClr val="FFFF00"/>
                </a:solidFill>
              </a:rPr>
              <a:t>fantatra</a:t>
            </a:r>
            <a:r>
              <a:rPr lang="fr-FR" b="1" dirty="0" smtClean="0">
                <a:solidFill>
                  <a:srgbClr val="FFFF00"/>
                </a:solidFill>
              </a:rPr>
              <a:t> </a:t>
            </a:r>
            <a:r>
              <a:rPr lang="fr-FR" b="1" dirty="0" err="1" smtClean="0">
                <a:solidFill>
                  <a:srgbClr val="FFFF00"/>
                </a:solidFill>
              </a:rPr>
              <a:t>anarana</a:t>
            </a:r>
            <a:endParaRPr lang="fr-FR" b="1" dirty="0">
              <a:solidFill>
                <a:srgbClr val="FFFF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44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Tovolahy </a:t>
            </a:r>
            <a:r>
              <a:rPr lang="fr-FR" sz="44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kely</a:t>
            </a:r>
            <a:r>
              <a:rPr lang="fr-FR" sz="44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fr-FR" sz="44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iray</a:t>
            </a:r>
            <a:r>
              <a:rPr lang="fr-FR" sz="44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fr-FR" sz="44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hafa</a:t>
            </a:r>
            <a:r>
              <a:rPr lang="fr-FR" sz="44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fr-FR" sz="44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ihany</a:t>
            </a:r>
            <a:r>
              <a:rPr lang="fr-FR" sz="44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fr-FR" sz="44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koa</a:t>
            </a:r>
            <a:r>
              <a:rPr lang="fr-FR" sz="44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 (</a:t>
            </a:r>
            <a:r>
              <a:rPr lang="fr-FR" sz="44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Jao</a:t>
            </a:r>
            <a:r>
              <a:rPr lang="fr-FR" sz="44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 6 :9) no </a:t>
            </a:r>
            <a:r>
              <a:rPr lang="fr-FR" sz="44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nahavita</a:t>
            </a:r>
            <a:r>
              <a:rPr lang="fr-FR" sz="44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fr-FR" sz="44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namahana</a:t>
            </a:r>
            <a:r>
              <a:rPr lang="fr-FR" sz="44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fr-FR" sz="44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olona</a:t>
            </a:r>
            <a:r>
              <a:rPr lang="fr-FR" sz="44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fr-FR" sz="44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tsy</a:t>
            </a:r>
            <a:r>
              <a:rPr lang="fr-FR" sz="44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fr-FR" sz="44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omby</a:t>
            </a:r>
            <a:r>
              <a:rPr lang="fr-FR" sz="44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fr-FR" sz="44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dimy</a:t>
            </a:r>
            <a:r>
              <a:rPr lang="fr-FR" sz="44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fr-FR" sz="44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arivo</a:t>
            </a:r>
            <a:r>
              <a:rPr lang="fr-FR" sz="44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fr-FR" sz="44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tamin’ny</a:t>
            </a:r>
            <a:r>
              <a:rPr lang="fr-FR" sz="44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fr-FR" sz="4400" dirty="0" err="1">
                <a:solidFill>
                  <a:srgbClr val="FF0000"/>
                </a:solidFill>
                <a:latin typeface="Arial Black" panose="020B0A04020102020204" pitchFamily="34" charset="0"/>
              </a:rPr>
              <a:t>alalan’ny</a:t>
            </a:r>
            <a:r>
              <a:rPr lang="fr-FR" sz="4400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fr-FR" sz="4400" dirty="0" err="1">
                <a:solidFill>
                  <a:srgbClr val="FF0000"/>
                </a:solidFill>
                <a:latin typeface="Arial Black" panose="020B0A04020102020204" pitchFamily="34" charset="0"/>
              </a:rPr>
              <a:t>fahaizany</a:t>
            </a:r>
            <a:r>
              <a:rPr lang="fr-FR" sz="4400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fr-FR" sz="4400" dirty="0" err="1">
                <a:solidFill>
                  <a:srgbClr val="FF0000"/>
                </a:solidFill>
                <a:latin typeface="Arial Black" panose="020B0A04020102020204" pitchFamily="34" charset="0"/>
              </a:rPr>
              <a:t>mizara</a:t>
            </a:r>
            <a:r>
              <a:rPr lang="fr-FR" sz="4400" dirty="0">
                <a:solidFill>
                  <a:srgbClr val="FF0000"/>
                </a:solidFill>
                <a:latin typeface="Arial Black" panose="020B0A04020102020204" pitchFamily="34" charset="0"/>
              </a:rPr>
              <a:t>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136090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6835" y="0"/>
            <a:ext cx="109728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FFFF00"/>
                </a:solidFill>
              </a:rPr>
              <a:t>JOASY</a:t>
            </a:r>
            <a:endParaRPr lang="fr-FR" b="1" dirty="0">
              <a:solidFill>
                <a:srgbClr val="FFFF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5287" y="1043607"/>
            <a:ext cx="11834191" cy="5701749"/>
          </a:xfrm>
        </p:spPr>
        <p:txBody>
          <a:bodyPr/>
          <a:lstStyle/>
          <a:p>
            <a:r>
              <a:rPr lang="fr-FR" dirty="0" err="1" smtClean="0">
                <a:latin typeface="Arial Black" panose="020B0A04020102020204" pitchFamily="34" charset="0"/>
              </a:rPr>
              <a:t>Mpanjakan’ny</a:t>
            </a:r>
            <a:r>
              <a:rPr lang="fr-FR" dirty="0" smtClean="0">
                <a:latin typeface="Arial Black" panose="020B0A04020102020204" pitchFamily="34" charset="0"/>
              </a:rPr>
              <a:t> </a:t>
            </a:r>
            <a:r>
              <a:rPr lang="fr-FR" dirty="0" err="1" smtClean="0">
                <a:latin typeface="Arial Black" panose="020B0A04020102020204" pitchFamily="34" charset="0"/>
              </a:rPr>
              <a:t>Joda</a:t>
            </a:r>
            <a:r>
              <a:rPr lang="fr-FR" dirty="0" smtClean="0">
                <a:latin typeface="Arial Black" panose="020B0A04020102020204" pitchFamily="34" charset="0"/>
              </a:rPr>
              <a:t> , </a:t>
            </a:r>
            <a:r>
              <a:rPr lang="fr-FR" dirty="0" err="1" smtClean="0">
                <a:latin typeface="Arial Black" panose="020B0A04020102020204" pitchFamily="34" charset="0"/>
              </a:rPr>
              <a:t>nafenin’i</a:t>
            </a:r>
            <a:r>
              <a:rPr lang="fr-FR" dirty="0" smtClean="0">
                <a:latin typeface="Arial Black" panose="020B0A04020102020204" pitchFamily="34" charset="0"/>
              </a:rPr>
              <a:t> </a:t>
            </a:r>
            <a:r>
              <a:rPr lang="fr-FR" dirty="0" err="1" smtClean="0">
                <a:latin typeface="Arial Black" panose="020B0A04020102020204" pitchFamily="34" charset="0"/>
              </a:rPr>
              <a:t>Joiada</a:t>
            </a:r>
            <a:r>
              <a:rPr lang="fr-FR" dirty="0" smtClean="0">
                <a:latin typeface="Arial Black" panose="020B0A04020102020204" pitchFamily="34" charset="0"/>
              </a:rPr>
              <a:t>  tao </a:t>
            </a:r>
            <a:r>
              <a:rPr lang="fr-FR" dirty="0" err="1" smtClean="0">
                <a:latin typeface="Arial Black" panose="020B0A04020102020204" pitchFamily="34" charset="0"/>
              </a:rPr>
              <a:t>antempoly</a:t>
            </a:r>
            <a:r>
              <a:rPr lang="fr-FR" dirty="0" smtClean="0">
                <a:latin typeface="Arial Black" panose="020B0A04020102020204" pitchFamily="34" charset="0"/>
              </a:rPr>
              <a:t> </a:t>
            </a:r>
            <a:r>
              <a:rPr lang="fr-FR" dirty="0" err="1" smtClean="0">
                <a:latin typeface="Arial Black" panose="020B0A04020102020204" pitchFamily="34" charset="0"/>
              </a:rPr>
              <a:t>nandritra</a:t>
            </a:r>
            <a:r>
              <a:rPr lang="fr-FR" dirty="0" smtClean="0">
                <a:latin typeface="Arial Black" panose="020B0A04020102020204" pitchFamily="34" charset="0"/>
              </a:rPr>
              <a:t> </a:t>
            </a:r>
            <a:r>
              <a:rPr lang="fr-FR" dirty="0" err="1" smtClean="0">
                <a:latin typeface="Arial Black" panose="020B0A04020102020204" pitchFamily="34" charset="0"/>
              </a:rPr>
              <a:t>ny</a:t>
            </a:r>
            <a:r>
              <a:rPr lang="fr-FR" dirty="0" smtClean="0">
                <a:latin typeface="Arial Black" panose="020B0A04020102020204" pitchFamily="34" charset="0"/>
              </a:rPr>
              <a:t> 6 ans. </a:t>
            </a:r>
            <a:r>
              <a:rPr lang="fr-FR" dirty="0" err="1" smtClean="0">
                <a:latin typeface="Arial Black" panose="020B0A04020102020204" pitchFamily="34" charset="0"/>
              </a:rPr>
              <a:t>Niaro</a:t>
            </a:r>
            <a:r>
              <a:rPr lang="fr-FR" dirty="0" smtClean="0">
                <a:latin typeface="Arial Black" panose="020B0A04020102020204" pitchFamily="34" charset="0"/>
              </a:rPr>
              <a:t> </a:t>
            </a:r>
            <a:r>
              <a:rPr lang="fr-FR" dirty="0" err="1" smtClean="0">
                <a:latin typeface="Arial Black" panose="020B0A04020102020204" pitchFamily="34" charset="0"/>
              </a:rPr>
              <a:t>azy</a:t>
            </a:r>
            <a:r>
              <a:rPr lang="fr-FR" dirty="0" smtClean="0">
                <a:latin typeface="Arial Black" panose="020B0A04020102020204" pitchFamily="34" charset="0"/>
              </a:rPr>
              <a:t> </a:t>
            </a:r>
            <a:r>
              <a:rPr lang="fr-FR" dirty="0" err="1" smtClean="0">
                <a:latin typeface="Arial Black" panose="020B0A04020102020204" pitchFamily="34" charset="0"/>
              </a:rPr>
              <a:t>hatami’ny</a:t>
            </a:r>
            <a:r>
              <a:rPr lang="fr-FR" dirty="0" smtClean="0">
                <a:latin typeface="Arial Black" panose="020B0A04020102020204" pitchFamily="34" charset="0"/>
              </a:rPr>
              <a:t> </a:t>
            </a:r>
            <a:r>
              <a:rPr lang="fr-FR" dirty="0" err="1" smtClean="0">
                <a:latin typeface="Arial Black" panose="020B0A04020102020204" pitchFamily="34" charset="0"/>
              </a:rPr>
              <a:t>fahazazany</a:t>
            </a:r>
            <a:r>
              <a:rPr lang="fr-FR" dirty="0" smtClean="0">
                <a:latin typeface="Arial Black" panose="020B0A04020102020204" pitchFamily="34" charset="0"/>
              </a:rPr>
              <a:t> </a:t>
            </a:r>
            <a:r>
              <a:rPr lang="fr-FR" dirty="0" err="1" smtClean="0">
                <a:latin typeface="Arial Black" panose="020B0A04020102020204" pitchFamily="34" charset="0"/>
              </a:rPr>
              <a:t>Andriamanitra</a:t>
            </a:r>
            <a:r>
              <a:rPr lang="fr-FR" dirty="0" smtClean="0">
                <a:latin typeface="Arial Black" panose="020B0A04020102020204" pitchFamily="34" charset="0"/>
              </a:rPr>
              <a:t> ka </a:t>
            </a:r>
            <a:r>
              <a:rPr lang="fr-FR" dirty="0" err="1" smtClean="0">
                <a:latin typeface="Arial Black" panose="020B0A04020102020204" pitchFamily="34" charset="0"/>
              </a:rPr>
              <a:t>lasa</a:t>
            </a:r>
            <a:r>
              <a:rPr lang="fr-FR" dirty="0" smtClean="0">
                <a:latin typeface="Arial Black" panose="020B0A04020102020204" pitchFamily="34" charset="0"/>
              </a:rPr>
              <a:t> </a:t>
            </a:r>
            <a:r>
              <a:rPr lang="fr-FR" dirty="0" err="1" smtClean="0">
                <a:latin typeface="Arial Black" panose="020B0A04020102020204" pitchFamily="34" charset="0"/>
              </a:rPr>
              <a:t>mpanjaka</a:t>
            </a:r>
            <a:r>
              <a:rPr lang="fr-FR" dirty="0" smtClean="0">
                <a:latin typeface="Arial Black" panose="020B0A04020102020204" pitchFamily="34" charset="0"/>
              </a:rPr>
              <a:t> </a:t>
            </a:r>
            <a:r>
              <a:rPr lang="fr-FR" dirty="0" err="1" smtClean="0">
                <a:latin typeface="Arial Black" panose="020B0A04020102020204" pitchFamily="34" charset="0"/>
              </a:rPr>
              <a:t>izy</a:t>
            </a:r>
            <a:r>
              <a:rPr lang="fr-FR" dirty="0" smtClean="0">
                <a:latin typeface="Arial Black" panose="020B0A04020102020204" pitchFamily="34" charset="0"/>
              </a:rPr>
              <a:t> </a:t>
            </a:r>
            <a:r>
              <a:rPr lang="fr-FR" dirty="0" err="1" smtClean="0">
                <a:latin typeface="Arial Black" panose="020B0A04020102020204" pitchFamily="34" charset="0"/>
              </a:rPr>
              <a:t>vao</a:t>
            </a:r>
            <a:r>
              <a:rPr lang="fr-FR" dirty="0" smtClean="0">
                <a:latin typeface="Arial Black" panose="020B0A04020102020204" pitchFamily="34" charset="0"/>
              </a:rPr>
              <a:t> 7 </a:t>
            </a:r>
            <a:r>
              <a:rPr lang="fr-FR" dirty="0" err="1" smtClean="0">
                <a:latin typeface="Arial Black" panose="020B0A04020102020204" pitchFamily="34" charset="0"/>
              </a:rPr>
              <a:t>taona</a:t>
            </a:r>
            <a:r>
              <a:rPr lang="fr-FR" dirty="0" smtClean="0">
                <a:latin typeface="Arial Black" panose="020B0A04020102020204" pitchFamily="34" charset="0"/>
              </a:rPr>
              <a:t> </a:t>
            </a:r>
            <a:r>
              <a:rPr lang="fr-FR" dirty="0" err="1" smtClean="0">
                <a:latin typeface="Arial Black" panose="020B0A04020102020204" pitchFamily="34" charset="0"/>
              </a:rPr>
              <a:t>monja</a:t>
            </a:r>
            <a:r>
              <a:rPr lang="fr-FR" dirty="0" smtClean="0">
                <a:latin typeface="Arial Black" panose="020B0A04020102020204" pitchFamily="34" charset="0"/>
              </a:rPr>
              <a:t>.</a:t>
            </a:r>
          </a:p>
          <a:p>
            <a:r>
              <a:rPr lang="fr-FR" dirty="0" err="1" smtClean="0">
                <a:latin typeface="Arial Black" panose="020B0A04020102020204" pitchFamily="34" charset="0"/>
              </a:rPr>
              <a:t>Nampianarin’i</a:t>
            </a:r>
            <a:r>
              <a:rPr lang="fr-FR" dirty="0" smtClean="0">
                <a:latin typeface="Arial Black" panose="020B0A04020102020204" pitchFamily="34" charset="0"/>
              </a:rPr>
              <a:t> </a:t>
            </a:r>
            <a:r>
              <a:rPr lang="fr-FR" dirty="0" err="1" smtClean="0">
                <a:latin typeface="Arial Black" panose="020B0A04020102020204" pitchFamily="34" charset="0"/>
              </a:rPr>
              <a:t>Joiada</a:t>
            </a:r>
            <a:r>
              <a:rPr lang="fr-FR" dirty="0" smtClean="0">
                <a:latin typeface="Arial Black" panose="020B0A04020102020204" pitchFamily="34" charset="0"/>
              </a:rPr>
              <a:t> </a:t>
            </a:r>
            <a:r>
              <a:rPr lang="fr-FR" dirty="0" err="1" smtClean="0">
                <a:latin typeface="Arial Black" panose="020B0A04020102020204" pitchFamily="34" charset="0"/>
              </a:rPr>
              <a:t>izy</a:t>
            </a:r>
            <a:r>
              <a:rPr lang="fr-FR" dirty="0" smtClean="0">
                <a:latin typeface="Arial Black" panose="020B0A04020102020204" pitchFamily="34" charset="0"/>
              </a:rPr>
              <a:t> ka </a:t>
            </a:r>
            <a:r>
              <a:rPr lang="fr-FR" dirty="0" err="1" smtClean="0">
                <a:latin typeface="Arial Black" panose="020B0A04020102020204" pitchFamily="34" charset="0"/>
              </a:rPr>
              <a:t>nandeha</a:t>
            </a:r>
            <a:r>
              <a:rPr lang="fr-FR" dirty="0" smtClean="0">
                <a:latin typeface="Arial Black" panose="020B0A04020102020204" pitchFamily="34" charset="0"/>
              </a:rPr>
              <a:t> t@ </a:t>
            </a:r>
            <a:r>
              <a:rPr lang="fr-FR" dirty="0" err="1" smtClean="0">
                <a:latin typeface="Arial Black" panose="020B0A04020102020204" pitchFamily="34" charset="0"/>
              </a:rPr>
              <a:t>làlan</a:t>
            </a:r>
            <a:r>
              <a:rPr lang="fr-FR" dirty="0" smtClean="0">
                <a:latin typeface="Arial Black" panose="020B0A04020102020204" pitchFamily="34" charset="0"/>
              </a:rPr>
              <a:t>’ </a:t>
            </a:r>
            <a:r>
              <a:rPr lang="fr-FR" dirty="0" err="1" smtClean="0">
                <a:latin typeface="Arial Black" panose="020B0A04020102020204" pitchFamily="34" charset="0"/>
              </a:rPr>
              <a:t>Andriamanitra</a:t>
            </a:r>
            <a:r>
              <a:rPr lang="fr-FR" dirty="0" smtClean="0">
                <a:latin typeface="Arial Black" panose="020B0A04020102020204" pitchFamily="34" charset="0"/>
              </a:rPr>
              <a:t>. </a:t>
            </a:r>
            <a:r>
              <a:rPr lang="fr-FR" dirty="0" err="1" smtClean="0">
                <a:latin typeface="Arial Black" panose="020B0A04020102020204" pitchFamily="34" charset="0"/>
              </a:rPr>
              <a:t>Namerina</a:t>
            </a:r>
            <a:r>
              <a:rPr lang="fr-FR" dirty="0" smtClean="0">
                <a:latin typeface="Arial Black" panose="020B0A04020102020204" pitchFamily="34" charset="0"/>
              </a:rPr>
              <a:t> </a:t>
            </a:r>
            <a:r>
              <a:rPr lang="fr-FR" dirty="0" err="1" smtClean="0">
                <a:latin typeface="Arial Black" panose="020B0A04020102020204" pitchFamily="34" charset="0"/>
              </a:rPr>
              <a:t>nanamboatra</a:t>
            </a:r>
            <a:r>
              <a:rPr lang="fr-FR" dirty="0" smtClean="0">
                <a:latin typeface="Arial Black" panose="020B0A04020102020204" pitchFamily="34" charset="0"/>
              </a:rPr>
              <a:t> </a:t>
            </a:r>
            <a:r>
              <a:rPr lang="fr-FR" dirty="0" err="1" smtClean="0">
                <a:latin typeface="Arial Black" panose="020B0A04020102020204" pitchFamily="34" charset="0"/>
              </a:rPr>
              <a:t>ny</a:t>
            </a:r>
            <a:r>
              <a:rPr lang="fr-FR" dirty="0" smtClean="0">
                <a:latin typeface="Arial Black" panose="020B0A04020102020204" pitchFamily="34" charset="0"/>
              </a:rPr>
              <a:t> </a:t>
            </a:r>
            <a:r>
              <a:rPr lang="fr-FR" dirty="0" err="1" smtClean="0">
                <a:latin typeface="Arial Black" panose="020B0A04020102020204" pitchFamily="34" charset="0"/>
              </a:rPr>
              <a:t>tempoly</a:t>
            </a:r>
            <a:r>
              <a:rPr lang="fr-FR" dirty="0" smtClean="0">
                <a:latin typeface="Arial Black" panose="020B0A04020102020204" pitchFamily="34" charset="0"/>
              </a:rPr>
              <a:t>, </a:t>
            </a:r>
            <a:r>
              <a:rPr lang="fr-FR" dirty="0" err="1" smtClean="0">
                <a:latin typeface="Arial Black" panose="020B0A04020102020204" pitchFamily="34" charset="0"/>
              </a:rPr>
              <a:t>nampiverina</a:t>
            </a:r>
            <a:r>
              <a:rPr lang="fr-FR" dirty="0" smtClean="0">
                <a:latin typeface="Arial Black" panose="020B0A04020102020204" pitchFamily="34" charset="0"/>
              </a:rPr>
              <a:t> </a:t>
            </a:r>
            <a:r>
              <a:rPr lang="fr-FR" dirty="0" err="1" smtClean="0">
                <a:latin typeface="Arial Black" panose="020B0A04020102020204" pitchFamily="34" charset="0"/>
              </a:rPr>
              <a:t>ny</a:t>
            </a:r>
            <a:r>
              <a:rPr lang="fr-FR" dirty="0" smtClean="0">
                <a:latin typeface="Arial Black" panose="020B0A04020102020204" pitchFamily="34" charset="0"/>
              </a:rPr>
              <a:t> </a:t>
            </a:r>
            <a:r>
              <a:rPr lang="fr-FR" dirty="0" err="1" smtClean="0">
                <a:latin typeface="Arial Black" panose="020B0A04020102020204" pitchFamily="34" charset="0"/>
              </a:rPr>
              <a:t>fanompoana</a:t>
            </a:r>
            <a:r>
              <a:rPr lang="fr-FR" dirty="0" smtClean="0">
                <a:latin typeface="Arial Black" panose="020B0A04020102020204" pitchFamily="34" charset="0"/>
              </a:rPr>
              <a:t> </a:t>
            </a:r>
            <a:r>
              <a:rPr lang="fr-FR" dirty="0" err="1" smtClean="0">
                <a:latin typeface="Arial Black" panose="020B0A04020102020204" pitchFamily="34" charset="0"/>
              </a:rPr>
              <a:t>an’Andriamanitra</a:t>
            </a:r>
            <a:r>
              <a:rPr lang="fr-FR" dirty="0" smtClean="0">
                <a:latin typeface="Arial Black" panose="020B0A04020102020204" pitchFamily="34" charset="0"/>
              </a:rPr>
              <a:t>, </a:t>
            </a:r>
            <a:r>
              <a:rPr lang="fr-FR" dirty="0" err="1" smtClean="0">
                <a:latin typeface="Arial Black" panose="020B0A04020102020204" pitchFamily="34" charset="0"/>
              </a:rPr>
              <a:t>nanao</a:t>
            </a:r>
            <a:r>
              <a:rPr lang="fr-FR" dirty="0" smtClean="0">
                <a:latin typeface="Arial Black" panose="020B0A04020102020204" pitchFamily="34" charset="0"/>
              </a:rPr>
              <a:t> </a:t>
            </a:r>
            <a:r>
              <a:rPr lang="fr-FR" dirty="0" err="1" smtClean="0">
                <a:latin typeface="Arial Black" panose="020B0A04020102020204" pitchFamily="34" charset="0"/>
              </a:rPr>
              <a:t>izay</a:t>
            </a:r>
            <a:r>
              <a:rPr lang="fr-FR" dirty="0" smtClean="0">
                <a:latin typeface="Arial Black" panose="020B0A04020102020204" pitchFamily="34" charset="0"/>
              </a:rPr>
              <a:t> marina </a:t>
            </a:r>
            <a:r>
              <a:rPr lang="fr-FR" dirty="0" err="1" smtClean="0">
                <a:latin typeface="Arial Black" panose="020B0A04020102020204" pitchFamily="34" charset="0"/>
              </a:rPr>
              <a:t>raha</a:t>
            </a:r>
            <a:r>
              <a:rPr lang="fr-FR" dirty="0" smtClean="0">
                <a:latin typeface="Arial Black" panose="020B0A04020102020204" pitchFamily="34" charset="0"/>
              </a:rPr>
              <a:t> </a:t>
            </a:r>
            <a:r>
              <a:rPr lang="fr-FR" dirty="0" err="1" smtClean="0">
                <a:latin typeface="Arial Black" panose="020B0A04020102020204" pitchFamily="34" charset="0"/>
              </a:rPr>
              <a:t>mbola</a:t>
            </a:r>
            <a:r>
              <a:rPr lang="fr-FR" dirty="0" smtClean="0">
                <a:latin typeface="Arial Black" panose="020B0A04020102020204" pitchFamily="34" charset="0"/>
              </a:rPr>
              <a:t> </a:t>
            </a:r>
            <a:r>
              <a:rPr lang="fr-FR" dirty="0" err="1" smtClean="0">
                <a:latin typeface="Arial Black" panose="020B0A04020102020204" pitchFamily="34" charset="0"/>
              </a:rPr>
              <a:t>teo</a:t>
            </a:r>
            <a:r>
              <a:rPr lang="fr-FR" dirty="0" smtClean="0">
                <a:latin typeface="Arial Black" panose="020B0A04020102020204" pitchFamily="34" charset="0"/>
              </a:rPr>
              <a:t> i </a:t>
            </a:r>
            <a:r>
              <a:rPr lang="fr-FR" dirty="0" err="1" smtClean="0">
                <a:latin typeface="Arial Black" panose="020B0A04020102020204" pitchFamily="34" charset="0"/>
              </a:rPr>
              <a:t>Joiada</a:t>
            </a:r>
            <a:r>
              <a:rPr lang="fr-FR" dirty="0" smtClean="0">
                <a:latin typeface="Arial Black" panose="020B0A04020102020204" pitchFamily="34" charset="0"/>
              </a:rPr>
              <a:t>.</a:t>
            </a:r>
          </a:p>
          <a:p>
            <a:r>
              <a:rPr lang="fr-FR" dirty="0" smtClean="0">
                <a:latin typeface="Arial Black" panose="020B0A04020102020204" pitchFamily="34" charset="0"/>
              </a:rPr>
              <a:t> </a:t>
            </a:r>
            <a:r>
              <a:rPr lang="fr-FR" dirty="0" err="1" smtClean="0">
                <a:latin typeface="Arial Black" panose="020B0A04020102020204" pitchFamily="34" charset="0"/>
              </a:rPr>
              <a:t>Lesona</a:t>
            </a:r>
            <a:r>
              <a:rPr lang="fr-FR" dirty="0" smtClean="0">
                <a:latin typeface="Arial Black" panose="020B0A04020102020204" pitchFamily="34" charset="0"/>
              </a:rPr>
              <a:t>: </a:t>
            </a:r>
            <a:r>
              <a:rPr lang="fr-FR" dirty="0" err="1" smtClean="0">
                <a:latin typeface="Arial Black" panose="020B0A04020102020204" pitchFamily="34" charset="0"/>
              </a:rPr>
              <a:t>zavadehibe</a:t>
            </a:r>
            <a:r>
              <a:rPr lang="fr-FR" dirty="0" smtClean="0">
                <a:latin typeface="Arial Black" panose="020B0A04020102020204" pitchFamily="34" charset="0"/>
              </a:rPr>
              <a:t> </a:t>
            </a:r>
            <a:r>
              <a:rPr lang="fr-FR" dirty="0" err="1" smtClean="0">
                <a:latin typeface="Arial Black" panose="020B0A04020102020204" pitchFamily="34" charset="0"/>
              </a:rPr>
              <a:t>ny</a:t>
            </a:r>
            <a:r>
              <a:rPr lang="fr-FR" dirty="0" smtClean="0">
                <a:latin typeface="Arial Black" panose="020B0A04020102020204" pitchFamily="34" charset="0"/>
              </a:rPr>
              <a:t> </a:t>
            </a:r>
            <a:r>
              <a:rPr lang="fr-FR" dirty="0" err="1" smtClean="0">
                <a:latin typeface="Arial Black" panose="020B0A04020102020204" pitchFamily="34" charset="0"/>
              </a:rPr>
              <a:t>fisian’ny</a:t>
            </a:r>
            <a:r>
              <a:rPr lang="fr-FR" dirty="0" smtClean="0">
                <a:latin typeface="Arial Black" panose="020B0A04020102020204" pitchFamily="34" charset="0"/>
              </a:rPr>
              <a:t> </a:t>
            </a:r>
            <a:r>
              <a:rPr lang="fr-FR" dirty="0" err="1" smtClean="0">
                <a:latin typeface="Arial Black" panose="020B0A04020102020204" pitchFamily="34" charset="0"/>
              </a:rPr>
              <a:t>olona</a:t>
            </a:r>
            <a:r>
              <a:rPr lang="fr-FR" dirty="0" smtClean="0">
                <a:latin typeface="Arial Black" panose="020B0A04020102020204" pitchFamily="34" charset="0"/>
              </a:rPr>
              <a:t>  </a:t>
            </a:r>
            <a:r>
              <a:rPr lang="fr-FR" dirty="0" err="1" smtClean="0">
                <a:latin typeface="Arial Black" panose="020B0A04020102020204" pitchFamily="34" charset="0"/>
              </a:rPr>
              <a:t>mampianatra</a:t>
            </a:r>
            <a:r>
              <a:rPr lang="fr-FR" dirty="0" smtClean="0">
                <a:latin typeface="Arial Black" panose="020B0A04020102020204" pitchFamily="34" charset="0"/>
              </a:rPr>
              <a:t>. </a:t>
            </a:r>
            <a:r>
              <a:rPr lang="fr-FR" dirty="0" err="1" smtClean="0">
                <a:latin typeface="Arial Black" panose="020B0A04020102020204" pitchFamily="34" charset="0"/>
              </a:rPr>
              <a:t>Maharitra</a:t>
            </a:r>
            <a:r>
              <a:rPr lang="fr-FR" dirty="0" smtClean="0">
                <a:latin typeface="Arial Black" panose="020B0A04020102020204" pitchFamily="34" charset="0"/>
              </a:rPr>
              <a:t> </a:t>
            </a:r>
            <a:r>
              <a:rPr lang="fr-FR" dirty="0" err="1" smtClean="0">
                <a:latin typeface="Arial Black" panose="020B0A04020102020204" pitchFamily="34" charset="0"/>
              </a:rPr>
              <a:t>hatramin’ny</a:t>
            </a:r>
            <a:r>
              <a:rPr lang="fr-FR" dirty="0" smtClean="0">
                <a:latin typeface="Arial Black" panose="020B0A04020102020204" pitchFamily="34" charset="0"/>
              </a:rPr>
              <a:t> </a:t>
            </a:r>
            <a:r>
              <a:rPr lang="fr-FR" dirty="0" err="1" smtClean="0">
                <a:latin typeface="Arial Black" panose="020B0A04020102020204" pitchFamily="34" charset="0"/>
              </a:rPr>
              <a:t>farany</a:t>
            </a:r>
            <a:endParaRPr lang="fr-FR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1174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6255" y="1603375"/>
            <a:ext cx="7909605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fr-FR" sz="6000" b="1" dirty="0" err="1" smtClean="0">
                <a:latin typeface="Comic Sans MS" panose="030F0702030302020204" pitchFamily="66" charset="0"/>
              </a:rPr>
              <a:t>Karazana</a:t>
            </a:r>
            <a:r>
              <a:rPr lang="en-US" altLang="fr-FR" sz="6000" b="1" dirty="0" smtClean="0">
                <a:latin typeface="Comic Sans MS" panose="030F0702030302020204" pitchFamily="66" charset="0"/>
              </a:rPr>
              <a:t> Fitoriana </a:t>
            </a:r>
            <a:r>
              <a:rPr lang="en-US" altLang="fr-FR" sz="6000" b="1" dirty="0" err="1" smtClean="0">
                <a:latin typeface="Comic Sans MS" panose="030F0702030302020204" pitchFamily="66" charset="0"/>
              </a:rPr>
              <a:t>ny</a:t>
            </a:r>
            <a:r>
              <a:rPr lang="en-US" altLang="fr-FR" sz="6000" b="1" dirty="0" smtClean="0">
                <a:latin typeface="Comic Sans MS" panose="030F0702030302020204" pitchFamily="66" charset="0"/>
              </a:rPr>
              <a:t> </a:t>
            </a:r>
            <a:r>
              <a:rPr lang="en-US" altLang="fr-FR" sz="6000" b="1" dirty="0" err="1" smtClean="0">
                <a:latin typeface="Comic Sans MS" panose="030F0702030302020204" pitchFamily="66" charset="0"/>
              </a:rPr>
              <a:t>Filazantsara</a:t>
            </a:r>
            <a:r>
              <a:rPr lang="en-US" altLang="fr-FR" sz="6000" b="1" dirty="0" smtClean="0">
                <a:latin typeface="Comic Sans MS" panose="030F0702030302020204" pitchFamily="66" charset="0"/>
              </a:rPr>
              <a:t> </a:t>
            </a:r>
            <a:r>
              <a:rPr lang="en-US" altLang="fr-FR" sz="6000" b="1" dirty="0" err="1" smtClean="0">
                <a:latin typeface="Comic Sans MS" panose="030F0702030302020204" pitchFamily="66" charset="0"/>
              </a:rPr>
              <a:t>azon’ny</a:t>
            </a:r>
            <a:r>
              <a:rPr lang="en-US" altLang="fr-FR" sz="6000" b="1" dirty="0" smtClean="0">
                <a:latin typeface="Comic Sans MS" panose="030F0702030302020204" pitchFamily="66" charset="0"/>
              </a:rPr>
              <a:t> </a:t>
            </a:r>
            <a:r>
              <a:rPr lang="en-US" altLang="fr-FR" sz="6000" b="1" dirty="0" err="1" smtClean="0">
                <a:latin typeface="Comic Sans MS" panose="030F0702030302020204" pitchFamily="66" charset="0"/>
              </a:rPr>
              <a:t>ankizy</a:t>
            </a:r>
            <a:r>
              <a:rPr lang="en-US" altLang="fr-FR" sz="6000" b="1" dirty="0" smtClean="0">
                <a:latin typeface="Comic Sans MS" panose="030F0702030302020204" pitchFamily="66" charset="0"/>
              </a:rPr>
              <a:t> </a:t>
            </a:r>
            <a:r>
              <a:rPr lang="en-US" altLang="fr-FR" sz="6000" b="1" dirty="0" err="1" smtClean="0">
                <a:latin typeface="Comic Sans MS" panose="030F0702030302020204" pitchFamily="66" charset="0"/>
              </a:rPr>
              <a:t>andraisana</a:t>
            </a:r>
            <a:r>
              <a:rPr lang="en-US" altLang="fr-FR" sz="6000" b="1" dirty="0" smtClean="0">
                <a:latin typeface="Comic Sans MS" panose="030F0702030302020204" pitchFamily="66" charset="0"/>
              </a:rPr>
              <a:t> </a:t>
            </a:r>
            <a:r>
              <a:rPr lang="en-US" altLang="fr-FR" sz="6000" b="1" dirty="0" err="1" smtClean="0">
                <a:latin typeface="Comic Sans MS" panose="030F0702030302020204" pitchFamily="66" charset="0"/>
              </a:rPr>
              <a:t>anjara</a:t>
            </a:r>
            <a:r>
              <a:rPr lang="en-US" altLang="fr-FR" sz="6000" b="1" dirty="0" smtClean="0">
                <a:latin typeface="Comic Sans MS" panose="030F0702030302020204" pitchFamily="66" charset="0"/>
              </a:rPr>
              <a:t> </a:t>
            </a:r>
          </a:p>
        </p:txBody>
      </p:sp>
      <p:pic>
        <p:nvPicPr>
          <p:cNvPr id="12291" name="Picture 6" descr="PECHI06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5715001"/>
            <a:ext cx="13716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7" descr="PECHI021"/>
          <p:cNvPicPr>
            <a:picLocks noChangeAspect="1" noChangeArrowheads="1"/>
          </p:cNvPicPr>
          <p:nvPr/>
        </p:nvPicPr>
        <p:blipFill>
          <a:blip r:embed="rId4">
            <a:lum brigh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55626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8" descr="PECHI07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5486400"/>
            <a:ext cx="585788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7"/>
          <p:cNvSpPr txBox="1">
            <a:spLocks noChangeArrowheads="1"/>
          </p:cNvSpPr>
          <p:nvPr/>
        </p:nvSpPr>
        <p:spPr bwMode="auto">
          <a:xfrm>
            <a:off x="1981200" y="0"/>
            <a:ext cx="77724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ARMA: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4AB">
                    <a:lumMod val="50000"/>
                  </a:srgbClr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nkizy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R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ehetra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M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andray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njara</a:t>
            </a:r>
            <a:endParaRPr kumimoji="0" lang="en-US" altLang="fr-FR" sz="4400" b="1" i="0" u="none" strike="noStrike" kern="0" cap="none" spc="0" normalizeH="0" baseline="0" noProof="0" dirty="0" smtClean="0">
              <a:ln>
                <a:noFill/>
              </a:ln>
              <a:solidFill>
                <a:srgbClr val="FFCC00"/>
              </a:solidFill>
              <a:effectLst/>
              <a:uLnTx/>
              <a:uFillTx/>
              <a:latin typeface="Arial Black"/>
              <a:ea typeface="+mj-ea"/>
              <a:cs typeface="+mj-cs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3214" y="1744717"/>
            <a:ext cx="4340772" cy="2858813"/>
          </a:xfrm>
          <a:prstGeom prst="rect">
            <a:avLst/>
          </a:prstGeom>
        </p:spPr>
      </p:pic>
      <p:pic>
        <p:nvPicPr>
          <p:cNvPr id="8" name="Picture 4" descr="GCAH4880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0722" y="4305300"/>
            <a:ext cx="174625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5623178"/>
      </p:ext>
    </p:extLst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318" y="228600"/>
            <a:ext cx="6384175" cy="6629400"/>
          </a:xfrm>
        </p:spPr>
      </p:pic>
    </p:spTree>
    <p:extLst>
      <p:ext uri="{BB962C8B-B14F-4D97-AF65-F5344CB8AC3E}">
        <p14:creationId xmlns:p14="http://schemas.microsoft.com/office/powerpoint/2010/main" val="11227901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6256" y="1603375"/>
            <a:ext cx="7083972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fr-FR" sz="6000" b="1" dirty="0" smtClean="0">
                <a:latin typeface="Comic Sans MS" panose="030F0702030302020204" pitchFamily="66" charset="0"/>
              </a:rPr>
              <a:t>1.Fitoriana </a:t>
            </a:r>
            <a:r>
              <a:rPr lang="en-US" altLang="fr-FR" sz="6000" b="1" dirty="0" err="1">
                <a:latin typeface="Comic Sans MS" panose="030F0702030302020204" pitchFamily="66" charset="0"/>
              </a:rPr>
              <a:t>ny</a:t>
            </a:r>
            <a:r>
              <a:rPr lang="en-US" altLang="fr-FR" sz="6000" b="1" dirty="0">
                <a:latin typeface="Comic Sans MS" panose="030F0702030302020204" pitchFamily="66" charset="0"/>
              </a:rPr>
              <a:t> </a:t>
            </a:r>
            <a:r>
              <a:rPr lang="en-US" altLang="fr-FR" sz="6000" b="1" dirty="0" err="1">
                <a:latin typeface="Comic Sans MS" panose="030F0702030302020204" pitchFamily="66" charset="0"/>
              </a:rPr>
              <a:t>filazantsara</a:t>
            </a:r>
            <a:r>
              <a:rPr lang="en-US" altLang="fr-FR" sz="6000" b="1" dirty="0">
                <a:latin typeface="Comic Sans MS" panose="030F0702030302020204" pitchFamily="66" charset="0"/>
              </a:rPr>
              <a:t> </a:t>
            </a:r>
            <a:r>
              <a:rPr lang="en-US" altLang="fr-FR" sz="6000" b="1" dirty="0" err="1">
                <a:latin typeface="Comic Sans MS" panose="030F0702030302020204" pitchFamily="66" charset="0"/>
              </a:rPr>
              <a:t>amin’ny</a:t>
            </a:r>
            <a:r>
              <a:rPr lang="en-US" altLang="fr-FR" sz="6000" b="1" dirty="0">
                <a:latin typeface="Comic Sans MS" panose="030F0702030302020204" pitchFamily="66" charset="0"/>
              </a:rPr>
              <a:t> </a:t>
            </a:r>
            <a:r>
              <a:rPr lang="en-US" altLang="fr-FR" sz="6000" b="1" dirty="0" err="1">
                <a:latin typeface="Comic Sans MS" panose="030F0702030302020204" pitchFamily="66" charset="0"/>
              </a:rPr>
              <a:t>alalan’ny</a:t>
            </a:r>
            <a:r>
              <a:rPr lang="en-US" altLang="fr-FR" sz="6000" b="1" dirty="0">
                <a:latin typeface="Comic Sans MS" panose="030F0702030302020204" pitchFamily="66" charset="0"/>
              </a:rPr>
              <a:t> </a:t>
            </a:r>
            <a:r>
              <a:rPr lang="en-US" altLang="fr-FR" sz="6000" b="1" dirty="0" err="1">
                <a:latin typeface="Comic Sans MS" panose="030F0702030302020204" pitchFamily="66" charset="0"/>
              </a:rPr>
              <a:t>ankizy</a:t>
            </a:r>
            <a:r>
              <a:rPr lang="en-US" altLang="fr-FR" sz="6000" b="1" dirty="0">
                <a:latin typeface="Comic Sans MS" panose="030F0702030302020204" pitchFamily="66" charset="0"/>
              </a:rPr>
              <a:t> </a:t>
            </a:r>
            <a:r>
              <a:rPr lang="en-US" altLang="fr-FR" sz="6000" b="1" dirty="0" err="1">
                <a:latin typeface="Comic Sans MS" panose="030F0702030302020204" pitchFamily="66" charset="0"/>
              </a:rPr>
              <a:t>mpitory</a:t>
            </a:r>
            <a:r>
              <a:rPr lang="en-US" altLang="fr-FR" sz="6000" b="1" dirty="0">
                <a:latin typeface="Comic Sans MS" panose="030F0702030302020204" pitchFamily="66" charset="0"/>
              </a:rPr>
              <a:t> </a:t>
            </a:r>
            <a:r>
              <a:rPr lang="en-US" altLang="fr-FR" sz="6000" b="1" dirty="0" err="1">
                <a:latin typeface="Comic Sans MS" panose="030F0702030302020204" pitchFamily="66" charset="0"/>
              </a:rPr>
              <a:t>teny</a:t>
            </a:r>
            <a:endParaRPr lang="en-US" altLang="fr-FR" sz="6000" b="1" dirty="0">
              <a:latin typeface="Comic Sans MS" panose="030F0702030302020204" pitchFamily="66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fr-FR" sz="6000" b="1" dirty="0">
                <a:latin typeface="Comic Sans MS" panose="030F0702030302020204" pitchFamily="66" charset="0"/>
              </a:rPr>
              <a:t> 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fr-FR" sz="6000" b="1" dirty="0" smtClean="0">
              <a:latin typeface="Comic Sans MS" panose="030F0702030302020204" pitchFamily="66" charset="0"/>
            </a:endParaRPr>
          </a:p>
        </p:txBody>
      </p:sp>
      <p:pic>
        <p:nvPicPr>
          <p:cNvPr id="12291" name="Picture 6" descr="PECHI06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5715001"/>
            <a:ext cx="13716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7" descr="PECHI021"/>
          <p:cNvPicPr>
            <a:picLocks noChangeAspect="1" noChangeArrowheads="1"/>
          </p:cNvPicPr>
          <p:nvPr/>
        </p:nvPicPr>
        <p:blipFill>
          <a:blip r:embed="rId4">
            <a:lum brigh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55626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8" descr="PECHI07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5486400"/>
            <a:ext cx="585788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7"/>
          <p:cNvSpPr txBox="1">
            <a:spLocks noChangeArrowheads="1"/>
          </p:cNvSpPr>
          <p:nvPr/>
        </p:nvSpPr>
        <p:spPr bwMode="auto">
          <a:xfrm>
            <a:off x="1981200" y="0"/>
            <a:ext cx="77724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ARMA: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4AB">
                    <a:lumMod val="50000"/>
                  </a:srgbClr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nkizy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R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ehetra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M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andray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njara</a:t>
            </a:r>
            <a:endParaRPr kumimoji="0" lang="en-US" altLang="fr-FR" sz="4400" b="1" i="0" u="none" strike="noStrike" kern="0" cap="none" spc="0" normalizeH="0" baseline="0" noProof="0" dirty="0" smtClean="0">
              <a:ln>
                <a:noFill/>
              </a:ln>
              <a:solidFill>
                <a:srgbClr val="FFCC00"/>
              </a:solidFill>
              <a:effectLst/>
              <a:uLnTx/>
              <a:uFillTx/>
              <a:latin typeface="Arial Black"/>
              <a:ea typeface="+mj-ea"/>
              <a:cs typeface="+mj-cs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3214" y="1744717"/>
            <a:ext cx="4340772" cy="2858813"/>
          </a:xfrm>
          <a:prstGeom prst="rect">
            <a:avLst/>
          </a:prstGeom>
        </p:spPr>
      </p:pic>
      <p:pic>
        <p:nvPicPr>
          <p:cNvPr id="8" name="Picture 4" descr="GCAH4880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0722" y="4305300"/>
            <a:ext cx="174625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8038734"/>
      </p:ext>
    </p:extLst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6256" y="1603375"/>
            <a:ext cx="7083972" cy="4495800"/>
          </a:xfrm>
        </p:spPr>
        <p:txBody>
          <a:bodyPr/>
          <a:lstStyle/>
          <a:p>
            <a:pPr marL="457200" lvl="0" indent="-228600" eaLnBrk="1" fontAlgn="auto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Andiana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fitoriana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filazantsara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mandritry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fito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andro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izany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amin’izany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no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mpitory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Ireo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fivoriana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fitoriana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Filazantsara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harindran’ny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voalohany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indrindra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mba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hahafahana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manao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fitoriana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filazantsara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hoan’ny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alalan’ny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Na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izany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aza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azo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atao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ihany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mamolavola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famelabelaran-kevitra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fitoriana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Filazantsara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hoan’ny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olon-dehibe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kanefa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ataon’ny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2400" kern="12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291" name="Picture 6" descr="PECHI06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5715001"/>
            <a:ext cx="13716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7" descr="PECHI021"/>
          <p:cNvPicPr>
            <a:picLocks noChangeAspect="1" noChangeArrowheads="1"/>
          </p:cNvPicPr>
          <p:nvPr/>
        </p:nvPicPr>
        <p:blipFill>
          <a:blip r:embed="rId4">
            <a:lum brigh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55626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8" descr="PECHI07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5486400"/>
            <a:ext cx="585788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7"/>
          <p:cNvSpPr txBox="1">
            <a:spLocks noChangeArrowheads="1"/>
          </p:cNvSpPr>
          <p:nvPr/>
        </p:nvSpPr>
        <p:spPr bwMode="auto">
          <a:xfrm>
            <a:off x="1981200" y="0"/>
            <a:ext cx="77724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ARMA: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4AB">
                    <a:lumMod val="50000"/>
                  </a:srgbClr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nkizy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R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ehetra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M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andray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njara</a:t>
            </a:r>
            <a:endParaRPr kumimoji="0" lang="en-US" altLang="fr-FR" sz="4400" b="1" i="0" u="none" strike="noStrike" kern="0" cap="none" spc="0" normalizeH="0" baseline="0" noProof="0" dirty="0" smtClean="0">
              <a:ln>
                <a:noFill/>
              </a:ln>
              <a:solidFill>
                <a:srgbClr val="FFCC00"/>
              </a:solidFill>
              <a:effectLst/>
              <a:uLnTx/>
              <a:uFillTx/>
              <a:latin typeface="Arial Black"/>
              <a:ea typeface="+mj-ea"/>
              <a:cs typeface="+mj-cs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3214" y="1744717"/>
            <a:ext cx="4340772" cy="2858813"/>
          </a:xfrm>
          <a:prstGeom prst="rect">
            <a:avLst/>
          </a:prstGeom>
        </p:spPr>
      </p:pic>
      <p:pic>
        <p:nvPicPr>
          <p:cNvPr id="8" name="Picture 4" descr="GCAH4880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0722" y="4305300"/>
            <a:ext cx="174625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4662615"/>
      </p:ext>
    </p:extLst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935" y="228600"/>
            <a:ext cx="6916189" cy="5867400"/>
          </a:xfrm>
        </p:spPr>
      </p:pic>
    </p:spTree>
    <p:extLst>
      <p:ext uri="{BB962C8B-B14F-4D97-AF65-F5344CB8AC3E}">
        <p14:creationId xmlns:p14="http://schemas.microsoft.com/office/powerpoint/2010/main" val="33299947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3005" y="1188244"/>
            <a:ext cx="8109351" cy="4495800"/>
          </a:xfrm>
        </p:spPr>
        <p:txBody>
          <a:bodyPr/>
          <a:lstStyle/>
          <a:p>
            <a:pPr marL="228600" lvl="0" indent="0" eaLnBrk="1" fontAlgn="auto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Tx/>
              <a:buNone/>
            </a:pPr>
            <a:r>
              <a:rPr lang="fr-FR" sz="6600" kern="1200" dirty="0" smtClean="0">
                <a:latin typeface="Berlin Sans FB Demi" panose="020E0802020502020306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fr-FR" sz="6600" kern="1200" dirty="0">
                <a:latin typeface="Berlin Sans FB Demi" panose="020E0802020502020306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fr-FR" sz="6600" kern="1200" dirty="0" err="1">
                <a:latin typeface="Berlin Sans FB Demi" panose="020E0802020502020306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Fitoriana</a:t>
            </a:r>
            <a:r>
              <a:rPr lang="fr-FR" sz="6600" kern="1200" dirty="0">
                <a:latin typeface="Berlin Sans FB Demi" panose="020E0802020502020306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6600" kern="1200" dirty="0" err="1">
                <a:latin typeface="Berlin Sans FB Demi" panose="020E0802020502020306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sz="6600" kern="1200" dirty="0">
                <a:latin typeface="Berlin Sans FB Demi" panose="020E0802020502020306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6600" kern="1200" dirty="0" err="1">
                <a:latin typeface="Berlin Sans FB Demi" panose="020E0802020502020306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filazantsara</a:t>
            </a:r>
            <a:r>
              <a:rPr lang="fr-FR" sz="6600" kern="1200" dirty="0">
                <a:latin typeface="Berlin Sans FB Demi" panose="020E0802020502020306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6600" kern="1200" dirty="0" err="1">
                <a:latin typeface="Berlin Sans FB Demi" panose="020E0802020502020306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fr-FR" sz="6600" kern="1200" dirty="0">
                <a:latin typeface="Berlin Sans FB Demi" panose="020E0802020502020306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6600" kern="1200" dirty="0" err="1">
                <a:latin typeface="Berlin Sans FB Demi" panose="020E0802020502020306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finamanana</a:t>
            </a:r>
            <a:endParaRPr lang="fr-FR" sz="6600" kern="1200" dirty="0">
              <a:latin typeface="Berlin Sans FB Demi" panose="020E0802020502020306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291" name="Picture 6" descr="PECHI06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5715001"/>
            <a:ext cx="13716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7" descr="PECHI021"/>
          <p:cNvPicPr>
            <a:picLocks noChangeAspect="1" noChangeArrowheads="1"/>
          </p:cNvPicPr>
          <p:nvPr/>
        </p:nvPicPr>
        <p:blipFill>
          <a:blip r:embed="rId4">
            <a:lum brigh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55626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8" descr="PECHI07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5486400"/>
            <a:ext cx="585788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7"/>
          <p:cNvSpPr txBox="1">
            <a:spLocks noChangeArrowheads="1"/>
          </p:cNvSpPr>
          <p:nvPr/>
        </p:nvSpPr>
        <p:spPr bwMode="auto">
          <a:xfrm>
            <a:off x="1981200" y="0"/>
            <a:ext cx="77724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ARMA: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4AB">
                    <a:lumMod val="50000"/>
                  </a:srgbClr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nkizy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R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ehetra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M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andray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njara</a:t>
            </a:r>
            <a:endParaRPr kumimoji="0" lang="en-US" altLang="fr-FR" sz="4400" b="1" i="0" u="none" strike="noStrike" kern="0" cap="none" spc="0" normalizeH="0" baseline="0" noProof="0" dirty="0" smtClean="0">
              <a:ln>
                <a:noFill/>
              </a:ln>
              <a:solidFill>
                <a:srgbClr val="FFCC00"/>
              </a:solidFill>
              <a:effectLst/>
              <a:uLnTx/>
              <a:uFillTx/>
              <a:latin typeface="Arial Black"/>
              <a:ea typeface="+mj-ea"/>
              <a:cs typeface="+mj-cs"/>
            </a:endParaRPr>
          </a:p>
        </p:txBody>
      </p:sp>
      <p:pic>
        <p:nvPicPr>
          <p:cNvPr id="8" name="Picture 4" descr="GCAH488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0662" y="5486400"/>
            <a:ext cx="154631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5695" y="1714577"/>
            <a:ext cx="4313612" cy="3595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956644"/>
      </p:ext>
    </p:extLst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6256" y="1603375"/>
            <a:ext cx="7083972" cy="4495800"/>
          </a:xfrm>
        </p:spPr>
        <p:txBody>
          <a:bodyPr/>
          <a:lstStyle/>
          <a:p>
            <a:pPr marL="457200" lvl="0" indent="-228600" eaLnBrk="1" fontAlgn="auto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fr-FR" kern="1200" dirty="0" err="1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Mahomby</a:t>
            </a:r>
            <a:r>
              <a:rPr lang="fr-FR" kern="1200" dirty="0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kern="1200" dirty="0" err="1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tokoa</a:t>
            </a:r>
            <a:r>
              <a:rPr lang="fr-FR" kern="1200" dirty="0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kern="1200" dirty="0" err="1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io</a:t>
            </a:r>
            <a:r>
              <a:rPr lang="fr-FR" kern="1200" dirty="0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kern="1200" dirty="0" err="1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fomba</a:t>
            </a:r>
            <a:r>
              <a:rPr lang="fr-FR" kern="1200" dirty="0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kern="1200" dirty="0" err="1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io</a:t>
            </a:r>
            <a:r>
              <a:rPr lang="fr-FR" kern="1200" dirty="0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kern="1200" dirty="0" err="1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mba</a:t>
            </a:r>
            <a:r>
              <a:rPr lang="fr-FR" kern="1200" dirty="0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kern="1200" dirty="0" err="1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hitoriana</a:t>
            </a:r>
            <a:r>
              <a:rPr lang="fr-FR" kern="1200" dirty="0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kern="1200" dirty="0" err="1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kern="1200" dirty="0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kern="1200" dirty="0" err="1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filazantsara</a:t>
            </a:r>
            <a:r>
              <a:rPr lang="fr-FR" kern="1200" dirty="0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kern="1200" dirty="0" err="1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fr-FR" kern="1200" dirty="0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kern="1200" dirty="0" err="1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fr-FR" kern="1200" dirty="0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Samy </a:t>
            </a:r>
            <a:r>
              <a:rPr lang="fr-FR" kern="1200" dirty="0" err="1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manana</a:t>
            </a:r>
            <a:r>
              <a:rPr lang="fr-FR" kern="1200" dirty="0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kern="1200" dirty="0" err="1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namana</a:t>
            </a:r>
            <a:r>
              <a:rPr lang="fr-FR" kern="1200" dirty="0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kern="1200" dirty="0" err="1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fr-FR" kern="1200" dirty="0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kern="1200" dirty="0" err="1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fr-FR" kern="1200" dirty="0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kern="1200" dirty="0" err="1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rehetra</a:t>
            </a:r>
            <a:r>
              <a:rPr lang="fr-FR" kern="1200" dirty="0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kern="1200" dirty="0" err="1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rehefa</a:t>
            </a:r>
            <a:r>
              <a:rPr lang="fr-FR" kern="1200" dirty="0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kern="1200" dirty="0" err="1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manasa</a:t>
            </a:r>
            <a:r>
              <a:rPr lang="fr-FR" kern="1200" dirty="0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kern="1200" dirty="0" err="1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azy</a:t>
            </a:r>
            <a:r>
              <a:rPr lang="fr-FR" kern="1200" dirty="0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kern="1200" dirty="0" err="1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fr-FR" kern="1200" dirty="0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kern="1200" dirty="0" err="1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hoany</a:t>
            </a:r>
            <a:r>
              <a:rPr lang="fr-FR" kern="1200" dirty="0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kern="1200" dirty="0" err="1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am-piangonana</a:t>
            </a:r>
            <a:r>
              <a:rPr lang="fr-FR" kern="1200" dirty="0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kern="1200" dirty="0" err="1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izy</a:t>
            </a:r>
            <a:r>
              <a:rPr lang="fr-FR" kern="1200" dirty="0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dia </a:t>
            </a:r>
            <a:r>
              <a:rPr lang="fr-FR" kern="1200" dirty="0" err="1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hazoto</a:t>
            </a:r>
            <a:r>
              <a:rPr lang="fr-FR" kern="1200" dirty="0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kern="1200" dirty="0" err="1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kokoa</a:t>
            </a:r>
            <a:r>
              <a:rPr lang="fr-FR" kern="1200" dirty="0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kern="1200" dirty="0" err="1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toy</a:t>
            </a:r>
            <a:r>
              <a:rPr lang="fr-FR" kern="1200" dirty="0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kern="1200" dirty="0" err="1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izay</a:t>
            </a:r>
            <a:r>
              <a:rPr lang="fr-FR" kern="1200" dirty="0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kern="1200" dirty="0" err="1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hoe</a:t>
            </a:r>
            <a:r>
              <a:rPr lang="fr-FR" kern="1200" dirty="0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kern="1200" dirty="0" err="1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olona</a:t>
            </a:r>
            <a:r>
              <a:rPr lang="fr-FR" kern="1200" dirty="0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kern="1200" dirty="0" err="1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tsy</a:t>
            </a:r>
            <a:r>
              <a:rPr lang="fr-FR" kern="1200" dirty="0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kern="1200" dirty="0" err="1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fantany</a:t>
            </a:r>
            <a:r>
              <a:rPr lang="fr-FR" kern="1200" dirty="0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no </a:t>
            </a:r>
            <a:r>
              <a:rPr lang="fr-FR" kern="1200" dirty="0" err="1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manasa</a:t>
            </a:r>
            <a:r>
              <a:rPr lang="fr-FR" kern="1200" dirty="0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kern="1200" dirty="0" err="1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azy</a:t>
            </a:r>
            <a:r>
              <a:rPr lang="fr-FR" kern="1200" dirty="0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Ny </a:t>
            </a:r>
            <a:r>
              <a:rPr lang="fr-FR" kern="1200" dirty="0" err="1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fifandraisana</a:t>
            </a:r>
            <a:r>
              <a:rPr lang="fr-FR" kern="1200" dirty="0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dia </a:t>
            </a:r>
            <a:r>
              <a:rPr lang="fr-FR" kern="1200" dirty="0" err="1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tena</a:t>
            </a:r>
            <a:r>
              <a:rPr lang="fr-FR" kern="1200" dirty="0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kern="1200" dirty="0" err="1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ilaina</a:t>
            </a:r>
            <a:r>
              <a:rPr lang="fr-FR" kern="1200" dirty="0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kern="1200" dirty="0" err="1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eo</a:t>
            </a:r>
            <a:r>
              <a:rPr lang="fr-FR" kern="1200" dirty="0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kern="1200" dirty="0" err="1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fr-FR" kern="1200" dirty="0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kern="1200" dirty="0" err="1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fiainan’ny</a:t>
            </a:r>
            <a:r>
              <a:rPr lang="fr-FR" kern="1200" dirty="0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kern="1200" dirty="0" err="1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fr-FR" kern="1200" dirty="0">
                <a:latin typeface="Brush Script MT" panose="030608020404060703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228600" eaLnBrk="1" fontAlgn="auto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endParaRPr lang="fr-FR" kern="1200" dirty="0">
              <a:latin typeface="Brush Script MT" panose="03060802040406070304" pitchFamily="66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291" name="Picture 6" descr="PECHI06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5715001"/>
            <a:ext cx="13716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7" descr="PECHI021"/>
          <p:cNvPicPr>
            <a:picLocks noChangeAspect="1" noChangeArrowheads="1"/>
          </p:cNvPicPr>
          <p:nvPr/>
        </p:nvPicPr>
        <p:blipFill>
          <a:blip r:embed="rId4">
            <a:lum brigh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55626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8" descr="PECHI07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5486400"/>
            <a:ext cx="585788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7"/>
          <p:cNvSpPr txBox="1">
            <a:spLocks noChangeArrowheads="1"/>
          </p:cNvSpPr>
          <p:nvPr/>
        </p:nvSpPr>
        <p:spPr bwMode="auto">
          <a:xfrm>
            <a:off x="1981200" y="0"/>
            <a:ext cx="77724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ARMA: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4AB">
                    <a:lumMod val="50000"/>
                  </a:srgbClr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nkizy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R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ehetra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M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andray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njara</a:t>
            </a:r>
            <a:endParaRPr kumimoji="0" lang="en-US" altLang="fr-FR" sz="4400" b="1" i="0" u="none" strike="noStrike" kern="0" cap="none" spc="0" normalizeH="0" baseline="0" noProof="0" dirty="0" smtClean="0">
              <a:ln>
                <a:noFill/>
              </a:ln>
              <a:solidFill>
                <a:srgbClr val="FFCC00"/>
              </a:solidFill>
              <a:effectLst/>
              <a:uLnTx/>
              <a:uFillTx/>
              <a:latin typeface="Arial Black"/>
              <a:ea typeface="+mj-ea"/>
              <a:cs typeface="+mj-cs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064" y="1462088"/>
            <a:ext cx="3858936" cy="5114926"/>
          </a:xfrm>
          <a:prstGeom prst="rect">
            <a:avLst/>
          </a:prstGeom>
        </p:spPr>
      </p:pic>
      <p:pic>
        <p:nvPicPr>
          <p:cNvPr id="8" name="Picture 4" descr="GCAH4880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7478" y="268608"/>
            <a:ext cx="174625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0456645"/>
      </p:ext>
    </p:extLst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6256" y="1603375"/>
            <a:ext cx="7083972" cy="4495800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altLang="fr-FR" sz="8800" b="1" dirty="0" err="1" smtClean="0">
                <a:latin typeface="Comic Sans MS" panose="030F0702030302020204" pitchFamily="66" charset="0"/>
              </a:rPr>
              <a:t>Fomba</a:t>
            </a:r>
            <a:r>
              <a:rPr lang="en-US" altLang="fr-FR" sz="8800" b="1" dirty="0" smtClean="0">
                <a:latin typeface="Comic Sans MS" panose="030F0702030302020204" pitchFamily="66" charset="0"/>
              </a:rPr>
              <a:t> </a:t>
            </a:r>
            <a:r>
              <a:rPr lang="en-US" altLang="fr-FR" sz="8800" b="1" dirty="0" err="1" smtClean="0">
                <a:latin typeface="Comic Sans MS" panose="030F0702030302020204" pitchFamily="66" charset="0"/>
              </a:rPr>
              <a:t>ahazoana</a:t>
            </a:r>
            <a:r>
              <a:rPr lang="en-US" altLang="fr-FR" sz="8800" b="1" dirty="0" smtClean="0">
                <a:latin typeface="Comic Sans MS" panose="030F0702030302020204" pitchFamily="66" charset="0"/>
              </a:rPr>
              <a:t> </a:t>
            </a:r>
            <a:r>
              <a:rPr lang="en-US" altLang="fr-FR" sz="8800" b="1" dirty="0" err="1" smtClean="0">
                <a:latin typeface="Comic Sans MS" panose="030F0702030302020204" pitchFamily="66" charset="0"/>
              </a:rPr>
              <a:t>namana</a:t>
            </a:r>
            <a:endParaRPr lang="en-US" altLang="fr-FR" sz="8800" b="1" dirty="0" smtClean="0">
              <a:latin typeface="Comic Sans MS" panose="030F0702030302020204" pitchFamily="66" charset="0"/>
            </a:endParaRPr>
          </a:p>
        </p:txBody>
      </p:sp>
      <p:pic>
        <p:nvPicPr>
          <p:cNvPr id="12291" name="Picture 6" descr="PECHI06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5715001"/>
            <a:ext cx="13716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7" descr="PECHI021"/>
          <p:cNvPicPr>
            <a:picLocks noChangeAspect="1" noChangeArrowheads="1"/>
          </p:cNvPicPr>
          <p:nvPr/>
        </p:nvPicPr>
        <p:blipFill>
          <a:blip r:embed="rId4">
            <a:lum brigh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55626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8" descr="PECHI07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5486400"/>
            <a:ext cx="585788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 descr="GCAH488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" y="-16625"/>
            <a:ext cx="174625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232756"/>
            <a:ext cx="4572000" cy="6858000"/>
          </a:xfrm>
          <a:prstGeom prst="rect">
            <a:avLst/>
          </a:prstGeom>
        </p:spPr>
      </p:pic>
      <p:sp>
        <p:nvSpPr>
          <p:cNvPr id="7" name="Rectangle 7"/>
          <p:cNvSpPr txBox="1">
            <a:spLocks noChangeArrowheads="1"/>
          </p:cNvSpPr>
          <p:nvPr/>
        </p:nvSpPr>
        <p:spPr bwMode="auto">
          <a:xfrm>
            <a:off x="1981200" y="0"/>
            <a:ext cx="77724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ARMA: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4AB">
                    <a:lumMod val="50000"/>
                  </a:srgbClr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nkizy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R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ehetra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M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andray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njara</a:t>
            </a:r>
            <a:endParaRPr kumimoji="0" lang="en-US" altLang="fr-FR" sz="4400" b="1" i="0" u="none" strike="noStrike" kern="0" cap="none" spc="0" normalizeH="0" baseline="0" noProof="0" dirty="0" smtClean="0">
              <a:ln>
                <a:noFill/>
              </a:ln>
              <a:solidFill>
                <a:srgbClr val="FFCC00"/>
              </a:solidFill>
              <a:effectLst/>
              <a:uLnTx/>
              <a:uFillTx/>
              <a:latin typeface="Arial Black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08200426"/>
      </p:ext>
    </p:extLst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181" y="1462088"/>
            <a:ext cx="7898619" cy="5108575"/>
          </a:xfrm>
        </p:spPr>
        <p:txBody>
          <a:bodyPr/>
          <a:lstStyle/>
          <a:p>
            <a:pPr lvl="0" eaLnBrk="1" fontAlgn="auto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Tx/>
              <a:buFont typeface="Wingdings" panose="05000000000000000000" pitchFamily="2" charset="2"/>
              <a:buChar char=""/>
            </a:pP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Ahoana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fiarahabana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olona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Mandray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tànana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namana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vaovao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miteny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hoe: “</a:t>
            </a:r>
            <a:r>
              <a:rPr lang="en-US" sz="2400" kern="12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Mbola</a:t>
            </a:r>
            <a:r>
              <a:rPr lang="en-US" sz="2400" kern="12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tsara</a:t>
            </a:r>
            <a:r>
              <a:rPr lang="en-US" sz="2400" kern="12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Tonga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ato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Sekoly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Sabata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vondrona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ara-baiboly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Faly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be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aho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satria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tonga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ianao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  <a:endParaRPr lang="fr-FR" sz="2400" kern="12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1" fontAlgn="auto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Tx/>
              <a:buFont typeface="Wingdings" panose="05000000000000000000" pitchFamily="2" charset="2"/>
              <a:buChar char=""/>
            </a:pP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Ahoana no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fomba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fiarahana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olona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iray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mitondra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azy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seza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mipetraka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miaraka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Raha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betsaka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namana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tonga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entina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sezany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ilay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anankiray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eo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omena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antoka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fa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hiara-mipetraka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ianao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rehefa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mandray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namana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hafa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izay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mbola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2400" kern="12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fr-FR" sz="6000" b="1" dirty="0" smtClean="0">
              <a:latin typeface="Comic Sans MS" panose="030F0702030302020204" pitchFamily="66" charset="0"/>
            </a:endParaRPr>
          </a:p>
        </p:txBody>
      </p:sp>
      <p:pic>
        <p:nvPicPr>
          <p:cNvPr id="12291" name="Picture 6" descr="PECHI06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5715001"/>
            <a:ext cx="13716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7" descr="PECHI021"/>
          <p:cNvPicPr>
            <a:picLocks noChangeAspect="1" noChangeArrowheads="1"/>
          </p:cNvPicPr>
          <p:nvPr/>
        </p:nvPicPr>
        <p:blipFill>
          <a:blip r:embed="rId4">
            <a:lum brigh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55626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8" descr="PECHI07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5486400"/>
            <a:ext cx="585788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7"/>
          <p:cNvSpPr txBox="1">
            <a:spLocks noChangeArrowheads="1"/>
          </p:cNvSpPr>
          <p:nvPr/>
        </p:nvSpPr>
        <p:spPr bwMode="auto">
          <a:xfrm>
            <a:off x="1981200" y="0"/>
            <a:ext cx="77724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ARMA: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4AB">
                    <a:lumMod val="50000"/>
                  </a:srgbClr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nkizy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R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ehetra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M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andray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njara</a:t>
            </a:r>
            <a:endParaRPr kumimoji="0" lang="en-US" altLang="fr-FR" sz="4400" b="1" i="0" u="none" strike="noStrike" kern="0" cap="none" spc="0" normalizeH="0" baseline="0" noProof="0" dirty="0" smtClean="0">
              <a:ln>
                <a:noFill/>
              </a:ln>
              <a:solidFill>
                <a:srgbClr val="FFCC00"/>
              </a:solidFill>
              <a:effectLst/>
              <a:uLnTx/>
              <a:uFillTx/>
              <a:latin typeface="Arial Black"/>
              <a:ea typeface="+mj-ea"/>
              <a:cs typeface="+mj-cs"/>
            </a:endParaRPr>
          </a:p>
        </p:txBody>
      </p:sp>
      <p:pic>
        <p:nvPicPr>
          <p:cNvPr id="8" name="Picture 4" descr="GCAH488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0722" y="4305300"/>
            <a:ext cx="174625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599" y="1697443"/>
            <a:ext cx="3931661" cy="508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710691"/>
      </p:ext>
    </p:extLst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6256" y="1603375"/>
            <a:ext cx="7538544" cy="4495800"/>
          </a:xfrm>
        </p:spPr>
        <p:txBody>
          <a:bodyPr/>
          <a:lstStyle/>
          <a:p>
            <a:pPr lvl="0" eaLnBrk="1" fontAlgn="auto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Tx/>
              <a:buFont typeface="Wingdings" panose="05000000000000000000" pitchFamily="2" charset="2"/>
              <a:buChar char=""/>
            </a:pP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Ahoana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fanolorana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namana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angataho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iray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izay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nitondra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namana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mba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hitsangana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hanolotra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izany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namany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izany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Afaka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hiteny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toy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izao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ilay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zaza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“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faly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aho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manolotra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aminareo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itynamako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ity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namana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any am-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pianarana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mpifanila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vodirindrina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 Charlie Daudet.”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Avy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eo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hitodika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any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amin’ilay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izy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hiteny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aminy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hoe: “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Misaotra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betsaka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ry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Charlie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noho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fahatongavanao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manantena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aho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fa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mbola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hoavy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ianao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manaraka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  <a:endParaRPr lang="fr-FR" sz="1800" kern="12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1" fontAlgn="auto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Tx/>
              <a:buFont typeface="Wingdings" panose="05000000000000000000" pitchFamily="2" charset="2"/>
              <a:buChar char=""/>
            </a:pP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Ahoana no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fomba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ahazoana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namana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afaka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handray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fanapahan-kevitra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tonga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naman’ireo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mpiara-monina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aminy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tsirairay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sakaizan’ireo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mpiara-mianatra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aminy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izay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mpiara-manatrika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fivoriana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natao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hoan’ny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olon-dehibe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miaraka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aminy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Mamporisika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antsika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hanao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izany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Baiboly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ao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Ohabolana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18:24b: “…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sakaiza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manoatra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noho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rahalahy</a:t>
            </a:r>
            <a:r>
              <a:rPr lang="en-US" sz="18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  <a:endParaRPr lang="fr-FR" sz="1800" kern="12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fr-FR" sz="6000" b="1" dirty="0" smtClean="0">
              <a:latin typeface="Comic Sans MS" panose="030F0702030302020204" pitchFamily="66" charset="0"/>
            </a:endParaRPr>
          </a:p>
        </p:txBody>
      </p:sp>
      <p:pic>
        <p:nvPicPr>
          <p:cNvPr id="12291" name="Picture 6" descr="PECHI06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5715001"/>
            <a:ext cx="13716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7" descr="PECHI021"/>
          <p:cNvPicPr>
            <a:picLocks noChangeAspect="1" noChangeArrowheads="1"/>
          </p:cNvPicPr>
          <p:nvPr/>
        </p:nvPicPr>
        <p:blipFill>
          <a:blip r:embed="rId4">
            <a:lum brigh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55626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8" descr="PECHI07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5486400"/>
            <a:ext cx="585788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7"/>
          <p:cNvSpPr txBox="1">
            <a:spLocks noChangeArrowheads="1"/>
          </p:cNvSpPr>
          <p:nvPr/>
        </p:nvSpPr>
        <p:spPr bwMode="auto">
          <a:xfrm>
            <a:off x="1981200" y="0"/>
            <a:ext cx="77724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ARMA: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4AB">
                    <a:lumMod val="50000"/>
                  </a:srgbClr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nkizy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R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ehetra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M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andray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njara</a:t>
            </a:r>
            <a:endParaRPr kumimoji="0" lang="en-US" altLang="fr-FR" sz="4400" b="1" i="0" u="none" strike="noStrike" kern="0" cap="none" spc="0" normalizeH="0" baseline="0" noProof="0" dirty="0" smtClean="0">
              <a:ln>
                <a:noFill/>
              </a:ln>
              <a:solidFill>
                <a:srgbClr val="FFCC00"/>
              </a:solidFill>
              <a:effectLst/>
              <a:uLnTx/>
              <a:uFillTx/>
              <a:latin typeface="Arial Black"/>
              <a:ea typeface="+mj-ea"/>
              <a:cs typeface="+mj-cs"/>
            </a:endParaRPr>
          </a:p>
        </p:txBody>
      </p:sp>
      <p:pic>
        <p:nvPicPr>
          <p:cNvPr id="8" name="Picture 4" descr="GCAH488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0722" y="4305300"/>
            <a:ext cx="174625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5119" y="1037937"/>
            <a:ext cx="3336378" cy="300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182456"/>
      </p:ext>
    </p:extLst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4557" y="1219201"/>
            <a:ext cx="7826719" cy="4495800"/>
          </a:xfrm>
        </p:spPr>
        <p:txBody>
          <a:bodyPr/>
          <a:lstStyle/>
          <a:p>
            <a:pPr lvl="0" eaLnBrk="1" fontAlgn="auto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Tx/>
              <a:buFont typeface="Wingdings" panose="05000000000000000000" pitchFamily="2" charset="2"/>
              <a:buChar char=""/>
            </a:pP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Arahabao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ilay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hafa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lazao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momba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momba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tenanao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toy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izao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manaraka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izao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“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Manao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ahoana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ianao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? Michel no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anarako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CM1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aho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fr-FR" sz="2400" kern="12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1" fontAlgn="auto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Tx/>
              <a:buFont typeface="Wingdings" panose="05000000000000000000" pitchFamily="2" charset="2"/>
              <a:buChar char=""/>
            </a:pP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Anontanio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azy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anarany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mametraha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fanontaniana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sahala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amin’izao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“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anaranao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Aiza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ianao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no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mipetraka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Aiza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ianao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no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mianatra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?”</a:t>
            </a:r>
            <a:endParaRPr lang="fr-FR" sz="2400" kern="12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1" fontAlgn="auto" hangingPunct="1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Tx/>
              <a:buFont typeface="Wingdings" panose="05000000000000000000" pitchFamily="2" charset="2"/>
              <a:buChar char=""/>
            </a:pP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Ataovy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izay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ahazoanao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mifandray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alalan’ny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fametrahanao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fanontaniana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toy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hoe: “Tonga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eto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matetika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ianao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? Ahoana no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fomba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ataoko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mba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hahitana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anao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manaraka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Afaka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omena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ahy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nomeraonao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adiresinao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</a:t>
            </a:r>
            <a:r>
              <a:rPr lang="en-US" sz="24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…”</a:t>
            </a:r>
            <a:endParaRPr lang="fr-FR" sz="2400" kern="12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endParaRPr lang="fr-FR" sz="2400" kern="1200" dirty="0">
              <a:latin typeface="Calibri" panose="020F0502020204030204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fr-FR" sz="6000" b="1" dirty="0" smtClean="0">
              <a:latin typeface="Comic Sans MS" panose="030F0702030302020204" pitchFamily="66" charset="0"/>
            </a:endParaRPr>
          </a:p>
        </p:txBody>
      </p:sp>
      <p:pic>
        <p:nvPicPr>
          <p:cNvPr id="12291" name="Picture 6" descr="PECHI06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5715001"/>
            <a:ext cx="13716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7" descr="PECHI021"/>
          <p:cNvPicPr>
            <a:picLocks noChangeAspect="1" noChangeArrowheads="1"/>
          </p:cNvPicPr>
          <p:nvPr/>
        </p:nvPicPr>
        <p:blipFill>
          <a:blip r:embed="rId4">
            <a:lum brigh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55626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8" descr="PECHI07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5486400"/>
            <a:ext cx="585788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7"/>
          <p:cNvSpPr txBox="1">
            <a:spLocks noChangeArrowheads="1"/>
          </p:cNvSpPr>
          <p:nvPr/>
        </p:nvSpPr>
        <p:spPr bwMode="auto">
          <a:xfrm>
            <a:off x="1981200" y="0"/>
            <a:ext cx="77724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ARMA: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4AB">
                    <a:lumMod val="50000"/>
                  </a:srgbClr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nkizy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R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ehetra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M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andray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njara</a:t>
            </a:r>
            <a:endParaRPr kumimoji="0" lang="en-US" altLang="fr-FR" sz="4400" b="1" i="0" u="none" strike="noStrike" kern="0" cap="none" spc="0" normalizeH="0" baseline="0" noProof="0" dirty="0" smtClean="0">
              <a:ln>
                <a:noFill/>
              </a:ln>
              <a:solidFill>
                <a:srgbClr val="FFCC00"/>
              </a:solidFill>
              <a:effectLst/>
              <a:uLnTx/>
              <a:uFillTx/>
              <a:latin typeface="Arial Black"/>
              <a:ea typeface="+mj-ea"/>
              <a:cs typeface="+mj-cs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3214" y="1744717"/>
            <a:ext cx="4340772" cy="2858813"/>
          </a:xfrm>
          <a:prstGeom prst="rect">
            <a:avLst/>
          </a:prstGeom>
        </p:spPr>
      </p:pic>
      <p:pic>
        <p:nvPicPr>
          <p:cNvPr id="8" name="Picture 4" descr="GCAH4880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0722" y="4305300"/>
            <a:ext cx="174625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4111714"/>
      </p:ext>
    </p:extLst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6256" y="1603375"/>
            <a:ext cx="7083972" cy="4495800"/>
          </a:xfrm>
        </p:spPr>
        <p:txBody>
          <a:bodyPr/>
          <a:lstStyle/>
          <a:p>
            <a:pPr marL="457200" lvl="0" indent="-228600" eaLnBrk="1" fontAlgn="auto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fr-FR" sz="6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C</a:t>
            </a:r>
            <a:r>
              <a:rPr lang="fr-FR" sz="6000" kern="12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ahier d’</a:t>
            </a:r>
            <a:r>
              <a:rPr lang="fr-FR" sz="6000" kern="12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amitie</a:t>
            </a:r>
            <a:r>
              <a:rPr lang="fr-FR" sz="6000" kern="12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na </a:t>
            </a:r>
            <a:r>
              <a:rPr lang="fr-FR" sz="6000" kern="12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Karatra</a:t>
            </a:r>
            <a:r>
              <a:rPr lang="fr-FR" sz="6000" kern="12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6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fanasana</a:t>
            </a:r>
            <a:r>
              <a:rPr lang="fr-FR" sz="6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na </a:t>
            </a:r>
            <a:r>
              <a:rPr lang="fr-FR" sz="6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karatra</a:t>
            </a:r>
            <a:r>
              <a:rPr lang="fr-FR" sz="6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6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fahatsiarovana</a:t>
            </a:r>
            <a:endParaRPr lang="fr-FR" sz="6000" kern="12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291" name="Picture 6" descr="PECHI06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5715001"/>
            <a:ext cx="13716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7" descr="PECHI021"/>
          <p:cNvPicPr>
            <a:picLocks noChangeAspect="1" noChangeArrowheads="1"/>
          </p:cNvPicPr>
          <p:nvPr/>
        </p:nvPicPr>
        <p:blipFill>
          <a:blip r:embed="rId4">
            <a:lum brigh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55626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8" descr="PECHI07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5486400"/>
            <a:ext cx="585788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7"/>
          <p:cNvSpPr txBox="1">
            <a:spLocks noChangeArrowheads="1"/>
          </p:cNvSpPr>
          <p:nvPr/>
        </p:nvSpPr>
        <p:spPr bwMode="auto">
          <a:xfrm>
            <a:off x="1981200" y="0"/>
            <a:ext cx="77724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ARMA: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4AB">
                    <a:lumMod val="50000"/>
                  </a:srgbClr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nkizy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R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ehetra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M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andray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njara</a:t>
            </a:r>
            <a:endParaRPr kumimoji="0" lang="en-US" altLang="fr-FR" sz="4400" b="1" i="0" u="none" strike="noStrike" kern="0" cap="none" spc="0" normalizeH="0" baseline="0" noProof="0" dirty="0" smtClean="0">
              <a:ln>
                <a:noFill/>
              </a:ln>
              <a:solidFill>
                <a:srgbClr val="FFCC00"/>
              </a:solidFill>
              <a:effectLst/>
              <a:uLnTx/>
              <a:uFillTx/>
              <a:latin typeface="Arial Black"/>
              <a:ea typeface="+mj-ea"/>
              <a:cs typeface="+mj-cs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3214" y="1744717"/>
            <a:ext cx="4340772" cy="2858813"/>
          </a:xfrm>
          <a:prstGeom prst="rect">
            <a:avLst/>
          </a:prstGeom>
        </p:spPr>
      </p:pic>
      <p:pic>
        <p:nvPicPr>
          <p:cNvPr id="8" name="Picture 4" descr="GCAH4880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0722" y="4305300"/>
            <a:ext cx="174625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0351348"/>
      </p:ext>
    </p:extLst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6256" y="1603375"/>
            <a:ext cx="7083972" cy="4495800"/>
          </a:xfrm>
        </p:spPr>
        <p:txBody>
          <a:bodyPr/>
          <a:lstStyle/>
          <a:p>
            <a:pPr marL="228600" lvl="0" indent="-228600" eaLnBrk="1" fontAlgn="auto" hangingPunct="1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Tx/>
              <a:buFont typeface="Arial" panose="020B0604020202020204" pitchFamily="34" charset="0"/>
              <a:buChar char="•"/>
            </a:pP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Aoka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hanana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tahirin-karatra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fahatsiarovana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mba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hahafahan’ny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mihazona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fifandraisany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amin’ireo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namany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vaovao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Amporisiho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hanoratra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hanao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sary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manokana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Manolora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karatra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azy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mba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hanasany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namany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fandaharam-potoana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manokana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toy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fitsangatsanganana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sekoly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biblika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hoan’ny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fialan-tsasatra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fetin’ny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mozika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,…</a:t>
            </a:r>
            <a:endParaRPr lang="fr-FR" sz="2000" kern="12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 eaLnBrk="1" fontAlgn="auto" hangingPunct="1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Tx/>
              <a:buFont typeface="Arial" panose="020B0604020202020204" pitchFamily="34" charset="0"/>
              <a:buChar char="•"/>
            </a:pP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Aoka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hanao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fihazonana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anarana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Ataovy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azo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antoka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fa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anaran’ireo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namana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vaovao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olona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vao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fantatra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voasoratra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ao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fitehirizana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iray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Ho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hitanao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mahasarobidy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izany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mandritra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fandaharam-potoana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hetsika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manaraka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famangiana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2000" kern="12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fr-FR" sz="2000" b="1" dirty="0" smtClean="0">
              <a:latin typeface="Comic Sans MS" panose="030F0702030302020204" pitchFamily="66" charset="0"/>
            </a:endParaRPr>
          </a:p>
        </p:txBody>
      </p:sp>
      <p:pic>
        <p:nvPicPr>
          <p:cNvPr id="12291" name="Picture 6" descr="PECHI06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5715001"/>
            <a:ext cx="13716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7" descr="PECHI021"/>
          <p:cNvPicPr>
            <a:picLocks noChangeAspect="1" noChangeArrowheads="1"/>
          </p:cNvPicPr>
          <p:nvPr/>
        </p:nvPicPr>
        <p:blipFill>
          <a:blip r:embed="rId4">
            <a:lum brigh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55626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8" descr="PECHI07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5486400"/>
            <a:ext cx="585788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7"/>
          <p:cNvSpPr txBox="1">
            <a:spLocks noChangeArrowheads="1"/>
          </p:cNvSpPr>
          <p:nvPr/>
        </p:nvSpPr>
        <p:spPr bwMode="auto">
          <a:xfrm>
            <a:off x="1981200" y="0"/>
            <a:ext cx="77724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ARMA: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4AB">
                    <a:lumMod val="50000"/>
                  </a:srgbClr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nkizy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R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ehetra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M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andray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njara</a:t>
            </a:r>
            <a:endParaRPr kumimoji="0" lang="en-US" altLang="fr-FR" sz="4400" b="1" i="0" u="none" strike="noStrike" kern="0" cap="none" spc="0" normalizeH="0" baseline="0" noProof="0" dirty="0" smtClean="0">
              <a:ln>
                <a:noFill/>
              </a:ln>
              <a:solidFill>
                <a:srgbClr val="FFCC00"/>
              </a:solidFill>
              <a:effectLst/>
              <a:uLnTx/>
              <a:uFillTx/>
              <a:latin typeface="Arial Black"/>
              <a:ea typeface="+mj-ea"/>
              <a:cs typeface="+mj-cs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3214" y="1744717"/>
            <a:ext cx="4340772" cy="2858813"/>
          </a:xfrm>
          <a:prstGeom prst="rect">
            <a:avLst/>
          </a:prstGeom>
        </p:spPr>
      </p:pic>
      <p:pic>
        <p:nvPicPr>
          <p:cNvPr id="8" name="Picture 4" descr="GCAH4880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0722" y="4305300"/>
            <a:ext cx="174625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3460349"/>
      </p:ext>
    </p:extLst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6256" y="1603375"/>
            <a:ext cx="5033642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fr-FR" sz="6000" b="1" dirty="0">
                <a:latin typeface="Comic Sans MS" panose="030F0702030302020204" pitchFamily="66" charset="0"/>
              </a:rPr>
              <a:t>4. </a:t>
            </a:r>
            <a:r>
              <a:rPr lang="en-US" altLang="fr-FR" sz="4000" b="1" dirty="0">
                <a:latin typeface="Comic Sans MS" panose="030F0702030302020204" pitchFamily="66" charset="0"/>
              </a:rPr>
              <a:t>FIFANDRAISAM-PITIAVANA</a:t>
            </a:r>
            <a:endParaRPr lang="en-US" altLang="fr-FR" sz="4000" b="1" dirty="0" smtClean="0">
              <a:latin typeface="Comic Sans MS" panose="030F0702030302020204" pitchFamily="66" charset="0"/>
            </a:endParaRPr>
          </a:p>
        </p:txBody>
      </p:sp>
      <p:pic>
        <p:nvPicPr>
          <p:cNvPr id="12291" name="Picture 6" descr="PECHI06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5715001"/>
            <a:ext cx="13716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7" descr="PECHI021"/>
          <p:cNvPicPr>
            <a:picLocks noChangeAspect="1" noChangeArrowheads="1"/>
          </p:cNvPicPr>
          <p:nvPr/>
        </p:nvPicPr>
        <p:blipFill>
          <a:blip r:embed="rId4">
            <a:lum brigh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55626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8" descr="PECHI07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5486400"/>
            <a:ext cx="585788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7"/>
          <p:cNvSpPr txBox="1">
            <a:spLocks noChangeArrowheads="1"/>
          </p:cNvSpPr>
          <p:nvPr/>
        </p:nvSpPr>
        <p:spPr bwMode="auto">
          <a:xfrm>
            <a:off x="1981200" y="0"/>
            <a:ext cx="77724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ARMA: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4AB">
                    <a:lumMod val="50000"/>
                  </a:srgbClr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nkizy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R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ehetra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M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andray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njara</a:t>
            </a:r>
            <a:endParaRPr kumimoji="0" lang="en-US" altLang="fr-FR" sz="4400" b="1" i="0" u="none" strike="noStrike" kern="0" cap="none" spc="0" normalizeH="0" baseline="0" noProof="0" dirty="0" smtClean="0">
              <a:ln>
                <a:noFill/>
              </a:ln>
              <a:solidFill>
                <a:srgbClr val="FFCC00"/>
              </a:solidFill>
              <a:effectLst/>
              <a:uLnTx/>
              <a:uFillTx/>
              <a:latin typeface="Arial Black"/>
              <a:ea typeface="+mj-ea"/>
              <a:cs typeface="+mj-cs"/>
            </a:endParaRPr>
          </a:p>
        </p:txBody>
      </p:sp>
      <p:pic>
        <p:nvPicPr>
          <p:cNvPr id="8" name="Picture 4" descr="GCAH488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0722" y="4305300"/>
            <a:ext cx="174625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6072" y="1777756"/>
            <a:ext cx="4519496" cy="3316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844212"/>
      </p:ext>
    </p:extLst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6256" y="1603375"/>
            <a:ext cx="7083972" cy="4495800"/>
          </a:xfrm>
        </p:spPr>
        <p:txBody>
          <a:bodyPr/>
          <a:lstStyle/>
          <a:p>
            <a:pPr marL="0" lvl="0" indent="0" eaLnBrk="1" fontAlgn="auto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Tx/>
              <a:buNone/>
            </a:pPr>
            <a:r>
              <a:rPr lang="fr-FR" sz="2000" b="1" i="1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AOKA HANOME OHATRA</a:t>
            </a:r>
          </a:p>
          <a:p>
            <a:pPr lvl="0" eaLnBrk="1" fontAlgn="auto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Tx/>
              <a:buFont typeface="Wingdings" panose="05000000000000000000" pitchFamily="2" charset="2"/>
              <a:buChar char=""/>
            </a:pP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Aoka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omena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tombambidy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ray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aman-dreniny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imasom-bahoaka</a:t>
            </a:r>
            <a:endParaRPr lang="fr-FR" sz="2000" kern="12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1" fontAlgn="auto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Tx/>
              <a:buFont typeface="Wingdings" panose="05000000000000000000" pitchFamily="2" charset="2"/>
              <a:buChar char=""/>
            </a:pP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Ireo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tompon’andraikitra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mpanentana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tokony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mahate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tsara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fanahy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amin’izy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samy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2000" kern="12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1" fontAlgn="auto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Tx/>
              <a:buFont typeface="Wingdings" panose="05000000000000000000" pitchFamily="2" charset="2"/>
              <a:buChar char=""/>
            </a:pP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Ahitsio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amim-paharetana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mivonona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hanome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azy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fahafahana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faharoa</a:t>
            </a:r>
            <a:endParaRPr lang="fr-FR" sz="2000" kern="12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1" fontAlgn="auto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Tx/>
              <a:buFont typeface="Wingdings" panose="05000000000000000000" pitchFamily="2" charset="2"/>
              <a:buChar char=""/>
            </a:pP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Tadidio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tsingerin-taona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nahaterahany</a:t>
            </a:r>
            <a:endParaRPr lang="fr-FR" sz="2000" kern="12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1" fontAlgn="auto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Tx/>
              <a:buFont typeface="Wingdings" panose="05000000000000000000" pitchFamily="2" charset="2"/>
              <a:buChar char=""/>
            </a:pP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Omeo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fotoana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manokana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en-US" sz="2000" kern="12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mba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hanehoany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fanomezam-pahasoavany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2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talentany</a:t>
            </a:r>
            <a:r>
              <a:rPr lang="en-US" sz="2000" kern="1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fr-FR" sz="2000" b="1" dirty="0" smtClean="0">
              <a:latin typeface="Comic Sans MS" panose="030F0702030302020204" pitchFamily="66" charset="0"/>
            </a:endParaRPr>
          </a:p>
        </p:txBody>
      </p:sp>
      <p:pic>
        <p:nvPicPr>
          <p:cNvPr id="12291" name="Picture 6" descr="PECHI06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5715001"/>
            <a:ext cx="13716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7" descr="PECHI021"/>
          <p:cNvPicPr>
            <a:picLocks noChangeAspect="1" noChangeArrowheads="1"/>
          </p:cNvPicPr>
          <p:nvPr/>
        </p:nvPicPr>
        <p:blipFill>
          <a:blip r:embed="rId4">
            <a:lum brigh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55626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8" descr="PECHI07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5486400"/>
            <a:ext cx="585788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7"/>
          <p:cNvSpPr txBox="1">
            <a:spLocks noChangeArrowheads="1"/>
          </p:cNvSpPr>
          <p:nvPr/>
        </p:nvSpPr>
        <p:spPr bwMode="auto">
          <a:xfrm>
            <a:off x="1981200" y="0"/>
            <a:ext cx="77724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ARMA: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4AB">
                    <a:lumMod val="50000"/>
                  </a:srgbClr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nkizy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R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ehetra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M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andray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njara</a:t>
            </a:r>
            <a:endParaRPr kumimoji="0" lang="en-US" altLang="fr-FR" sz="4400" b="1" i="0" u="none" strike="noStrike" kern="0" cap="none" spc="0" normalizeH="0" baseline="0" noProof="0" dirty="0" smtClean="0">
              <a:ln>
                <a:noFill/>
              </a:ln>
              <a:solidFill>
                <a:srgbClr val="FFCC00"/>
              </a:solidFill>
              <a:effectLst/>
              <a:uLnTx/>
              <a:uFillTx/>
              <a:latin typeface="Arial Black"/>
              <a:ea typeface="+mj-ea"/>
              <a:cs typeface="+mj-cs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3214" y="1744717"/>
            <a:ext cx="4340772" cy="2858813"/>
          </a:xfrm>
          <a:prstGeom prst="rect">
            <a:avLst/>
          </a:prstGeom>
        </p:spPr>
      </p:pic>
      <p:pic>
        <p:nvPicPr>
          <p:cNvPr id="8" name="Picture 4" descr="GCAH4880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0722" y="4305300"/>
            <a:ext cx="174625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36923909"/>
      </p:ext>
    </p:extLst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2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7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2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9904" y="1340645"/>
            <a:ext cx="7083972" cy="4495800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altLang="fr-FR" sz="6000" b="1" dirty="0" err="1" smtClean="0">
                <a:latin typeface="Comic Sans MS" panose="030F0702030302020204" pitchFamily="66" charset="0"/>
              </a:rPr>
              <a:t>Inona</a:t>
            </a:r>
            <a:r>
              <a:rPr lang="en-US" altLang="fr-FR" sz="6000" b="1" dirty="0" smtClean="0">
                <a:latin typeface="Comic Sans MS" panose="030F0702030302020204" pitchFamily="66" charset="0"/>
              </a:rPr>
              <a:t> </a:t>
            </a:r>
            <a:r>
              <a:rPr lang="en-US" altLang="fr-FR" sz="6000" b="1" dirty="0" err="1" smtClean="0">
                <a:latin typeface="Comic Sans MS" panose="030F0702030302020204" pitchFamily="66" charset="0"/>
              </a:rPr>
              <a:t>ny</a:t>
            </a:r>
            <a:r>
              <a:rPr lang="en-US" altLang="fr-FR" sz="6000" b="1" dirty="0" smtClean="0">
                <a:latin typeface="Comic Sans MS" panose="030F0702030302020204" pitchFamily="66" charset="0"/>
              </a:rPr>
              <a:t> </a:t>
            </a:r>
            <a:r>
              <a:rPr lang="en-US" altLang="fr-FR" sz="6000" b="1" dirty="0" err="1" smtClean="0">
                <a:latin typeface="Comic Sans MS" panose="030F0702030302020204" pitchFamily="66" charset="0"/>
              </a:rPr>
              <a:t>tombotsoan’ny</a:t>
            </a:r>
            <a:r>
              <a:rPr lang="en-US" altLang="fr-FR" sz="6000" b="1" dirty="0" smtClean="0">
                <a:latin typeface="Comic Sans MS" panose="030F0702030302020204" pitchFamily="66" charset="0"/>
              </a:rPr>
              <a:t> </a:t>
            </a:r>
            <a:r>
              <a:rPr lang="en-US" altLang="fr-FR" sz="6000" b="1" dirty="0" err="1" smtClean="0">
                <a:latin typeface="Comic Sans MS" panose="030F0702030302020204" pitchFamily="66" charset="0"/>
              </a:rPr>
              <a:t>Fiangonana</a:t>
            </a:r>
            <a:r>
              <a:rPr lang="en-US" altLang="fr-FR" sz="6000" b="1" dirty="0" smtClean="0">
                <a:latin typeface="Comic Sans MS" panose="030F0702030302020204" pitchFamily="66" charset="0"/>
              </a:rPr>
              <a:t> </a:t>
            </a:r>
            <a:r>
              <a:rPr lang="en-US" altLang="fr-FR" sz="6000" b="1" dirty="0" err="1" smtClean="0">
                <a:latin typeface="Comic Sans MS" panose="030F0702030302020204" pitchFamily="66" charset="0"/>
              </a:rPr>
              <a:t>mampihatra</a:t>
            </a:r>
            <a:r>
              <a:rPr lang="en-US" altLang="fr-FR" sz="6000" b="1" dirty="0" smtClean="0">
                <a:latin typeface="Comic Sans MS" panose="030F0702030302020204" pitchFamily="66" charset="0"/>
              </a:rPr>
              <a:t> </a:t>
            </a:r>
            <a:r>
              <a:rPr lang="en-US" altLang="fr-FR" sz="6000" b="1" dirty="0" err="1" smtClean="0">
                <a:latin typeface="Comic Sans MS" panose="030F0702030302020204" pitchFamily="66" charset="0"/>
              </a:rPr>
              <a:t>ny</a:t>
            </a:r>
            <a:r>
              <a:rPr lang="en-US" altLang="fr-FR" sz="6000" b="1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  ARMA?</a:t>
            </a:r>
          </a:p>
        </p:txBody>
      </p:sp>
      <p:pic>
        <p:nvPicPr>
          <p:cNvPr id="12291" name="Picture 6" descr="PECHI06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5715001"/>
            <a:ext cx="13716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7" descr="PECHI021"/>
          <p:cNvPicPr>
            <a:picLocks noChangeAspect="1" noChangeArrowheads="1"/>
          </p:cNvPicPr>
          <p:nvPr/>
        </p:nvPicPr>
        <p:blipFill>
          <a:blip r:embed="rId4">
            <a:lum brigh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55626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8" descr="PECHI07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5486400"/>
            <a:ext cx="585788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7"/>
          <p:cNvSpPr txBox="1">
            <a:spLocks noChangeArrowheads="1"/>
          </p:cNvSpPr>
          <p:nvPr/>
        </p:nvSpPr>
        <p:spPr bwMode="auto">
          <a:xfrm>
            <a:off x="1981200" y="0"/>
            <a:ext cx="77724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ARMA: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4AB">
                    <a:lumMod val="50000"/>
                  </a:srgbClr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nkizy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R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ehetra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M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andray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njara</a:t>
            </a:r>
            <a:endParaRPr kumimoji="0" lang="en-US" altLang="fr-FR" sz="4400" b="1" i="0" u="none" strike="noStrike" kern="0" cap="none" spc="0" normalizeH="0" baseline="0" noProof="0" dirty="0" smtClean="0">
              <a:ln>
                <a:noFill/>
              </a:ln>
              <a:solidFill>
                <a:srgbClr val="FFCC00"/>
              </a:solidFill>
              <a:effectLst/>
              <a:uLnTx/>
              <a:uFillTx/>
              <a:latin typeface="Arial Black"/>
              <a:ea typeface="+mj-ea"/>
              <a:cs typeface="+mj-cs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3214" y="1744717"/>
            <a:ext cx="4340772" cy="2858813"/>
          </a:xfrm>
          <a:prstGeom prst="rect">
            <a:avLst/>
          </a:prstGeom>
        </p:spPr>
      </p:pic>
      <p:pic>
        <p:nvPicPr>
          <p:cNvPr id="8" name="Picture 4" descr="GCAH4880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0722" y="4305300"/>
            <a:ext cx="174625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4211099"/>
      </p:ext>
    </p:extLst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12035"/>
            <a:ext cx="10972800" cy="5883965"/>
          </a:xfrm>
        </p:spPr>
        <p:txBody>
          <a:bodyPr/>
          <a:lstStyle/>
          <a:p>
            <a:r>
              <a:rPr lang="fr-FR" dirty="0"/>
              <a:t>Tombontsoa </a:t>
            </a:r>
            <a:r>
              <a:rPr lang="fr-FR" dirty="0" err="1"/>
              <a:t>lehibe</a:t>
            </a:r>
            <a:r>
              <a:rPr lang="fr-FR" dirty="0"/>
              <a:t> </a:t>
            </a:r>
            <a:r>
              <a:rPr lang="fr-FR" dirty="0" err="1"/>
              <a:t>sady</a:t>
            </a:r>
            <a:r>
              <a:rPr lang="fr-FR" dirty="0"/>
              <a:t> </a:t>
            </a:r>
            <a:r>
              <a:rPr lang="fr-FR" dirty="0" err="1"/>
              <a:t>saro-pady</a:t>
            </a:r>
            <a:r>
              <a:rPr lang="fr-FR" dirty="0"/>
              <a:t> ho </a:t>
            </a:r>
            <a:r>
              <a:rPr lang="fr-FR" dirty="0" err="1"/>
              <a:t>an’ny</a:t>
            </a:r>
            <a:r>
              <a:rPr lang="fr-FR" dirty="0"/>
              <a:t> </a:t>
            </a:r>
            <a:r>
              <a:rPr lang="fr-FR" dirty="0" err="1"/>
              <a:t>fiangonana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fampandraisana</a:t>
            </a:r>
            <a:r>
              <a:rPr lang="fr-FR" dirty="0"/>
              <a:t> </a:t>
            </a:r>
            <a:r>
              <a:rPr lang="fr-FR" dirty="0" err="1"/>
              <a:t>anjara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*</a:t>
            </a:r>
            <a:r>
              <a:rPr lang="fr-FR" dirty="0" err="1"/>
              <a:t>ankizy</a:t>
            </a:r>
            <a:r>
              <a:rPr lang="fr-FR" dirty="0"/>
              <a:t> </a:t>
            </a:r>
            <a:r>
              <a:rPr lang="fr-FR" dirty="0" err="1"/>
              <a:t>rehetra</a:t>
            </a:r>
            <a:r>
              <a:rPr lang="fr-FR" dirty="0"/>
              <a:t>* (fa </a:t>
            </a:r>
            <a:r>
              <a:rPr lang="fr-FR" dirty="0" err="1"/>
              <a:t>tsy</a:t>
            </a:r>
            <a:r>
              <a:rPr lang="fr-FR" dirty="0"/>
              <a:t> </a:t>
            </a:r>
            <a:r>
              <a:rPr lang="fr-FR" dirty="0" err="1"/>
              <a:t>vitsivitsy</a:t>
            </a:r>
            <a:r>
              <a:rPr lang="fr-FR" dirty="0"/>
              <a:t> </a:t>
            </a:r>
            <a:r>
              <a:rPr lang="fr-FR" dirty="0" err="1"/>
              <a:t>ihany</a:t>
            </a:r>
            <a:r>
              <a:rPr lang="fr-FR" dirty="0" smtClean="0"/>
              <a:t>) </a:t>
            </a:r>
            <a:r>
              <a:rPr lang="fr-FR" b="1" dirty="0" smtClean="0">
                <a:solidFill>
                  <a:srgbClr val="C00000"/>
                </a:solidFill>
              </a:rPr>
              <a:t>ARMA</a:t>
            </a:r>
            <a:r>
              <a:rPr lang="fr-FR" dirty="0" smtClean="0"/>
              <a:t>. </a:t>
            </a:r>
            <a:r>
              <a:rPr lang="fr-FR" dirty="0" err="1"/>
              <a:t>Rehefa</a:t>
            </a:r>
            <a:r>
              <a:rPr lang="fr-FR" dirty="0"/>
              <a:t> </a:t>
            </a:r>
            <a:r>
              <a:rPr lang="fr-FR" dirty="0" err="1"/>
              <a:t>mahatsapa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ankizy</a:t>
            </a:r>
            <a:r>
              <a:rPr lang="fr-FR" dirty="0"/>
              <a:t> </a:t>
            </a:r>
            <a:r>
              <a:rPr lang="fr-FR" dirty="0" err="1"/>
              <a:t>tsirairay</a:t>
            </a:r>
            <a:r>
              <a:rPr lang="fr-FR" dirty="0"/>
              <a:t> fa </a:t>
            </a:r>
            <a:r>
              <a:rPr lang="fr-FR" dirty="0" err="1"/>
              <a:t>manana</a:t>
            </a:r>
            <a:r>
              <a:rPr lang="fr-FR" dirty="0"/>
              <a:t> </a:t>
            </a:r>
            <a:r>
              <a:rPr lang="fr-FR" dirty="0" err="1"/>
              <a:t>toerana</a:t>
            </a:r>
            <a:r>
              <a:rPr lang="fr-FR" dirty="0"/>
              <a:t> </a:t>
            </a:r>
            <a:r>
              <a:rPr lang="fr-FR" dirty="0" err="1"/>
              <a:t>izy</a:t>
            </a:r>
            <a:r>
              <a:rPr lang="fr-FR" dirty="0"/>
              <a:t>, dia </a:t>
            </a:r>
            <a:r>
              <a:rPr lang="fr-FR" dirty="0" err="1"/>
              <a:t>misy</a:t>
            </a:r>
            <a:r>
              <a:rPr lang="fr-FR" dirty="0"/>
              <a:t> </a:t>
            </a:r>
            <a:r>
              <a:rPr lang="fr-FR" dirty="0" err="1"/>
              <a:t>fiantraikany</a:t>
            </a:r>
            <a:r>
              <a:rPr lang="fr-FR" dirty="0"/>
              <a:t> </a:t>
            </a:r>
            <a:r>
              <a:rPr lang="fr-FR" dirty="0" err="1"/>
              <a:t>lalina</a:t>
            </a:r>
            <a:r>
              <a:rPr lang="fr-FR" dirty="0"/>
              <a:t> </a:t>
            </a:r>
            <a:r>
              <a:rPr lang="fr-FR" dirty="0" err="1"/>
              <a:t>eo</a:t>
            </a:r>
            <a:r>
              <a:rPr lang="fr-FR" dirty="0"/>
              <a:t> </a:t>
            </a:r>
            <a:r>
              <a:rPr lang="fr-FR" dirty="0" err="1"/>
              <a:t>amin’ny</a:t>
            </a:r>
            <a:r>
              <a:rPr lang="fr-FR" dirty="0"/>
              <a:t> </a:t>
            </a:r>
            <a:r>
              <a:rPr lang="fr-FR" dirty="0" err="1"/>
              <a:t>fiangonana</a:t>
            </a:r>
            <a:r>
              <a:rPr lang="fr-FR" dirty="0"/>
              <a:t> </a:t>
            </a:r>
            <a:r>
              <a:rPr lang="fr-FR" dirty="0" err="1"/>
              <a:t>manontolo</a:t>
            </a:r>
            <a:r>
              <a:rPr lang="fr-FR" dirty="0"/>
              <a:t> </a:t>
            </a:r>
            <a:r>
              <a:rPr lang="fr-FR" dirty="0" err="1"/>
              <a:t>izany</a:t>
            </a:r>
            <a:r>
              <a:rPr lang="fr-FR" dirty="0"/>
              <a:t>. </a:t>
            </a:r>
            <a:endParaRPr lang="fr-FR" dirty="0" smtClean="0"/>
          </a:p>
          <a:p>
            <a:pPr marL="0" indent="0" algn="ctr">
              <a:buNone/>
            </a:pPr>
            <a:r>
              <a:rPr lang="fr-FR" sz="6000" b="1" dirty="0" smtClean="0">
                <a:solidFill>
                  <a:srgbClr val="FFC000"/>
                </a:solidFill>
              </a:rPr>
              <a:t> </a:t>
            </a:r>
            <a:r>
              <a:rPr lang="fr-FR" sz="6000" b="1" dirty="0" err="1" smtClean="0">
                <a:solidFill>
                  <a:srgbClr val="FFC000"/>
                </a:solidFill>
              </a:rPr>
              <a:t>ARMA:Indreto</a:t>
            </a:r>
            <a:r>
              <a:rPr lang="fr-FR" sz="6000" b="1" dirty="0" smtClean="0">
                <a:solidFill>
                  <a:srgbClr val="FFC000"/>
                </a:solidFill>
              </a:rPr>
              <a:t> </a:t>
            </a:r>
            <a:r>
              <a:rPr lang="fr-FR" sz="6000" b="1" dirty="0" err="1">
                <a:solidFill>
                  <a:srgbClr val="FFC000"/>
                </a:solidFill>
              </a:rPr>
              <a:t>ny</a:t>
            </a:r>
            <a:r>
              <a:rPr lang="fr-FR" sz="6000" b="1" dirty="0">
                <a:solidFill>
                  <a:srgbClr val="FFC000"/>
                </a:solidFill>
              </a:rPr>
              <a:t> </a:t>
            </a:r>
            <a:r>
              <a:rPr lang="fr-FR" sz="6000" b="1" dirty="0" err="1">
                <a:solidFill>
                  <a:srgbClr val="FFC000"/>
                </a:solidFill>
              </a:rPr>
              <a:t>tombontsoa</a:t>
            </a:r>
            <a:r>
              <a:rPr lang="fr-FR" sz="6000" b="1" dirty="0">
                <a:solidFill>
                  <a:srgbClr val="FFC000"/>
                </a:solidFill>
              </a:rPr>
              <a:t> </a:t>
            </a:r>
            <a:r>
              <a:rPr lang="fr-FR" sz="6000" b="1" dirty="0" err="1">
                <a:solidFill>
                  <a:srgbClr val="FFC000"/>
                </a:solidFill>
              </a:rPr>
              <a:t>lehibe</a:t>
            </a:r>
            <a:r>
              <a:rPr lang="fr-FR" sz="6000" b="1" dirty="0">
                <a:solidFill>
                  <a:srgbClr val="FFC000"/>
                </a:solidFill>
              </a:rPr>
              <a:t> ho </a:t>
            </a:r>
            <a:r>
              <a:rPr lang="fr-FR" sz="6000" b="1" dirty="0" err="1">
                <a:solidFill>
                  <a:srgbClr val="FFC000"/>
                </a:solidFill>
              </a:rPr>
              <a:t>an’ny</a:t>
            </a:r>
            <a:r>
              <a:rPr lang="fr-FR" sz="6000" b="1" dirty="0">
                <a:solidFill>
                  <a:srgbClr val="FFC000"/>
                </a:solidFill>
              </a:rPr>
              <a:t> </a:t>
            </a:r>
            <a:r>
              <a:rPr lang="fr-FR" sz="6000" b="1" dirty="0" err="1">
                <a:solidFill>
                  <a:srgbClr val="FFC000"/>
                </a:solidFill>
              </a:rPr>
              <a:t>fiangonana</a:t>
            </a:r>
            <a:r>
              <a:rPr lang="fr-FR" sz="6000" b="1" dirty="0">
                <a:solidFill>
                  <a:srgbClr val="FFC000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2143476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rgbClr val="FFFF00"/>
                </a:solidFill>
              </a:rPr>
              <a:t>1. </a:t>
            </a:r>
            <a:r>
              <a:rPr lang="fr-FR" b="1" dirty="0" err="1">
                <a:solidFill>
                  <a:srgbClr val="FFFF00"/>
                </a:solidFill>
              </a:rPr>
              <a:t>Fiantohana</a:t>
            </a:r>
            <a:r>
              <a:rPr lang="fr-FR" b="1" dirty="0">
                <a:solidFill>
                  <a:srgbClr val="FFFF00"/>
                </a:solidFill>
              </a:rPr>
              <a:t> </a:t>
            </a:r>
            <a:r>
              <a:rPr lang="fr-FR" b="1" dirty="0" err="1">
                <a:solidFill>
                  <a:srgbClr val="FFFF00"/>
                </a:solidFill>
              </a:rPr>
              <a:t>ny</a:t>
            </a:r>
            <a:r>
              <a:rPr lang="fr-FR" b="1" dirty="0">
                <a:solidFill>
                  <a:srgbClr val="FFFF00"/>
                </a:solidFill>
              </a:rPr>
              <a:t> </a:t>
            </a:r>
            <a:r>
              <a:rPr lang="fr-FR" b="1" dirty="0" err="1">
                <a:solidFill>
                  <a:srgbClr val="FFFF00"/>
                </a:solidFill>
              </a:rPr>
              <a:t>Hoavin’ny</a:t>
            </a:r>
            <a:r>
              <a:rPr lang="fr-FR" b="1" dirty="0">
                <a:solidFill>
                  <a:srgbClr val="FFFF00"/>
                </a:solidFill>
              </a:rPr>
              <a:t> </a:t>
            </a:r>
            <a:r>
              <a:rPr lang="fr-FR" b="1" dirty="0" err="1">
                <a:solidFill>
                  <a:srgbClr val="FFFF00"/>
                </a:solidFill>
              </a:rPr>
              <a:t>Fiangonana</a:t>
            </a:r>
            <a:r>
              <a:rPr lang="fr-FR" b="1" dirty="0">
                <a:solidFill>
                  <a:srgbClr val="FFFF00"/>
                </a:solidFill>
              </a:rPr>
              <a:t> (</a:t>
            </a:r>
            <a:r>
              <a:rPr lang="fr-FR" b="1" dirty="0" err="1">
                <a:solidFill>
                  <a:srgbClr val="FFFF00"/>
                </a:solidFill>
              </a:rPr>
              <a:t>Retention</a:t>
            </a:r>
            <a:r>
              <a:rPr lang="fr-FR" b="1" dirty="0">
                <a:solidFill>
                  <a:srgbClr val="FFFF00"/>
                </a:solidFill>
              </a:rPr>
              <a:t>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Ny </a:t>
            </a:r>
            <a:r>
              <a:rPr lang="fr-FR" dirty="0" err="1"/>
              <a:t>antontan’isa</a:t>
            </a:r>
            <a:r>
              <a:rPr lang="fr-FR" dirty="0"/>
              <a:t> dia </a:t>
            </a:r>
            <a:r>
              <a:rPr lang="fr-FR" dirty="0" err="1"/>
              <a:t>mampiseho</a:t>
            </a:r>
            <a:r>
              <a:rPr lang="fr-FR" dirty="0"/>
              <a:t> fa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ankizy</a:t>
            </a:r>
            <a:r>
              <a:rPr lang="fr-FR" dirty="0"/>
              <a:t> </a:t>
            </a:r>
            <a:r>
              <a:rPr lang="fr-FR" dirty="0" err="1"/>
              <a:t>mandray</a:t>
            </a:r>
            <a:r>
              <a:rPr lang="fr-FR" dirty="0"/>
              <a:t> </a:t>
            </a:r>
            <a:r>
              <a:rPr lang="fr-FR" dirty="0" err="1"/>
              <a:t>anjara</a:t>
            </a:r>
            <a:r>
              <a:rPr lang="fr-FR" dirty="0"/>
              <a:t> </a:t>
            </a:r>
            <a:r>
              <a:rPr lang="fr-FR" dirty="0" err="1"/>
              <a:t>mavitrika</a:t>
            </a:r>
            <a:r>
              <a:rPr lang="fr-FR" dirty="0"/>
              <a:t> </a:t>
            </a:r>
            <a:r>
              <a:rPr lang="fr-FR" dirty="0" err="1"/>
              <a:t>amin’ny</a:t>
            </a:r>
            <a:r>
              <a:rPr lang="fr-FR" dirty="0"/>
              <a:t> </a:t>
            </a:r>
            <a:r>
              <a:rPr lang="fr-FR" dirty="0" err="1"/>
              <a:t>asan’ny</a:t>
            </a:r>
            <a:r>
              <a:rPr lang="fr-FR" dirty="0"/>
              <a:t> </a:t>
            </a:r>
            <a:r>
              <a:rPr lang="fr-FR" dirty="0" err="1"/>
              <a:t>fiangonana</a:t>
            </a:r>
            <a:r>
              <a:rPr lang="fr-FR" dirty="0"/>
              <a:t> </a:t>
            </a:r>
            <a:r>
              <a:rPr lang="fr-FR" dirty="0" err="1"/>
              <a:t>dieny</a:t>
            </a:r>
            <a:r>
              <a:rPr lang="fr-FR" dirty="0"/>
              <a:t> </a:t>
            </a:r>
            <a:r>
              <a:rPr lang="fr-FR" dirty="0" err="1"/>
              <a:t>mbola</a:t>
            </a:r>
            <a:r>
              <a:rPr lang="fr-FR" dirty="0"/>
              <a:t> </a:t>
            </a:r>
            <a:r>
              <a:rPr lang="fr-FR" dirty="0" err="1"/>
              <a:t>kely</a:t>
            </a:r>
            <a:r>
              <a:rPr lang="fr-FR" dirty="0"/>
              <a:t> dia </a:t>
            </a:r>
            <a:r>
              <a:rPr lang="fr-FR" b="1" dirty="0">
                <a:solidFill>
                  <a:srgbClr val="FF0000"/>
                </a:solidFill>
              </a:rPr>
              <a:t>*</a:t>
            </a:r>
            <a:r>
              <a:rPr lang="fr-FR" b="1" dirty="0" err="1">
                <a:solidFill>
                  <a:srgbClr val="FF0000"/>
                </a:solidFill>
              </a:rPr>
              <a:t>tsy</a:t>
            </a:r>
            <a:r>
              <a:rPr lang="fr-FR" b="1" dirty="0">
                <a:solidFill>
                  <a:srgbClr val="FF0000"/>
                </a:solidFill>
              </a:rPr>
              <a:t> dia </a:t>
            </a:r>
            <a:r>
              <a:rPr lang="fr-FR" b="1" dirty="0" err="1">
                <a:solidFill>
                  <a:srgbClr val="FF0000"/>
                </a:solidFill>
              </a:rPr>
              <a:t>miala</a:t>
            </a:r>
            <a:r>
              <a:rPr lang="fr-FR" b="1" dirty="0">
                <a:solidFill>
                  <a:srgbClr val="FF0000"/>
                </a:solidFill>
              </a:rPr>
              <a:t> </a:t>
            </a:r>
            <a:r>
              <a:rPr lang="fr-FR" b="1" dirty="0" err="1">
                <a:solidFill>
                  <a:srgbClr val="FF0000"/>
                </a:solidFill>
              </a:rPr>
              <a:t>amin’ny</a:t>
            </a:r>
            <a:r>
              <a:rPr lang="fr-FR" b="1" dirty="0">
                <a:solidFill>
                  <a:srgbClr val="FF0000"/>
                </a:solidFill>
              </a:rPr>
              <a:t> </a:t>
            </a:r>
            <a:r>
              <a:rPr lang="fr-FR" b="1" dirty="0" err="1">
                <a:solidFill>
                  <a:srgbClr val="FF0000"/>
                </a:solidFill>
              </a:rPr>
              <a:t>finoana</a:t>
            </a:r>
            <a:r>
              <a:rPr lang="fr-FR" b="1" dirty="0">
                <a:solidFill>
                  <a:srgbClr val="FF0000"/>
                </a:solidFill>
              </a:rPr>
              <a:t>* </a:t>
            </a:r>
            <a:r>
              <a:rPr lang="fr-FR" dirty="0" err="1"/>
              <a:t>rehefa</a:t>
            </a:r>
            <a:r>
              <a:rPr lang="fr-FR" dirty="0"/>
              <a:t> </a:t>
            </a:r>
            <a:r>
              <a:rPr lang="fr-FR" dirty="0" err="1"/>
              <a:t>lehibe</a:t>
            </a:r>
            <a:r>
              <a:rPr lang="fr-FR" dirty="0"/>
              <a:t>. * </a:t>
            </a:r>
            <a:r>
              <a:rPr lang="fr-FR" b="1" dirty="0">
                <a:solidFill>
                  <a:srgbClr val="FFFF00"/>
                </a:solidFill>
              </a:rPr>
              <a:t>*</a:t>
            </a:r>
            <a:r>
              <a:rPr lang="fr-FR" b="1" dirty="0" err="1">
                <a:solidFill>
                  <a:srgbClr val="FFFF00"/>
                </a:solidFill>
              </a:rPr>
              <a:t>Fahatsapana</a:t>
            </a:r>
            <a:r>
              <a:rPr lang="fr-FR" b="1" dirty="0">
                <a:solidFill>
                  <a:srgbClr val="FFFF00"/>
                </a:solidFill>
              </a:rPr>
              <a:t> ho </a:t>
            </a:r>
            <a:r>
              <a:rPr lang="fr-FR" b="1" dirty="0" err="1">
                <a:solidFill>
                  <a:srgbClr val="FFFF00"/>
                </a:solidFill>
              </a:rPr>
              <a:t>tompony</a:t>
            </a:r>
            <a:r>
              <a:rPr lang="fr-FR" b="1" dirty="0">
                <a:solidFill>
                  <a:srgbClr val="FFFF00"/>
                </a:solidFill>
              </a:rPr>
              <a:t> </a:t>
            </a:r>
            <a:r>
              <a:rPr lang="fr-FR" dirty="0"/>
              <a:t>(</a:t>
            </a:r>
            <a:r>
              <a:rPr lang="fr-FR" dirty="0" err="1"/>
              <a:t>Sense</a:t>
            </a:r>
            <a:r>
              <a:rPr lang="fr-FR" dirty="0"/>
              <a:t> of </a:t>
            </a:r>
            <a:r>
              <a:rPr lang="fr-FR" dirty="0" err="1"/>
              <a:t>belonging</a:t>
            </a:r>
            <a:r>
              <a:rPr lang="fr-FR" dirty="0"/>
              <a:t>):* </a:t>
            </a:r>
            <a:r>
              <a:rPr lang="fr-FR" dirty="0" err="1"/>
              <a:t>Rehefa</a:t>
            </a:r>
            <a:r>
              <a:rPr lang="fr-FR" dirty="0"/>
              <a:t> </a:t>
            </a:r>
            <a:r>
              <a:rPr lang="fr-FR" dirty="0" err="1"/>
              <a:t>mampandray</a:t>
            </a:r>
            <a:r>
              <a:rPr lang="fr-FR" dirty="0"/>
              <a:t> </a:t>
            </a:r>
            <a:r>
              <a:rPr lang="fr-FR" dirty="0" err="1"/>
              <a:t>anjara</a:t>
            </a:r>
            <a:r>
              <a:rPr lang="fr-FR" dirty="0"/>
              <a:t> </a:t>
            </a:r>
            <a:r>
              <a:rPr lang="fr-FR" dirty="0" err="1"/>
              <a:t>azy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fiangonana</a:t>
            </a:r>
            <a:r>
              <a:rPr lang="fr-FR" dirty="0"/>
              <a:t>, dia </a:t>
            </a:r>
            <a:r>
              <a:rPr lang="fr-FR" dirty="0" err="1"/>
              <a:t>mahatsapa</a:t>
            </a:r>
            <a:r>
              <a:rPr lang="fr-FR" dirty="0"/>
              <a:t> </a:t>
            </a:r>
            <a:r>
              <a:rPr lang="fr-FR" dirty="0" err="1"/>
              <a:t>ilay</a:t>
            </a:r>
            <a:r>
              <a:rPr lang="fr-FR" dirty="0"/>
              <a:t> </a:t>
            </a:r>
            <a:r>
              <a:rPr lang="fr-FR" dirty="0" err="1"/>
              <a:t>zaza</a:t>
            </a:r>
            <a:r>
              <a:rPr lang="fr-FR" dirty="0"/>
              <a:t> fa "</a:t>
            </a:r>
            <a:r>
              <a:rPr lang="fr-FR" dirty="0" err="1"/>
              <a:t>fiangonako</a:t>
            </a:r>
            <a:r>
              <a:rPr lang="fr-FR" dirty="0"/>
              <a:t> </a:t>
            </a:r>
            <a:r>
              <a:rPr lang="fr-FR" dirty="0" err="1"/>
              <a:t>ity</a:t>
            </a:r>
            <a:r>
              <a:rPr lang="fr-FR" dirty="0"/>
              <a:t>" fa </a:t>
            </a:r>
            <a:r>
              <a:rPr lang="fr-FR" dirty="0" err="1"/>
              <a:t>tsy</a:t>
            </a:r>
            <a:r>
              <a:rPr lang="fr-FR" dirty="0"/>
              <a:t> </a:t>
            </a:r>
            <a:r>
              <a:rPr lang="fr-FR" dirty="0" err="1"/>
              <a:t>hoe</a:t>
            </a:r>
            <a:r>
              <a:rPr lang="fr-FR" dirty="0"/>
              <a:t> "</a:t>
            </a:r>
            <a:r>
              <a:rPr lang="fr-FR" dirty="0" err="1"/>
              <a:t>fiangonan’ny</a:t>
            </a:r>
            <a:r>
              <a:rPr lang="fr-FR" dirty="0"/>
              <a:t> </a:t>
            </a:r>
            <a:r>
              <a:rPr lang="fr-FR" dirty="0" err="1"/>
              <a:t>dadako</a:t>
            </a:r>
            <a:r>
              <a:rPr lang="fr-FR" dirty="0"/>
              <a:t> </a:t>
            </a:r>
            <a:r>
              <a:rPr lang="fr-FR" dirty="0" err="1"/>
              <a:t>sy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mamako</a:t>
            </a:r>
            <a:r>
              <a:rPr lang="fr-FR" dirty="0"/>
              <a:t>". </a:t>
            </a:r>
            <a:r>
              <a:rPr lang="fr-FR" dirty="0" err="1"/>
              <a:t>Izany</a:t>
            </a:r>
            <a:r>
              <a:rPr lang="fr-FR" dirty="0"/>
              <a:t> no </a:t>
            </a:r>
            <a:r>
              <a:rPr lang="fr-FR" dirty="0" err="1"/>
              <a:t>mamatotra</a:t>
            </a:r>
            <a:r>
              <a:rPr lang="fr-FR" dirty="0"/>
              <a:t> </a:t>
            </a:r>
            <a:r>
              <a:rPr lang="fr-FR" dirty="0" err="1"/>
              <a:t>azy</a:t>
            </a:r>
            <a:r>
              <a:rPr lang="fr-FR" dirty="0"/>
              <a:t> </a:t>
            </a:r>
            <a:r>
              <a:rPr lang="fr-FR" sz="4800" dirty="0">
                <a:solidFill>
                  <a:srgbClr val="FF0000"/>
                </a:solidFill>
              </a:rPr>
              <a:t>ho </a:t>
            </a:r>
            <a:r>
              <a:rPr lang="fr-FR" sz="4800" dirty="0" err="1">
                <a:solidFill>
                  <a:srgbClr val="FF0000"/>
                </a:solidFill>
              </a:rPr>
              <a:t>tia</a:t>
            </a:r>
            <a:r>
              <a:rPr lang="fr-FR" sz="4800" dirty="0">
                <a:solidFill>
                  <a:srgbClr val="FF0000"/>
                </a:solidFill>
              </a:rPr>
              <a:t> </a:t>
            </a:r>
            <a:r>
              <a:rPr lang="fr-FR" sz="4800" dirty="0" err="1">
                <a:solidFill>
                  <a:srgbClr val="FF0000"/>
                </a:solidFill>
              </a:rPr>
              <a:t>ny</a:t>
            </a:r>
            <a:r>
              <a:rPr lang="fr-FR" sz="4800" dirty="0">
                <a:solidFill>
                  <a:srgbClr val="FF0000"/>
                </a:solidFill>
              </a:rPr>
              <a:t> </a:t>
            </a:r>
            <a:r>
              <a:rPr lang="fr-FR" sz="4800" dirty="0" err="1">
                <a:solidFill>
                  <a:srgbClr val="FF0000"/>
                </a:solidFill>
              </a:rPr>
              <a:t>fiangonany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719766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rgbClr val="FFFF00"/>
                </a:solidFill>
              </a:rPr>
              <a:t>2. </a:t>
            </a:r>
            <a:r>
              <a:rPr lang="fr-FR" b="1" dirty="0" err="1">
                <a:solidFill>
                  <a:srgbClr val="FFFF00"/>
                </a:solidFill>
              </a:rPr>
              <a:t>Fifohazana</a:t>
            </a:r>
            <a:r>
              <a:rPr lang="fr-FR" b="1" dirty="0">
                <a:solidFill>
                  <a:srgbClr val="FFFF00"/>
                </a:solidFill>
              </a:rPr>
              <a:t> </a:t>
            </a:r>
            <a:r>
              <a:rPr lang="fr-FR" b="1" dirty="0" err="1">
                <a:solidFill>
                  <a:srgbClr val="FFFF00"/>
                </a:solidFill>
              </a:rPr>
              <a:t>sy</a:t>
            </a:r>
            <a:r>
              <a:rPr lang="fr-FR" b="1" dirty="0">
                <a:solidFill>
                  <a:srgbClr val="FFFF00"/>
                </a:solidFill>
              </a:rPr>
              <a:t> </a:t>
            </a:r>
            <a:r>
              <a:rPr lang="fr-FR" b="1" dirty="0" err="1">
                <a:solidFill>
                  <a:srgbClr val="FFFF00"/>
                </a:solidFill>
              </a:rPr>
              <a:t>Hery</a:t>
            </a:r>
            <a:r>
              <a:rPr lang="fr-FR" b="1" dirty="0">
                <a:solidFill>
                  <a:srgbClr val="FFFF00"/>
                </a:solidFill>
              </a:rPr>
              <a:t> </a:t>
            </a:r>
            <a:r>
              <a:rPr lang="fr-FR" b="1" dirty="0" err="1">
                <a:solidFill>
                  <a:srgbClr val="FFFF00"/>
                </a:solidFill>
              </a:rPr>
              <a:t>Vaovao</a:t>
            </a:r>
            <a:r>
              <a:rPr lang="fr-FR" b="1" dirty="0">
                <a:solidFill>
                  <a:srgbClr val="FFFF00"/>
                </a:solidFill>
              </a:rPr>
              <a:t> </a:t>
            </a:r>
            <a:r>
              <a:rPr lang="fr-FR" b="1" dirty="0" smtClean="0">
                <a:solidFill>
                  <a:srgbClr val="FFFF00"/>
                </a:solidFill>
              </a:rPr>
              <a:t/>
            </a:r>
            <a:br>
              <a:rPr lang="fr-FR" b="1" dirty="0" smtClean="0">
                <a:solidFill>
                  <a:srgbClr val="FFFF00"/>
                </a:solidFill>
              </a:rPr>
            </a:br>
            <a:r>
              <a:rPr lang="fr-FR" b="1" dirty="0" smtClean="0">
                <a:solidFill>
                  <a:srgbClr val="FFFF00"/>
                </a:solidFill>
              </a:rPr>
              <a:t>(</a:t>
            </a:r>
            <a:r>
              <a:rPr lang="fr-FR" b="1" dirty="0">
                <a:solidFill>
                  <a:srgbClr val="FFFF00"/>
                </a:solidFill>
              </a:rPr>
              <a:t>Spiritual </a:t>
            </a:r>
            <a:r>
              <a:rPr lang="fr-FR" b="1" dirty="0" err="1">
                <a:solidFill>
                  <a:srgbClr val="FFFF00"/>
                </a:solidFill>
              </a:rPr>
              <a:t>Vitality</a:t>
            </a:r>
            <a:r>
              <a:rPr lang="fr-FR" b="1" dirty="0">
                <a:solidFill>
                  <a:srgbClr val="FFFF00"/>
                </a:solidFill>
              </a:rPr>
              <a:t>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32522" y="1600200"/>
            <a:ext cx="11913704" cy="4495800"/>
          </a:xfrm>
        </p:spPr>
        <p:txBody>
          <a:bodyPr/>
          <a:lstStyle/>
          <a:p>
            <a:r>
              <a:rPr lang="fr-FR" dirty="0" smtClean="0"/>
              <a:t> Ny </a:t>
            </a:r>
            <a:r>
              <a:rPr lang="fr-FR" dirty="0" err="1"/>
              <a:t>ankizy</a:t>
            </a:r>
            <a:r>
              <a:rPr lang="fr-FR" dirty="0"/>
              <a:t> dia </a:t>
            </a:r>
            <a:r>
              <a:rPr lang="fr-FR" dirty="0" err="1"/>
              <a:t>mitondra</a:t>
            </a:r>
            <a:r>
              <a:rPr lang="fr-FR" dirty="0"/>
              <a:t> </a:t>
            </a:r>
            <a:r>
              <a:rPr lang="fr-FR" dirty="0">
                <a:solidFill>
                  <a:srgbClr val="FFC000"/>
                </a:solidFill>
              </a:rPr>
              <a:t>"</a:t>
            </a:r>
            <a:r>
              <a:rPr lang="fr-FR" dirty="0" err="1">
                <a:solidFill>
                  <a:srgbClr val="FFC000"/>
                </a:solidFill>
              </a:rPr>
              <a:t>rivotra</a:t>
            </a:r>
            <a:r>
              <a:rPr lang="fr-FR" dirty="0">
                <a:solidFill>
                  <a:srgbClr val="FFC000"/>
                </a:solidFill>
              </a:rPr>
              <a:t> </a:t>
            </a:r>
            <a:r>
              <a:rPr lang="fr-FR" dirty="0" err="1">
                <a:solidFill>
                  <a:srgbClr val="FFC000"/>
                </a:solidFill>
              </a:rPr>
              <a:t>vaovao</a:t>
            </a:r>
            <a:r>
              <a:rPr lang="fr-FR" dirty="0">
                <a:solidFill>
                  <a:srgbClr val="FFC000"/>
                </a:solidFill>
              </a:rPr>
              <a:t>" </a:t>
            </a:r>
            <a:r>
              <a:rPr lang="fr-FR" dirty="0" err="1">
                <a:solidFill>
                  <a:srgbClr val="FFC000"/>
                </a:solidFill>
              </a:rPr>
              <a:t>sy</a:t>
            </a:r>
            <a:r>
              <a:rPr lang="fr-FR" dirty="0">
                <a:solidFill>
                  <a:srgbClr val="FFC000"/>
                </a:solidFill>
              </a:rPr>
              <a:t> </a:t>
            </a:r>
            <a:r>
              <a:rPr lang="fr-FR" dirty="0" err="1">
                <a:solidFill>
                  <a:srgbClr val="FFC000"/>
                </a:solidFill>
              </a:rPr>
              <a:t>hafanam</a:t>
            </a:r>
            <a:r>
              <a:rPr lang="fr-FR" dirty="0">
                <a:solidFill>
                  <a:srgbClr val="FFC000"/>
                </a:solidFill>
              </a:rPr>
              <a:t>-po </a:t>
            </a:r>
            <a:r>
              <a:rPr lang="fr-FR" dirty="0" err="1"/>
              <a:t>ao</a:t>
            </a:r>
            <a:r>
              <a:rPr lang="fr-FR" dirty="0"/>
              <a:t> </a:t>
            </a:r>
            <a:r>
              <a:rPr lang="fr-FR" dirty="0" err="1"/>
              <a:t>am-piangonana</a:t>
            </a:r>
            <a:r>
              <a:rPr lang="fr-FR" dirty="0" smtClean="0"/>
              <a:t>.</a:t>
            </a:r>
          </a:p>
          <a:p>
            <a:r>
              <a:rPr lang="fr-FR" dirty="0" err="1" smtClean="0">
                <a:solidFill>
                  <a:srgbClr val="FF0000"/>
                </a:solidFill>
              </a:rPr>
              <a:t>Fandrisihana</a:t>
            </a:r>
            <a:r>
              <a:rPr lang="fr-FR" dirty="0" smtClean="0">
                <a:solidFill>
                  <a:srgbClr val="FF0000"/>
                </a:solidFill>
              </a:rPr>
              <a:t> </a:t>
            </a:r>
            <a:r>
              <a:rPr lang="fr-FR" dirty="0" err="1">
                <a:solidFill>
                  <a:srgbClr val="FF0000"/>
                </a:solidFill>
              </a:rPr>
              <a:t>ny</a:t>
            </a:r>
            <a:r>
              <a:rPr lang="fr-FR" dirty="0">
                <a:solidFill>
                  <a:srgbClr val="FF0000"/>
                </a:solidFill>
              </a:rPr>
              <a:t> </a:t>
            </a:r>
            <a:r>
              <a:rPr lang="fr-FR" dirty="0" err="1">
                <a:solidFill>
                  <a:srgbClr val="FF0000"/>
                </a:solidFill>
              </a:rPr>
              <a:t>olon-dehibe</a:t>
            </a:r>
            <a:r>
              <a:rPr lang="fr-FR" dirty="0" smtClean="0"/>
              <a:t>: </a:t>
            </a:r>
            <a:r>
              <a:rPr lang="fr-FR" dirty="0" err="1"/>
              <a:t>Rehefa</a:t>
            </a:r>
            <a:r>
              <a:rPr lang="fr-FR" dirty="0"/>
              <a:t> </a:t>
            </a:r>
            <a:r>
              <a:rPr lang="fr-FR" dirty="0" err="1"/>
              <a:t>mahita</a:t>
            </a:r>
            <a:r>
              <a:rPr lang="fr-FR" dirty="0"/>
              <a:t> </a:t>
            </a:r>
            <a:r>
              <a:rPr lang="fr-FR" dirty="0" err="1"/>
              <a:t>ankizy</a:t>
            </a:r>
            <a:r>
              <a:rPr lang="fr-FR" dirty="0"/>
              <a:t> </a:t>
            </a:r>
            <a:r>
              <a:rPr lang="fr-FR" dirty="0" err="1"/>
              <a:t>mitory</a:t>
            </a:r>
            <a:r>
              <a:rPr lang="fr-FR" dirty="0"/>
              <a:t>, </a:t>
            </a:r>
            <a:r>
              <a:rPr lang="fr-FR" dirty="0" err="1"/>
              <a:t>mihira</a:t>
            </a:r>
            <a:r>
              <a:rPr lang="fr-FR" dirty="0"/>
              <a:t>, na </a:t>
            </a:r>
            <a:r>
              <a:rPr lang="fr-FR" dirty="0" err="1"/>
              <a:t>mivavaka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olon-dehibe</a:t>
            </a:r>
            <a:r>
              <a:rPr lang="fr-FR" dirty="0"/>
              <a:t>, dia </a:t>
            </a:r>
            <a:r>
              <a:rPr lang="fr-FR" dirty="0" err="1"/>
              <a:t>vao</a:t>
            </a:r>
            <a:r>
              <a:rPr lang="fr-FR" dirty="0"/>
              <a:t> </a:t>
            </a:r>
            <a:r>
              <a:rPr lang="fr-FR" dirty="0" err="1"/>
              <a:t>mainka</a:t>
            </a:r>
            <a:r>
              <a:rPr lang="fr-FR" dirty="0"/>
              <a:t> </a:t>
            </a:r>
            <a:r>
              <a:rPr lang="fr-FR" dirty="0" err="1"/>
              <a:t>mitsiry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fanantenana</a:t>
            </a:r>
            <a:r>
              <a:rPr lang="fr-FR" dirty="0"/>
              <a:t> </a:t>
            </a:r>
            <a:r>
              <a:rPr lang="fr-FR" dirty="0" err="1"/>
              <a:t>sy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zotom</a:t>
            </a:r>
            <a:r>
              <a:rPr lang="fr-FR" dirty="0"/>
              <a:t>-po. Ny </a:t>
            </a:r>
            <a:r>
              <a:rPr lang="fr-FR" dirty="0" err="1"/>
              <a:t>fahatsoran'ny</a:t>
            </a:r>
            <a:r>
              <a:rPr lang="fr-FR" dirty="0"/>
              <a:t> </a:t>
            </a:r>
            <a:r>
              <a:rPr lang="fr-FR" dirty="0" err="1"/>
              <a:t>finoan'izy</a:t>
            </a:r>
            <a:r>
              <a:rPr lang="fr-FR" dirty="0"/>
              <a:t> </a:t>
            </a:r>
            <a:r>
              <a:rPr lang="fr-FR" dirty="0" err="1"/>
              <a:t>ireo</a:t>
            </a:r>
            <a:r>
              <a:rPr lang="fr-FR" dirty="0"/>
              <a:t> dia </a:t>
            </a:r>
            <a:r>
              <a:rPr lang="fr-FR" dirty="0" err="1"/>
              <a:t>matetika</a:t>
            </a:r>
            <a:r>
              <a:rPr lang="fr-FR" dirty="0"/>
              <a:t> </a:t>
            </a:r>
            <a:r>
              <a:rPr lang="fr-FR" dirty="0" err="1"/>
              <a:t>manaitra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fieritreretan'ny</a:t>
            </a:r>
            <a:r>
              <a:rPr lang="fr-FR" dirty="0"/>
              <a:t> </a:t>
            </a:r>
            <a:r>
              <a:rPr lang="fr-FR" dirty="0" err="1"/>
              <a:t>olon-dehibe</a:t>
            </a:r>
            <a:r>
              <a:rPr lang="fr-FR" dirty="0"/>
              <a:t> </a:t>
            </a:r>
            <a:r>
              <a:rPr lang="fr-FR" dirty="0" err="1"/>
              <a:t>izay</a:t>
            </a:r>
            <a:r>
              <a:rPr lang="fr-FR" dirty="0"/>
              <a:t> </a:t>
            </a:r>
            <a:r>
              <a:rPr lang="fr-FR" dirty="0" err="1"/>
              <a:t>mety</a:t>
            </a:r>
            <a:r>
              <a:rPr lang="fr-FR" dirty="0"/>
              <a:t> </a:t>
            </a:r>
            <a:r>
              <a:rPr lang="fr-FR" dirty="0" err="1"/>
              <a:t>efa</a:t>
            </a:r>
            <a:r>
              <a:rPr lang="fr-FR" dirty="0"/>
              <a:t> </a:t>
            </a:r>
            <a:r>
              <a:rPr lang="fr-FR" dirty="0" err="1"/>
              <a:t>vizaky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fiainana</a:t>
            </a:r>
            <a:r>
              <a:rPr lang="fr-FR" dirty="0"/>
              <a:t>. </a:t>
            </a:r>
            <a:endParaRPr lang="fr-FR" dirty="0" smtClean="0"/>
          </a:p>
          <a:p>
            <a:r>
              <a:rPr lang="fr-FR" b="1" dirty="0" err="1" smtClean="0">
                <a:solidFill>
                  <a:srgbClr val="FF0000"/>
                </a:solidFill>
              </a:rPr>
              <a:t>Fahafaliana</a:t>
            </a:r>
            <a:r>
              <a:rPr lang="fr-FR" b="1" dirty="0" smtClean="0">
                <a:solidFill>
                  <a:srgbClr val="FF0000"/>
                </a:solidFill>
              </a:rPr>
              <a:t> </a:t>
            </a:r>
            <a:r>
              <a:rPr lang="fr-FR" b="1" dirty="0">
                <a:solidFill>
                  <a:srgbClr val="FF0000"/>
                </a:solidFill>
              </a:rPr>
              <a:t>(Joy</a:t>
            </a:r>
            <a:r>
              <a:rPr lang="fr-FR" b="1" dirty="0" smtClean="0">
                <a:solidFill>
                  <a:srgbClr val="FF0000"/>
                </a:solidFill>
              </a:rPr>
              <a:t>): </a:t>
            </a:r>
            <a:r>
              <a:rPr lang="fr-FR" dirty="0"/>
              <a:t>Ny </a:t>
            </a:r>
            <a:r>
              <a:rPr lang="fr-FR" dirty="0" err="1"/>
              <a:t>fiangonana</a:t>
            </a:r>
            <a:r>
              <a:rPr lang="fr-FR" dirty="0"/>
              <a:t> </a:t>
            </a:r>
            <a:r>
              <a:rPr lang="fr-FR" dirty="0" err="1"/>
              <a:t>mampandray</a:t>
            </a:r>
            <a:r>
              <a:rPr lang="fr-FR" dirty="0"/>
              <a:t> </a:t>
            </a:r>
            <a:r>
              <a:rPr lang="fr-FR" dirty="0" err="1"/>
              <a:t>anjara</a:t>
            </a:r>
            <a:r>
              <a:rPr lang="fr-FR" dirty="0"/>
              <a:t> </a:t>
            </a:r>
            <a:r>
              <a:rPr lang="fr-FR" dirty="0" err="1"/>
              <a:t>ankizy</a:t>
            </a:r>
            <a:r>
              <a:rPr lang="fr-FR" dirty="0"/>
              <a:t> dia </a:t>
            </a:r>
            <a:r>
              <a:rPr lang="fr-FR" dirty="0" err="1"/>
              <a:t>fiangonana</a:t>
            </a:r>
            <a:r>
              <a:rPr lang="fr-FR" dirty="0"/>
              <a:t> </a:t>
            </a:r>
            <a:r>
              <a:rPr lang="fr-FR" dirty="0" err="1"/>
              <a:t>velona</a:t>
            </a:r>
            <a:r>
              <a:rPr lang="fr-FR" dirty="0"/>
              <a:t> </a:t>
            </a:r>
            <a:r>
              <a:rPr lang="fr-FR" dirty="0" err="1"/>
              <a:t>sy</a:t>
            </a:r>
            <a:r>
              <a:rPr lang="fr-FR" dirty="0"/>
              <a:t> </a:t>
            </a:r>
            <a:r>
              <a:rPr lang="fr-FR" dirty="0" err="1"/>
              <a:t>feno</a:t>
            </a:r>
            <a:r>
              <a:rPr lang="fr-FR" dirty="0"/>
              <a:t> </a:t>
            </a:r>
            <a:r>
              <a:rPr lang="fr-FR" dirty="0" err="1"/>
              <a:t>fifaliana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399849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2758" y="244364"/>
            <a:ext cx="11796719" cy="7084087"/>
          </a:xfrm>
        </p:spPr>
        <p:txBody>
          <a:bodyPr/>
          <a:lstStyle/>
          <a:p>
            <a:pPr marL="0" indent="0" algn="ctr">
              <a:buNone/>
            </a:pPr>
            <a:r>
              <a:rPr lang="fr-FR" dirty="0" smtClean="0"/>
              <a:t>  </a:t>
            </a:r>
            <a:r>
              <a:rPr lang="fr-FR" sz="4000" b="1" dirty="0">
                <a:solidFill>
                  <a:srgbClr val="FFFF00"/>
                </a:solidFill>
              </a:rPr>
              <a:t>3. </a:t>
            </a:r>
            <a:r>
              <a:rPr lang="fr-FR" sz="4000" b="1" dirty="0" err="1">
                <a:solidFill>
                  <a:srgbClr val="FFFF00"/>
                </a:solidFill>
              </a:rPr>
              <a:t>Fitaovana</a:t>
            </a:r>
            <a:r>
              <a:rPr lang="fr-FR" sz="4000" b="1" dirty="0">
                <a:solidFill>
                  <a:srgbClr val="FFFF00"/>
                </a:solidFill>
              </a:rPr>
              <a:t> </a:t>
            </a:r>
            <a:r>
              <a:rPr lang="fr-FR" sz="4000" b="1" dirty="0" err="1">
                <a:solidFill>
                  <a:srgbClr val="FFFF00"/>
                </a:solidFill>
              </a:rPr>
              <a:t>Mahery</a:t>
            </a:r>
            <a:r>
              <a:rPr lang="fr-FR" sz="4000" b="1" dirty="0">
                <a:solidFill>
                  <a:srgbClr val="FFFF00"/>
                </a:solidFill>
              </a:rPr>
              <a:t> </a:t>
            </a:r>
            <a:r>
              <a:rPr lang="fr-FR" sz="4000" b="1" dirty="0" err="1">
                <a:solidFill>
                  <a:srgbClr val="FFFF00"/>
                </a:solidFill>
              </a:rPr>
              <a:t>vaika</a:t>
            </a:r>
            <a:r>
              <a:rPr lang="fr-FR" sz="4000" b="1" dirty="0">
                <a:solidFill>
                  <a:srgbClr val="FFFF00"/>
                </a:solidFill>
              </a:rPr>
              <a:t> </a:t>
            </a:r>
            <a:r>
              <a:rPr lang="fr-FR" sz="4000" b="1" dirty="0" err="1">
                <a:solidFill>
                  <a:srgbClr val="FFFF00"/>
                </a:solidFill>
              </a:rPr>
              <a:t>amin'ny</a:t>
            </a:r>
            <a:r>
              <a:rPr lang="fr-FR" sz="4000" b="1" dirty="0">
                <a:solidFill>
                  <a:srgbClr val="FFFF00"/>
                </a:solidFill>
              </a:rPr>
              <a:t> </a:t>
            </a:r>
            <a:r>
              <a:rPr lang="fr-FR" sz="4000" b="1" dirty="0" err="1">
                <a:solidFill>
                  <a:srgbClr val="FFFF00"/>
                </a:solidFill>
              </a:rPr>
              <a:t>Fitoriana</a:t>
            </a:r>
            <a:r>
              <a:rPr lang="fr-FR" sz="4000" b="1" dirty="0">
                <a:solidFill>
                  <a:srgbClr val="FFFF00"/>
                </a:solidFill>
              </a:rPr>
              <a:t> (</a:t>
            </a:r>
            <a:r>
              <a:rPr lang="fr-FR" sz="4000" b="1" dirty="0" err="1">
                <a:solidFill>
                  <a:srgbClr val="FFFF00"/>
                </a:solidFill>
              </a:rPr>
              <a:t>Evangelism</a:t>
            </a:r>
            <a:r>
              <a:rPr lang="fr-FR" sz="4000" b="1" dirty="0">
                <a:solidFill>
                  <a:srgbClr val="FFFF00"/>
                </a:solidFill>
              </a:rPr>
              <a:t> </a:t>
            </a:r>
            <a:r>
              <a:rPr lang="fr-FR" sz="4000" b="1" dirty="0" err="1">
                <a:solidFill>
                  <a:srgbClr val="FFFF00"/>
                </a:solidFill>
              </a:rPr>
              <a:t>Tool</a:t>
            </a:r>
            <a:r>
              <a:rPr lang="fr-FR" sz="4000" b="1" dirty="0" smtClean="0">
                <a:solidFill>
                  <a:srgbClr val="FFFF00"/>
                </a:solidFill>
              </a:rPr>
              <a:t>)</a:t>
            </a:r>
          </a:p>
          <a:p>
            <a:pPr marL="0" indent="0">
              <a:buNone/>
            </a:pPr>
            <a:r>
              <a:rPr lang="fr-FR" dirty="0" smtClean="0"/>
              <a:t> </a:t>
            </a:r>
            <a:r>
              <a:rPr lang="fr-FR" dirty="0"/>
              <a:t>Ny </a:t>
            </a:r>
            <a:r>
              <a:rPr lang="fr-FR" dirty="0" err="1"/>
              <a:t>ankizy</a:t>
            </a:r>
            <a:r>
              <a:rPr lang="fr-FR" dirty="0"/>
              <a:t> no "</a:t>
            </a:r>
            <a:r>
              <a:rPr lang="fr-FR" dirty="0" err="1"/>
              <a:t>tetezana</a:t>
            </a:r>
            <a:r>
              <a:rPr lang="fr-FR" dirty="0"/>
              <a:t>" </a:t>
            </a:r>
            <a:r>
              <a:rPr lang="fr-FR" dirty="0" err="1"/>
              <a:t>mora</a:t>
            </a:r>
            <a:r>
              <a:rPr lang="fr-FR" dirty="0"/>
              <a:t> </a:t>
            </a:r>
            <a:r>
              <a:rPr lang="fr-FR" dirty="0" err="1"/>
              <a:t>indrindra</a:t>
            </a:r>
            <a:r>
              <a:rPr lang="fr-FR" dirty="0"/>
              <a:t> </a:t>
            </a:r>
            <a:r>
              <a:rPr lang="fr-FR" dirty="0" err="1"/>
              <a:t>hidirana</a:t>
            </a:r>
            <a:r>
              <a:rPr lang="fr-FR" dirty="0"/>
              <a:t> </a:t>
            </a:r>
            <a:r>
              <a:rPr lang="fr-FR" dirty="0" err="1"/>
              <a:t>amin'ny</a:t>
            </a:r>
            <a:r>
              <a:rPr lang="fr-FR" dirty="0"/>
              <a:t> </a:t>
            </a:r>
            <a:r>
              <a:rPr lang="fr-FR" dirty="0" err="1"/>
              <a:t>fianakaviana</a:t>
            </a:r>
            <a:r>
              <a:rPr lang="fr-FR" dirty="0" smtClean="0"/>
              <a:t>:</a:t>
            </a:r>
          </a:p>
          <a:p>
            <a:pPr marL="0" indent="0">
              <a:buNone/>
            </a:pPr>
            <a:r>
              <a:rPr lang="fr-FR" dirty="0" smtClean="0"/>
              <a:t> </a:t>
            </a:r>
            <a:r>
              <a:rPr lang="fr-FR" dirty="0">
                <a:solidFill>
                  <a:srgbClr val="FF0000"/>
                </a:solidFill>
              </a:rPr>
              <a:t>* *</a:t>
            </a:r>
            <a:r>
              <a:rPr lang="fr-FR" dirty="0" err="1" smtClean="0">
                <a:solidFill>
                  <a:srgbClr val="FF0000"/>
                </a:solidFill>
              </a:rPr>
              <a:t>Fisarihana</a:t>
            </a:r>
            <a:r>
              <a:rPr lang="fr-FR" dirty="0" smtClean="0">
                <a:solidFill>
                  <a:srgbClr val="FF0000"/>
                </a:solidFill>
              </a:rPr>
              <a:t> </a:t>
            </a:r>
            <a:r>
              <a:rPr lang="fr-FR" dirty="0" err="1">
                <a:solidFill>
                  <a:srgbClr val="FF0000"/>
                </a:solidFill>
              </a:rPr>
              <a:t>ny</a:t>
            </a:r>
            <a:r>
              <a:rPr lang="fr-FR" dirty="0">
                <a:solidFill>
                  <a:srgbClr val="FF0000"/>
                </a:solidFill>
              </a:rPr>
              <a:t> Ray aman-</a:t>
            </a:r>
            <a:r>
              <a:rPr lang="fr-FR" dirty="0" err="1">
                <a:solidFill>
                  <a:srgbClr val="FF0000"/>
                </a:solidFill>
              </a:rPr>
              <a:t>dreny</a:t>
            </a:r>
            <a:r>
              <a:rPr lang="fr-FR" dirty="0"/>
              <a:t>:* Maro </a:t>
            </a:r>
            <a:r>
              <a:rPr lang="fr-FR" dirty="0" err="1"/>
              <a:t>ny</a:t>
            </a:r>
            <a:r>
              <a:rPr lang="fr-FR" dirty="0"/>
              <a:t> ray aman-</a:t>
            </a:r>
            <a:r>
              <a:rPr lang="fr-FR" dirty="0" err="1"/>
              <a:t>dreny</a:t>
            </a:r>
            <a:r>
              <a:rPr lang="fr-FR" dirty="0"/>
              <a:t> </a:t>
            </a:r>
            <a:r>
              <a:rPr lang="fr-FR" dirty="0" err="1"/>
              <a:t>tsy</a:t>
            </a:r>
            <a:r>
              <a:rPr lang="fr-FR" dirty="0"/>
              <a:t> </a:t>
            </a:r>
            <a:r>
              <a:rPr lang="fr-FR" dirty="0" err="1"/>
              <a:t>mpivavaka</a:t>
            </a:r>
            <a:r>
              <a:rPr lang="fr-FR" dirty="0"/>
              <a:t> no </a:t>
            </a:r>
            <a:r>
              <a:rPr lang="fr-FR" dirty="0" err="1"/>
              <a:t>tonga</a:t>
            </a:r>
            <a:r>
              <a:rPr lang="fr-FR" dirty="0"/>
              <a:t> </a:t>
            </a:r>
            <a:r>
              <a:rPr lang="fr-FR" dirty="0" err="1"/>
              <a:t>any</a:t>
            </a:r>
            <a:r>
              <a:rPr lang="fr-FR" dirty="0"/>
              <a:t> </a:t>
            </a:r>
            <a:r>
              <a:rPr lang="fr-FR" dirty="0" err="1"/>
              <a:t>am-piangonana</a:t>
            </a:r>
            <a:r>
              <a:rPr lang="fr-FR" dirty="0"/>
              <a:t> </a:t>
            </a:r>
            <a:r>
              <a:rPr lang="fr-FR" dirty="0" err="1"/>
              <a:t>satria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zanany</a:t>
            </a:r>
            <a:r>
              <a:rPr lang="fr-FR" dirty="0"/>
              <a:t> </a:t>
            </a:r>
            <a:r>
              <a:rPr lang="fr-FR" dirty="0" err="1"/>
              <a:t>handray</a:t>
            </a:r>
            <a:r>
              <a:rPr lang="fr-FR" dirty="0"/>
              <a:t> </a:t>
            </a:r>
            <a:r>
              <a:rPr lang="fr-FR" dirty="0" err="1"/>
              <a:t>anjara</a:t>
            </a:r>
            <a:r>
              <a:rPr lang="fr-FR" dirty="0"/>
              <a:t> (</a:t>
            </a:r>
            <a:r>
              <a:rPr lang="fr-FR" dirty="0" err="1"/>
              <a:t>hitory</a:t>
            </a:r>
            <a:r>
              <a:rPr lang="fr-FR" dirty="0"/>
              <a:t> na </a:t>
            </a:r>
            <a:r>
              <a:rPr lang="fr-FR" dirty="0" err="1"/>
              <a:t>hihira</a:t>
            </a:r>
            <a:r>
              <a:rPr lang="fr-FR" dirty="0"/>
              <a:t>). </a:t>
            </a:r>
            <a:r>
              <a:rPr lang="fr-FR" dirty="0" err="1"/>
              <a:t>Izany</a:t>
            </a:r>
            <a:r>
              <a:rPr lang="fr-FR" dirty="0"/>
              <a:t> dia </a:t>
            </a:r>
            <a:r>
              <a:rPr lang="fr-FR" dirty="0" err="1"/>
              <a:t>varavarana</a:t>
            </a:r>
            <a:r>
              <a:rPr lang="fr-FR" dirty="0"/>
              <a:t> </a:t>
            </a:r>
            <a:r>
              <a:rPr lang="fr-FR" dirty="0" err="1"/>
              <a:t>misokatra</a:t>
            </a:r>
            <a:r>
              <a:rPr lang="fr-FR" dirty="0"/>
              <a:t> </a:t>
            </a:r>
            <a:r>
              <a:rPr lang="fr-FR" dirty="0" err="1"/>
              <a:t>hitondrana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filazantsara</a:t>
            </a:r>
            <a:r>
              <a:rPr lang="fr-FR" dirty="0"/>
              <a:t> </a:t>
            </a:r>
            <a:r>
              <a:rPr lang="fr-FR" dirty="0" err="1"/>
              <a:t>amin'ny</a:t>
            </a:r>
            <a:r>
              <a:rPr lang="fr-FR" dirty="0"/>
              <a:t> </a:t>
            </a:r>
            <a:r>
              <a:rPr lang="fr-FR" dirty="0" err="1"/>
              <a:t>fianakaviana</a:t>
            </a:r>
            <a:r>
              <a:rPr lang="fr-FR" dirty="0"/>
              <a:t> </a:t>
            </a:r>
            <a:r>
              <a:rPr lang="fr-FR" dirty="0" err="1"/>
              <a:t>manontolo</a:t>
            </a:r>
            <a:r>
              <a:rPr lang="fr-FR" dirty="0" smtClean="0"/>
              <a:t>.</a:t>
            </a:r>
          </a:p>
          <a:p>
            <a:pPr marL="0" indent="0">
              <a:buNone/>
            </a:pPr>
            <a:r>
              <a:rPr lang="fr-FR" dirty="0" smtClean="0">
                <a:solidFill>
                  <a:srgbClr val="FF0000"/>
                </a:solidFill>
              </a:rPr>
              <a:t> </a:t>
            </a:r>
            <a:r>
              <a:rPr lang="fr-FR" dirty="0">
                <a:solidFill>
                  <a:srgbClr val="FF0000"/>
                </a:solidFill>
              </a:rPr>
              <a:t>* *</a:t>
            </a:r>
            <a:r>
              <a:rPr lang="fr-FR" dirty="0" err="1">
                <a:solidFill>
                  <a:srgbClr val="FF0000"/>
                </a:solidFill>
              </a:rPr>
              <a:t>Fitoriana</a:t>
            </a:r>
            <a:r>
              <a:rPr lang="fr-FR" dirty="0">
                <a:solidFill>
                  <a:srgbClr val="FF0000"/>
                </a:solidFill>
              </a:rPr>
              <a:t> </a:t>
            </a:r>
            <a:r>
              <a:rPr lang="fr-FR" dirty="0" err="1">
                <a:solidFill>
                  <a:srgbClr val="FF0000"/>
                </a:solidFill>
              </a:rPr>
              <a:t>eny</a:t>
            </a:r>
            <a:r>
              <a:rPr lang="fr-FR" dirty="0">
                <a:solidFill>
                  <a:srgbClr val="FF0000"/>
                </a:solidFill>
              </a:rPr>
              <a:t> </a:t>
            </a:r>
            <a:r>
              <a:rPr lang="fr-FR" dirty="0" err="1">
                <a:solidFill>
                  <a:srgbClr val="FF0000"/>
                </a:solidFill>
              </a:rPr>
              <a:t>amin'ny</a:t>
            </a:r>
            <a:r>
              <a:rPr lang="fr-FR" dirty="0">
                <a:solidFill>
                  <a:srgbClr val="FF0000"/>
                </a:solidFill>
              </a:rPr>
              <a:t> </a:t>
            </a:r>
            <a:r>
              <a:rPr lang="fr-FR" dirty="0" err="1">
                <a:solidFill>
                  <a:srgbClr val="FF0000"/>
                </a:solidFill>
              </a:rPr>
              <a:t>fiaraha-monina</a:t>
            </a:r>
            <a:r>
              <a:rPr lang="fr-FR" dirty="0"/>
              <a:t>:* Ny </a:t>
            </a:r>
            <a:r>
              <a:rPr lang="fr-FR" dirty="0" err="1"/>
              <a:t>ankizy</a:t>
            </a:r>
            <a:r>
              <a:rPr lang="fr-FR" dirty="0"/>
              <a:t> dia </a:t>
            </a:r>
            <a:r>
              <a:rPr lang="fr-FR" dirty="0" err="1"/>
              <a:t>tsy</a:t>
            </a:r>
            <a:r>
              <a:rPr lang="fr-FR" dirty="0"/>
              <a:t> </a:t>
            </a:r>
            <a:r>
              <a:rPr lang="fr-FR" dirty="0" err="1"/>
              <a:t>menatra</a:t>
            </a:r>
            <a:r>
              <a:rPr lang="fr-FR" dirty="0"/>
              <a:t> </a:t>
            </a:r>
            <a:r>
              <a:rPr lang="fr-FR" dirty="0" err="1"/>
              <a:t>miresaka</a:t>
            </a:r>
            <a:r>
              <a:rPr lang="fr-FR" dirty="0"/>
              <a:t> </a:t>
            </a:r>
            <a:r>
              <a:rPr lang="fr-FR" dirty="0" err="1"/>
              <a:t>momba</a:t>
            </a:r>
            <a:r>
              <a:rPr lang="fr-FR" dirty="0"/>
              <a:t> </a:t>
            </a:r>
            <a:r>
              <a:rPr lang="fr-FR" dirty="0" err="1"/>
              <a:t>an'i</a:t>
            </a:r>
            <a:r>
              <a:rPr lang="fr-FR" dirty="0"/>
              <a:t> </a:t>
            </a:r>
            <a:r>
              <a:rPr lang="fr-FR" dirty="0" err="1"/>
              <a:t>Jesosy</a:t>
            </a:r>
            <a:r>
              <a:rPr lang="fr-FR" dirty="0"/>
              <a:t> </a:t>
            </a:r>
            <a:r>
              <a:rPr lang="fr-FR" dirty="0" err="1"/>
              <a:t>any</a:t>
            </a:r>
            <a:r>
              <a:rPr lang="fr-FR" dirty="0"/>
              <a:t> an-</a:t>
            </a:r>
            <a:r>
              <a:rPr lang="fr-FR" dirty="0" err="1"/>
              <a:t>tsekoly</a:t>
            </a:r>
            <a:r>
              <a:rPr lang="fr-FR" dirty="0"/>
              <a:t> na </a:t>
            </a:r>
            <a:r>
              <a:rPr lang="fr-FR" dirty="0" err="1"/>
              <a:t>amin'ny</a:t>
            </a:r>
            <a:r>
              <a:rPr lang="fr-FR" dirty="0"/>
              <a:t> </a:t>
            </a:r>
            <a:r>
              <a:rPr lang="fr-FR" dirty="0" err="1"/>
              <a:t>mpiara-belona</a:t>
            </a:r>
            <a:r>
              <a:rPr lang="fr-FR" dirty="0"/>
              <a:t>, </a:t>
            </a:r>
            <a:r>
              <a:rPr lang="fr-FR" dirty="0" err="1"/>
              <a:t>izay</a:t>
            </a:r>
            <a:r>
              <a:rPr lang="fr-FR" dirty="0"/>
              <a:t> </a:t>
            </a:r>
            <a:r>
              <a:rPr lang="fr-FR" dirty="0" err="1"/>
              <a:t>mampitombo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isan'ny</a:t>
            </a:r>
            <a:r>
              <a:rPr lang="fr-FR" dirty="0"/>
              <a:t> </a:t>
            </a:r>
            <a:r>
              <a:rPr lang="fr-FR" dirty="0" err="1"/>
              <a:t>olona</a:t>
            </a:r>
            <a:r>
              <a:rPr lang="fr-FR" dirty="0"/>
              <a:t> </a:t>
            </a:r>
            <a:r>
              <a:rPr lang="fr-FR" dirty="0" err="1"/>
              <a:t>liana</a:t>
            </a:r>
            <a:r>
              <a:rPr lang="fr-FR" dirty="0"/>
              <a:t> </a:t>
            </a:r>
            <a:r>
              <a:rPr lang="fr-FR" dirty="0" err="1"/>
              <a:t>amin'ny</a:t>
            </a:r>
            <a:r>
              <a:rPr lang="fr-FR" dirty="0"/>
              <a:t> </a:t>
            </a:r>
            <a:r>
              <a:rPr lang="fr-FR" dirty="0" err="1"/>
              <a:t>fiangonana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837597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54455" y="301942"/>
            <a:ext cx="11666483" cy="5727795"/>
          </a:xfrm>
        </p:spPr>
        <p:txBody>
          <a:bodyPr/>
          <a:lstStyle/>
          <a:p>
            <a:r>
              <a:rPr lang="fr-FR" b="1" dirty="0">
                <a:solidFill>
                  <a:srgbClr val="FFFF00"/>
                </a:solidFill>
              </a:rPr>
              <a:t>4. </a:t>
            </a:r>
            <a:r>
              <a:rPr lang="fr-FR" b="1" dirty="0" err="1">
                <a:solidFill>
                  <a:srgbClr val="FFFF00"/>
                </a:solidFill>
              </a:rPr>
              <a:t>Fanomanana</a:t>
            </a:r>
            <a:r>
              <a:rPr lang="fr-FR" b="1" dirty="0">
                <a:solidFill>
                  <a:srgbClr val="FFFF00"/>
                </a:solidFill>
              </a:rPr>
              <a:t> </a:t>
            </a:r>
            <a:r>
              <a:rPr lang="fr-FR" b="1" dirty="0" err="1">
                <a:solidFill>
                  <a:srgbClr val="FFFF00"/>
                </a:solidFill>
              </a:rPr>
              <a:t>Mpitarika</a:t>
            </a:r>
            <a:r>
              <a:rPr lang="fr-FR" b="1" dirty="0">
                <a:solidFill>
                  <a:srgbClr val="FFFF00"/>
                </a:solidFill>
              </a:rPr>
              <a:t> </a:t>
            </a:r>
            <a:r>
              <a:rPr lang="fr-FR" b="1" dirty="0" err="1">
                <a:solidFill>
                  <a:srgbClr val="FFFF00"/>
                </a:solidFill>
              </a:rPr>
              <a:t>Mahay</a:t>
            </a:r>
            <a:r>
              <a:rPr lang="fr-FR" b="1" dirty="0">
                <a:solidFill>
                  <a:srgbClr val="FFFF00"/>
                </a:solidFill>
              </a:rPr>
              <a:t> (Leadership Training</a:t>
            </a:r>
            <a:r>
              <a:rPr lang="fr-FR" b="1" dirty="0" smtClean="0">
                <a:solidFill>
                  <a:srgbClr val="FFFF00"/>
                </a:solidFill>
              </a:rPr>
              <a:t>)</a:t>
            </a:r>
          </a:p>
          <a:p>
            <a:r>
              <a:rPr lang="fr-FR" b="1" dirty="0" smtClean="0">
                <a:solidFill>
                  <a:srgbClr val="FFFF00"/>
                </a:solidFill>
              </a:rPr>
              <a:t> </a:t>
            </a:r>
            <a:r>
              <a:rPr lang="fr-FR" sz="4000" dirty="0"/>
              <a:t>Ny </a:t>
            </a:r>
            <a:r>
              <a:rPr lang="fr-FR" sz="4000" dirty="0" err="1"/>
              <a:t>fiangonana</a:t>
            </a:r>
            <a:r>
              <a:rPr lang="fr-FR" sz="4000" dirty="0"/>
              <a:t> </a:t>
            </a:r>
            <a:r>
              <a:rPr lang="fr-FR" sz="4000" dirty="0" err="1"/>
              <a:t>mampandray</a:t>
            </a:r>
            <a:r>
              <a:rPr lang="fr-FR" sz="4000" dirty="0"/>
              <a:t> </a:t>
            </a:r>
            <a:r>
              <a:rPr lang="fr-FR" sz="4000" dirty="0" err="1"/>
              <a:t>anjara</a:t>
            </a:r>
            <a:r>
              <a:rPr lang="fr-FR" sz="4000" dirty="0"/>
              <a:t> </a:t>
            </a:r>
            <a:r>
              <a:rPr lang="fr-FR" sz="4000" dirty="0" err="1"/>
              <a:t>ny</a:t>
            </a:r>
            <a:r>
              <a:rPr lang="fr-FR" sz="4000" dirty="0"/>
              <a:t> </a:t>
            </a:r>
            <a:r>
              <a:rPr lang="fr-FR" sz="4000" dirty="0" err="1"/>
              <a:t>ankizy</a:t>
            </a:r>
            <a:r>
              <a:rPr lang="fr-FR" sz="4000" dirty="0"/>
              <a:t> dia </a:t>
            </a:r>
            <a:r>
              <a:rPr lang="fr-FR" sz="4000" dirty="0" err="1"/>
              <a:t>toy</a:t>
            </a:r>
            <a:r>
              <a:rPr lang="fr-FR" sz="4000" dirty="0"/>
              <a:t> </a:t>
            </a:r>
            <a:r>
              <a:rPr lang="fr-FR" sz="4000" dirty="0" err="1"/>
              <a:t>ny</a:t>
            </a:r>
            <a:r>
              <a:rPr lang="fr-FR" sz="4000" dirty="0"/>
              <a:t> *"</a:t>
            </a:r>
            <a:r>
              <a:rPr lang="fr-FR" sz="4000" dirty="0" err="1"/>
              <a:t>sekoly</a:t>
            </a:r>
            <a:r>
              <a:rPr lang="fr-FR" sz="4000" dirty="0"/>
              <a:t> </a:t>
            </a:r>
            <a:r>
              <a:rPr lang="fr-FR" sz="4000" dirty="0" err="1"/>
              <a:t>fanomanana</a:t>
            </a:r>
            <a:r>
              <a:rPr lang="fr-FR" sz="4000" dirty="0"/>
              <a:t> </a:t>
            </a:r>
            <a:r>
              <a:rPr lang="fr-FR" sz="4000" dirty="0" err="1"/>
              <a:t>mpitarika</a:t>
            </a:r>
            <a:r>
              <a:rPr lang="fr-FR" sz="4000" dirty="0"/>
              <a:t>"*. * </a:t>
            </a:r>
            <a:r>
              <a:rPr lang="fr-FR" sz="4000" dirty="0" err="1"/>
              <a:t>Raha</a:t>
            </a:r>
            <a:r>
              <a:rPr lang="fr-FR" sz="4000" dirty="0"/>
              <a:t> </a:t>
            </a:r>
            <a:r>
              <a:rPr lang="fr-FR" sz="4000" dirty="0" err="1"/>
              <a:t>mianatra</a:t>
            </a:r>
            <a:r>
              <a:rPr lang="fr-FR" sz="4000" dirty="0"/>
              <a:t> </a:t>
            </a:r>
            <a:r>
              <a:rPr lang="fr-FR" sz="4000" dirty="0" err="1"/>
              <a:t>mitantana</a:t>
            </a:r>
            <a:r>
              <a:rPr lang="fr-FR" sz="4000" dirty="0"/>
              <a:t> </a:t>
            </a:r>
            <a:r>
              <a:rPr lang="fr-FR" sz="4000" dirty="0" err="1"/>
              <a:t>fandaharana</a:t>
            </a:r>
            <a:r>
              <a:rPr lang="fr-FR" sz="4000" dirty="0"/>
              <a:t>, </a:t>
            </a:r>
            <a:r>
              <a:rPr lang="fr-FR" sz="4000" dirty="0" err="1"/>
              <a:t>miteny</a:t>
            </a:r>
            <a:r>
              <a:rPr lang="fr-FR" sz="4000" dirty="0"/>
              <a:t> </a:t>
            </a:r>
            <a:r>
              <a:rPr lang="fr-FR" sz="4000" dirty="0" err="1"/>
              <a:t>eo</a:t>
            </a:r>
            <a:r>
              <a:rPr lang="fr-FR" sz="4000" dirty="0"/>
              <a:t> </a:t>
            </a:r>
            <a:r>
              <a:rPr lang="fr-FR" sz="4000" dirty="0" err="1"/>
              <a:t>imasom-bahoaka</a:t>
            </a:r>
            <a:r>
              <a:rPr lang="fr-FR" sz="4000" dirty="0"/>
              <a:t>, </a:t>
            </a:r>
            <a:r>
              <a:rPr lang="fr-FR" sz="4000" dirty="0" err="1"/>
              <a:t>ary</a:t>
            </a:r>
            <a:r>
              <a:rPr lang="fr-FR" sz="4000" dirty="0"/>
              <a:t> </a:t>
            </a:r>
            <a:r>
              <a:rPr lang="fr-FR" sz="4000" dirty="0" err="1"/>
              <a:t>mandamina</a:t>
            </a:r>
            <a:r>
              <a:rPr lang="fr-FR" sz="4000" dirty="0"/>
              <a:t> </a:t>
            </a:r>
            <a:r>
              <a:rPr lang="fr-FR" sz="4000" dirty="0" err="1"/>
              <a:t>zavatra</a:t>
            </a:r>
            <a:r>
              <a:rPr lang="fr-FR" sz="4000" dirty="0"/>
              <a:t> </a:t>
            </a:r>
            <a:r>
              <a:rPr lang="fr-FR" sz="4000" dirty="0" err="1"/>
              <a:t>dieny</a:t>
            </a:r>
            <a:r>
              <a:rPr lang="fr-FR" sz="4000" dirty="0"/>
              <a:t> </a:t>
            </a:r>
            <a:r>
              <a:rPr lang="fr-FR" sz="4000" dirty="0" err="1"/>
              <a:t>kely</a:t>
            </a:r>
            <a:r>
              <a:rPr lang="fr-FR" sz="4000" dirty="0"/>
              <a:t> </a:t>
            </a:r>
            <a:r>
              <a:rPr lang="fr-FR" sz="4000" dirty="0" err="1"/>
              <a:t>izy</a:t>
            </a:r>
            <a:r>
              <a:rPr lang="fr-FR" sz="4000" dirty="0"/>
              <a:t> </a:t>
            </a:r>
            <a:r>
              <a:rPr lang="fr-FR" sz="4000" dirty="0" err="1"/>
              <a:t>ireo</a:t>
            </a:r>
            <a:r>
              <a:rPr lang="fr-FR" sz="4000" dirty="0"/>
              <a:t>, dia ho </a:t>
            </a:r>
            <a:r>
              <a:rPr lang="fr-FR" sz="4000" dirty="0" err="1"/>
              <a:t>lasa</a:t>
            </a:r>
            <a:r>
              <a:rPr lang="fr-FR" sz="4000" dirty="0"/>
              <a:t> </a:t>
            </a:r>
            <a:r>
              <a:rPr lang="fr-FR" sz="4000" dirty="0" err="1"/>
              <a:t>mpitarika</a:t>
            </a:r>
            <a:r>
              <a:rPr lang="fr-FR" sz="4000" dirty="0"/>
              <a:t> </a:t>
            </a:r>
            <a:r>
              <a:rPr lang="fr-FR" sz="4000" dirty="0" err="1"/>
              <a:t>matotra</a:t>
            </a:r>
            <a:r>
              <a:rPr lang="fr-FR" sz="4000" dirty="0"/>
              <a:t> </a:t>
            </a:r>
            <a:r>
              <a:rPr lang="fr-FR" sz="4000" dirty="0" err="1"/>
              <a:t>sy</a:t>
            </a:r>
            <a:r>
              <a:rPr lang="fr-FR" sz="4000" dirty="0"/>
              <a:t> </a:t>
            </a:r>
            <a:r>
              <a:rPr lang="fr-FR" sz="4000" dirty="0" err="1"/>
              <a:t>mahay</a:t>
            </a:r>
            <a:r>
              <a:rPr lang="fr-FR" sz="4000" dirty="0"/>
              <a:t> </a:t>
            </a:r>
            <a:r>
              <a:rPr lang="fr-FR" sz="4000" dirty="0" err="1"/>
              <a:t>rehefa</a:t>
            </a:r>
            <a:r>
              <a:rPr lang="fr-FR" sz="4000" dirty="0"/>
              <a:t> </a:t>
            </a:r>
            <a:r>
              <a:rPr lang="fr-FR" sz="4000" dirty="0" err="1"/>
              <a:t>any</a:t>
            </a:r>
            <a:r>
              <a:rPr lang="fr-FR" sz="4000" dirty="0"/>
              <a:t> </a:t>
            </a:r>
            <a:r>
              <a:rPr lang="fr-FR" sz="4000" dirty="0" err="1"/>
              <a:t>aoriana</a:t>
            </a:r>
            <a:r>
              <a:rPr lang="fr-FR" sz="4000" dirty="0"/>
              <a:t>. Tsy ho </a:t>
            </a:r>
            <a:r>
              <a:rPr lang="fr-FR" sz="4000" dirty="0" err="1"/>
              <a:t>sahirana</a:t>
            </a:r>
            <a:r>
              <a:rPr lang="fr-FR" sz="4000" dirty="0"/>
              <a:t> </a:t>
            </a:r>
            <a:r>
              <a:rPr lang="fr-FR" sz="4000" dirty="0" err="1"/>
              <a:t>ny</a:t>
            </a:r>
            <a:r>
              <a:rPr lang="fr-FR" sz="4000" dirty="0"/>
              <a:t> </a:t>
            </a:r>
            <a:r>
              <a:rPr lang="fr-FR" sz="4000" dirty="0" err="1"/>
              <a:t>fiangonana</a:t>
            </a:r>
            <a:r>
              <a:rPr lang="fr-FR" sz="4000" dirty="0"/>
              <a:t> </a:t>
            </a:r>
            <a:r>
              <a:rPr lang="fr-FR" sz="4000" dirty="0" err="1"/>
              <a:t>hitady</a:t>
            </a:r>
            <a:r>
              <a:rPr lang="fr-FR" sz="4000" dirty="0"/>
              <a:t> </a:t>
            </a:r>
            <a:r>
              <a:rPr lang="fr-FR" sz="4000" dirty="0" err="1"/>
              <a:t>mpandimby</a:t>
            </a:r>
            <a:r>
              <a:rPr lang="fr-FR" sz="4000" dirty="0"/>
              <a:t> (succession) </a:t>
            </a:r>
            <a:r>
              <a:rPr lang="fr-FR" sz="4000" dirty="0" err="1"/>
              <a:t>amin'ny</a:t>
            </a:r>
            <a:r>
              <a:rPr lang="fr-FR" sz="4000" dirty="0"/>
              <a:t> </a:t>
            </a:r>
            <a:r>
              <a:rPr lang="fr-FR" sz="4000" dirty="0" err="1"/>
              <a:t>hoavy</a:t>
            </a:r>
            <a:r>
              <a:rPr lang="fr-FR" sz="40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3689287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2279" y="463826"/>
            <a:ext cx="11926956" cy="5632174"/>
          </a:xfrm>
        </p:spPr>
        <p:txBody>
          <a:bodyPr/>
          <a:lstStyle/>
          <a:p>
            <a:pPr marL="0" indent="0">
              <a:buNone/>
            </a:pPr>
            <a:r>
              <a:rPr lang="fr-FR" sz="5400" b="1" dirty="0">
                <a:solidFill>
                  <a:srgbClr val="FFFF00"/>
                </a:solidFill>
              </a:rPr>
              <a:t>5. </a:t>
            </a:r>
            <a:r>
              <a:rPr lang="fr-FR" sz="5400" b="1" dirty="0" err="1">
                <a:solidFill>
                  <a:srgbClr val="FFFF00"/>
                </a:solidFill>
              </a:rPr>
              <a:t>Fampiharana</a:t>
            </a:r>
            <a:r>
              <a:rPr lang="fr-FR" sz="5400" b="1" dirty="0">
                <a:solidFill>
                  <a:srgbClr val="FFFF00"/>
                </a:solidFill>
              </a:rPr>
              <a:t> </a:t>
            </a:r>
            <a:r>
              <a:rPr lang="fr-FR" sz="5400" b="1" dirty="0" err="1">
                <a:solidFill>
                  <a:srgbClr val="FFFF00"/>
                </a:solidFill>
              </a:rPr>
              <a:t>ny</a:t>
            </a:r>
            <a:r>
              <a:rPr lang="fr-FR" sz="5400" b="1" dirty="0">
                <a:solidFill>
                  <a:srgbClr val="FFFF00"/>
                </a:solidFill>
              </a:rPr>
              <a:t> </a:t>
            </a:r>
            <a:r>
              <a:rPr lang="fr-FR" sz="5400" b="1" dirty="0" smtClean="0">
                <a:solidFill>
                  <a:srgbClr val="FFFF00"/>
                </a:solidFill>
              </a:rPr>
              <a:t>« </a:t>
            </a:r>
            <a:r>
              <a:rPr lang="fr-FR" sz="5400" b="1" dirty="0" err="1" smtClean="0">
                <a:solidFill>
                  <a:srgbClr val="FFFF00"/>
                </a:solidFill>
              </a:rPr>
              <a:t>Vatan'i</a:t>
            </a:r>
            <a:r>
              <a:rPr lang="fr-FR" sz="5400" b="1" dirty="0" smtClean="0">
                <a:solidFill>
                  <a:srgbClr val="FFFF00"/>
                </a:solidFill>
              </a:rPr>
              <a:t> </a:t>
            </a:r>
            <a:r>
              <a:rPr lang="fr-FR" sz="5400" b="1" dirty="0" err="1" smtClean="0">
                <a:solidFill>
                  <a:srgbClr val="FFFF00"/>
                </a:solidFill>
              </a:rPr>
              <a:t>Kristy</a:t>
            </a:r>
            <a:r>
              <a:rPr lang="fr-FR" sz="5400" b="1" dirty="0" smtClean="0">
                <a:solidFill>
                  <a:srgbClr val="FFFF00"/>
                </a:solidFill>
              </a:rPr>
              <a:t> » </a:t>
            </a:r>
          </a:p>
          <a:p>
            <a:r>
              <a:rPr lang="fr-FR" dirty="0" smtClean="0"/>
              <a:t>Ny </a:t>
            </a:r>
            <a:r>
              <a:rPr lang="fr-FR" dirty="0" err="1"/>
              <a:t>Baiboly</a:t>
            </a:r>
            <a:r>
              <a:rPr lang="fr-FR" dirty="0"/>
              <a:t> dia </a:t>
            </a:r>
            <a:r>
              <a:rPr lang="fr-FR" dirty="0" err="1"/>
              <a:t>milaza</a:t>
            </a:r>
            <a:r>
              <a:rPr lang="fr-FR" dirty="0"/>
              <a:t> fa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fiangonana</a:t>
            </a:r>
            <a:r>
              <a:rPr lang="fr-FR" dirty="0"/>
              <a:t> dia "</a:t>
            </a:r>
            <a:r>
              <a:rPr lang="fr-FR" dirty="0" err="1"/>
              <a:t>Vatan'i</a:t>
            </a:r>
            <a:r>
              <a:rPr lang="fr-FR" dirty="0"/>
              <a:t> </a:t>
            </a:r>
            <a:r>
              <a:rPr lang="fr-FR" dirty="0" err="1"/>
              <a:t>Kristy</a:t>
            </a:r>
            <a:r>
              <a:rPr lang="fr-FR" dirty="0"/>
              <a:t>" </a:t>
            </a:r>
            <a:r>
              <a:rPr lang="fr-FR" dirty="0" err="1"/>
              <a:t>ary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rantsana</a:t>
            </a:r>
            <a:r>
              <a:rPr lang="fr-FR" dirty="0"/>
              <a:t> </a:t>
            </a:r>
            <a:r>
              <a:rPr lang="fr-FR" dirty="0" err="1"/>
              <a:t>rehetra</a:t>
            </a:r>
            <a:r>
              <a:rPr lang="fr-FR" dirty="0"/>
              <a:t> dia </a:t>
            </a:r>
            <a:r>
              <a:rPr lang="fr-FR" dirty="0" err="1"/>
              <a:t>ilaina</a:t>
            </a:r>
            <a:r>
              <a:rPr lang="fr-FR" dirty="0"/>
              <a:t> (1 </a:t>
            </a:r>
            <a:r>
              <a:rPr lang="fr-FR" dirty="0" err="1"/>
              <a:t>Korintiana</a:t>
            </a:r>
            <a:r>
              <a:rPr lang="fr-FR" dirty="0"/>
              <a:t> 12). </a:t>
            </a:r>
            <a:r>
              <a:rPr lang="fr-FR" dirty="0" smtClean="0"/>
              <a:t> </a:t>
            </a:r>
            <a:r>
              <a:rPr lang="fr-FR" dirty="0" err="1"/>
              <a:t>Rehefa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ankizy</a:t>
            </a:r>
            <a:r>
              <a:rPr lang="fr-FR" dirty="0"/>
              <a:t> </a:t>
            </a:r>
            <a:r>
              <a:rPr lang="fr-FR" dirty="0" err="1"/>
              <a:t>rehetra</a:t>
            </a:r>
            <a:r>
              <a:rPr lang="fr-FR" dirty="0"/>
              <a:t> no </a:t>
            </a:r>
            <a:r>
              <a:rPr lang="fr-FR" dirty="0" err="1"/>
              <a:t>mandray</a:t>
            </a:r>
            <a:r>
              <a:rPr lang="fr-FR" dirty="0"/>
              <a:t> </a:t>
            </a:r>
            <a:r>
              <a:rPr lang="fr-FR" dirty="0" err="1"/>
              <a:t>anjara</a:t>
            </a:r>
            <a:r>
              <a:rPr lang="fr-FR" dirty="0"/>
              <a:t>, dia </a:t>
            </a:r>
            <a:r>
              <a:rPr lang="fr-FR" dirty="0" err="1"/>
              <a:t>tanteraka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sitrapon'Andriamanitra</a:t>
            </a:r>
            <a:r>
              <a:rPr lang="fr-FR" dirty="0"/>
              <a:t> </a:t>
            </a:r>
            <a:r>
              <a:rPr lang="fr-FR" dirty="0" err="1"/>
              <a:t>hoe</a:t>
            </a:r>
            <a:r>
              <a:rPr lang="fr-FR" dirty="0"/>
              <a:t>: *</a:t>
            </a:r>
            <a:r>
              <a:rPr lang="fr-FR" dirty="0" err="1"/>
              <a:t>tsy</a:t>
            </a:r>
            <a:r>
              <a:rPr lang="fr-FR" dirty="0"/>
              <a:t> </a:t>
            </a:r>
            <a:r>
              <a:rPr lang="fr-FR" dirty="0" err="1"/>
              <a:t>misy</a:t>
            </a:r>
            <a:r>
              <a:rPr lang="fr-FR" dirty="0"/>
              <a:t> </a:t>
            </a:r>
            <a:r>
              <a:rPr lang="fr-FR" dirty="0" err="1"/>
              <a:t>rantsana</a:t>
            </a:r>
            <a:r>
              <a:rPr lang="fr-FR" dirty="0"/>
              <a:t> </a:t>
            </a:r>
            <a:r>
              <a:rPr lang="fr-FR" dirty="0" err="1"/>
              <a:t>tsy</a:t>
            </a:r>
            <a:r>
              <a:rPr lang="fr-FR" dirty="0"/>
              <a:t> </a:t>
            </a:r>
            <a:r>
              <a:rPr lang="fr-FR" dirty="0" err="1"/>
              <a:t>ilaina</a:t>
            </a:r>
            <a:r>
              <a:rPr lang="fr-FR" dirty="0"/>
              <a:t>*. </a:t>
            </a:r>
            <a:r>
              <a:rPr lang="fr-FR" dirty="0" err="1"/>
              <a:t>Izany</a:t>
            </a:r>
            <a:r>
              <a:rPr lang="fr-FR" dirty="0"/>
              <a:t> dia </a:t>
            </a:r>
            <a:r>
              <a:rPr lang="fr-FR" dirty="0" err="1"/>
              <a:t>mampianatra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fiangonana</a:t>
            </a:r>
            <a:r>
              <a:rPr lang="fr-FR" dirty="0"/>
              <a:t> </a:t>
            </a:r>
            <a:r>
              <a:rPr lang="fr-FR" dirty="0" err="1"/>
              <a:t>hanaja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olona</a:t>
            </a:r>
            <a:r>
              <a:rPr lang="fr-FR" dirty="0"/>
              <a:t> </a:t>
            </a:r>
            <a:r>
              <a:rPr lang="fr-FR" dirty="0" err="1"/>
              <a:t>rehetra</a:t>
            </a:r>
            <a:r>
              <a:rPr lang="fr-FR" dirty="0"/>
              <a:t>, na </a:t>
            </a:r>
            <a:r>
              <a:rPr lang="fr-FR" dirty="0" err="1"/>
              <a:t>kely</a:t>
            </a:r>
            <a:r>
              <a:rPr lang="fr-FR" dirty="0"/>
              <a:t> na </a:t>
            </a:r>
            <a:r>
              <a:rPr lang="fr-FR" dirty="0" err="1"/>
              <a:t>lehibe</a:t>
            </a:r>
            <a:r>
              <a:rPr lang="fr-FR" dirty="0"/>
              <a:t>, </a:t>
            </a:r>
            <a:r>
              <a:rPr lang="fr-FR" dirty="0" err="1"/>
              <a:t>ary</a:t>
            </a:r>
            <a:r>
              <a:rPr lang="fr-FR" dirty="0"/>
              <a:t> </a:t>
            </a:r>
            <a:r>
              <a:rPr lang="fr-FR" dirty="0" err="1"/>
              <a:t>mampitombo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firaisan-kina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224759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18052" y="314739"/>
            <a:ext cx="11701670" cy="5887278"/>
          </a:xfrm>
        </p:spPr>
        <p:txBody>
          <a:bodyPr/>
          <a:lstStyle/>
          <a:p>
            <a:pPr marL="0" indent="0">
              <a:buNone/>
            </a:pPr>
            <a:r>
              <a:rPr lang="fr-FR" sz="4000" b="1" dirty="0">
                <a:solidFill>
                  <a:srgbClr val="FFFF00"/>
                </a:solidFill>
              </a:rPr>
              <a:t>6. </a:t>
            </a:r>
            <a:r>
              <a:rPr lang="fr-FR" sz="4000" b="1" dirty="0" err="1">
                <a:solidFill>
                  <a:srgbClr val="FFFF00"/>
                </a:solidFill>
              </a:rPr>
              <a:t>Fiarovana</a:t>
            </a:r>
            <a:r>
              <a:rPr lang="fr-FR" sz="4000" b="1" dirty="0">
                <a:solidFill>
                  <a:srgbClr val="FFFF00"/>
                </a:solidFill>
              </a:rPr>
              <a:t> </a:t>
            </a:r>
            <a:r>
              <a:rPr lang="fr-FR" sz="4000" b="1" dirty="0" err="1">
                <a:solidFill>
                  <a:srgbClr val="FFFF00"/>
                </a:solidFill>
              </a:rPr>
              <a:t>ny</a:t>
            </a:r>
            <a:r>
              <a:rPr lang="fr-FR" sz="4000" b="1" dirty="0">
                <a:solidFill>
                  <a:srgbClr val="FFFF00"/>
                </a:solidFill>
              </a:rPr>
              <a:t> </a:t>
            </a:r>
            <a:r>
              <a:rPr lang="fr-FR" sz="4000" b="1" dirty="0" err="1">
                <a:solidFill>
                  <a:srgbClr val="FFFF00"/>
                </a:solidFill>
              </a:rPr>
              <a:t>Ankizy</a:t>
            </a:r>
            <a:r>
              <a:rPr lang="fr-FR" sz="4000" b="1" dirty="0">
                <a:solidFill>
                  <a:srgbClr val="FFFF00"/>
                </a:solidFill>
              </a:rPr>
              <a:t> </a:t>
            </a:r>
            <a:r>
              <a:rPr lang="fr-FR" sz="4000" b="1" dirty="0" err="1">
                <a:solidFill>
                  <a:srgbClr val="FFFF00"/>
                </a:solidFill>
              </a:rPr>
              <a:t>amin'ny</a:t>
            </a:r>
            <a:r>
              <a:rPr lang="fr-FR" sz="4000" b="1" dirty="0">
                <a:solidFill>
                  <a:srgbClr val="FFFF00"/>
                </a:solidFill>
              </a:rPr>
              <a:t> </a:t>
            </a:r>
            <a:r>
              <a:rPr lang="fr-FR" sz="4000" b="1" dirty="0" err="1">
                <a:solidFill>
                  <a:srgbClr val="FFFF00"/>
                </a:solidFill>
              </a:rPr>
              <a:t>fitaoman-dratsy</a:t>
            </a:r>
            <a:r>
              <a:rPr lang="fr-FR" sz="4000" b="1" dirty="0">
                <a:solidFill>
                  <a:srgbClr val="FFFF00"/>
                </a:solidFill>
              </a:rPr>
              <a:t> </a:t>
            </a:r>
            <a:endParaRPr lang="fr-FR" sz="4000" b="1" dirty="0" smtClean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fr-FR" sz="4400" dirty="0" err="1" smtClean="0"/>
              <a:t>Rehefa</a:t>
            </a:r>
            <a:r>
              <a:rPr lang="fr-FR" sz="4400" dirty="0" smtClean="0"/>
              <a:t> </a:t>
            </a:r>
            <a:r>
              <a:rPr lang="fr-FR" sz="4400" dirty="0" err="1"/>
              <a:t>be</a:t>
            </a:r>
            <a:r>
              <a:rPr lang="fr-FR" sz="4400" dirty="0"/>
              <a:t> </a:t>
            </a:r>
            <a:r>
              <a:rPr lang="fr-FR" sz="4400" dirty="0" err="1"/>
              <a:t>atao</a:t>
            </a:r>
            <a:r>
              <a:rPr lang="fr-FR" sz="4400" dirty="0"/>
              <a:t> </a:t>
            </a:r>
            <a:r>
              <a:rPr lang="fr-FR" sz="4400" dirty="0" err="1"/>
              <a:t>amin'ny</a:t>
            </a:r>
            <a:r>
              <a:rPr lang="fr-FR" sz="4400" dirty="0"/>
              <a:t> </a:t>
            </a:r>
            <a:r>
              <a:rPr lang="fr-FR" sz="4400" dirty="0" err="1"/>
              <a:t>zavatra</a:t>
            </a:r>
            <a:r>
              <a:rPr lang="fr-FR" sz="4400" dirty="0"/>
              <a:t> </a:t>
            </a:r>
            <a:r>
              <a:rPr lang="fr-FR" sz="4400" dirty="0" err="1"/>
              <a:t>tsara</a:t>
            </a:r>
            <a:r>
              <a:rPr lang="fr-FR" sz="4400" dirty="0"/>
              <a:t> </a:t>
            </a:r>
            <a:r>
              <a:rPr lang="fr-FR" sz="4400" dirty="0" err="1"/>
              <a:t>ao</a:t>
            </a:r>
            <a:r>
              <a:rPr lang="fr-FR" sz="4400" dirty="0"/>
              <a:t> </a:t>
            </a:r>
            <a:r>
              <a:rPr lang="fr-FR" sz="4400" dirty="0" err="1"/>
              <a:t>am-piangonana</a:t>
            </a:r>
            <a:r>
              <a:rPr lang="fr-FR" sz="4400" dirty="0"/>
              <a:t> </a:t>
            </a:r>
            <a:r>
              <a:rPr lang="fr-FR" sz="4400" dirty="0" err="1"/>
              <a:t>ny</a:t>
            </a:r>
            <a:r>
              <a:rPr lang="fr-FR" sz="4400" dirty="0"/>
              <a:t> </a:t>
            </a:r>
            <a:r>
              <a:rPr lang="fr-FR" sz="4400" dirty="0" err="1"/>
              <a:t>ankizy</a:t>
            </a:r>
            <a:r>
              <a:rPr lang="fr-FR" sz="4400" dirty="0"/>
              <a:t>, dia </a:t>
            </a:r>
            <a:r>
              <a:rPr lang="fr-FR" sz="4400" dirty="0" err="1"/>
              <a:t>kely</a:t>
            </a:r>
            <a:r>
              <a:rPr lang="fr-FR" sz="4400" dirty="0"/>
              <a:t> </a:t>
            </a:r>
            <a:r>
              <a:rPr lang="fr-FR" sz="4400" dirty="0" err="1"/>
              <a:t>kokoa</a:t>
            </a:r>
            <a:r>
              <a:rPr lang="fr-FR" sz="4400" dirty="0"/>
              <a:t> </a:t>
            </a:r>
            <a:r>
              <a:rPr lang="fr-FR" sz="4400" dirty="0" err="1"/>
              <a:t>ny</a:t>
            </a:r>
            <a:r>
              <a:rPr lang="fr-FR" sz="4400" dirty="0"/>
              <a:t> </a:t>
            </a:r>
            <a:r>
              <a:rPr lang="fr-FR" sz="4400" dirty="0" err="1"/>
              <a:t>fotoana</a:t>
            </a:r>
            <a:r>
              <a:rPr lang="fr-FR" sz="4400" dirty="0"/>
              <a:t> </a:t>
            </a:r>
            <a:r>
              <a:rPr lang="fr-FR" sz="4400" dirty="0" err="1"/>
              <a:t>sy</a:t>
            </a:r>
            <a:r>
              <a:rPr lang="fr-FR" sz="4400" dirty="0"/>
              <a:t> </a:t>
            </a:r>
            <a:r>
              <a:rPr lang="fr-FR" sz="4400" dirty="0" err="1"/>
              <a:t>ny</a:t>
            </a:r>
            <a:r>
              <a:rPr lang="fr-FR" sz="4400" dirty="0"/>
              <a:t> </a:t>
            </a:r>
            <a:r>
              <a:rPr lang="fr-FR" sz="4400" dirty="0" err="1"/>
              <a:t>fahalianany</a:t>
            </a:r>
            <a:r>
              <a:rPr lang="fr-FR" sz="4400" dirty="0"/>
              <a:t> </a:t>
            </a:r>
            <a:r>
              <a:rPr lang="fr-FR" sz="4400" dirty="0" err="1"/>
              <a:t>amin'ireo</a:t>
            </a:r>
            <a:r>
              <a:rPr lang="fr-FR" sz="4400" dirty="0"/>
              <a:t> </a:t>
            </a:r>
            <a:r>
              <a:rPr lang="fr-FR" sz="4400" dirty="0" err="1"/>
              <a:t>fitaoman-dratsy</a:t>
            </a:r>
            <a:r>
              <a:rPr lang="fr-FR" sz="4400" dirty="0"/>
              <a:t> </a:t>
            </a:r>
            <a:r>
              <a:rPr lang="fr-FR" sz="4400" dirty="0" err="1"/>
              <a:t>any</a:t>
            </a:r>
            <a:r>
              <a:rPr lang="fr-FR" sz="4400" dirty="0"/>
              <a:t> </a:t>
            </a:r>
            <a:r>
              <a:rPr lang="fr-FR" sz="4400" dirty="0" err="1"/>
              <a:t>ivelany</a:t>
            </a:r>
            <a:r>
              <a:rPr lang="fr-FR" sz="4400" dirty="0"/>
              <a:t> (</a:t>
            </a:r>
            <a:r>
              <a:rPr lang="fr-FR" sz="4400" dirty="0" err="1"/>
              <a:t>zava-mahadomelina</a:t>
            </a:r>
            <a:r>
              <a:rPr lang="fr-FR" sz="4400" dirty="0"/>
              <a:t>, </a:t>
            </a:r>
            <a:r>
              <a:rPr lang="fr-FR" sz="4400" dirty="0" err="1"/>
              <a:t>namana</a:t>
            </a:r>
            <a:r>
              <a:rPr lang="fr-FR" sz="4400" dirty="0"/>
              <a:t> </a:t>
            </a:r>
            <a:r>
              <a:rPr lang="fr-FR" sz="4400" dirty="0" err="1"/>
              <a:t>ratsy</a:t>
            </a:r>
            <a:r>
              <a:rPr lang="fr-FR" sz="4400" dirty="0"/>
              <a:t>, </a:t>
            </a:r>
            <a:r>
              <a:rPr lang="fr-FR" sz="4400" dirty="0" err="1"/>
              <a:t>sns</a:t>
            </a:r>
            <a:r>
              <a:rPr lang="fr-FR" sz="4400" dirty="0"/>
              <a:t>). Ny </a:t>
            </a:r>
            <a:r>
              <a:rPr lang="fr-FR" sz="4400" dirty="0" err="1"/>
              <a:t>fiangonana</a:t>
            </a:r>
            <a:r>
              <a:rPr lang="fr-FR" sz="4400" dirty="0"/>
              <a:t> dia </a:t>
            </a:r>
            <a:r>
              <a:rPr lang="fr-FR" sz="4400" dirty="0" err="1"/>
              <a:t>lasa</a:t>
            </a:r>
            <a:r>
              <a:rPr lang="fr-FR" sz="4400" dirty="0"/>
              <a:t> *"</a:t>
            </a:r>
            <a:r>
              <a:rPr lang="fr-FR" sz="4400" dirty="0" err="1"/>
              <a:t>fialofana</a:t>
            </a:r>
            <a:r>
              <a:rPr lang="fr-FR" sz="4400" dirty="0"/>
              <a:t> </a:t>
            </a:r>
            <a:r>
              <a:rPr lang="fr-FR" sz="4400" dirty="0" err="1"/>
              <a:t>azo</a:t>
            </a:r>
            <a:r>
              <a:rPr lang="fr-FR" sz="4400" dirty="0"/>
              <a:t> </a:t>
            </a:r>
            <a:r>
              <a:rPr lang="fr-FR" sz="4400" dirty="0" err="1"/>
              <a:t>antoka</a:t>
            </a:r>
            <a:r>
              <a:rPr lang="fr-FR" sz="4400" dirty="0"/>
              <a:t>"* (</a:t>
            </a:r>
            <a:r>
              <a:rPr lang="fr-FR" sz="4400" dirty="0" err="1"/>
              <a:t>safe</a:t>
            </a:r>
            <a:r>
              <a:rPr lang="fr-FR" sz="4400" dirty="0"/>
              <a:t> </a:t>
            </a:r>
            <a:r>
              <a:rPr lang="fr-FR" sz="4400" dirty="0" err="1"/>
              <a:t>haven</a:t>
            </a:r>
            <a:r>
              <a:rPr lang="fr-FR" sz="4400" dirty="0"/>
              <a:t>) ho </a:t>
            </a:r>
            <a:r>
              <a:rPr lang="fr-FR" sz="4400" dirty="0" err="1"/>
              <a:t>azy</a:t>
            </a:r>
            <a:r>
              <a:rPr lang="fr-FR" sz="4400" dirty="0"/>
              <a:t> </a:t>
            </a:r>
            <a:r>
              <a:rPr lang="fr-FR" sz="4400" dirty="0" err="1"/>
              <a:t>ireo</a:t>
            </a:r>
            <a:endParaRPr lang="fr-FR" sz="4400" dirty="0"/>
          </a:p>
        </p:txBody>
      </p:sp>
    </p:spTree>
    <p:extLst>
      <p:ext uri="{BB962C8B-B14F-4D97-AF65-F5344CB8AC3E}">
        <p14:creationId xmlns:p14="http://schemas.microsoft.com/office/powerpoint/2010/main" val="28562683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6" name="Rectangle 8"/>
          <p:cNvSpPr>
            <a:spLocks noGrp="1" noChangeArrowheads="1"/>
          </p:cNvSpPr>
          <p:nvPr>
            <p:ph type="title"/>
          </p:nvPr>
        </p:nvSpPr>
        <p:spPr>
          <a:xfrm>
            <a:off x="1524000" y="301625"/>
            <a:ext cx="8458200" cy="1462088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TSARA HO FANTATRA</a:t>
            </a:r>
          </a:p>
        </p:txBody>
      </p:sp>
      <p:sp>
        <p:nvSpPr>
          <p:cNvPr id="32778" name="Rectangle 10"/>
          <p:cNvSpPr>
            <a:spLocks noGrp="1" noChangeArrowheads="1"/>
          </p:cNvSpPr>
          <p:nvPr>
            <p:ph type="body" sz="half" idx="1"/>
          </p:nvPr>
        </p:nvSpPr>
        <p:spPr>
          <a:xfrm>
            <a:off x="736012" y="2023242"/>
            <a:ext cx="8915400" cy="4114800"/>
          </a:xfrm>
        </p:spPr>
        <p:txBody>
          <a:bodyPr/>
          <a:lstStyle/>
          <a:p>
            <a:r>
              <a:rPr lang="fr-FR" dirty="0"/>
              <a:t>Ny </a:t>
            </a:r>
            <a:r>
              <a:rPr lang="fr-FR" dirty="0" err="1"/>
              <a:t>toriteny</a:t>
            </a:r>
            <a:r>
              <a:rPr lang="fr-FR" dirty="0"/>
              <a:t> dia </a:t>
            </a:r>
            <a:r>
              <a:rPr lang="fr-FR" dirty="0" err="1"/>
              <a:t>tokony</a:t>
            </a:r>
            <a:endParaRPr lang="fr-FR" dirty="0"/>
          </a:p>
          <a:p>
            <a:pPr lvl="0"/>
            <a:r>
              <a:rPr lang="fr-FR" dirty="0"/>
              <a:t>Ho </a:t>
            </a:r>
            <a:r>
              <a:rPr lang="fr-FR" dirty="0" err="1"/>
              <a:t>fohy</a:t>
            </a:r>
            <a:r>
              <a:rPr lang="fr-FR" dirty="0"/>
              <a:t> </a:t>
            </a:r>
            <a:r>
              <a:rPr lang="fr-FR" dirty="0" err="1"/>
              <a:t>araka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tokony</a:t>
            </a:r>
            <a:r>
              <a:rPr lang="fr-FR" dirty="0"/>
              <a:t> ho </a:t>
            </a:r>
            <a:r>
              <a:rPr lang="fr-FR" dirty="0" err="1"/>
              <a:t>izy</a:t>
            </a:r>
            <a:r>
              <a:rPr lang="fr-FR" dirty="0"/>
              <a:t> </a:t>
            </a:r>
            <a:r>
              <a:rPr lang="fr-FR" dirty="0" err="1"/>
              <a:t>mba</a:t>
            </a:r>
            <a:r>
              <a:rPr lang="fr-FR" dirty="0"/>
              <a:t> </a:t>
            </a:r>
            <a:r>
              <a:rPr lang="fr-FR" dirty="0" err="1"/>
              <a:t>tsy</a:t>
            </a:r>
            <a:r>
              <a:rPr lang="fr-FR" dirty="0"/>
              <a:t> </a:t>
            </a:r>
            <a:r>
              <a:rPr lang="fr-FR" dirty="0" err="1"/>
              <a:t>hanadinoana</a:t>
            </a:r>
            <a:r>
              <a:rPr lang="fr-FR" dirty="0"/>
              <a:t> </a:t>
            </a:r>
            <a:r>
              <a:rPr lang="fr-FR" dirty="0" err="1"/>
              <a:t>azy</a:t>
            </a:r>
            <a:r>
              <a:rPr lang="fr-FR" dirty="0"/>
              <a:t>.</a:t>
            </a:r>
          </a:p>
          <a:p>
            <a:pPr lvl="0"/>
            <a:r>
              <a:rPr lang="fr-FR" dirty="0" err="1"/>
              <a:t>Hazava</a:t>
            </a:r>
            <a:r>
              <a:rPr lang="fr-FR" dirty="0"/>
              <a:t> </a:t>
            </a:r>
            <a:r>
              <a:rPr lang="fr-FR" dirty="0" err="1"/>
              <a:t>tsara</a:t>
            </a:r>
            <a:r>
              <a:rPr lang="fr-FR" dirty="0"/>
              <a:t> </a:t>
            </a:r>
            <a:r>
              <a:rPr lang="fr-FR" dirty="0" err="1"/>
              <a:t>mba</a:t>
            </a:r>
            <a:r>
              <a:rPr lang="fr-FR" dirty="0"/>
              <a:t> </a:t>
            </a:r>
            <a:r>
              <a:rPr lang="fr-FR" dirty="0" err="1"/>
              <a:t>hahafahana</a:t>
            </a:r>
            <a:r>
              <a:rPr lang="fr-FR" dirty="0"/>
              <a:t> </a:t>
            </a:r>
            <a:r>
              <a:rPr lang="fr-FR" dirty="0" err="1"/>
              <a:t>mandray</a:t>
            </a:r>
            <a:r>
              <a:rPr lang="fr-FR" dirty="0"/>
              <a:t> </a:t>
            </a:r>
            <a:r>
              <a:rPr lang="fr-FR" dirty="0" err="1"/>
              <a:t>azy</a:t>
            </a:r>
            <a:r>
              <a:rPr lang="fr-FR" dirty="0"/>
              <a:t> an-</a:t>
            </a:r>
            <a:r>
              <a:rPr lang="fr-FR" dirty="0" err="1"/>
              <a:t>tsoratra</a:t>
            </a:r>
            <a:r>
              <a:rPr lang="fr-FR" dirty="0"/>
              <a:t>.</a:t>
            </a:r>
          </a:p>
          <a:p>
            <a:pPr lvl="0"/>
            <a:r>
              <a:rPr lang="fr-FR" dirty="0"/>
              <a:t>Ho </a:t>
            </a:r>
            <a:r>
              <a:rPr lang="fr-FR" dirty="0" err="1"/>
              <a:t>voafaritra</a:t>
            </a:r>
            <a:r>
              <a:rPr lang="fr-FR" dirty="0"/>
              <a:t> </a:t>
            </a:r>
            <a:r>
              <a:rPr lang="fr-FR" dirty="0" err="1"/>
              <a:t>mazava</a:t>
            </a:r>
            <a:r>
              <a:rPr lang="fr-FR" dirty="0"/>
              <a:t> </a:t>
            </a:r>
            <a:r>
              <a:rPr lang="fr-FR" dirty="0" err="1"/>
              <a:t>tsara</a:t>
            </a:r>
            <a:r>
              <a:rPr lang="fr-FR" dirty="0"/>
              <a:t> </a:t>
            </a:r>
            <a:r>
              <a:rPr lang="fr-FR" dirty="0" err="1"/>
              <a:t>mba</a:t>
            </a:r>
            <a:r>
              <a:rPr lang="fr-FR" dirty="0"/>
              <a:t> </a:t>
            </a:r>
            <a:r>
              <a:rPr lang="fr-FR" dirty="0" err="1"/>
              <a:t>hahafana</a:t>
            </a:r>
            <a:r>
              <a:rPr lang="fr-FR" dirty="0"/>
              <a:t> </a:t>
            </a:r>
            <a:r>
              <a:rPr lang="fr-FR" dirty="0" err="1"/>
              <a:t>mampihatra</a:t>
            </a:r>
            <a:r>
              <a:rPr lang="fr-FR" dirty="0"/>
              <a:t> </a:t>
            </a:r>
            <a:r>
              <a:rPr lang="fr-FR" dirty="0" err="1"/>
              <a:t>azy</a:t>
            </a:r>
            <a:r>
              <a:rPr lang="fr-FR" dirty="0"/>
              <a:t>.</a:t>
            </a:r>
          </a:p>
          <a:p>
            <a:pPr eaLnBrk="1" hangingPunct="1">
              <a:defRPr/>
            </a:pPr>
            <a:endParaRPr lang="en-US" b="1" dirty="0" smtClean="0">
              <a:solidFill>
                <a:schemeClr val="tx2"/>
              </a:solidFill>
              <a:effectLst>
                <a:outerShdw blurRad="38100" dist="38100" dir="2700000" algn="tl">
                  <a:srgbClr val="AF273E"/>
                </a:outerShdw>
              </a:effectLst>
              <a:latin typeface="Georgia" pitchFamily="18" charset="0"/>
            </a:endParaRPr>
          </a:p>
        </p:txBody>
      </p:sp>
      <p:pic>
        <p:nvPicPr>
          <p:cNvPr id="19460" name="Picture 4" descr="GCAH4759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970964" y="2286000"/>
            <a:ext cx="1697037" cy="2743200"/>
          </a:xfrm>
          <a:noFill/>
        </p:spPr>
      </p:pic>
      <p:pic>
        <p:nvPicPr>
          <p:cNvPr id="5" name="Picture 4" descr="GCAH4759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331860" y="1583121"/>
            <a:ext cx="1697037" cy="2743200"/>
          </a:xfrm>
          <a:noFill/>
        </p:spPr>
      </p:pic>
      <p:pic>
        <p:nvPicPr>
          <p:cNvPr id="6" name="Picture 4" descr="GCAH4759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331861" y="3394842"/>
            <a:ext cx="1697037" cy="2743200"/>
          </a:xfrm>
          <a:noFill/>
        </p:spPr>
      </p:pic>
    </p:spTree>
    <p:extLst>
      <p:ext uri="{BB962C8B-B14F-4D97-AF65-F5344CB8AC3E}">
        <p14:creationId xmlns:p14="http://schemas.microsoft.com/office/powerpoint/2010/main" val="1306240440"/>
      </p:ext>
    </p:extLst>
  </p:cSld>
  <p:clrMapOvr>
    <a:masterClrMapping/>
  </p:clrMapOvr>
  <p:transition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32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1000"/>
                                        <p:tgtEl>
                                          <p:spTgt spid="327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7" dur="1000"/>
                                        <p:tgtEl>
                                          <p:spTgt spid="327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2" dur="1000"/>
                                        <p:tgtEl>
                                          <p:spTgt spid="327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8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5514" y="2945073"/>
            <a:ext cx="11111345" cy="1462088"/>
          </a:xfrm>
        </p:spPr>
        <p:txBody>
          <a:bodyPr/>
          <a:lstStyle/>
          <a:p>
            <a:r>
              <a:rPr lang="pl-PL" dirty="0" smtClean="0"/>
              <a:t> </a:t>
            </a:r>
            <a:r>
              <a:rPr lang="pl-PL" dirty="0"/>
              <a:t>Ireo ankizy mpitory teny mahomby</a:t>
            </a:r>
            <a:br>
              <a:rPr lang="pl-PL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40201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fr-FR" dirty="0"/>
              <a:t>Ny </a:t>
            </a:r>
            <a:r>
              <a:rPr lang="fr-FR" dirty="0" err="1"/>
              <a:t>ankizy</a:t>
            </a:r>
            <a:r>
              <a:rPr lang="fr-FR" dirty="0"/>
              <a:t> </a:t>
            </a:r>
            <a:r>
              <a:rPr lang="fr-FR" dirty="0" err="1"/>
              <a:t>mpitory</a:t>
            </a:r>
            <a:r>
              <a:rPr lang="fr-FR" dirty="0"/>
              <a:t> </a:t>
            </a:r>
            <a:r>
              <a:rPr lang="fr-FR" dirty="0" err="1"/>
              <a:t>teny</a:t>
            </a:r>
            <a:r>
              <a:rPr lang="fr-FR" dirty="0"/>
              <a:t> </a:t>
            </a:r>
            <a:r>
              <a:rPr lang="fr-FR" dirty="0" err="1"/>
              <a:t>mahomby</a:t>
            </a:r>
            <a:r>
              <a:rPr lang="fr-FR" dirty="0"/>
              <a:t> dia </a:t>
            </a:r>
            <a:r>
              <a:rPr lang="fr-FR" dirty="0" err="1"/>
              <a:t>tokony</a:t>
            </a:r>
            <a:r>
              <a:rPr lang="fr-FR" dirty="0"/>
              <a:t> </a:t>
            </a:r>
            <a:r>
              <a:rPr lang="fr-FR" dirty="0" err="1"/>
              <a:t>handinika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tenin’Andriamanitra</a:t>
            </a:r>
            <a:endParaRPr lang="fr-FR" dirty="0"/>
          </a:p>
          <a:p>
            <a:endParaRPr lang="fr-FR" dirty="0"/>
          </a:p>
        </p:txBody>
      </p:sp>
      <p:pic>
        <p:nvPicPr>
          <p:cNvPr id="5" name="Picture 4" descr="GCAH4880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0466" y="1981200"/>
            <a:ext cx="2854268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02334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266007" y="1981200"/>
            <a:ext cx="5728393" cy="4552604"/>
          </a:xfrm>
        </p:spPr>
        <p:txBody>
          <a:bodyPr/>
          <a:lstStyle/>
          <a:p>
            <a:pPr lvl="0" algn="just">
              <a:lnSpc>
                <a:spcPct val="115000"/>
              </a:lnSpc>
              <a:spcAft>
                <a:spcPts val="1000"/>
              </a:spcAft>
              <a:buClr>
                <a:srgbClr val="FF3399"/>
              </a:buClr>
            </a:pP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 ho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an’ny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ankizy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aza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dia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tsy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misy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làlana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manivaka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ahafahany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mitory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teny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amim-pahombiazana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Ny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ankizy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dia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tsy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maintsy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mianatra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ny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kolotsaina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tia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mianatra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ny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tenin’Andriamanitra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(1 Tim2 :15). Tsy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maintsy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resena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lahatra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ny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ankizy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tsy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hamerimberina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toriteny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iray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ihany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Io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fahazarana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mamerina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toriteny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iray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amin’ny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fotoana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samihafa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io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mantsy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dia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hanakana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azy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ireo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tsy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handray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ny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harena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sarobidy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avy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amin’ny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tompo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izay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iriny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atolotra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ny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zanany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dia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ny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fanahiny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izany</a:t>
            </a:r>
            <a:r>
              <a:rPr lang="fr-FR" sz="20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fr-FR" sz="2000" dirty="0">
              <a:solidFill>
                <a:srgbClr val="FFCC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49193" y="1981200"/>
            <a:ext cx="3929518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0652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ankizy</a:t>
            </a:r>
            <a:r>
              <a:rPr lang="en-US" dirty="0"/>
              <a:t> </a:t>
            </a:r>
            <a:r>
              <a:rPr lang="en-US" dirty="0" err="1"/>
              <a:t>mpitory</a:t>
            </a:r>
            <a:r>
              <a:rPr lang="en-US" dirty="0"/>
              <a:t> </a:t>
            </a:r>
            <a:r>
              <a:rPr lang="en-US" dirty="0" err="1"/>
              <a:t>teny</a:t>
            </a:r>
            <a:r>
              <a:rPr lang="en-US" dirty="0"/>
              <a:t> </a:t>
            </a:r>
            <a:r>
              <a:rPr lang="en-US" dirty="0" err="1"/>
              <a:t>mahomby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maintsy</a:t>
            </a:r>
            <a:r>
              <a:rPr lang="en-US" dirty="0"/>
              <a:t> </a:t>
            </a:r>
            <a:r>
              <a:rPr lang="en-US" dirty="0" err="1"/>
              <a:t>manao</a:t>
            </a:r>
            <a:r>
              <a:rPr lang="en-US" dirty="0"/>
              <a:t> </a:t>
            </a:r>
            <a:r>
              <a:rPr lang="en-US" dirty="0" err="1"/>
              <a:t>tsianjery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tenin’Andriamanitra</a:t>
            </a:r>
            <a:r>
              <a:rPr lang="en-US" dirty="0"/>
              <a:t>.</a:t>
            </a:r>
          </a:p>
          <a:p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9803" y="2160354"/>
            <a:ext cx="4340772" cy="285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6996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166255" y="1981200"/>
            <a:ext cx="5828145" cy="4114800"/>
          </a:xfrm>
        </p:spPr>
        <p:txBody>
          <a:bodyPr/>
          <a:lstStyle/>
          <a:p>
            <a:pPr lvl="0" algn="just">
              <a:lnSpc>
                <a:spcPct val="115000"/>
              </a:lnSpc>
              <a:spcAft>
                <a:spcPts val="1000"/>
              </a:spcAft>
              <a:buClr>
                <a:srgbClr val="FF3399"/>
              </a:buClr>
            </a:pP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Tsy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misy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zavatra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mahery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kokoa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noho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ny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tenin’Andriamanitra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Ny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hevitra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avy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amintsika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dia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tsy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misy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lanjany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akory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Izay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irin’Andriamanitra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ho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fantatsika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kosa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dia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manana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tombambidy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mandrakizay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Sarobidy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noho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izany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ny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hitadidian’izy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ireo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ny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tenin’ny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soratra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masina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satria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azon’izy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ireo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ampiasaina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mandritry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ny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hoaviny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izany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Jesosy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dia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nilaza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tamintsika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fa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ny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Fanahy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Masina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no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hampianatra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antsika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ny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zavatra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rehetra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ampahatsiahy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antsika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izay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zavatra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efa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namabarany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Jao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14 :26). Ny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tenin’Andriamanitra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no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hahatonga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ny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asa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fanompoana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ataontsika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hahomby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Izany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no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nampahomby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ny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asa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fanompoana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nataon’i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Jesosy</a:t>
            </a:r>
            <a:r>
              <a:rPr lang="fr-FR" sz="1800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(Mar 2 :2).</a:t>
            </a:r>
            <a:endParaRPr lang="fr-FR" sz="1800" dirty="0">
              <a:solidFill>
                <a:srgbClr val="FFCC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sz="1800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82444" y="2779667"/>
            <a:ext cx="2526959" cy="2517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4921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fr-FR" dirty="0"/>
              <a:t>Ny </a:t>
            </a:r>
            <a:r>
              <a:rPr lang="fr-FR" dirty="0" err="1"/>
              <a:t>ankizy</a:t>
            </a:r>
            <a:r>
              <a:rPr lang="fr-FR" dirty="0"/>
              <a:t> </a:t>
            </a:r>
            <a:r>
              <a:rPr lang="fr-FR" dirty="0" err="1"/>
              <a:t>mpitory</a:t>
            </a:r>
            <a:r>
              <a:rPr lang="fr-FR" dirty="0"/>
              <a:t> </a:t>
            </a:r>
            <a:r>
              <a:rPr lang="fr-FR" dirty="0" err="1"/>
              <a:t>teny</a:t>
            </a:r>
            <a:r>
              <a:rPr lang="fr-FR" dirty="0"/>
              <a:t> </a:t>
            </a:r>
            <a:r>
              <a:rPr lang="fr-FR" dirty="0" err="1"/>
              <a:t>mahay</a:t>
            </a:r>
            <a:r>
              <a:rPr lang="fr-FR" dirty="0"/>
              <a:t> dia </a:t>
            </a:r>
            <a:r>
              <a:rPr lang="fr-FR" dirty="0" err="1"/>
              <a:t>tsy</a:t>
            </a:r>
            <a:r>
              <a:rPr lang="fr-FR" dirty="0"/>
              <a:t> </a:t>
            </a:r>
            <a:r>
              <a:rPr lang="fr-FR" dirty="0" err="1"/>
              <a:t>maintsy</a:t>
            </a:r>
            <a:r>
              <a:rPr lang="fr-FR" dirty="0"/>
              <a:t> </a:t>
            </a:r>
            <a:r>
              <a:rPr lang="fr-FR" dirty="0" err="1"/>
              <a:t>miantehatra</a:t>
            </a:r>
            <a:r>
              <a:rPr lang="fr-FR" dirty="0"/>
              <a:t> </a:t>
            </a:r>
            <a:r>
              <a:rPr lang="fr-FR" dirty="0" err="1"/>
              <a:t>amin’i</a:t>
            </a:r>
            <a:r>
              <a:rPr lang="fr-FR" dirty="0"/>
              <a:t> </a:t>
            </a:r>
            <a:r>
              <a:rPr lang="fr-FR" dirty="0" err="1"/>
              <a:t>Jesosy</a:t>
            </a:r>
            <a:r>
              <a:rPr lang="fr-FR" dirty="0"/>
              <a:t>. 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84174" y="2177934"/>
            <a:ext cx="4788131" cy="4106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2881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847898" y="617912"/>
            <a:ext cx="6766560" cy="5666510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Izao no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nolazain’i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Jesosy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: « 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raha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misaraka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amiko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ianareo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dia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tsy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mahay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manao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na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inona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na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inona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» (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Jao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15 :5).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Raha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maniry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ny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hanana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ankizy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mpitory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teny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mahomby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isika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dia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tsy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maintsy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mampianatra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azy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ireo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hiantehatra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tanteraka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amin’ny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Tompo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Tsy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maintsy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zarintsika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izy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ireo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hiankina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tanteraka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amin’Andriamanitra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Izay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tanterahiny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amin’ny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alalantsika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mantsy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no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hisy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vokany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maharitra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mahomby</a:t>
            </a:r>
            <a:r>
              <a:rPr lang="fr-FR" dirty="0">
                <a:solidFill>
                  <a:srgbClr val="FFCC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fr-FR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84174" y="2177934"/>
            <a:ext cx="4788131" cy="4106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77120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6650182" cy="4114800"/>
          </a:xfrm>
        </p:spPr>
        <p:txBody>
          <a:bodyPr/>
          <a:lstStyle/>
          <a:p>
            <a:r>
              <a:rPr lang="fr-FR" sz="5400" dirty="0"/>
              <a:t>Ireo </a:t>
            </a:r>
            <a:r>
              <a:rPr lang="fr-FR" sz="5400" dirty="0" err="1"/>
              <a:t>ankizy</a:t>
            </a:r>
            <a:r>
              <a:rPr lang="fr-FR" sz="5400" dirty="0"/>
              <a:t> </a:t>
            </a:r>
            <a:r>
              <a:rPr lang="fr-FR" sz="5400" dirty="0" err="1"/>
              <a:t>mpitory</a:t>
            </a:r>
            <a:r>
              <a:rPr lang="fr-FR" sz="5400" dirty="0"/>
              <a:t> </a:t>
            </a:r>
            <a:r>
              <a:rPr lang="fr-FR" sz="5400" dirty="0" err="1"/>
              <a:t>teny</a:t>
            </a:r>
            <a:r>
              <a:rPr lang="fr-FR" sz="5400" dirty="0"/>
              <a:t> </a:t>
            </a:r>
            <a:r>
              <a:rPr lang="fr-FR" sz="5400" dirty="0" err="1"/>
              <a:t>mahomby</a:t>
            </a:r>
            <a:r>
              <a:rPr lang="fr-FR" sz="5400" dirty="0"/>
              <a:t> dia </a:t>
            </a:r>
            <a:r>
              <a:rPr lang="fr-FR" sz="5400" dirty="0" err="1"/>
              <a:t>mila</a:t>
            </a:r>
            <a:r>
              <a:rPr lang="fr-FR" sz="5400" dirty="0"/>
              <a:t> </a:t>
            </a:r>
            <a:r>
              <a:rPr lang="fr-FR" sz="5400" dirty="0" err="1"/>
              <a:t>fanohanana</a:t>
            </a:r>
            <a:endParaRPr lang="fr-FR" sz="5400" dirty="0"/>
          </a:p>
          <a:p>
            <a:endParaRPr lang="fr-FR" sz="5400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972829" y="2799884"/>
            <a:ext cx="3590617" cy="3429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3941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8" name="Rectangle 10"/>
          <p:cNvSpPr>
            <a:spLocks noGrp="1" noChangeArrowheads="1"/>
          </p:cNvSpPr>
          <p:nvPr>
            <p:ph type="body" sz="half" idx="1"/>
          </p:nvPr>
        </p:nvSpPr>
        <p:spPr>
          <a:xfrm>
            <a:off x="147145" y="462455"/>
            <a:ext cx="11803117" cy="6166945"/>
          </a:xfrm>
        </p:spPr>
        <p:txBody>
          <a:bodyPr/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sarobidy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manao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ahoana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aza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isika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na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manan-danja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manao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ahoana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aza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ny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antso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izay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niantsoana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antsika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tsy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afaka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ny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mandeha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irery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isika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Izao no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nolazaina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ny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amin’i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Petera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« 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niseho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niaraka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tamin’ny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iraika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amin’ny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folo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lahy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» Asa 2 :14. Ny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apostoly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dia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nitsangana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tao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aoriany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mba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hanohana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azy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amin’ny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asany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Natao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izany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tamin’ny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sehatra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rehetra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izay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nitenenany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Raha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nanofana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ankizy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mpitory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teny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mahomby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isika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dia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ilaintsika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ny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mijoro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aorian’izy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ireo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mba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hanohanana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azy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tanteraka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na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inona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na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inona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mitranga</a:t>
            </a:r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fr-FR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b="1" dirty="0" smtClean="0">
              <a:solidFill>
                <a:schemeClr val="tx2"/>
              </a:solidFill>
              <a:effectLst>
                <a:outerShdw blurRad="38100" dist="38100" dir="2700000" algn="tl">
                  <a:srgbClr val="AF273E"/>
                </a:outerShdw>
              </a:effectLst>
              <a:latin typeface="Georgia" pitchFamily="18" charset="0"/>
            </a:endParaRPr>
          </a:p>
        </p:txBody>
      </p:sp>
      <p:pic>
        <p:nvPicPr>
          <p:cNvPr id="19460" name="Picture 4" descr="GCAH4759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32812" y="4114800"/>
            <a:ext cx="1697037" cy="2743200"/>
          </a:xfrm>
          <a:noFill/>
        </p:spPr>
      </p:pic>
    </p:spTree>
    <p:extLst>
      <p:ext uri="{BB962C8B-B14F-4D97-AF65-F5344CB8AC3E}">
        <p14:creationId xmlns:p14="http://schemas.microsoft.com/office/powerpoint/2010/main" val="515190335"/>
      </p:ext>
    </p:extLst>
  </p:cSld>
  <p:clrMapOvr>
    <a:masterClrMapping/>
  </p:clrMapOvr>
  <p:transition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32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8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FEHINY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65018" y="1399309"/>
            <a:ext cx="10363200" cy="5267498"/>
          </a:xfrm>
        </p:spPr>
        <p:txBody>
          <a:bodyPr/>
          <a:lstStyle/>
          <a:p>
            <a:r>
              <a:rPr lang="fr-FR" dirty="0"/>
              <a:t>*</a:t>
            </a:r>
            <a:r>
              <a:rPr lang="fr-FR" dirty="0" err="1"/>
              <a:t>Fehiny</a:t>
            </a:r>
            <a:r>
              <a:rPr lang="fr-FR" dirty="0"/>
              <a:t>:* Ny </a:t>
            </a:r>
            <a:r>
              <a:rPr lang="fr-FR" dirty="0" err="1"/>
              <a:t>fiangonana</a:t>
            </a:r>
            <a:r>
              <a:rPr lang="fr-FR" dirty="0"/>
              <a:t> </a:t>
            </a:r>
            <a:r>
              <a:rPr lang="fr-FR" dirty="0" err="1"/>
              <a:t>izay</a:t>
            </a:r>
            <a:r>
              <a:rPr lang="fr-FR" dirty="0"/>
              <a:t> </a:t>
            </a:r>
            <a:r>
              <a:rPr lang="fr-FR" dirty="0" err="1"/>
              <a:t>mampandray</a:t>
            </a:r>
            <a:r>
              <a:rPr lang="fr-FR" dirty="0"/>
              <a:t> </a:t>
            </a:r>
            <a:r>
              <a:rPr lang="fr-FR" dirty="0" err="1"/>
              <a:t>anjara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ankizy</a:t>
            </a:r>
            <a:r>
              <a:rPr lang="fr-FR" dirty="0"/>
              <a:t> dia </a:t>
            </a:r>
            <a:r>
              <a:rPr lang="fr-FR" dirty="0" err="1"/>
              <a:t>fiangonana</a:t>
            </a:r>
            <a:r>
              <a:rPr lang="fr-FR" dirty="0"/>
              <a:t> </a:t>
            </a:r>
            <a:r>
              <a:rPr lang="fr-FR" sz="5400" dirty="0">
                <a:solidFill>
                  <a:srgbClr val="FF0000"/>
                </a:solidFill>
              </a:rPr>
              <a:t>*</a:t>
            </a:r>
            <a:r>
              <a:rPr lang="fr-FR" sz="5400" dirty="0" err="1">
                <a:solidFill>
                  <a:srgbClr val="FF0000"/>
                </a:solidFill>
              </a:rPr>
              <a:t>mitombo</a:t>
            </a:r>
            <a:r>
              <a:rPr lang="fr-FR" sz="5400" dirty="0">
                <a:solidFill>
                  <a:srgbClr val="FF0000"/>
                </a:solidFill>
              </a:rPr>
              <a:t>, </a:t>
            </a:r>
            <a:r>
              <a:rPr lang="fr-FR" sz="5400" dirty="0" err="1">
                <a:solidFill>
                  <a:srgbClr val="FF0000"/>
                </a:solidFill>
              </a:rPr>
              <a:t>velona</a:t>
            </a:r>
            <a:r>
              <a:rPr lang="fr-FR" sz="5400" dirty="0">
                <a:solidFill>
                  <a:srgbClr val="FF0000"/>
                </a:solidFill>
              </a:rPr>
              <a:t>, </a:t>
            </a:r>
            <a:r>
              <a:rPr lang="fr-FR" sz="5400" dirty="0" err="1">
                <a:solidFill>
                  <a:srgbClr val="FF0000"/>
                </a:solidFill>
              </a:rPr>
              <a:t>ary</a:t>
            </a:r>
            <a:r>
              <a:rPr lang="fr-FR" sz="5400" dirty="0">
                <a:solidFill>
                  <a:srgbClr val="FF0000"/>
                </a:solidFill>
              </a:rPr>
              <a:t> </a:t>
            </a:r>
            <a:r>
              <a:rPr lang="fr-FR" sz="5400" dirty="0" err="1">
                <a:solidFill>
                  <a:srgbClr val="FF0000"/>
                </a:solidFill>
              </a:rPr>
              <a:t>manana</a:t>
            </a:r>
            <a:r>
              <a:rPr lang="fr-FR" sz="5400" dirty="0">
                <a:solidFill>
                  <a:srgbClr val="FF0000"/>
                </a:solidFill>
              </a:rPr>
              <a:t> </a:t>
            </a:r>
            <a:r>
              <a:rPr lang="fr-FR" sz="5400" dirty="0" err="1">
                <a:solidFill>
                  <a:srgbClr val="FF0000"/>
                </a:solidFill>
              </a:rPr>
              <a:t>hoavy</a:t>
            </a:r>
            <a:r>
              <a:rPr lang="fr-FR" sz="5400" dirty="0">
                <a:solidFill>
                  <a:srgbClr val="FF0000"/>
                </a:solidFill>
              </a:rPr>
              <a:t> </a:t>
            </a:r>
            <a:r>
              <a:rPr lang="fr-FR" sz="5400" dirty="0" err="1">
                <a:solidFill>
                  <a:srgbClr val="FF0000"/>
                </a:solidFill>
              </a:rPr>
              <a:t>mamirapiratra</a:t>
            </a:r>
            <a:r>
              <a:rPr lang="fr-FR" sz="5400" dirty="0">
                <a:solidFill>
                  <a:srgbClr val="FF0000"/>
                </a:solidFill>
              </a:rPr>
              <a:t>*</a:t>
            </a:r>
            <a:r>
              <a:rPr lang="fr-FR" dirty="0"/>
              <a:t>. </a:t>
            </a:r>
            <a:r>
              <a:rPr lang="fr-FR" dirty="0" err="1"/>
              <a:t>Araka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tenin'i</a:t>
            </a:r>
            <a:r>
              <a:rPr lang="fr-FR" dirty="0"/>
              <a:t> Ellen G. White: "Ny </a:t>
            </a:r>
            <a:r>
              <a:rPr lang="fr-FR" dirty="0" err="1"/>
              <a:t>Tompo</a:t>
            </a:r>
            <a:r>
              <a:rPr lang="fr-FR" dirty="0"/>
              <a:t> dia </a:t>
            </a:r>
            <a:r>
              <a:rPr lang="fr-FR" dirty="0" err="1"/>
              <a:t>manana</a:t>
            </a:r>
            <a:r>
              <a:rPr lang="fr-FR" dirty="0"/>
              <a:t> asa ho </a:t>
            </a:r>
            <a:r>
              <a:rPr lang="fr-FR" dirty="0" err="1"/>
              <a:t>an'ny</a:t>
            </a:r>
            <a:r>
              <a:rPr lang="fr-FR" dirty="0"/>
              <a:t> </a:t>
            </a:r>
            <a:r>
              <a:rPr lang="fr-FR" dirty="0" err="1"/>
              <a:t>ankizy</a:t>
            </a:r>
            <a:r>
              <a:rPr lang="fr-FR" dirty="0"/>
              <a:t> </a:t>
            </a:r>
            <a:r>
              <a:rPr lang="fr-FR" dirty="0" err="1"/>
              <a:t>tahaka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ananany</a:t>
            </a:r>
            <a:r>
              <a:rPr lang="fr-FR" dirty="0"/>
              <a:t> ho </a:t>
            </a:r>
            <a:r>
              <a:rPr lang="fr-FR" dirty="0" err="1"/>
              <a:t>an'ny</a:t>
            </a:r>
            <a:r>
              <a:rPr lang="fr-FR" dirty="0"/>
              <a:t> </a:t>
            </a:r>
            <a:r>
              <a:rPr lang="fr-FR" dirty="0" err="1"/>
              <a:t>olon-dehibe</a:t>
            </a:r>
            <a:r>
              <a:rPr lang="fr-FR" dirty="0"/>
              <a:t>" (The </a:t>
            </a:r>
            <a:r>
              <a:rPr lang="fr-FR" dirty="0" err="1"/>
              <a:t>Desire</a:t>
            </a:r>
            <a:r>
              <a:rPr lang="fr-FR" dirty="0"/>
              <a:t> of Ages, p. 517).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125702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0574" y="2438400"/>
            <a:ext cx="8617226" cy="4114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Georgia" pitchFamily="18" charset="0"/>
              </a:rPr>
              <a:t>Mirary</a:t>
            </a:r>
            <a:r>
              <a:rPr lang="en-US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Georgia" pitchFamily="18" charset="0"/>
              </a:rPr>
              <a:t> </a:t>
            </a:r>
            <a:r>
              <a:rPr lang="en-US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Georgia" pitchFamily="18" charset="0"/>
              </a:rPr>
              <a:t>ny</a:t>
            </a:r>
            <a:r>
              <a:rPr lang="en-US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Georgia" pitchFamily="18" charset="0"/>
              </a:rPr>
              <a:t> </a:t>
            </a:r>
            <a:r>
              <a:rPr lang="en-US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Georgia" pitchFamily="18" charset="0"/>
              </a:rPr>
              <a:t>fiangonana</a:t>
            </a:r>
            <a:r>
              <a:rPr lang="en-US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Georgia" pitchFamily="18" charset="0"/>
              </a:rPr>
              <a:t> </a:t>
            </a:r>
            <a:r>
              <a:rPr lang="en-US" b="1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Georgia" pitchFamily="18" charset="0"/>
              </a:rPr>
              <a:t>rehetra</a:t>
            </a:r>
            <a:r>
              <a:rPr lang="en-US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Georgia" pitchFamily="18" charset="0"/>
              </a:rPr>
              <a:t> 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Ø"/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Georgia" pitchFamily="18" charset="0"/>
              </a:rPr>
              <a:t>HITOMBO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Ø"/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Georgia" pitchFamily="18" charset="0"/>
              </a:rPr>
              <a:t>VELONA</a:t>
            </a:r>
            <a:endParaRPr lang="en-US" b="1" dirty="0">
              <a:effectLst>
                <a:outerShdw blurRad="38100" dist="38100" dir="2700000" algn="tl">
                  <a:srgbClr val="FFFFFF"/>
                </a:outerShdw>
              </a:effectLst>
              <a:latin typeface="Georgia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Ø"/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Georgia" pitchFamily="18" charset="0"/>
              </a:rPr>
              <a:t>MANANA HO AVY MAMIRAPIRATRA!</a:t>
            </a:r>
          </a:p>
        </p:txBody>
      </p:sp>
      <p:pic>
        <p:nvPicPr>
          <p:cNvPr id="16388" name="Picture 4" descr="GCAH4880"/>
          <p:cNvPicPr>
            <a:picLocks noGrp="1" noChangeAspect="1" noChangeArrowheads="1"/>
          </p:cNvPicPr>
          <p:nvPr>
            <p:ph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86800" y="1371600"/>
            <a:ext cx="1746250" cy="2514600"/>
          </a:xfrm>
          <a:noFill/>
        </p:spPr>
      </p:pic>
      <p:sp>
        <p:nvSpPr>
          <p:cNvPr id="29705" name="WordArt 9"/>
          <p:cNvSpPr>
            <a:spLocks noChangeArrowheads="1" noChangeShapeType="1" noTextEdit="1"/>
          </p:cNvSpPr>
          <p:nvPr/>
        </p:nvSpPr>
        <p:spPr bwMode="auto">
          <a:xfrm>
            <a:off x="4648200" y="1568669"/>
            <a:ext cx="2438400" cy="4572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sz="3600" kern="10" dirty="0">
              <a:solidFill>
                <a:srgbClr val="00FFFF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914400" y="482138"/>
            <a:ext cx="7772400" cy="1422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ARMA: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4AB">
                    <a:lumMod val="50000"/>
                  </a:srgbClr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nkizy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R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ehetra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M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andray</a:t>
            </a:r>
            <a:r>
              <a:rPr kumimoji="0" lang="en-US" altLang="fr-FR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 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A</a:t>
            </a:r>
            <a:r>
              <a:rPr kumimoji="0" lang="en-US" altLang="fr-FR" sz="4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Arial Black"/>
                <a:ea typeface="+mj-ea"/>
                <a:cs typeface="+mj-cs"/>
              </a:rPr>
              <a:t>njara</a:t>
            </a:r>
            <a:endParaRPr kumimoji="0" lang="en-US" altLang="fr-FR" sz="4400" b="1" i="0" u="none" strike="noStrike" kern="0" cap="none" spc="0" normalizeH="0" baseline="0" noProof="0" dirty="0" smtClean="0">
              <a:ln>
                <a:noFill/>
              </a:ln>
              <a:solidFill>
                <a:srgbClr val="FFCC00"/>
              </a:solidFill>
              <a:effectLst/>
              <a:uLnTx/>
              <a:uFillTx/>
              <a:latin typeface="Arial Black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24243661"/>
      </p:ext>
    </p:extLst>
  </p:cSld>
  <p:clrMapOvr>
    <a:masterClrMapping/>
  </p:clrMapOvr>
  <p:transition spd="med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7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7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7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7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7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7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7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7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4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80744" y="2967335"/>
            <a:ext cx="4230517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6000" b="1" cap="none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ooper Black" panose="0208090404030B020404" pitchFamily="18" charset="0"/>
              </a:rPr>
              <a:t>TAPITRA!</a:t>
            </a:r>
            <a:endParaRPr lang="fr-FR" sz="60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203636"/>
      </p:ext>
    </p:extLst>
  </p:cSld>
  <p:clrMapOvr>
    <a:masterClrMapping/>
  </p:clrMapOvr>
  <p:transition>
    <p:pull dir="l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ireworks">
  <a:themeElements>
    <a:clrScheme name="Fireworks 1">
      <a:dk1>
        <a:srgbClr val="AF273E"/>
      </a:dk1>
      <a:lt1>
        <a:srgbClr val="FFCC00"/>
      </a:lt1>
      <a:dk2>
        <a:srgbClr val="000000"/>
      </a:dk2>
      <a:lt2>
        <a:srgbClr val="FFFFFF"/>
      </a:lt2>
      <a:accent1>
        <a:srgbClr val="FF8B17"/>
      </a:accent1>
      <a:accent2>
        <a:srgbClr val="FFE103"/>
      </a:accent2>
      <a:accent3>
        <a:srgbClr val="AAAAAA"/>
      </a:accent3>
      <a:accent4>
        <a:srgbClr val="DAAE00"/>
      </a:accent4>
      <a:accent5>
        <a:srgbClr val="FFC4AB"/>
      </a:accent5>
      <a:accent6>
        <a:srgbClr val="E7CC02"/>
      </a:accent6>
      <a:hlink>
        <a:srgbClr val="FF3399"/>
      </a:hlink>
      <a:folHlink>
        <a:srgbClr val="FE1F08"/>
      </a:folHlink>
    </a:clrScheme>
    <a:fontScheme name="Fireworks">
      <a:majorFont>
        <a:latin typeface="Arial Black"/>
        <a:ea typeface=""/>
        <a:cs typeface=""/>
      </a:majorFont>
      <a:minorFont>
        <a:latin typeface="Arial Blac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Black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Black" pitchFamily="34" charset="0"/>
          </a:defRPr>
        </a:defPPr>
      </a:lstStyle>
    </a:lnDef>
  </a:objectDefaults>
  <a:extraClrSchemeLst>
    <a:extraClrScheme>
      <a:clrScheme name="Fireworks 1">
        <a:dk1>
          <a:srgbClr val="AF273E"/>
        </a:dk1>
        <a:lt1>
          <a:srgbClr val="FFCC00"/>
        </a:lt1>
        <a:dk2>
          <a:srgbClr val="000000"/>
        </a:dk2>
        <a:lt2>
          <a:srgbClr val="FFFFFF"/>
        </a:lt2>
        <a:accent1>
          <a:srgbClr val="FF8B17"/>
        </a:accent1>
        <a:accent2>
          <a:srgbClr val="FFE103"/>
        </a:accent2>
        <a:accent3>
          <a:srgbClr val="AAAAAA"/>
        </a:accent3>
        <a:accent4>
          <a:srgbClr val="DAAE00"/>
        </a:accent4>
        <a:accent5>
          <a:srgbClr val="FFC4AB"/>
        </a:accent5>
        <a:accent6>
          <a:srgbClr val="E7CC02"/>
        </a:accent6>
        <a:hlink>
          <a:srgbClr val="FF3399"/>
        </a:hlink>
        <a:folHlink>
          <a:srgbClr val="FE1F0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reworks 2">
        <a:dk1>
          <a:srgbClr val="0000A4"/>
        </a:dk1>
        <a:lt1>
          <a:srgbClr val="CCFFFF"/>
        </a:lt1>
        <a:dk2>
          <a:srgbClr val="000066"/>
        </a:dk2>
        <a:lt2>
          <a:srgbClr val="00FFFF"/>
        </a:lt2>
        <a:accent1>
          <a:srgbClr val="51B2E3"/>
        </a:accent1>
        <a:accent2>
          <a:srgbClr val="04E8AC"/>
        </a:accent2>
        <a:accent3>
          <a:srgbClr val="AAAAB8"/>
        </a:accent3>
        <a:accent4>
          <a:srgbClr val="AEDADA"/>
        </a:accent4>
        <a:accent5>
          <a:srgbClr val="B3D5EF"/>
        </a:accent5>
        <a:accent6>
          <a:srgbClr val="03D29B"/>
        </a:accent6>
        <a:hlink>
          <a:srgbClr val="FF3399"/>
        </a:hlink>
        <a:folHlink>
          <a:srgbClr val="8F5FD5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reworks 3">
        <a:dk1>
          <a:srgbClr val="9F237F"/>
        </a:dk1>
        <a:lt1>
          <a:srgbClr val="FFCC00"/>
        </a:lt1>
        <a:dk2>
          <a:srgbClr val="000000"/>
        </a:dk2>
        <a:lt2>
          <a:srgbClr val="FFFFFF"/>
        </a:lt2>
        <a:accent1>
          <a:srgbClr val="39A6DD"/>
        </a:accent1>
        <a:accent2>
          <a:srgbClr val="FF03E7"/>
        </a:accent2>
        <a:accent3>
          <a:srgbClr val="AAAAAA"/>
        </a:accent3>
        <a:accent4>
          <a:srgbClr val="DAAE00"/>
        </a:accent4>
        <a:accent5>
          <a:srgbClr val="AED0EB"/>
        </a:accent5>
        <a:accent6>
          <a:srgbClr val="E702D1"/>
        </a:accent6>
        <a:hlink>
          <a:srgbClr val="FF3399"/>
        </a:hlink>
        <a:folHlink>
          <a:srgbClr val="753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reworks 4">
        <a:dk1>
          <a:srgbClr val="00603B"/>
        </a:dk1>
        <a:lt1>
          <a:srgbClr val="FFCC00"/>
        </a:lt1>
        <a:dk2>
          <a:srgbClr val="000000"/>
        </a:dk2>
        <a:lt2>
          <a:srgbClr val="FFFFFF"/>
        </a:lt2>
        <a:accent1>
          <a:srgbClr val="39A6DD"/>
        </a:accent1>
        <a:accent2>
          <a:srgbClr val="07FB18"/>
        </a:accent2>
        <a:accent3>
          <a:srgbClr val="AAAAAA"/>
        </a:accent3>
        <a:accent4>
          <a:srgbClr val="DAAE00"/>
        </a:accent4>
        <a:accent5>
          <a:srgbClr val="AED0EB"/>
        </a:accent5>
        <a:accent6>
          <a:srgbClr val="06E315"/>
        </a:accent6>
        <a:hlink>
          <a:srgbClr val="FF3399"/>
        </a:hlink>
        <a:folHlink>
          <a:srgbClr val="753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reworks 5">
        <a:dk1>
          <a:srgbClr val="FF6600"/>
        </a:dk1>
        <a:lt1>
          <a:srgbClr val="FFFFFF"/>
        </a:lt1>
        <a:dk2>
          <a:srgbClr val="003366"/>
        </a:dk2>
        <a:lt2>
          <a:srgbClr val="FFFFFF"/>
        </a:lt2>
        <a:accent1>
          <a:srgbClr val="FF99FF"/>
        </a:accent1>
        <a:accent2>
          <a:srgbClr val="FFFF99"/>
        </a:accent2>
        <a:accent3>
          <a:srgbClr val="AAADB8"/>
        </a:accent3>
        <a:accent4>
          <a:srgbClr val="DADADA"/>
        </a:accent4>
        <a:accent5>
          <a:srgbClr val="FFCAFF"/>
        </a:accent5>
        <a:accent6>
          <a:srgbClr val="E7E78A"/>
        </a:accent6>
        <a:hlink>
          <a:srgbClr val="FF33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reworks 6">
        <a:dk1>
          <a:srgbClr val="000000"/>
        </a:dk1>
        <a:lt1>
          <a:srgbClr val="FFFFFF"/>
        </a:lt1>
        <a:dk2>
          <a:srgbClr val="993366"/>
        </a:dk2>
        <a:lt2>
          <a:srgbClr val="CCFFFF"/>
        </a:lt2>
        <a:accent1>
          <a:srgbClr val="CCECFF"/>
        </a:accent1>
        <a:accent2>
          <a:srgbClr val="FFFF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E7E78A"/>
        </a:accent6>
        <a:hlink>
          <a:srgbClr val="FFCCFF"/>
        </a:hlink>
        <a:folHlink>
          <a:srgbClr val="FFCC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Mountain Top">
  <a:themeElements>
    <a:clrScheme name="Mountain Top 5">
      <a:dk1>
        <a:srgbClr val="463416"/>
      </a:dk1>
      <a:lt1>
        <a:srgbClr val="FFFFFF"/>
      </a:lt1>
      <a:dk2>
        <a:srgbClr val="003399"/>
      </a:dk2>
      <a:lt2>
        <a:srgbClr val="E3E3FF"/>
      </a:lt2>
      <a:accent1>
        <a:srgbClr val="3399FF"/>
      </a:accent1>
      <a:accent2>
        <a:srgbClr val="33CCCC"/>
      </a:accent2>
      <a:accent3>
        <a:srgbClr val="AAADCA"/>
      </a:accent3>
      <a:accent4>
        <a:srgbClr val="DADADA"/>
      </a:accent4>
      <a:accent5>
        <a:srgbClr val="ADCAFF"/>
      </a:accent5>
      <a:accent6>
        <a:srgbClr val="2DB9B9"/>
      </a:accent6>
      <a:hlink>
        <a:srgbClr val="00FFCC"/>
      </a:hlink>
      <a:folHlink>
        <a:srgbClr val="808000"/>
      </a:folHlink>
    </a:clrScheme>
    <a:fontScheme name="Mountain Top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Mountain Top 1">
        <a:dk1>
          <a:srgbClr val="4C3A1C"/>
        </a:dk1>
        <a:lt1>
          <a:srgbClr val="FFFFFF"/>
        </a:lt1>
        <a:dk2>
          <a:srgbClr val="993300"/>
        </a:dk2>
        <a:lt2>
          <a:srgbClr val="CCAA00"/>
        </a:lt2>
        <a:accent1>
          <a:srgbClr val="FF3300"/>
        </a:accent1>
        <a:accent2>
          <a:srgbClr val="9E6600"/>
        </a:accent2>
        <a:accent3>
          <a:srgbClr val="CAADAA"/>
        </a:accent3>
        <a:accent4>
          <a:srgbClr val="DADADA"/>
        </a:accent4>
        <a:accent5>
          <a:srgbClr val="FFADAA"/>
        </a:accent5>
        <a:accent6>
          <a:srgbClr val="8F5C00"/>
        </a:accent6>
        <a:hlink>
          <a:srgbClr val="FFCC00"/>
        </a:hlink>
        <a:folHlink>
          <a:srgbClr val="F7DC9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untain Top 2">
        <a:dk1>
          <a:srgbClr val="3D0058"/>
        </a:dk1>
        <a:lt1>
          <a:srgbClr val="FFFFFF"/>
        </a:lt1>
        <a:dk2>
          <a:srgbClr val="9188B0"/>
        </a:dk2>
        <a:lt2>
          <a:srgbClr val="DDE0DC"/>
        </a:lt2>
        <a:accent1>
          <a:srgbClr val="FFCC00"/>
        </a:accent1>
        <a:accent2>
          <a:srgbClr val="4C3D78"/>
        </a:accent2>
        <a:accent3>
          <a:srgbClr val="C7C3D4"/>
        </a:accent3>
        <a:accent4>
          <a:srgbClr val="DADADA"/>
        </a:accent4>
        <a:accent5>
          <a:srgbClr val="FFE2AA"/>
        </a:accent5>
        <a:accent6>
          <a:srgbClr val="44366C"/>
        </a:accent6>
        <a:hlink>
          <a:srgbClr val="743D78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untain Top 3">
        <a:dk1>
          <a:srgbClr val="10104C"/>
        </a:dk1>
        <a:lt1>
          <a:srgbClr val="FFFFFF"/>
        </a:lt1>
        <a:dk2>
          <a:srgbClr val="003366"/>
        </a:dk2>
        <a:lt2>
          <a:srgbClr val="C6CCD4"/>
        </a:lt2>
        <a:accent1>
          <a:srgbClr val="33CCFF"/>
        </a:accent1>
        <a:accent2>
          <a:srgbClr val="5B5B8D"/>
        </a:accent2>
        <a:accent3>
          <a:srgbClr val="AAADB8"/>
        </a:accent3>
        <a:accent4>
          <a:srgbClr val="DADADA"/>
        </a:accent4>
        <a:accent5>
          <a:srgbClr val="ADE2FF"/>
        </a:accent5>
        <a:accent6>
          <a:srgbClr val="52527F"/>
        </a:accent6>
        <a:hlink>
          <a:srgbClr val="4529AB"/>
        </a:hlink>
        <a:folHlink>
          <a:srgbClr val="00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untain Top 4">
        <a:dk1>
          <a:srgbClr val="B0C8CA"/>
        </a:dk1>
        <a:lt1>
          <a:srgbClr val="FFFFFF"/>
        </a:lt1>
        <a:dk2>
          <a:srgbClr val="000099"/>
        </a:dk2>
        <a:lt2>
          <a:srgbClr val="FFFFFF"/>
        </a:lt2>
        <a:accent1>
          <a:srgbClr val="89C4FF"/>
        </a:accent1>
        <a:accent2>
          <a:srgbClr val="00008C"/>
        </a:accent2>
        <a:accent3>
          <a:srgbClr val="AAAACA"/>
        </a:accent3>
        <a:accent4>
          <a:srgbClr val="DADADA"/>
        </a:accent4>
        <a:accent5>
          <a:srgbClr val="C4DEFF"/>
        </a:accent5>
        <a:accent6>
          <a:srgbClr val="00007E"/>
        </a:accent6>
        <a:hlink>
          <a:srgbClr val="6666FF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untain Top 5">
        <a:dk1>
          <a:srgbClr val="463416"/>
        </a:dk1>
        <a:lt1>
          <a:srgbClr val="FFFFFF"/>
        </a:lt1>
        <a:dk2>
          <a:srgbClr val="003399"/>
        </a:dk2>
        <a:lt2>
          <a:srgbClr val="E3E3FF"/>
        </a:lt2>
        <a:accent1>
          <a:srgbClr val="3399FF"/>
        </a:accent1>
        <a:accent2>
          <a:srgbClr val="33CCCC"/>
        </a:accent2>
        <a:accent3>
          <a:srgbClr val="AAADCA"/>
        </a:accent3>
        <a:accent4>
          <a:srgbClr val="DADADA"/>
        </a:accent4>
        <a:accent5>
          <a:srgbClr val="ADCAFF"/>
        </a:accent5>
        <a:accent6>
          <a:srgbClr val="2DB9B9"/>
        </a:accent6>
        <a:hlink>
          <a:srgbClr val="00FFCC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untain Top 6">
        <a:dk1>
          <a:srgbClr val="809296"/>
        </a:dk1>
        <a:lt1>
          <a:srgbClr val="FFFFFF"/>
        </a:lt1>
        <a:dk2>
          <a:srgbClr val="6699FF"/>
        </a:dk2>
        <a:lt2>
          <a:srgbClr val="B3EDFF"/>
        </a:lt2>
        <a:accent1>
          <a:srgbClr val="FF9933"/>
        </a:accent1>
        <a:accent2>
          <a:srgbClr val="FFAA99"/>
        </a:accent2>
        <a:accent3>
          <a:srgbClr val="B8CAFF"/>
        </a:accent3>
        <a:accent4>
          <a:srgbClr val="DADADA"/>
        </a:accent4>
        <a:accent5>
          <a:srgbClr val="FFCAAD"/>
        </a:accent5>
        <a:accent6>
          <a:srgbClr val="E79A8A"/>
        </a:accent6>
        <a:hlink>
          <a:srgbClr val="FFCFAB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untain Top 7">
        <a:dk1>
          <a:srgbClr val="006666"/>
        </a:dk1>
        <a:lt1>
          <a:srgbClr val="FFFFFF"/>
        </a:lt1>
        <a:dk2>
          <a:srgbClr val="85D1E3"/>
        </a:dk2>
        <a:lt2>
          <a:srgbClr val="CCFFFF"/>
        </a:lt2>
        <a:accent1>
          <a:srgbClr val="FFCC00"/>
        </a:accent1>
        <a:accent2>
          <a:srgbClr val="00CC99"/>
        </a:accent2>
        <a:accent3>
          <a:srgbClr val="C2E5EF"/>
        </a:accent3>
        <a:accent4>
          <a:srgbClr val="DADADA"/>
        </a:accent4>
        <a:accent5>
          <a:srgbClr val="FFE2AA"/>
        </a:accent5>
        <a:accent6>
          <a:srgbClr val="00B98A"/>
        </a:accent6>
        <a:hlink>
          <a:srgbClr val="0099FF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untain Top 8">
        <a:dk1>
          <a:srgbClr val="404B3D"/>
        </a:dk1>
        <a:lt1>
          <a:srgbClr val="FFFFFF"/>
        </a:lt1>
        <a:dk2>
          <a:srgbClr val="A7A491"/>
        </a:dk2>
        <a:lt2>
          <a:srgbClr val="CCD0CA"/>
        </a:lt2>
        <a:accent1>
          <a:srgbClr val="33CCCC"/>
        </a:accent1>
        <a:accent2>
          <a:srgbClr val="004E4C"/>
        </a:accent2>
        <a:accent3>
          <a:srgbClr val="D0CFC7"/>
        </a:accent3>
        <a:accent4>
          <a:srgbClr val="DADADA"/>
        </a:accent4>
        <a:accent5>
          <a:srgbClr val="ADE2E2"/>
        </a:accent5>
        <a:accent6>
          <a:srgbClr val="004644"/>
        </a:accent6>
        <a:hlink>
          <a:srgbClr val="477781"/>
        </a:hlink>
        <a:folHlink>
          <a:srgbClr val="85CC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untain Top 9">
        <a:dk1>
          <a:srgbClr val="000000"/>
        </a:dk1>
        <a:lt1>
          <a:srgbClr val="FFFFFF"/>
        </a:lt1>
        <a:dk2>
          <a:srgbClr val="FFFFAF"/>
        </a:dk2>
        <a:lt2>
          <a:srgbClr val="676597"/>
        </a:lt2>
        <a:accent1>
          <a:srgbClr val="66CCFF"/>
        </a:accent1>
        <a:accent2>
          <a:srgbClr val="CCECFF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B9D6E7"/>
        </a:accent6>
        <a:hlink>
          <a:srgbClr val="6600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</TotalTime>
  <Words>2758</Words>
  <Application>Microsoft Office PowerPoint</Application>
  <PresentationFormat>Grand écran</PresentationFormat>
  <Paragraphs>159</Paragraphs>
  <Slides>53</Slides>
  <Notes>29</Notes>
  <HiddenSlides>0</HiddenSlides>
  <MMClips>0</MMClips>
  <ScaleCrop>false</ScaleCrop>
  <HeadingPairs>
    <vt:vector size="6" baseType="variant">
      <vt:variant>
        <vt:lpstr>Polices utilisées</vt:lpstr>
      </vt:variant>
      <vt:variant>
        <vt:i4>13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53</vt:i4>
      </vt:variant>
    </vt:vector>
  </HeadingPairs>
  <TitlesOfParts>
    <vt:vector size="68" baseType="lpstr">
      <vt:lpstr>Arial</vt:lpstr>
      <vt:lpstr>Arial Black</vt:lpstr>
      <vt:lpstr>Arial Rounded MT Bold</vt:lpstr>
      <vt:lpstr>Bauhaus 93</vt:lpstr>
      <vt:lpstr>Berlin Sans FB Demi</vt:lpstr>
      <vt:lpstr>Brush Script MT</vt:lpstr>
      <vt:lpstr>Calibri</vt:lpstr>
      <vt:lpstr>Calisto MT</vt:lpstr>
      <vt:lpstr>Comic Sans MS</vt:lpstr>
      <vt:lpstr>Cooper Black</vt:lpstr>
      <vt:lpstr>Georgia</vt:lpstr>
      <vt:lpstr>Times New Roman</vt:lpstr>
      <vt:lpstr>Wingdings</vt:lpstr>
      <vt:lpstr>Fireworks</vt:lpstr>
      <vt:lpstr>Mountain Top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ARMA: Ankizy Rehetra Mandray Anjara</vt:lpstr>
      <vt:lpstr>Présentation PowerPoint</vt:lpstr>
      <vt:lpstr>Présentation PowerPoint</vt:lpstr>
      <vt:lpstr>Présentation PowerPoint</vt:lpstr>
      <vt:lpstr>Présentation PowerPoint</vt:lpstr>
      <vt:lpstr> SAMOELA ZAZA</vt:lpstr>
      <vt:lpstr>Zazavavy kely Babo</vt:lpstr>
      <vt:lpstr>DAVIDA KELY</vt:lpstr>
      <vt:lpstr>JOSEFA KELY</vt:lpstr>
      <vt:lpstr>JOSIA KELY</vt:lpstr>
      <vt:lpstr>Ilay zazalahy kely tsy fantatra anarana</vt:lpstr>
      <vt:lpstr>JOASY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1. Fiantohana ny Hoavin’ny Fiangonana (Retention)</vt:lpstr>
      <vt:lpstr>2. Fifohazana sy Hery Vaovao  (Spiritual Vitality)</vt:lpstr>
      <vt:lpstr>Présentation PowerPoint</vt:lpstr>
      <vt:lpstr>Présentation PowerPoint</vt:lpstr>
      <vt:lpstr>Présentation PowerPoint</vt:lpstr>
      <vt:lpstr>Présentation PowerPoint</vt:lpstr>
      <vt:lpstr>TSARA HO FANTATRA</vt:lpstr>
      <vt:lpstr> Ireo ankizy mpitory teny mahomby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FEHINY</vt:lpstr>
      <vt:lpstr>ARMA: Ankizy Rehetra Mandray Anjara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ARMA</dc:title>
  <dc:creator>Eyma Charlot</dc:creator>
  <cp:lastModifiedBy>EYMMA</cp:lastModifiedBy>
  <cp:revision>55</cp:revision>
  <dcterms:created xsi:type="dcterms:W3CDTF">2026-03-31T10:56:18Z</dcterms:created>
  <dcterms:modified xsi:type="dcterms:W3CDTF">2026-04-04T20:29:56Z</dcterms:modified>
</cp:coreProperties>
</file>