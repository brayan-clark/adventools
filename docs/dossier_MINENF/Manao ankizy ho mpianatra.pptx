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notesMasterIdLst>
    <p:notesMasterId r:id="rId32"/>
  </p:notesMasterIdLst>
  <p:sldIdLst>
    <p:sldId id="256" r:id="rId2"/>
    <p:sldId id="284" r:id="rId3"/>
    <p:sldId id="28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82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3" r:id="rId24"/>
    <p:sldId id="276" r:id="rId25"/>
    <p:sldId id="277" r:id="rId26"/>
    <p:sldId id="278" r:id="rId27"/>
    <p:sldId id="279" r:id="rId28"/>
    <p:sldId id="280" r:id="rId29"/>
    <p:sldId id="281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54360" autoAdjust="0"/>
  </p:normalViewPr>
  <p:slideViewPr>
    <p:cSldViewPr snapToGrid="0">
      <p:cViewPr varScale="1">
        <p:scale>
          <a:sx n="40" d="100"/>
          <a:sy n="40" d="100"/>
        </p:scale>
        <p:origin x="189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G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F58F0-F5F6-4DC2-AAE6-808A381BF28C}" type="datetimeFigureOut">
              <a:rPr lang="fr-MG" smtClean="0"/>
              <a:t>04/04/2026</a:t>
            </a:fld>
            <a:endParaRPr lang="fr-MG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G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G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258F9-6283-4703-A872-2B56674D5615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64284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Misaotra</a:t>
            </a:r>
            <a:r>
              <a:rPr lang="fr-FR" dirty="0"/>
              <a:t> </a:t>
            </a:r>
            <a:r>
              <a:rPr lang="fr-FR" dirty="0" err="1"/>
              <a:t>an’Andriamanitra</a:t>
            </a:r>
            <a:r>
              <a:rPr lang="fr-FR" dirty="0"/>
              <a:t> </a:t>
            </a:r>
          </a:p>
          <a:p>
            <a:r>
              <a:rPr lang="fr-FR" dirty="0" err="1"/>
              <a:t>Misaotra</a:t>
            </a:r>
            <a:r>
              <a:rPr lang="fr-FR" dirty="0"/>
              <a:t> </a:t>
            </a:r>
            <a:r>
              <a:rPr lang="fr-FR" dirty="0" err="1"/>
              <a:t>an’ny</a:t>
            </a:r>
            <a:r>
              <a:rPr lang="fr-FR" dirty="0"/>
              <a:t> </a:t>
            </a:r>
            <a:r>
              <a:rPr lang="fr-FR" dirty="0" err="1"/>
              <a:t>Departement</a:t>
            </a:r>
            <a:r>
              <a:rPr lang="fr-FR" dirty="0"/>
              <a:t> </a:t>
            </a:r>
            <a:r>
              <a:rPr lang="fr-FR" dirty="0" err="1"/>
              <a:t>avy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UNION </a:t>
            </a:r>
            <a:r>
              <a:rPr lang="fr-FR" dirty="0" err="1"/>
              <a:t>namolavola</a:t>
            </a:r>
            <a:r>
              <a:rPr lang="fr-FR" dirty="0"/>
              <a:t> </a:t>
            </a:r>
            <a:r>
              <a:rPr lang="fr-FR" dirty="0" err="1"/>
              <a:t>ity</a:t>
            </a:r>
            <a:r>
              <a:rPr lang="fr-FR" dirty="0"/>
              <a:t> programme </a:t>
            </a:r>
            <a:r>
              <a:rPr lang="fr-FR" dirty="0" err="1"/>
              <a:t>ty</a:t>
            </a:r>
            <a:endParaRPr lang="fr-FR" dirty="0"/>
          </a:p>
          <a:p>
            <a:r>
              <a:rPr lang="fr-FR" dirty="0" err="1"/>
              <a:t>Anatin’izany</a:t>
            </a:r>
            <a:r>
              <a:rPr lang="fr-FR" dirty="0"/>
              <a:t> </a:t>
            </a:r>
            <a:r>
              <a:rPr lang="fr-FR" dirty="0" err="1"/>
              <a:t>koa</a:t>
            </a:r>
            <a:r>
              <a:rPr lang="fr-FR" dirty="0"/>
              <a:t>,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dep</a:t>
            </a:r>
            <a:r>
              <a:rPr lang="fr-FR" dirty="0"/>
              <a:t> 2 </a:t>
            </a:r>
            <a:r>
              <a:rPr lang="fr-FR" dirty="0" err="1"/>
              <a:t>vavy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fikarakarana</a:t>
            </a:r>
            <a:r>
              <a:rPr lang="fr-FR" dirty="0"/>
              <a:t> </a:t>
            </a:r>
            <a:r>
              <a:rPr lang="fr-FR" dirty="0" err="1"/>
              <a:t>izao</a:t>
            </a:r>
            <a:r>
              <a:rPr lang="fr-FR" dirty="0"/>
              <a:t> programma </a:t>
            </a:r>
            <a:r>
              <a:rPr lang="fr-FR" dirty="0" err="1"/>
              <a:t>izao</a:t>
            </a:r>
            <a:endParaRPr lang="fr-FR" dirty="0"/>
          </a:p>
          <a:p>
            <a:r>
              <a:rPr lang="fr-FR" dirty="0" err="1"/>
              <a:t>Isaorana</a:t>
            </a:r>
            <a:r>
              <a:rPr lang="fr-FR" dirty="0"/>
              <a:t> </a:t>
            </a:r>
            <a:r>
              <a:rPr lang="fr-FR" dirty="0" err="1"/>
              <a:t>ihany</a:t>
            </a:r>
            <a:r>
              <a:rPr lang="fr-FR" dirty="0"/>
              <a:t> </a:t>
            </a:r>
            <a:r>
              <a:rPr lang="fr-FR" dirty="0" err="1"/>
              <a:t>koa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nanome</a:t>
            </a:r>
            <a:r>
              <a:rPr lang="fr-FR" dirty="0"/>
              <a:t> </a:t>
            </a:r>
            <a:r>
              <a:rPr lang="fr-FR" dirty="0" err="1"/>
              <a:t>anjara</a:t>
            </a:r>
            <a:r>
              <a:rPr lang="fr-FR" dirty="0"/>
              <a:t> </a:t>
            </a:r>
            <a:r>
              <a:rPr lang="fr-FR" dirty="0" err="1"/>
              <a:t>fitenenana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 err="1"/>
              <a:t>Manonona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fiadananan’ny</a:t>
            </a:r>
            <a:r>
              <a:rPr lang="fr-FR" dirty="0"/>
              <a:t> </a:t>
            </a:r>
            <a:r>
              <a:rPr lang="fr-FR" dirty="0" err="1"/>
              <a:t>Tompo</a:t>
            </a:r>
            <a:r>
              <a:rPr lang="fr-FR" dirty="0"/>
              <a:t> </a:t>
            </a:r>
            <a:r>
              <a:rPr lang="fr-FR" dirty="0" err="1"/>
              <a:t>amintsika</a:t>
            </a:r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1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636118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Manoloana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fahasarotany</a:t>
            </a:r>
            <a:r>
              <a:rPr lang="fr-FR" dirty="0"/>
              <a:t> </a:t>
            </a:r>
            <a:r>
              <a:rPr lang="fr-FR" dirty="0" err="1"/>
              <a:t>fitaizana</a:t>
            </a:r>
            <a:r>
              <a:rPr lang="fr-FR" dirty="0"/>
              <a:t> </a:t>
            </a:r>
            <a:r>
              <a:rPr lang="fr-FR" dirty="0" err="1"/>
              <a:t>amin’izao</a:t>
            </a:r>
            <a:r>
              <a:rPr lang="fr-FR" dirty="0"/>
              <a:t> </a:t>
            </a:r>
            <a:r>
              <a:rPr lang="fr-FR" dirty="0" err="1"/>
              <a:t>andro</a:t>
            </a:r>
            <a:r>
              <a:rPr lang="fr-FR" dirty="0"/>
              <a:t> </a:t>
            </a:r>
            <a:r>
              <a:rPr lang="fr-FR" dirty="0" err="1"/>
              <a:t>farany</a:t>
            </a:r>
            <a:r>
              <a:rPr lang="fr-FR" dirty="0"/>
              <a:t> </a:t>
            </a:r>
            <a:r>
              <a:rPr lang="fr-FR" dirty="0" err="1"/>
              <a:t>izao</a:t>
            </a:r>
            <a:endParaRPr lang="fr-FR" dirty="0"/>
          </a:p>
          <a:p>
            <a:r>
              <a:rPr lang="fr-FR" dirty="0"/>
              <a:t>Ny </a:t>
            </a:r>
            <a:r>
              <a:rPr lang="fr-FR" dirty="0" err="1"/>
              <a:t>fiangonantsika</a:t>
            </a:r>
            <a:r>
              <a:rPr lang="fr-FR" dirty="0"/>
              <a:t> dia </a:t>
            </a:r>
            <a:r>
              <a:rPr lang="fr-FR" dirty="0" err="1"/>
              <a:t>mitady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</a:t>
            </a:r>
            <a:r>
              <a:rPr lang="fr-FR" dirty="0" err="1"/>
              <a:t>amolavolana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hikarakarana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hiala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finoana</a:t>
            </a:r>
            <a:endParaRPr lang="fr-FR" dirty="0"/>
          </a:p>
          <a:p>
            <a:r>
              <a:rPr lang="fr-FR" dirty="0" err="1"/>
              <a:t>Isika</a:t>
            </a:r>
            <a:r>
              <a:rPr lang="fr-FR" dirty="0"/>
              <a:t> </a:t>
            </a:r>
            <a:r>
              <a:rPr lang="fr-FR" dirty="0" err="1"/>
              <a:t>raha</a:t>
            </a:r>
            <a:r>
              <a:rPr lang="fr-FR" dirty="0"/>
              <a:t> </a:t>
            </a:r>
            <a:r>
              <a:rPr lang="fr-FR" dirty="0" err="1"/>
              <a:t>teo</a:t>
            </a:r>
            <a:r>
              <a:rPr lang="fr-FR" dirty="0"/>
              <a:t> </a:t>
            </a:r>
            <a:r>
              <a:rPr lang="fr-FR" dirty="0" err="1"/>
              <a:t>moa</a:t>
            </a:r>
            <a:r>
              <a:rPr lang="fr-FR" dirty="0"/>
              <a:t> </a:t>
            </a:r>
            <a:r>
              <a:rPr lang="fr-FR" dirty="0" err="1"/>
              <a:t>efa</a:t>
            </a:r>
            <a:r>
              <a:rPr lang="fr-FR" dirty="0"/>
              <a:t> </a:t>
            </a:r>
            <a:r>
              <a:rPr lang="fr-FR" dirty="0" err="1"/>
              <a:t>nantsoin’Andrimanitra</a:t>
            </a:r>
            <a:r>
              <a:rPr lang="fr-FR" dirty="0"/>
              <a:t> </a:t>
            </a:r>
            <a:r>
              <a:rPr lang="fr-FR" dirty="0" err="1"/>
              <a:t>anao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ho </a:t>
            </a:r>
            <a:r>
              <a:rPr lang="fr-FR" dirty="0" err="1"/>
              <a:t>mpianatra</a:t>
            </a:r>
            <a:endParaRPr lang="fr-FR" dirty="0"/>
          </a:p>
          <a:p>
            <a:r>
              <a:rPr lang="fr-FR" dirty="0" err="1"/>
              <a:t>Araka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voalaza’ny</a:t>
            </a:r>
            <a:r>
              <a:rPr lang="fr-FR" dirty="0"/>
              <a:t> MATIO 28: 18-20</a:t>
            </a:r>
          </a:p>
          <a:p>
            <a:r>
              <a:rPr lang="fr-FR" dirty="0"/>
              <a:t>Am maha </a:t>
            </a:r>
            <a:r>
              <a:rPr lang="fr-FR" dirty="0" err="1"/>
              <a:t>mpiandraikitra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 </a:t>
            </a:r>
            <a:r>
              <a:rPr lang="fr-FR" dirty="0" err="1"/>
              <a:t>atsika</a:t>
            </a:r>
            <a:r>
              <a:rPr lang="fr-FR" dirty="0"/>
              <a:t> dia </a:t>
            </a:r>
            <a:r>
              <a:rPr lang="fr-FR" dirty="0" err="1"/>
              <a:t>manana</a:t>
            </a:r>
            <a:r>
              <a:rPr lang="fr-FR" dirty="0"/>
              <a:t> </a:t>
            </a:r>
            <a:r>
              <a:rPr lang="fr-FR" dirty="0" err="1"/>
              <a:t>adidy</a:t>
            </a:r>
            <a:r>
              <a:rPr lang="fr-FR" dirty="0"/>
              <a:t> </a:t>
            </a:r>
            <a:r>
              <a:rPr lang="fr-FR" dirty="0" err="1"/>
              <a:t>isika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anao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Zaza ho </a:t>
            </a:r>
            <a:r>
              <a:rPr lang="fr-FR" dirty="0" err="1"/>
              <a:t>mpianatr’i</a:t>
            </a:r>
            <a:r>
              <a:rPr lang="fr-FR" dirty="0"/>
              <a:t> </a:t>
            </a:r>
            <a:r>
              <a:rPr lang="fr-FR" dirty="0" err="1"/>
              <a:t>Kritsy</a:t>
            </a:r>
            <a:endParaRPr lang="fr-FR" dirty="0"/>
          </a:p>
          <a:p>
            <a:r>
              <a:rPr lang="fr-FR" dirty="0" err="1"/>
              <a:t>Izay</a:t>
            </a:r>
            <a:r>
              <a:rPr lang="fr-FR" dirty="0"/>
              <a:t> no maha tonga </a:t>
            </a:r>
            <a:r>
              <a:rPr lang="fr-FR" dirty="0" err="1"/>
              <a:t>ty</a:t>
            </a:r>
            <a:r>
              <a:rPr lang="fr-FR" dirty="0"/>
              <a:t> </a:t>
            </a:r>
            <a:r>
              <a:rPr lang="fr-FR" dirty="0" err="1"/>
              <a:t>tapany</a:t>
            </a:r>
            <a:r>
              <a:rPr lang="fr-FR" dirty="0"/>
              <a:t> </a:t>
            </a:r>
            <a:r>
              <a:rPr lang="fr-FR" dirty="0" err="1"/>
              <a:t>hoentiko</a:t>
            </a:r>
            <a:r>
              <a:rPr lang="fr-FR" dirty="0"/>
              <a:t> </a:t>
            </a:r>
            <a:r>
              <a:rPr lang="fr-FR" dirty="0" err="1"/>
              <a:t>ity</a:t>
            </a:r>
            <a:r>
              <a:rPr lang="fr-FR" dirty="0"/>
              <a:t> </a:t>
            </a:r>
            <a:r>
              <a:rPr lang="fr-FR" dirty="0" err="1"/>
              <a:t>hoe</a:t>
            </a:r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2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495624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Ireto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hevitra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vitsivitsy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azo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ampiharina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miorina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Soratra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Masina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fanahin’ny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faminaniana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fr-MG" sz="12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4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787281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5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014787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Milaza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Tompo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teniny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ho ao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am-ponao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aloha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vao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ampianarinao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zanakao</a:t>
            </a:r>
            <a:r>
              <a:rPr lang="fr-FR" sz="1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2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6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901678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Resadresaka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isan’andro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Resaho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am-pisakafoana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am-pandehanana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na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mijery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zavaboary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Asehoy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lafiny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fiainana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- Ny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Alitara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ao an-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tokantrano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Ataovy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fohy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mahaliana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mifanaraka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taonany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fotoam-pivavahana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isan-kariva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isan-maraina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Ampiasao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tantara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hira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7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8564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*   **Ny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Vavaka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:**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Ampianaro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hiresaka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amin’i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miresaka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Ampianaro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hisaotra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zavatra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hangataka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fanampiana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olany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*   **Ny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Tenin’Andriamanitra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:**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Ampianaro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hitia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Baiboly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 Ny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tantaran’i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hampahafantarana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toetrany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8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753136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ohatra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manampy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sahirana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mivavaka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an’ny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marary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na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manampy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am-piangonana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9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181408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Asehoy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toetran’i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alalan’ny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fahamemem-panahy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famelan-keloka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mahatsapa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tiana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dia ho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mora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kokoa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hitia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an’Ilay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Andriamanitra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torinao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10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645876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Ireto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dingana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azo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ampiharina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13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311559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Tantarao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maha-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Azy :**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Resaho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herim-pony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hatsaram-panahiny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mahantra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namaliany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fakam-panahy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*   **Ny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tanjona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:**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Hahatonga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hiteny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hoe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 * »Te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hitovy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amin’i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aho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satria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tiako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toetrany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 »*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14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934988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*   **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Fandinihana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Baiboly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fitadiavana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valiny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:**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olana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ohatra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nisy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nampalahelo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an-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tsekoly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miteny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fotsiny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hoe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« 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mivavaha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», fa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sokafy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Baiboly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tadiavo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hoe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 * »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Inona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lazain’i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momba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? »*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*   **Ny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natiora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:**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Ampianaro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hahita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tanan’Andriamanitra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zavaboary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manampy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hahatsapa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foana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Mpampianatra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15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525109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*   **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Iraka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isan-kerinandro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:**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Omeo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« mission »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Ohatra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 * »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Amin’ity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herinandro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ity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mitadiava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iray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malahelo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itondray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vatomamy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mampahery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 »*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*   **Ny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vokatry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Fanahy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:**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mampiseho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faharetana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fahamemem-panahy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dia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sakasao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teneno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hoe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 * »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Hitako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toetran’i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 »*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manamafy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maha-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16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851420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*   **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Fanontaniana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manaitra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saina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:**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manome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valiny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foana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fa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anontanio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hoe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 * »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Raha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teo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toeranao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inona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hataony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? »*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mampianatra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handray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andraikitra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finoany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*   **Ny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Batisa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:**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hitanao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manomboka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mitia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an’i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Teniny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dia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amporisihina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dingana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manaraka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nefa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avelao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hahatsapa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safidiny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malalaka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valin’ny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fitiavan’i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18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997778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Ireto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tombotsoa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lehibe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azo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amin’izany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21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3580151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toetra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voaforona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dieny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mbola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no ho lasa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tadin-dokany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lehibe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ka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mora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voasariky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ratsy</a:t>
            </a:r>
            <a:r>
              <a:rPr lang="fr-FR" sz="18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22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554614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Amin’izao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tontolo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feno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tebiteby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mahalala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an’i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fiadanana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anaty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24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654697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None/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mora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hiteny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hoe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« 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Tsia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»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zava-mahadomelina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ratsy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na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fanao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mifanaraka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sitrapon’Andriamanitra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satria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tanjona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ambony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kokoa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hampifaly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an’i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25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6632803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Ity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tombotsoa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lehibe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 Ny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fanaovana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manomana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an’ity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ity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ihany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fa ho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lanitra</a:t>
            </a:r>
            <a:r>
              <a:rPr lang="fr-FR" sz="1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18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  <a:p>
            <a:endParaRPr lang="fr-M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258F9-6283-4703-A872-2B56674D5615}" type="slidenum">
              <a:rPr lang="fr-MG" smtClean="0"/>
              <a:t>28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56251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6C8265-9495-4739-8B6C-EB312E08CB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MBOLA TSARA JIABY</a:t>
            </a:r>
            <a:endParaRPr lang="fr-MG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05B0E2-2BD4-4416-8679-B4F491D00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fr-FR" b="1" i="1" dirty="0" smtClean="0">
                <a:latin typeface="Arial Black" panose="020B0A04020102020204" pitchFamily="34" charset="0"/>
              </a:rPr>
              <a:t>By </a:t>
            </a:r>
            <a:r>
              <a:rPr lang="fr-FR" b="1" i="1" dirty="0" err="1" smtClean="0">
                <a:latin typeface="Arial Black" panose="020B0A04020102020204" pitchFamily="34" charset="0"/>
              </a:rPr>
              <a:t>Manou</a:t>
            </a:r>
            <a:r>
              <a:rPr lang="fr-FR" b="1" i="1" dirty="0" smtClean="0">
                <a:latin typeface="Arial Black" panose="020B0A04020102020204" pitchFamily="34" charset="0"/>
              </a:rPr>
              <a:t> BABILASY</a:t>
            </a:r>
            <a:endParaRPr lang="fr-MG" b="1" i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853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21CE97-C275-4E90-973E-68E2AF9BA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FIADANAN’ny</a:t>
            </a:r>
            <a:r>
              <a:rPr lang="fr-FR" dirty="0"/>
              <a:t> </a:t>
            </a:r>
            <a:r>
              <a:rPr lang="fr-FR" dirty="0" err="1"/>
              <a:t>tompo</a:t>
            </a:r>
            <a:r>
              <a:rPr lang="fr-FR" dirty="0"/>
              <a:t> HO AMINTSIKA REHETRA</a:t>
            </a:r>
            <a:endParaRPr lang="fr-MG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CB296D3-996B-41E9-8839-5C1F135D5B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806463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6C279B-F268-4554-B8AC-FE2C76F6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Manao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 ho </a:t>
            </a:r>
            <a:r>
              <a:rPr lang="fr-FR" dirty="0" err="1"/>
              <a:t>mpianatra</a:t>
            </a:r>
            <a:endParaRPr lang="fr-MG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84905C-551C-47AF-B55C-E351CED68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058285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075EAB-1AB1-44BD-95C3-01F338EF4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8433" y="1642821"/>
            <a:ext cx="5690461" cy="447126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fanaovana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mpianatr’i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iraka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masina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sady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mahafinaritra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fampitana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fahalalana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fotsiny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fitarihana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fifandraisana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velona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Mpamonjy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MG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MG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D8DAAC8-6167-401C-BEF3-4F25D64D9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4" y="244098"/>
            <a:ext cx="5324354" cy="636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3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3C3456-9D58-4118-B486-8DD8545F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366" y="560263"/>
            <a:ext cx="6664272" cy="788090"/>
          </a:xfrm>
        </p:spPr>
        <p:txBody>
          <a:bodyPr>
            <a:norm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NY OHATRA VELONA (MODELING)</a:t>
            </a:r>
            <a:endParaRPr lang="fr-MG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70CBFE-C19B-40CE-B32B-C106F23EF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70" y="2154265"/>
            <a:ext cx="7772400" cy="38745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mandray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bebe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kokoa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amin’izay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hitany</a:t>
            </a:r>
            <a:r>
              <a:rPr lang="fr-FR" sz="2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 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noho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 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henony</a:t>
            </a:r>
            <a:r>
              <a:rPr lang="fr-FR" sz="2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Raha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hitan’izy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i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akaiky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dia ho te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hifandray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31575AA-16F5-4204-A8ED-C74C98FFE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702" y="216976"/>
            <a:ext cx="350003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5079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23E3C6-121B-4343-919B-86DCCD61D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057" y="623032"/>
            <a:ext cx="5581973" cy="1371600"/>
          </a:xfrm>
        </p:spPr>
        <p:txBody>
          <a:bodyPr/>
          <a:lstStyle/>
          <a:p>
            <a:pPr algn="ctr"/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Deoteronomia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6:6-7</a:t>
            </a:r>
            <a:endParaRPr lang="fr-M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D93EEE-F863-4588-8265-0433AF2A7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857" y="1994632"/>
            <a:ext cx="6713350" cy="39319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 « Ary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aoka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ao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am-ponao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andidiako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»</a:t>
            </a:r>
          </a:p>
          <a:p>
            <a:pPr marL="0" indent="0" algn="just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 « Dia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ampianaro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zanakao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resaho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mipetraka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an-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tranonao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hianao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mandeha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an-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dalàna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mandry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mifoha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»</a:t>
            </a: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8EC9A6E-A419-4BF7-864B-C547F186F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688" y="247973"/>
            <a:ext cx="4556502" cy="63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39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1DF5DF-4C78-4E8C-AE49-3B4C772E5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36" y="599934"/>
            <a:ext cx="7772400" cy="1134975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ATAOVY HO FIAINANA NY FIVAVAHANA</a:t>
            </a:r>
            <a:endParaRPr lang="fr-MG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B539D8-5779-4816-B7A6-FB6BDE9FB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30" y="2262751"/>
            <a:ext cx="7772400" cy="34829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zavatra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mankaleo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fombafomba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fotsiny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fanarahana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an’i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179BCBF-71D8-4A70-B6E8-7B43C6223689}"/>
              </a:ext>
            </a:extLst>
          </p:cNvPr>
          <p:cNvSpPr txBox="1">
            <a:spLocks/>
          </p:cNvSpPr>
          <p:nvPr/>
        </p:nvSpPr>
        <p:spPr>
          <a:xfrm>
            <a:off x="1431268" y="3318435"/>
            <a:ext cx="48387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lphaLcPeriod"/>
            </a:pP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Resadresaka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isan’andro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alitara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an-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tokantrano</a:t>
            </a: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7E2E3E8-D1C3-45BB-A051-A128495D3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230" y="216975"/>
            <a:ext cx="3804962" cy="646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4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5DF2D1-62E0-4906-BFE8-08BC08C39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581" y="542442"/>
            <a:ext cx="7311325" cy="164592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AMPIANARO IZY IREO HIFANDRAY MIVANTANA AMIN’I JESOSY</a:t>
            </a:r>
            <a:r>
              <a:rPr lang="fr-MG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MG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MG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DB26A1-4365-4468-B0F9-FF69EC967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200" y="2604492"/>
            <a:ext cx="4944088" cy="25146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vavaka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tenin’andriamanitra</a:t>
            </a: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C95EAD2-0546-4EB1-9C35-0241B9C1D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129" y="216976"/>
            <a:ext cx="4006650" cy="664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632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437B66-9B5D-4799-B60D-29C9ADEF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0" y="302217"/>
            <a:ext cx="8019470" cy="1373350"/>
          </a:xfrm>
        </p:spPr>
        <p:txBody>
          <a:bodyPr>
            <a:normAutofit/>
          </a:bodyPr>
          <a:lstStyle/>
          <a:p>
            <a:pPr algn="ctr"/>
            <a:r>
              <a:rPr lang="fr-FR" sz="29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FAMPANDRAISANA ANJARA AMIN’NY FANOMPOANA</a:t>
            </a:r>
            <a:endParaRPr lang="fr-MG" sz="2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00FD44-1A28-479F-8164-13F74C32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260" y="2061275"/>
            <a:ext cx="7772400" cy="4796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 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manaraka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DDA0B20F-73D5-408D-8C57-8A09C0CE0051}"/>
              </a:ext>
            </a:extLst>
          </p:cNvPr>
          <p:cNvSpPr txBox="1">
            <a:spLocks/>
          </p:cNvSpPr>
          <p:nvPr/>
        </p:nvSpPr>
        <p:spPr>
          <a:xfrm>
            <a:off x="260274" y="2817473"/>
            <a:ext cx="8238125" cy="3682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lphaLcPeriod"/>
            </a:pP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Omeo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andraikitra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Araka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voalazan’i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 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Ellen G. White</a:t>
            </a:r>
            <a:r>
              <a:rPr lang="fr-FR" sz="2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boky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 Child Guidance » : « 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ampianarina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mpisolo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an’i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Kristy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alalan’ny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fanompoana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isan’andro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»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77604F8-EFBD-487E-9F16-D0A5698B3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660" y="253781"/>
            <a:ext cx="3821624" cy="641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777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A32A8-82E2-42C5-88F8-508FB934C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409" y="640080"/>
            <a:ext cx="7547675" cy="1002740"/>
          </a:xfrm>
        </p:spPr>
        <p:txBody>
          <a:bodyPr>
            <a:normAutofit/>
          </a:bodyPr>
          <a:lstStyle/>
          <a:p>
            <a:pPr algn="ctr"/>
            <a:r>
              <a:rPr lang="fr-FR" sz="29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FITIAVANA SY FAHARETANA</a:t>
            </a:r>
            <a:endParaRPr lang="fr-MG" sz="2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EA90CE-6F36-4836-A58E-FD8E87B0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684" y="2286000"/>
            <a:ext cx="7772400" cy="1234698"/>
          </a:xfrm>
        </p:spPr>
        <p:txBody>
          <a:bodyPr/>
          <a:lstStyle/>
          <a:p>
            <a:pPr marL="0" indent="0" algn="just">
              <a:buNone/>
            </a:pP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Tsarovy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nitondran’i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“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Avelao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zaza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hanatona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(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Matio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19 :14).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MG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B6D89B-FC09-452F-9D29-5D3BB0D52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MG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0B55D8C-BB74-4B52-80AF-D2BDD28C8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084" y="236349"/>
            <a:ext cx="3527157" cy="638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964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8F0E6D-E996-4203-A65A-0445DA70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TOROHEVITRA HO ANTSIKA</a:t>
            </a:r>
            <a:endParaRPr lang="fr-M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E840B9-D593-4BAD-9C47-A62B92B17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017520"/>
            <a:ext cx="10058400" cy="2530873"/>
          </a:xfrm>
        </p:spPr>
        <p:txBody>
          <a:bodyPr/>
          <a:lstStyle/>
          <a:p>
            <a:pPr marL="0" indent="0" algn="just"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tanjona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hahatonga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« 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mpivavaka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fotsiny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hahatonga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« 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naman’i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». Mila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fotoana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fitarihan’ny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Fanahy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Masina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ianao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maha-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mpanabe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 ray aman-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dreny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MG" dirty="0"/>
          </a:p>
        </p:txBody>
      </p:sp>
    </p:spTree>
    <p:extLst>
      <p:ext uri="{BB962C8B-B14F-4D97-AF65-F5344CB8AC3E}">
        <p14:creationId xmlns:p14="http://schemas.microsoft.com/office/powerpoint/2010/main" val="144439562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449D71-3335-4298-8932-E95B583B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90908"/>
            <a:ext cx="10058400" cy="5005457"/>
          </a:xfrm>
        </p:spPr>
        <p:txBody>
          <a:bodyPr>
            <a:normAutofit/>
          </a:bodyPr>
          <a:lstStyle/>
          <a:p>
            <a:pPr algn="ctr"/>
            <a:r>
              <a:rPr lang="fr-F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INONA NO ATAO MBA HITARIHANA NY ANKIZY HO LASA TENA MPIANATRA JESOSY?</a:t>
            </a:r>
            <a:endParaRPr lang="fr-MG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0461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0CA8CC-3B8D-42CD-8776-8A4351C5C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047" y="2028340"/>
            <a:ext cx="10011905" cy="19954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hitarihana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lasa « 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mpianatr’i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 (fa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mpandeha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am-piangonana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fotsiny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dia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mifindra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fampitana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fahalalana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mankany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fampitana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 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traikefa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velona</a:t>
            </a:r>
            <a:r>
              <a:rPr lang="fr-FR" sz="32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isika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Ny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 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mianatra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manaraka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mitovy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Mpampianatra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32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»</a:t>
            </a:r>
            <a:endParaRPr lang="fr-MG" sz="32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MG" sz="3200" dirty="0"/>
          </a:p>
        </p:txBody>
      </p:sp>
    </p:spTree>
    <p:extLst>
      <p:ext uri="{BB962C8B-B14F-4D97-AF65-F5344CB8AC3E}">
        <p14:creationId xmlns:p14="http://schemas.microsoft.com/office/powerpoint/2010/main" val="4293506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ABC903-5011-4451-8F2E-EC2EB09CF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98117"/>
            <a:ext cx="10058400" cy="1371600"/>
          </a:xfrm>
        </p:spPr>
        <p:txBody>
          <a:bodyPr/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ATAOVY « MAHERY FO » SY « NAMANA » I JESOSY</a:t>
            </a:r>
            <a:endParaRPr lang="fr-MG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490AF6-734A-43E6-8A28-62974D59D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443" y="2506080"/>
            <a:ext cx="5998361" cy="236039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Matetika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mahafantatra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an’i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boky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fotsiny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lasa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mahatsapa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velona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045642F-78C9-40F2-9A83-E62011771A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07262" y="2025650"/>
            <a:ext cx="3748088" cy="3748088"/>
          </a:xfrm>
        </p:spPr>
      </p:pic>
    </p:spTree>
    <p:extLst>
      <p:ext uri="{BB962C8B-B14F-4D97-AF65-F5344CB8AC3E}">
        <p14:creationId xmlns:p14="http://schemas.microsoft.com/office/powerpoint/2010/main" val="15173422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7AFFFE-3B10-4CBA-A6FC-442B616A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20040"/>
            <a:ext cx="10058400" cy="1371600"/>
          </a:xfrm>
        </p:spPr>
        <p:txBody>
          <a:bodyPr/>
          <a:lstStyle/>
          <a:p>
            <a:r>
              <a:rPr lang="fr-FR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AMPIANARO « HIHAINO » NY FEON’NY TOMPO</a:t>
            </a:r>
            <a:endParaRPr lang="fr-MG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9F15B4-17FB-4FFE-91B4-BFE5A65A8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2442" y="2630062"/>
            <a:ext cx="5434222" cy="322209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mahafantatra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feon’ny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Mpampianatra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3525" indent="266700" algn="just"/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Fandinihana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Baiboly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fitadiavana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valiny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63525" indent="266700" algn="just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natiora</a:t>
            </a: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7A0812E-52B6-4C44-9D50-2187E30E3D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20732" y="1580828"/>
            <a:ext cx="4339526" cy="4711484"/>
          </a:xfrm>
        </p:spPr>
      </p:pic>
    </p:spTree>
    <p:extLst>
      <p:ext uri="{BB962C8B-B14F-4D97-AF65-F5344CB8AC3E}">
        <p14:creationId xmlns:p14="http://schemas.microsoft.com/office/powerpoint/2010/main" val="42364222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173DC9-A92C-439E-9D12-B1B5BB717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16914"/>
            <a:ext cx="10058400" cy="1371600"/>
          </a:xfrm>
        </p:spPr>
        <p:txBody>
          <a:bodyPr>
            <a:noAutofit/>
          </a:bodyPr>
          <a:lstStyle/>
          <a:p>
            <a:pPr algn="ctr"/>
            <a:r>
              <a:rPr lang="fr-FR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NY FANOMPOANA : NY « </a:t>
            </a:r>
            <a:r>
              <a:rPr lang="fr-FR" sz="2800" b="1" kern="1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PRATIKA</a:t>
            </a:r>
            <a:r>
              <a:rPr lang="fr-FR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 AMIN’NY MAHA-MPIANATRA</a:t>
            </a:r>
            <a:r>
              <a:rPr lang="fr-MG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MG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MG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7F98EE-B7DD-485E-A5E2-3375BB88F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289" y="2743787"/>
            <a:ext cx="5817031" cy="3197299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maha-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zavatra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fantatra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zavatra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Iraka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isan-kerinandro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vokatry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Fanahy</a:t>
            </a: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89003B2-F6CA-4C73-9BBB-CF5B7B03EE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70320" y="2061275"/>
            <a:ext cx="4754879" cy="4053722"/>
          </a:xfrm>
        </p:spPr>
      </p:pic>
    </p:spTree>
    <p:extLst>
      <p:ext uri="{BB962C8B-B14F-4D97-AF65-F5344CB8AC3E}">
        <p14:creationId xmlns:p14="http://schemas.microsoft.com/office/powerpoint/2010/main" val="33097487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776F7A-EAD9-4C9E-8202-1DCAD4D1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66580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AMPIANARO NY FOMBA « MIFANDRAY » (VAVAKA)</a:t>
            </a:r>
            <a:endParaRPr lang="fr-MG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3902B2-1E11-4D37-BB54-E04655488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437" y="2847039"/>
            <a:ext cx="5387727" cy="374904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miresaka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Mpampianatra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30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57188" algn="just">
              <a:lnSpc>
                <a:spcPct val="115000"/>
              </a:lnSpc>
              <a:spcAft>
                <a:spcPts val="800"/>
              </a:spcAft>
            </a:pP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ampianarina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vavaka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tsianjery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fotsiny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Ampianaro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hitantara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fifaliany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tahony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fahatezerany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mihitsy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fr-FR" sz="3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30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M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9C8F68-F2A6-48DB-B181-5DEFD77F2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2" y="2847039"/>
            <a:ext cx="5387727" cy="374904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 Ellen G. White »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milaza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Christ* (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Dingana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mankany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Kristy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fa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vavaka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« 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famoahana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amin’Andriamanitra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»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mahatsapa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fombafomba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intsony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fivavahany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3475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6B4DDD-569A-40E6-9F50-9AC0D176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NY FANAPAHAN-KEVITRA MANOKANA (PERSONAL COMMITMENT)</a:t>
            </a:r>
            <a:endParaRPr lang="fr-MG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3A6433-490D-48CD-8745-D3EC52BC7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9269" y="2492713"/>
            <a:ext cx="5356731" cy="374904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terena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maha-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amporisihina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2925" indent="-182563" algn="just"/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Fanontaniana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manaitra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saina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542925" indent="-182563" algn="just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batisa</a:t>
            </a: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75F5717-952C-4F46-83D8-38427B330A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17777" y="2014194"/>
            <a:ext cx="4507423" cy="4138315"/>
          </a:xfrm>
        </p:spPr>
      </p:pic>
    </p:spTree>
    <p:extLst>
      <p:ext uri="{BB962C8B-B14F-4D97-AF65-F5344CB8AC3E}">
        <p14:creationId xmlns:p14="http://schemas.microsoft.com/office/powerpoint/2010/main" val="3975813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BE906-F266-48A1-8541-934EEEF8D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6- </a:t>
            </a:r>
            <a:r>
              <a:rPr lang="fr-F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TEBOKA MANAN-DANJA INDRINDRA </a:t>
            </a:r>
            <a:endParaRPr lang="fr-MG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FDA456-AF56-4BBC-9393-35393993C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6428" y="2466366"/>
            <a:ext cx="5874374" cy="3749040"/>
          </a:xfrm>
        </p:spPr>
        <p:txBody>
          <a:bodyPr/>
          <a:lstStyle/>
          <a:p>
            <a:pPr marL="0" indent="0" algn="just">
              <a:buFont typeface="Garamond" pitchFamily="18" charset="0"/>
              <a:buNone/>
            </a:pP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 lasa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mpianatr’i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hitany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 **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ray aman-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dreniny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mpampianatra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mpianatr’i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koa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.**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Raha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hitany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manova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fiainanao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dia ho te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hanaraka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Azy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koa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D159872-9CF8-43FD-BB18-7255C86460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73131" y="2195513"/>
            <a:ext cx="3749675" cy="3749675"/>
          </a:xfrm>
        </p:spPr>
      </p:pic>
    </p:spTree>
    <p:extLst>
      <p:ext uri="{BB962C8B-B14F-4D97-AF65-F5344CB8AC3E}">
        <p14:creationId xmlns:p14="http://schemas.microsoft.com/office/powerpoint/2010/main" val="20363139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9C8269-BD03-4069-ADA4-24942995F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814" y="2037440"/>
            <a:ext cx="10058400" cy="24725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INONA NO TOMBONTSOA AZO AVY AMIN’NY FANAOVANA ANKIZY HO MPIANATRA</a:t>
            </a:r>
            <a:endParaRPr lang="fr-MG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2719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8F4D8A-EC45-4546-8F87-AABD1DB3D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275" y="1824150"/>
            <a:ext cx="10058400" cy="33367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fanaovana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mpianatr’i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fampiasam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-bola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azontsika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atao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Mitondra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fitahiana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lehibe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an’ilay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ihany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fa ho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an’ny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fianakaviana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fiangonana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fiarahamonina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koa</a:t>
            </a:r>
            <a:r>
              <a:rPr lang="fr-F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45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5888E3-7718-4F04-8F7F-7F1385085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70" y="359418"/>
            <a:ext cx="7481807" cy="1267903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FOTOTRA MAFY ORINA AMIN’NY TOETRA (CHARACTER BUILDING)</a:t>
            </a:r>
            <a:endParaRPr lang="fr-MG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F1D257-FF78-449B-AE44-BB9D276B2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70" y="2688039"/>
            <a:ext cx="7315201" cy="214743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mpianatr’i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mianatra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soatoavin’ny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lanitra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fahamarinana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fahamendrehana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fitiavana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famelan-keloka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MG" sz="11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D4A4F3E-2AE2-41FE-8DD2-48B965BEA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984" y="216976"/>
            <a:ext cx="41575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3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7D0E16-12C6-4748-A4DB-039A5B05B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1334691"/>
          </a:xfrm>
        </p:spPr>
        <p:txBody>
          <a:bodyPr/>
          <a:lstStyle/>
          <a:p>
            <a:pPr algn="ctr"/>
            <a:r>
              <a:rPr lang="fr-F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Ohabolana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22:6</a:t>
            </a:r>
            <a:endParaRPr lang="fr-M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A29594-2F82-42D9-A0EF-1FA60DAD8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3624" y="3564610"/>
            <a:ext cx="9070848" cy="1100380"/>
          </a:xfrm>
        </p:spPr>
        <p:txBody>
          <a:bodyPr>
            <a:normAutofit/>
          </a:bodyPr>
          <a:lstStyle/>
          <a:p>
            <a:pPr algn="just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 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Zaro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amin’izay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lalana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halehany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zaza,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antitra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dia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hiala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amin’izany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»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800" dirty="0"/>
          </a:p>
          <a:p>
            <a:endParaRPr lang="fr-MG" sz="2800" dirty="0"/>
          </a:p>
        </p:txBody>
      </p:sp>
    </p:spTree>
    <p:extLst>
      <p:ext uri="{BB962C8B-B14F-4D97-AF65-F5344CB8AC3E}">
        <p14:creationId xmlns:p14="http://schemas.microsoft.com/office/powerpoint/2010/main" val="279881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327E6-1632-4822-B3CB-EE9EA4F8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95" y="449450"/>
            <a:ext cx="7859076" cy="1596326"/>
          </a:xfrm>
        </p:spPr>
        <p:txBody>
          <a:bodyPr>
            <a:noAutofit/>
          </a:bodyPr>
          <a:lstStyle/>
          <a:p>
            <a:pPr algn="ctr"/>
            <a:r>
              <a:rPr lang="fr-FR" sz="3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FIADANAN-TSAINA SY FAHATSAPANA HO VOARO </a:t>
            </a:r>
            <a:br>
              <a:rPr lang="fr-FR" sz="3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(SECURITY &amp; PEACE)</a:t>
            </a:r>
            <a:endParaRPr lang="fr-MG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6A87BD-E362-4391-81F2-178007470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94" y="2216258"/>
            <a:ext cx="7772400" cy="39624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Fantany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Andriamanitra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mikarakara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miaro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fahatsapana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irery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tahotra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hoavy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fahafantarana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« 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Zanak’Andriamanitra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manome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fr-FR" sz="2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self-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esteem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 na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fanomezan-danja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lanitra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miankina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fijerin’ny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MG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F0F34BF-4756-49B0-9A58-2E879C63C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070" y="216976"/>
            <a:ext cx="3858936" cy="641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435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9D2B35-918F-4CA6-BAD2-04EA8B18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63399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FIAROVANA AMIN’NY FAKAM-PANAHIN’IZAO TONTOLO IZAO</a:t>
            </a:r>
            <a:endParaRPr lang="fr-MG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A7518F-DF62-4771-859A-A385BDAD5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0339" y="2645561"/>
            <a:ext cx="5219830" cy="37490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 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mihaino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feon’ny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Mpampianatra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manavaka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396365E-8967-43AE-B4A7-D7412E3F17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98225" y="1834999"/>
            <a:ext cx="4026975" cy="4173376"/>
          </a:xfrm>
        </p:spPr>
      </p:pic>
    </p:spTree>
    <p:extLst>
      <p:ext uri="{BB962C8B-B14F-4D97-AF65-F5344CB8AC3E}">
        <p14:creationId xmlns:p14="http://schemas.microsoft.com/office/powerpoint/2010/main" val="36554934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685424-B4FD-49A7-AF83-2EE43F3D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6" y="609083"/>
            <a:ext cx="8086241" cy="1421195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FANANANA TANJONA EO AMIN’NY FIAINANA (SENSE OF PURPOSE)</a:t>
            </a:r>
            <a:endParaRPr lang="fr-MG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99C042-3112-4243-8622-D9BD3A4F6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2345410"/>
            <a:ext cx="7772400" cy="3505200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miaina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fotsiny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800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Mianatra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manompo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manampy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hafa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manome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dikany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fiainany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Ny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tanjona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ara-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panahy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matetika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mahomby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kokoa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fianarany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satria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zava-drehetra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 ho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Tompo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MG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C66D3C-5894-42EF-A658-BF4F212C6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24725"/>
            <a:ext cx="3503908" cy="64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389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A6872F-26D9-4315-83F4-807924E2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0" y="219934"/>
            <a:ext cx="8314711" cy="1645920"/>
          </a:xfrm>
        </p:spPr>
        <p:txBody>
          <a:bodyPr>
            <a:noAutofit/>
          </a:bodyPr>
          <a:lstStyle/>
          <a:p>
            <a:pPr algn="ctr"/>
            <a:r>
              <a:rPr lang="fr-FR" sz="3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FITAHIANA HO AN’NY TOKANTRANO</a:t>
            </a:r>
            <a:r>
              <a:rPr lang="fr-MG" sz="3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MG" sz="3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MG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2666BB-BFE2-4858-9B7F-140869765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966" y="2286000"/>
            <a:ext cx="7772400" cy="4068305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Font typeface="Garamond" pitchFamily="18" charset="0"/>
              <a:buNone/>
            </a:pP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Matetika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lasa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 lasa « 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mpitory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»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an-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tranony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6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fitiavany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an’i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fahatsorany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afaka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mampitony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disadisa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an-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trano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mitarika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ray aman-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hanakaiky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kokoa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an’Andriamanitra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6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Araka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voalazan’i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**Ellen G. White**,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voaray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 lasa « 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tànana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manampy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» (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helping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hands) ao an-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tokantrano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asan’Andriamanitra</a:t>
            </a:r>
            <a:r>
              <a:rPr lang="fr-FR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6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MG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9D7613E-6D3B-4CEE-978B-17BDBA03A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MG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375ED03-3CCD-47AD-B0C3-AAC410582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048" y="219934"/>
            <a:ext cx="3771383" cy="641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0536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2B94C1-7EC2-48F3-BEC7-CDD2D65F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129" y="320040"/>
            <a:ext cx="10737742" cy="1371600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NY FANANTENANA NY FIAINANA MANDRAKIZAY</a:t>
            </a:r>
            <a:endParaRPr lang="fr-MG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1AD306-06C7-4FD4-99B1-4F565F19A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2739" y="2103120"/>
            <a:ext cx="5098942" cy="37490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fifaliana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lehibe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ray aman-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dreny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mpanabe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mihoatra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mahita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zanany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hiara-handova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fanjakana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amintsika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miverina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fr-FR" sz="2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G" sz="28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M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91C3E59A-829C-4596-9920-43EABA813C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55783" y="1691640"/>
            <a:ext cx="4510007" cy="4569675"/>
          </a:xfrm>
        </p:spPr>
      </p:pic>
    </p:spTree>
    <p:extLst>
      <p:ext uri="{BB962C8B-B14F-4D97-AF65-F5344CB8AC3E}">
        <p14:creationId xmlns:p14="http://schemas.microsoft.com/office/powerpoint/2010/main" val="931447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E18C6-BAF4-4604-BA1A-52819F6E5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61171"/>
            <a:ext cx="10058400" cy="4304370"/>
          </a:xfrm>
        </p:spPr>
        <p:txBody>
          <a:bodyPr>
            <a:normAutofit/>
          </a:bodyPr>
          <a:lstStyle/>
          <a:p>
            <a:pPr algn="ctr"/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Raha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fintinina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mpianatr’i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lasa « 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mahasoa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citizen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 »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ety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an-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tany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 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olon’ny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lanitra</a:t>
            </a:r>
            <a:r>
              <a:rPr lang="fr-FR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»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am-parany</a:t>
            </a:r>
            <a:r>
              <a:rPr lang="fr-FR" sz="4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MG" sz="4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MG" sz="4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MG" dirty="0"/>
          </a:p>
        </p:txBody>
      </p:sp>
    </p:spTree>
    <p:extLst>
      <p:ext uri="{BB962C8B-B14F-4D97-AF65-F5344CB8AC3E}">
        <p14:creationId xmlns:p14="http://schemas.microsoft.com/office/powerpoint/2010/main" val="4217539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894218E2-7AAC-4372-8AE7-B0712E2E9E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53553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avon">
    <a:dk1>
      <a:sysClr val="windowText" lastClr="000000"/>
    </a:dk1>
    <a:lt1>
      <a:sysClr val="window" lastClr="FFFFFF"/>
    </a:lt1>
    <a:dk2>
      <a:srgbClr val="1485A4"/>
    </a:dk2>
    <a:lt2>
      <a:srgbClr val="E3DED1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F49100"/>
    </a:hlink>
    <a:folHlink>
      <a:srgbClr val="739D9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878</Words>
  <Application>Microsoft Office PowerPoint</Application>
  <PresentationFormat>Grand écran</PresentationFormat>
  <Paragraphs>124</Paragraphs>
  <Slides>30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9" baseType="lpstr">
      <vt:lpstr>Aptos</vt:lpstr>
      <vt:lpstr>Arial</vt:lpstr>
      <vt:lpstr>Arial Black</vt:lpstr>
      <vt:lpstr>Calibri</vt:lpstr>
      <vt:lpstr>Century Gothic</vt:lpstr>
      <vt:lpstr>Garamond</vt:lpstr>
      <vt:lpstr>Symbol</vt:lpstr>
      <vt:lpstr>Times New Roman</vt:lpstr>
      <vt:lpstr>Savon</vt:lpstr>
      <vt:lpstr>MBOLA TSARA JIABY</vt:lpstr>
      <vt:lpstr>FIADANAN’ny tompo HO AMINTSIKA REHETRA</vt:lpstr>
      <vt:lpstr>Manao ankizy ho mpianatra</vt:lpstr>
      <vt:lpstr>Présentation PowerPoint</vt:lpstr>
      <vt:lpstr>1. NY OHATRA VELONA (MODELING)</vt:lpstr>
      <vt:lpstr>Deoteronomia 6:6-7</vt:lpstr>
      <vt:lpstr>2. ATAOVY HO FIAINANA NY FIVAVAHANA</vt:lpstr>
      <vt:lpstr>3. AMPIANARO IZY IREO HIFANDRAY MIVANTANA AMIN’I JESOSY </vt:lpstr>
      <vt:lpstr>4. FAMPANDRAISANA ANJARA AMIN’NY FANOMPOANA</vt:lpstr>
      <vt:lpstr>5. FITIAVANA SY FAHARETANA</vt:lpstr>
      <vt:lpstr>TOROHEVITRA HO ANTSIKA</vt:lpstr>
      <vt:lpstr>INONA NO ATAO MBA HITARIHANA NY ANKIZY HO LASA TENA MPIANATRA JESOSY?</vt:lpstr>
      <vt:lpstr>Présentation PowerPoint</vt:lpstr>
      <vt:lpstr>1. ATAOVY « MAHERY FO » SY « NAMANA » I JESOSY</vt:lpstr>
      <vt:lpstr>2. AMPIANARO « HIHAINO » NY FEON’NY TOMPO</vt:lpstr>
      <vt:lpstr>3. NY FANOMPOANA : NY « PRATIKA » AMIN’NY MAHA-MPIANATRA </vt:lpstr>
      <vt:lpstr>4. AMPIANARO NY FOMBA « MIFANDRAY » (VAVAKA)</vt:lpstr>
      <vt:lpstr>5. NY FANAPAHAN-KEVITRA MANOKANA (PERSONAL COMMITMENT)</vt:lpstr>
      <vt:lpstr>6- NY TEBOKA MANAN-DANJA INDRINDRA </vt:lpstr>
      <vt:lpstr>INONA NO TOMBONTSOA AZO AVY AMIN’NY FANAOVANA ANKIZY HO MPIANATRA</vt:lpstr>
      <vt:lpstr>Présentation PowerPoint</vt:lpstr>
      <vt:lpstr>1. FOTOTRA MAFY ORINA AMIN’NY TOETRA (CHARACTER BUILDING)</vt:lpstr>
      <vt:lpstr>Ohabolana 22:6</vt:lpstr>
      <vt:lpstr>2. FIADANAN-TSAINA SY FAHATSAPANA HO VOARO  (SECURITY &amp; PEACE)</vt:lpstr>
      <vt:lpstr>3. FIAROVANA AMIN’NY FAKAM-PANAHIN’IZAO TONTOLO IZAO</vt:lpstr>
      <vt:lpstr>4. FANANANA TANJONA EO AMIN’NY FIAINANA (SENSE OF PURPOSE)</vt:lpstr>
      <vt:lpstr>5. FITAHIANA HO AN’NY TOKANTRANO </vt:lpstr>
      <vt:lpstr>6. NY FANANTENANA NY FIAINANA MANDRAKIZAY</vt:lpstr>
      <vt:lpstr>Raha fintinina, ny ankizy mpianatr’i Jesosy dia lasa « olona mahasoa (citizen) » ety an-tany ary « olon’ny lanitra » any am-parany.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LENOVO; MANOU BABILASY</dc:creator>
  <cp:lastModifiedBy>EYMMA</cp:lastModifiedBy>
  <cp:revision>26</cp:revision>
  <dcterms:created xsi:type="dcterms:W3CDTF">2026-04-01T05:13:58Z</dcterms:created>
  <dcterms:modified xsi:type="dcterms:W3CDTF">2026-04-04T19:30:19Z</dcterms:modified>
</cp:coreProperties>
</file>