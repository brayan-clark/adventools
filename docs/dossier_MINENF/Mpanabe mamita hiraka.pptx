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9" r:id="rId13"/>
    <p:sldId id="270" r:id="rId14"/>
    <p:sldId id="271" r:id="rId15"/>
    <p:sldId id="272" r:id="rId16"/>
    <p:sldId id="273" r:id="rId17"/>
    <p:sldId id="27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6" d="100"/>
          <a:sy n="66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6268B-028F-40AB-8DB0-06B598A64E8F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BCFFA-C83E-4D0A-97A1-8277A1BC5C0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610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6268B-028F-40AB-8DB0-06B598A64E8F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BCFFA-C83E-4D0A-97A1-8277A1BC5C0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156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6268B-028F-40AB-8DB0-06B598A64E8F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BCFFA-C83E-4D0A-97A1-8277A1BC5C0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964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6268B-028F-40AB-8DB0-06B598A64E8F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BCFFA-C83E-4D0A-97A1-8277A1BC5C0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254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6268B-028F-40AB-8DB0-06B598A64E8F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BCFFA-C83E-4D0A-97A1-8277A1BC5C0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629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6268B-028F-40AB-8DB0-06B598A64E8F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BCFFA-C83E-4D0A-97A1-8277A1BC5C0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235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6268B-028F-40AB-8DB0-06B598A64E8F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BCFFA-C83E-4D0A-97A1-8277A1BC5C0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480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6268B-028F-40AB-8DB0-06B598A64E8F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BCFFA-C83E-4D0A-97A1-8277A1BC5C0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221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6268B-028F-40AB-8DB0-06B598A64E8F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BCFFA-C83E-4D0A-97A1-8277A1BC5C0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396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6268B-028F-40AB-8DB0-06B598A64E8F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BCFFA-C83E-4D0A-97A1-8277A1BC5C0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853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6268B-028F-40AB-8DB0-06B598A64E8F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BCFFA-C83E-4D0A-97A1-8277A1BC5C0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689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16268B-028F-40AB-8DB0-06B598A64E8F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8BCFFA-C83E-4D0A-97A1-8277A1BC5C0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338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3831770"/>
            <a:ext cx="9144000" cy="650649"/>
          </a:xfrm>
        </p:spPr>
        <p:txBody>
          <a:bodyPr>
            <a:normAutofit fontScale="90000"/>
          </a:bodyPr>
          <a:lstStyle/>
          <a:p>
            <a:r>
              <a:rPr lang="en-US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MPANABE MAMITA IRAKA</a:t>
            </a:r>
            <a:endParaRPr lang="en-US" sz="4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4821238"/>
            <a:ext cx="9144000" cy="1655762"/>
          </a:xfrm>
        </p:spPr>
        <p:txBody>
          <a:bodyPr>
            <a:normAutofit lnSpcReduction="10000"/>
          </a:bodyPr>
          <a:lstStyle/>
          <a:p>
            <a:endParaRPr lang="en-US" sz="32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Nomanin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’ </a:t>
            </a:r>
            <a:r>
              <a:rPr lang="en-US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ARLANDINE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9263101" y="1951376"/>
            <a:ext cx="694020" cy="1406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1026" name="Picture 2" descr="https://adventiste.ch/wp-content/uploads/2024/03/Logo-Famill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286" y="783771"/>
            <a:ext cx="3585029" cy="293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8769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161926"/>
            <a:ext cx="10515600" cy="825046"/>
          </a:xfrm>
        </p:spPr>
        <p:txBody>
          <a:bodyPr>
            <a:normAutofit/>
          </a:bodyPr>
          <a:lstStyle/>
          <a:p>
            <a:r>
              <a:rPr lang="en-US" sz="4800" b="1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TENY BAIKO</a:t>
            </a:r>
            <a:endParaRPr lang="en-US" sz="4800" b="1" u="sng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186997"/>
            <a:ext cx="12017829" cy="4351338"/>
          </a:xfrm>
        </p:spPr>
        <p:txBody>
          <a:bodyPr/>
          <a:lstStyle/>
          <a:p>
            <a:r>
              <a:rPr lang="en-US" sz="6600" b="1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6600" b="1" i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Zaro</a:t>
            </a:r>
            <a:r>
              <a:rPr lang="en-US" sz="6600" b="1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amin'izay</a:t>
            </a:r>
            <a:r>
              <a:rPr lang="en-US" sz="6600" b="1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lalana</a:t>
            </a:r>
            <a:r>
              <a:rPr lang="en-US" sz="6600" b="1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tokony</a:t>
            </a:r>
            <a:r>
              <a:rPr lang="en-US" sz="6600" b="1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halehany</a:t>
            </a:r>
            <a:r>
              <a:rPr lang="en-US" sz="6600" b="1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6600" b="1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zaza</a:t>
            </a:r>
            <a:r>
              <a:rPr lang="en-US" sz="6600" b="1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i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</a:t>
            </a:r>
            <a:r>
              <a:rPr lang="en-US" sz="6600" b="1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US" sz="6600" b="1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rehefa</a:t>
            </a:r>
            <a:r>
              <a:rPr lang="en-US" sz="6600" b="1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antitra</a:t>
            </a:r>
            <a:r>
              <a:rPr lang="en-US" sz="6600" b="1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aza</a:t>
            </a:r>
            <a:r>
              <a:rPr lang="en-US" sz="6600" b="1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izy</a:t>
            </a:r>
            <a:r>
              <a:rPr lang="en-US" sz="6600" b="1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i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</a:t>
            </a:r>
            <a:r>
              <a:rPr lang="en-US" sz="6600" b="1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tsy</a:t>
            </a:r>
            <a:r>
              <a:rPr lang="en-US" sz="6600" b="1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hiala</a:t>
            </a:r>
            <a:r>
              <a:rPr lang="en-US" sz="6600" b="1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amin'</a:t>
            </a:r>
            <a:r>
              <a:rPr lang="en-US" sz="6600" b="1" i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izany</a:t>
            </a:r>
            <a:r>
              <a:rPr lang="en-US" sz="6600" b="1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.”</a:t>
            </a:r>
            <a:r>
              <a:rPr lang="en-US" sz="66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Ohab</a:t>
            </a:r>
            <a:r>
              <a:rPr lang="en-US" sz="6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22:6.</a:t>
            </a:r>
            <a:endParaRPr lang="en-US" sz="66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3008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86971"/>
          </a:xfrm>
        </p:spPr>
        <p:txBody>
          <a:bodyPr/>
          <a:lstStyle/>
          <a:p>
            <a:r>
              <a:rPr lang="en-US" b="1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TANJONA</a:t>
            </a:r>
            <a:endParaRPr lang="en-US" b="1" u="sng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986971"/>
            <a:ext cx="12191999" cy="5181600"/>
          </a:xfrm>
        </p:spPr>
        <p:txBody>
          <a:bodyPr>
            <a:noAutofit/>
          </a:bodyPr>
          <a:lstStyle/>
          <a:p>
            <a:r>
              <a:rPr lang="en-US" sz="5400" b="1" i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Aoka</a:t>
            </a:r>
            <a:r>
              <a:rPr lang="en-US" sz="5400" b="1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i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tsy</a:t>
            </a:r>
            <a:r>
              <a:rPr lang="en-US" sz="5400" b="1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i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hisy</a:t>
            </a:r>
            <a:r>
              <a:rPr lang="en-US" sz="5400" b="1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i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olona</a:t>
            </a:r>
            <a:r>
              <a:rPr lang="en-US" sz="5400" b="1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i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hanao</a:t>
            </a:r>
            <a:r>
              <a:rPr lang="en-US" sz="5400" b="1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i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tsinontsinona</a:t>
            </a:r>
            <a:r>
              <a:rPr lang="en-US" sz="5400" b="1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i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anao</a:t>
            </a:r>
            <a:r>
              <a:rPr lang="en-US" sz="5400" b="1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i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noho</a:t>
            </a:r>
            <a:r>
              <a:rPr lang="en-US" sz="5400" b="1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i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5400" b="1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i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hatanoranao</a:t>
            </a:r>
            <a:r>
              <a:rPr lang="en-US" sz="5400" b="1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fa </a:t>
            </a:r>
            <a:r>
              <a:rPr lang="en-US" sz="5400" b="1" i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aoka</a:t>
            </a:r>
            <a:r>
              <a:rPr lang="en-US" sz="5400" b="1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ho </a:t>
            </a:r>
            <a:r>
              <a:rPr lang="en-US" sz="5400" b="1" i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tonga</a:t>
            </a:r>
            <a:r>
              <a:rPr lang="en-US" sz="5400" b="1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i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fianarana</a:t>
            </a:r>
            <a:r>
              <a:rPr lang="en-US" sz="5400" b="1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ho </a:t>
            </a:r>
            <a:r>
              <a:rPr lang="en-US" sz="5400" b="1" i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an'ny</a:t>
            </a:r>
            <a:r>
              <a:rPr lang="en-US" sz="5400" b="1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i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mino</a:t>
            </a:r>
            <a:r>
              <a:rPr lang="en-US" sz="5400" b="1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i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ianao</a:t>
            </a:r>
            <a:r>
              <a:rPr lang="en-US" sz="5400" b="1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i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amin'ny</a:t>
            </a:r>
            <a:r>
              <a:rPr lang="en-US" sz="5400" b="1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i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fiteny</a:t>
            </a:r>
            <a:r>
              <a:rPr lang="en-US" sz="5400" b="1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5400" b="1" i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amin'ny</a:t>
            </a:r>
            <a:r>
              <a:rPr lang="en-US" sz="5400" b="1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i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fitondran-tena</a:t>
            </a:r>
            <a:r>
              <a:rPr lang="en-US" sz="5400" b="1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5400" b="1" i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amin'ny</a:t>
            </a:r>
            <a:r>
              <a:rPr lang="en-US" sz="5400" b="1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i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fitiavana</a:t>
            </a:r>
            <a:r>
              <a:rPr lang="en-US" sz="5400" b="1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5400" b="1" i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amin'ny</a:t>
            </a:r>
            <a:r>
              <a:rPr lang="en-US" sz="5400" b="1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i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finoana</a:t>
            </a:r>
            <a:r>
              <a:rPr lang="en-US" sz="5400" b="1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5400" b="1" i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amin'ny</a:t>
            </a:r>
            <a:r>
              <a:rPr lang="en-US" sz="5400" b="1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fahadiovana.</a:t>
            </a:r>
            <a:r>
              <a:rPr lang="en-US" sz="5400" b="1" i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1Tim. </a:t>
            </a:r>
            <a:r>
              <a:rPr lang="en-US" sz="5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4:12.</a:t>
            </a:r>
            <a:endParaRPr lang="en-US" sz="5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5475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118382"/>
            <a:ext cx="12192000" cy="1325563"/>
          </a:xfrm>
        </p:spPr>
        <p:txBody>
          <a:bodyPr>
            <a:noAutofit/>
          </a:bodyPr>
          <a:lstStyle/>
          <a:p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 </a:t>
            </a:r>
            <a:r>
              <a:rPr lang="en-US" sz="4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tonga</a:t>
            </a:r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fianarana</a:t>
            </a:r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hoan’ny</a:t>
            </a:r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mino</a:t>
            </a:r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amin’ny</a:t>
            </a:r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199" y="1291771"/>
            <a:ext cx="11092543" cy="4885192"/>
          </a:xfrm>
        </p:spPr>
        <p:txBody>
          <a:bodyPr>
            <a:normAutofit/>
          </a:bodyPr>
          <a:lstStyle/>
          <a:p>
            <a:r>
              <a:rPr lang="en-US" sz="5400" dirty="0" err="1" smtClean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Fiteny</a:t>
            </a:r>
            <a:endParaRPr lang="en-US" sz="5400" dirty="0" smtClean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5400" dirty="0" err="1" smtClean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Fitondrantena</a:t>
            </a:r>
            <a:endParaRPr lang="en-US" sz="5400" dirty="0" smtClean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5400" dirty="0" err="1" smtClean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Fitiavana</a:t>
            </a:r>
            <a:endParaRPr lang="en-US" sz="5400" dirty="0" smtClean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5400" dirty="0" err="1" smtClean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Finoana</a:t>
            </a:r>
            <a:endParaRPr lang="en-US" sz="5400" dirty="0" smtClean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5400" dirty="0" err="1" smtClean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Fahadiovana</a:t>
            </a:r>
            <a:endParaRPr lang="en-US" sz="5400" dirty="0" smtClean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6944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118382"/>
            <a:ext cx="10515600" cy="970189"/>
          </a:xfrm>
        </p:spPr>
        <p:txBody>
          <a:bodyPr>
            <a:normAutofit/>
          </a:bodyPr>
          <a:lstStyle/>
          <a:p>
            <a:r>
              <a:rPr lang="en-US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AHOANA NY HANATANTERAHANA IZANY?</a:t>
            </a:r>
            <a:endParaRPr lang="en-US" sz="36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4171" y="1088570"/>
            <a:ext cx="11872686" cy="5500915"/>
          </a:xfrm>
        </p:spPr>
        <p:txBody>
          <a:bodyPr>
            <a:normAutofit fontScale="92500"/>
          </a:bodyPr>
          <a:lstStyle/>
          <a:p>
            <a:r>
              <a:rPr lang="en-US" sz="5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A- </a:t>
            </a:r>
            <a:r>
              <a:rPr lang="en-US" sz="5400" b="1" u="sng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FITENY</a:t>
            </a:r>
            <a:r>
              <a:rPr lang="en-US" sz="5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6600" b="1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6600" b="1" i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Aoka</a:t>
            </a:r>
            <a:r>
              <a:rPr lang="en-US" sz="6600" b="1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6600" b="1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fiteninareo</a:t>
            </a:r>
            <a:r>
              <a:rPr lang="en-US" sz="6600" b="1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ho </a:t>
            </a:r>
            <a:r>
              <a:rPr lang="en-US" sz="6600" b="1" i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amin'ny</a:t>
            </a:r>
            <a:r>
              <a:rPr lang="en-US" sz="6600" b="1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fahasoavana</a:t>
            </a:r>
            <a:r>
              <a:rPr lang="en-US" sz="6600" b="1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mandrakariva</a:t>
            </a:r>
            <a:r>
              <a:rPr lang="en-US" sz="6600" b="1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ho </a:t>
            </a:r>
            <a:r>
              <a:rPr lang="en-US" sz="6600" b="1" i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mamy</a:t>
            </a:r>
            <a:r>
              <a:rPr lang="en-US" sz="6600" b="1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sira</a:t>
            </a:r>
            <a:r>
              <a:rPr lang="en-US" sz="6600" b="1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i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mba</a:t>
            </a:r>
            <a:r>
              <a:rPr lang="en-US" sz="6600" b="1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ho </a:t>
            </a:r>
            <a:r>
              <a:rPr lang="en-US" sz="6600" b="1" i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fantatrareo</a:t>
            </a:r>
            <a:r>
              <a:rPr lang="en-US" sz="6600" b="1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izay</a:t>
            </a:r>
            <a:r>
              <a:rPr lang="en-US" sz="6600" b="1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tokony</a:t>
            </a:r>
            <a:r>
              <a:rPr lang="en-US" sz="6600" b="1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havalinareo</a:t>
            </a:r>
            <a:r>
              <a:rPr lang="en-US" sz="6600" b="1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6600" b="1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olona</a:t>
            </a:r>
            <a:r>
              <a:rPr lang="en-US" sz="6600" b="1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rehetra</a:t>
            </a:r>
            <a:r>
              <a:rPr lang="en-US" sz="6600" b="1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.”</a:t>
            </a:r>
            <a:r>
              <a:rPr lang="en-US" sz="5400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Kol</a:t>
            </a:r>
            <a:r>
              <a:rPr lang="en-US" sz="5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4:6</a:t>
            </a:r>
          </a:p>
          <a:p>
            <a:endParaRPr lang="en-US" sz="4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706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47486" y="0"/>
            <a:ext cx="10515600" cy="827314"/>
          </a:xfrm>
        </p:spPr>
        <p:txBody>
          <a:bodyPr/>
          <a:lstStyle/>
          <a:p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Aoka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isika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mpanabe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mba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tsy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hasiaka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loatra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827314"/>
            <a:ext cx="12075886" cy="4351338"/>
          </a:xfrm>
        </p:spPr>
        <p:txBody>
          <a:bodyPr>
            <a:normAutofit/>
          </a:bodyPr>
          <a:lstStyle/>
          <a:p>
            <a:r>
              <a:rPr lang="en-US" sz="5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54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Amin’ny</a:t>
            </a:r>
            <a:r>
              <a:rPr lang="en-US" sz="5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alalan’ny</a:t>
            </a:r>
            <a:r>
              <a:rPr lang="en-US" sz="5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fifehezana</a:t>
            </a:r>
            <a:r>
              <a:rPr lang="en-US" sz="5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feno</a:t>
            </a:r>
            <a:r>
              <a:rPr lang="en-US" sz="5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hamoram-po</a:t>
            </a:r>
            <a:r>
              <a:rPr lang="en-US" sz="5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5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teny</a:t>
            </a:r>
            <a:r>
              <a:rPr lang="en-US" sz="5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mamy</a:t>
            </a:r>
            <a:r>
              <a:rPr lang="en-US" sz="5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</a:t>
            </a:r>
            <a:r>
              <a:rPr lang="en-US" sz="5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5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fihetsika</a:t>
            </a:r>
            <a:r>
              <a:rPr lang="en-US" sz="5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ombam-pahalemem-panahy</a:t>
            </a:r>
            <a:r>
              <a:rPr lang="en-US" sz="5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 </a:t>
            </a:r>
            <a:r>
              <a:rPr lang="en-US" sz="54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ahazoan’ny</a:t>
            </a:r>
            <a:r>
              <a:rPr lang="en-US" sz="5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reny</a:t>
            </a:r>
            <a:r>
              <a:rPr lang="en-US" sz="5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matotra</a:t>
            </a:r>
            <a:r>
              <a:rPr lang="en-US" sz="5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5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zanany</a:t>
            </a:r>
            <a:r>
              <a:rPr lang="en-US" sz="5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amin’ny</a:t>
            </a:r>
            <a:r>
              <a:rPr lang="en-US" sz="5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fony</a:t>
            </a:r>
            <a:r>
              <a:rPr lang="en-US" sz="5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.”</a:t>
            </a:r>
            <a:r>
              <a:rPr lang="en-US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HTA. t.14, p.3.</a:t>
            </a: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0994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147412"/>
            <a:ext cx="10515600" cy="1129846"/>
          </a:xfrm>
        </p:spPr>
        <p:txBody>
          <a:bodyPr/>
          <a:lstStyle/>
          <a:p>
            <a:r>
              <a:rPr lang="en-US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B-FITONDRA-NTENA</a:t>
            </a:r>
            <a:endParaRPr lang="en-US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085396"/>
            <a:ext cx="12192000" cy="5533118"/>
          </a:xfrm>
        </p:spPr>
        <p:txBody>
          <a:bodyPr>
            <a:normAutofit fontScale="925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4000" b="1" u="sng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FANAJANA</a:t>
            </a:r>
          </a:p>
          <a:p>
            <a:r>
              <a:rPr lang="en-US" sz="6000" b="1" i="1" dirty="0" smtClean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6000" b="1" i="1" dirty="0" err="1" smtClean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Manajà</a:t>
            </a:r>
            <a:r>
              <a:rPr lang="en-US" sz="6000" b="1" i="1" dirty="0" smtClean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b="1" i="1" dirty="0" err="1" smtClean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6000" b="1" i="1" dirty="0" smtClean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b="1" i="1" dirty="0" err="1" smtClean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olona</a:t>
            </a:r>
            <a:r>
              <a:rPr lang="en-US" sz="6000" b="1" i="1" dirty="0" smtClean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b="1" i="1" dirty="0" err="1" smtClean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rehetra</a:t>
            </a:r>
            <a:r>
              <a:rPr lang="en-US" sz="6000" b="1" i="1" dirty="0" smtClean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.” </a:t>
            </a:r>
            <a:r>
              <a:rPr lang="en-US" sz="6000" b="1" i="1" dirty="0" smtClean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1Pet. 2:17.</a:t>
            </a:r>
            <a:endParaRPr lang="en-US" sz="6000" b="1" i="1" dirty="0" smtClean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en-US" sz="4800" b="1" u="sng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FITAFY</a:t>
            </a:r>
          </a:p>
          <a:p>
            <a:r>
              <a:rPr lang="en-US" sz="5400" b="1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5400" b="1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Ary</a:t>
            </a:r>
            <a:r>
              <a:rPr lang="en-US" sz="5400" b="1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aoka</a:t>
            </a:r>
            <a:r>
              <a:rPr lang="en-US" sz="5400" b="1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5400" b="1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firavahanareo</a:t>
            </a:r>
            <a:r>
              <a:rPr lang="en-US" sz="5400" b="1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tsy</a:t>
            </a:r>
            <a:r>
              <a:rPr lang="en-US" sz="5400" b="1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ho </a:t>
            </a:r>
            <a:r>
              <a:rPr lang="en-US" sz="5400" b="1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zavatra</a:t>
            </a:r>
            <a:r>
              <a:rPr lang="en-US" sz="5400" b="1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eny</a:t>
            </a:r>
            <a:r>
              <a:rPr lang="en-US" sz="5400" b="1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ivelany</a:t>
            </a:r>
            <a:r>
              <a:rPr lang="en-US" sz="5400" b="1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toy </a:t>
            </a:r>
            <a:r>
              <a:rPr lang="en-US" sz="5400" b="1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5400" b="1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firandranam</a:t>
            </a:r>
            <a:r>
              <a:rPr lang="en-US" sz="5400" b="1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-bolo </a:t>
            </a:r>
            <a:r>
              <a:rPr lang="en-US" sz="5400" b="1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</a:t>
            </a:r>
            <a:r>
              <a:rPr lang="en-US" sz="5400" b="1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5400" b="1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firava-bolamena</a:t>
            </a:r>
            <a:r>
              <a:rPr lang="en-US" sz="5400" b="1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US" sz="5400" b="1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5400" b="1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fiakanjoana</a:t>
            </a:r>
            <a:r>
              <a:rPr lang="en-US" sz="5400" b="1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.”-     1Pet. 3:3.</a:t>
            </a:r>
            <a:endParaRPr lang="en-US" sz="5400" b="1" i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75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258989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678995"/>
            <a:ext cx="12192000" cy="5968547"/>
          </a:xfrm>
        </p:spPr>
        <p:txBody>
          <a:bodyPr>
            <a:normAutofit/>
          </a:bodyPr>
          <a:lstStyle/>
          <a:p>
            <a:r>
              <a:rPr lang="en-US" sz="4400" dirty="0" smtClean="0">
                <a:solidFill>
                  <a:srgbClr val="0070C0"/>
                </a:solidFill>
              </a:rPr>
              <a:t>“</a:t>
            </a:r>
            <a:r>
              <a:rPr lang="en-US" sz="44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Tokony</a:t>
            </a:r>
            <a:r>
              <a:rPr lang="en-US" sz="4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hiaro</a:t>
            </a:r>
            <a:r>
              <a:rPr lang="en-US" sz="4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tena</a:t>
            </a:r>
            <a:r>
              <a:rPr lang="en-US" sz="4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isika</a:t>
            </a:r>
            <a:r>
              <a:rPr lang="en-US" sz="4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amin’ny</a:t>
            </a:r>
            <a:r>
              <a:rPr lang="en-US" sz="4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haingo</a:t>
            </a:r>
            <a:r>
              <a:rPr lang="en-US" sz="4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</a:t>
            </a:r>
            <a:r>
              <a:rPr lang="en-US" sz="4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fivelabelarana</a:t>
            </a:r>
            <a:r>
              <a:rPr lang="en-US" sz="4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tsy</a:t>
            </a:r>
            <a:r>
              <a:rPr lang="en-US" sz="4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misy</a:t>
            </a:r>
            <a:r>
              <a:rPr lang="en-US" sz="4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antony,tsy</a:t>
            </a:r>
            <a:r>
              <a:rPr lang="en-US" sz="4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azontsika</a:t>
            </a:r>
            <a:r>
              <a:rPr lang="en-US" sz="4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atao</a:t>
            </a:r>
            <a:r>
              <a:rPr lang="en-US" sz="4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mihitsy</a:t>
            </a:r>
            <a:r>
              <a:rPr lang="en-US" sz="4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anefa</a:t>
            </a:r>
            <a:r>
              <a:rPr lang="en-US" sz="4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4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manao</a:t>
            </a:r>
            <a:r>
              <a:rPr lang="en-US" sz="4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an-</a:t>
            </a:r>
            <a:r>
              <a:rPr lang="en-US" sz="44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tsirambina</a:t>
            </a:r>
            <a:r>
              <a:rPr lang="en-US" sz="4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4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fisehoana</a:t>
            </a:r>
            <a:r>
              <a:rPr lang="en-US" sz="4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ivelany</a:t>
            </a:r>
            <a:r>
              <a:rPr lang="en-US" sz="4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44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Tokony</a:t>
            </a:r>
            <a:r>
              <a:rPr lang="en-US" sz="4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hadio</a:t>
            </a:r>
            <a:r>
              <a:rPr lang="en-US" sz="4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</a:t>
            </a:r>
            <a:r>
              <a:rPr lang="en-US" sz="4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hanintona</a:t>
            </a:r>
            <a:r>
              <a:rPr lang="en-US" sz="4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izay</a:t>
            </a:r>
            <a:r>
              <a:rPr lang="en-US" sz="4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rehetra</a:t>
            </a:r>
            <a:r>
              <a:rPr lang="en-US" sz="4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mikasika</a:t>
            </a:r>
            <a:r>
              <a:rPr lang="en-US" sz="4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4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tenantsika</a:t>
            </a:r>
            <a:r>
              <a:rPr lang="en-US" sz="4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</a:t>
            </a:r>
            <a:r>
              <a:rPr lang="en-US" sz="4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4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tokantranontsika</a:t>
            </a:r>
            <a:r>
              <a:rPr lang="en-US" sz="4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44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Tokony</a:t>
            </a:r>
            <a:r>
              <a:rPr lang="en-US" sz="4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hampianarina</a:t>
            </a:r>
            <a:r>
              <a:rPr lang="en-US" sz="4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4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tanora</a:t>
            </a:r>
            <a:r>
              <a:rPr lang="en-US" sz="4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4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maha-zava-dehibe</a:t>
            </a:r>
            <a:r>
              <a:rPr lang="en-US" sz="4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4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fisehoana</a:t>
            </a:r>
            <a:r>
              <a:rPr lang="en-US" sz="4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ety</a:t>
            </a:r>
            <a:r>
              <a:rPr lang="en-US" sz="4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ivelany</a:t>
            </a:r>
            <a:r>
              <a:rPr lang="en-US" sz="4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tsy</a:t>
            </a:r>
            <a:r>
              <a:rPr lang="en-US" sz="4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azo </a:t>
            </a:r>
            <a:r>
              <a:rPr lang="en-US" sz="44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kianina</a:t>
            </a:r>
            <a:r>
              <a:rPr lang="en-US" sz="4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44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4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fisehoana</a:t>
            </a:r>
            <a:r>
              <a:rPr lang="en-US" sz="4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izay</a:t>
            </a:r>
            <a:r>
              <a:rPr lang="en-US" sz="4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manome</a:t>
            </a:r>
            <a:r>
              <a:rPr lang="en-US" sz="4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voninahitra</a:t>
            </a:r>
            <a:r>
              <a:rPr lang="en-US" sz="4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an’Andriamanitra</a:t>
            </a:r>
            <a:r>
              <a:rPr lang="en-US" sz="4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</a:t>
            </a:r>
            <a:r>
              <a:rPr lang="en-US" sz="4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4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fahamarinana.”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HTA.t.14.p5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294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99886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C-FITIAVANA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740230"/>
            <a:ext cx="12192000" cy="5834742"/>
          </a:xfrm>
        </p:spPr>
        <p:txBody>
          <a:bodyPr>
            <a:noAutofit/>
          </a:bodyPr>
          <a:lstStyle/>
          <a:p>
            <a:r>
              <a:rPr lang="en-US" sz="5400" b="1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5400" b="1" i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Ary</a:t>
            </a:r>
            <a:r>
              <a:rPr lang="en-US" sz="5400" b="1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i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ankehitriny</a:t>
            </a:r>
            <a:r>
              <a:rPr lang="en-US" sz="5400" b="1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i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</a:t>
            </a:r>
            <a:r>
              <a:rPr lang="en-US" sz="5400" b="1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i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ireto</a:t>
            </a:r>
            <a:r>
              <a:rPr lang="en-US" sz="5400" b="1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i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telo</a:t>
            </a:r>
            <a:r>
              <a:rPr lang="en-US" sz="5400" b="1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i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ireto</a:t>
            </a:r>
            <a:r>
              <a:rPr lang="en-US" sz="5400" b="1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 </a:t>
            </a:r>
            <a:r>
              <a:rPr lang="en-US" sz="5400" b="1" i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mitoetra</a:t>
            </a:r>
            <a:r>
              <a:rPr lang="en-US" sz="5400" b="1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5400" b="1" i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5400" b="1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i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finoana</a:t>
            </a:r>
            <a:r>
              <a:rPr lang="en-US" sz="5400" b="1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5400" b="1" i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5400" b="1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i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fanantenana</a:t>
            </a:r>
            <a:r>
              <a:rPr lang="en-US" sz="5400" b="1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5400" b="1" i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5400" b="1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i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fitiavana</a:t>
            </a:r>
            <a:r>
              <a:rPr lang="en-US" sz="5400" b="1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fa </a:t>
            </a:r>
            <a:r>
              <a:rPr lang="en-US" sz="5400" b="1" i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5400" b="1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i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fitiavana</a:t>
            </a:r>
            <a:r>
              <a:rPr lang="en-US" sz="5400" b="1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 </a:t>
            </a:r>
            <a:r>
              <a:rPr lang="en-US" sz="5400" b="1" i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lehibe</a:t>
            </a:r>
            <a:r>
              <a:rPr lang="en-US" sz="5400" b="1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amin'ireo</a:t>
            </a:r>
            <a:r>
              <a:rPr lang="en-US" sz="5400" b="1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.”-</a:t>
            </a:r>
            <a:r>
              <a:rPr lang="en-US" sz="36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1Kor. 13:13.</a:t>
            </a:r>
          </a:p>
          <a:p>
            <a:r>
              <a:rPr lang="en-US" sz="4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44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4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fitiavana</a:t>
            </a:r>
            <a:r>
              <a:rPr lang="en-US" sz="4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asehon’ny</a:t>
            </a:r>
            <a:r>
              <a:rPr lang="en-US" sz="4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ray </a:t>
            </a:r>
            <a:r>
              <a:rPr lang="en-US" sz="44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aman-dreny</a:t>
            </a:r>
            <a:r>
              <a:rPr lang="en-US" sz="4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4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zanany</a:t>
            </a:r>
            <a:r>
              <a:rPr lang="en-US" sz="4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amin’ny</a:t>
            </a:r>
            <a:r>
              <a:rPr lang="en-US" sz="4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fikarakarany</a:t>
            </a:r>
            <a:r>
              <a:rPr lang="en-US" sz="4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marina </a:t>
            </a:r>
            <a:r>
              <a:rPr lang="en-US" sz="44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</a:t>
            </a:r>
            <a:r>
              <a:rPr lang="en-US" sz="4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4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fitaizany</a:t>
            </a:r>
            <a:r>
              <a:rPr lang="en-US" sz="4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tsara</a:t>
            </a:r>
            <a:r>
              <a:rPr lang="en-US" sz="4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</a:t>
            </a:r>
            <a:r>
              <a:rPr lang="en-US" sz="4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toy </a:t>
            </a:r>
            <a:r>
              <a:rPr lang="en-US" sz="44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4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taratra</a:t>
            </a:r>
            <a:r>
              <a:rPr lang="en-US" sz="4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malefadefaka</a:t>
            </a:r>
            <a:r>
              <a:rPr lang="en-US" sz="4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ihany</a:t>
            </a:r>
            <a:r>
              <a:rPr lang="en-US" sz="4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mampiseho</a:t>
            </a:r>
            <a:r>
              <a:rPr lang="en-US" sz="4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4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fitiavan’I</a:t>
            </a:r>
            <a:r>
              <a:rPr lang="en-US" sz="4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Jesosy</a:t>
            </a:r>
            <a:r>
              <a:rPr lang="en-US" sz="4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4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vahoakany</a:t>
            </a:r>
            <a:r>
              <a:rPr lang="en-US" sz="4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mahatoky</a:t>
            </a:r>
            <a:r>
              <a:rPr lang="en-US" sz="4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Azy.”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HTA.t.75.p4</a:t>
            </a:r>
          </a:p>
          <a:p>
            <a:endParaRPr lang="en-US" sz="3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0306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 u="sng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E- NY FINOANA</a:t>
            </a:r>
            <a:endParaRPr lang="en-US" sz="5400" b="1" u="sng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59657" y="1325563"/>
            <a:ext cx="11901713" cy="5220380"/>
          </a:xfrm>
        </p:spPr>
        <p:txBody>
          <a:bodyPr>
            <a:normAutofit/>
          </a:bodyPr>
          <a:lstStyle/>
          <a:p>
            <a:r>
              <a:rPr lang="en-US" sz="4800" b="1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“Koa </a:t>
            </a:r>
            <a:r>
              <a:rPr lang="en-US" sz="48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4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finoana</a:t>
            </a:r>
            <a:r>
              <a:rPr lang="en-US" sz="4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</a:t>
            </a:r>
            <a:r>
              <a:rPr lang="en-US" sz="4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avy</a:t>
            </a:r>
            <a:r>
              <a:rPr lang="en-US" sz="4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amin'ny</a:t>
            </a:r>
            <a:r>
              <a:rPr lang="en-US" sz="4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tori-</a:t>
            </a:r>
            <a:r>
              <a:rPr lang="en-US" sz="48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teny</a:t>
            </a:r>
            <a:r>
              <a:rPr lang="en-US" sz="4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48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ary</a:t>
            </a:r>
            <a:r>
              <a:rPr lang="en-US" sz="4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4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tori-</a:t>
            </a:r>
            <a:r>
              <a:rPr lang="en-US" sz="48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teny</a:t>
            </a:r>
            <a:r>
              <a:rPr lang="en-US" sz="4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kosa</a:t>
            </a:r>
            <a:r>
              <a:rPr lang="en-US" sz="4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avy</a:t>
            </a:r>
            <a:r>
              <a:rPr lang="en-US" sz="4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amin'ny</a:t>
            </a:r>
            <a:r>
              <a:rPr lang="en-US" sz="4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tenin'i</a:t>
            </a:r>
            <a:r>
              <a:rPr lang="en-US" sz="4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Kristy</a:t>
            </a:r>
            <a:r>
              <a:rPr lang="en-US" sz="4800" b="1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.”Rom</a:t>
            </a:r>
            <a:r>
              <a:rPr lang="en-US" sz="4800" b="1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10:17</a:t>
            </a:r>
          </a:p>
          <a:p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Ilaintsika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mapitombo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finoantsika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amin’ny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alalan’ny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fiainoana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toriteny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isan-tSabata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Mampalahelo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anefa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fa 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maro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mpanabe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misafidy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mijanona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an-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tokotany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rehefa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Sabata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463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58057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TANDREMO !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580571"/>
            <a:ext cx="12075886" cy="6226629"/>
          </a:xfrm>
        </p:spPr>
        <p:txBody>
          <a:bodyPr>
            <a:normAutofit fontScale="92500"/>
          </a:bodyPr>
          <a:lstStyle/>
          <a:p>
            <a:r>
              <a:rPr lang="en-US" sz="4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48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Mamela</a:t>
            </a:r>
            <a:r>
              <a:rPr lang="en-US" sz="4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faritra</a:t>
            </a:r>
            <a:r>
              <a:rPr lang="en-US" sz="4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eo</a:t>
            </a:r>
            <a:r>
              <a:rPr lang="en-US" sz="4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amin’ny</a:t>
            </a:r>
            <a:r>
              <a:rPr lang="en-US" sz="4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sain’ny</a:t>
            </a:r>
            <a:r>
              <a:rPr lang="en-US" sz="4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tanora</a:t>
            </a:r>
            <a:r>
              <a:rPr lang="en-US" sz="4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4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zavatra</a:t>
            </a:r>
            <a:r>
              <a:rPr lang="en-US" sz="4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rehetra</a:t>
            </a:r>
            <a:r>
              <a:rPr lang="en-US" sz="4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48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Dinihiny</a:t>
            </a:r>
            <a:r>
              <a:rPr lang="en-US" sz="4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tsara</a:t>
            </a:r>
            <a:r>
              <a:rPr lang="en-US" sz="4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4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endrkao,manana</a:t>
            </a:r>
            <a:r>
              <a:rPr lang="en-US" sz="4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4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asany</a:t>
            </a:r>
            <a:r>
              <a:rPr lang="en-US" sz="4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4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feonao</a:t>
            </a:r>
            <a:r>
              <a:rPr lang="en-US" sz="4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ary</a:t>
            </a:r>
            <a:r>
              <a:rPr lang="en-US" sz="4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ianarany</a:t>
            </a:r>
            <a:r>
              <a:rPr lang="en-US" sz="4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akaiky</a:t>
            </a:r>
            <a:r>
              <a:rPr lang="en-US" sz="4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dia</a:t>
            </a:r>
            <a:r>
              <a:rPr lang="en-US" sz="4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akaiky</a:t>
            </a:r>
            <a:r>
              <a:rPr lang="en-US" sz="4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4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fomba</a:t>
            </a:r>
            <a:r>
              <a:rPr lang="en-US" sz="4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fihetsikao.”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HTA.t.163.p.2</a:t>
            </a:r>
          </a:p>
          <a:p>
            <a:r>
              <a:rPr lang="en-US" sz="44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44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Maro</a:t>
            </a:r>
            <a:r>
              <a:rPr lang="en-US" sz="44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tokoa</a:t>
            </a:r>
            <a:r>
              <a:rPr lang="en-US" sz="44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mantsy</a:t>
            </a:r>
            <a:r>
              <a:rPr lang="en-US" sz="44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ireo</a:t>
            </a:r>
            <a:r>
              <a:rPr lang="en-US" sz="44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mpampianatra</a:t>
            </a:r>
            <a:r>
              <a:rPr lang="en-US" sz="44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</a:t>
            </a:r>
            <a:r>
              <a:rPr lang="en-US" sz="44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mpanabe</a:t>
            </a:r>
            <a:r>
              <a:rPr lang="en-US" sz="44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izay</a:t>
            </a:r>
            <a:r>
              <a:rPr lang="en-US" sz="44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milaza</a:t>
            </a:r>
            <a:r>
              <a:rPr lang="en-US" sz="44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fa </a:t>
            </a:r>
            <a:r>
              <a:rPr lang="en-US" sz="44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mino</a:t>
            </a:r>
            <a:r>
              <a:rPr lang="en-US" sz="44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an’Andriamanitra</a:t>
            </a:r>
            <a:r>
              <a:rPr lang="en-US" sz="44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kanefa</a:t>
            </a:r>
            <a:r>
              <a:rPr lang="en-US" sz="44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manda</a:t>
            </a:r>
            <a:r>
              <a:rPr lang="en-US" sz="44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44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heriny</a:t>
            </a:r>
            <a:r>
              <a:rPr lang="en-US" sz="44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eo</a:t>
            </a:r>
            <a:r>
              <a:rPr lang="en-US" sz="44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amin’ny</a:t>
            </a:r>
            <a:r>
              <a:rPr lang="en-US" sz="44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fiainany</a:t>
            </a:r>
            <a:r>
              <a:rPr lang="en-US" sz="44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koa</a:t>
            </a:r>
            <a:r>
              <a:rPr lang="en-US" sz="44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tsy</a:t>
            </a:r>
            <a:r>
              <a:rPr lang="en-US" sz="44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misy</a:t>
            </a:r>
            <a:r>
              <a:rPr lang="en-US" sz="44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akony</a:t>
            </a:r>
            <a:r>
              <a:rPr lang="en-US" sz="44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firy</a:t>
            </a:r>
            <a:r>
              <a:rPr lang="en-US" sz="44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eo</a:t>
            </a:r>
            <a:r>
              <a:rPr lang="en-US" sz="44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ami’ny</a:t>
            </a:r>
            <a:r>
              <a:rPr lang="en-US" sz="44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tanora</a:t>
            </a:r>
            <a:r>
              <a:rPr lang="en-US" sz="44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44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fampianarany</a:t>
            </a:r>
            <a:r>
              <a:rPr lang="en-US" sz="44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44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Soratra</a:t>
            </a:r>
            <a:r>
              <a:rPr lang="en-US" sz="44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Masina</a:t>
            </a:r>
            <a:r>
              <a:rPr lang="en-US" sz="44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.”</a:t>
            </a:r>
            <a:r>
              <a:rPr lang="en-US" sz="4400" b="1" i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Fanabeazana</a:t>
            </a:r>
            <a:r>
              <a:rPr lang="en-US" sz="44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K.t.295 p.1</a:t>
            </a:r>
          </a:p>
          <a:p>
            <a:endParaRPr lang="en-US" sz="44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1268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248229"/>
          </a:xfrm>
        </p:spPr>
        <p:txBody>
          <a:bodyPr>
            <a:normAutofit/>
          </a:bodyPr>
          <a:lstStyle/>
          <a:p>
            <a:r>
              <a:rPr lang="en-US" sz="54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F- FAHADIOVANA</a:t>
            </a:r>
            <a:endParaRPr lang="en-US" sz="54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30629" y="1027339"/>
            <a:ext cx="11916227" cy="4351338"/>
          </a:xfrm>
        </p:spPr>
        <p:txBody>
          <a:bodyPr>
            <a:normAutofit/>
          </a:bodyPr>
          <a:lstStyle/>
          <a:p>
            <a:r>
              <a:rPr lang="en-US" sz="5400" b="1" i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“Koa </a:t>
            </a:r>
            <a:r>
              <a:rPr lang="en-US" sz="5400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raha</a:t>
            </a:r>
            <a:r>
              <a:rPr lang="en-US" sz="5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ho </a:t>
            </a:r>
            <a:r>
              <a:rPr lang="en-US" sz="5400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levona</a:t>
            </a:r>
            <a:r>
              <a:rPr lang="en-US" sz="5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toy </a:t>
            </a:r>
            <a:r>
              <a:rPr lang="en-US" sz="5400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izany</a:t>
            </a:r>
            <a:r>
              <a:rPr lang="en-US" sz="5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izao</a:t>
            </a:r>
            <a:r>
              <a:rPr lang="en-US" sz="5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zavatra</a:t>
            </a:r>
            <a:r>
              <a:rPr lang="en-US" sz="5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rehetra</a:t>
            </a:r>
            <a:r>
              <a:rPr lang="en-US" sz="5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izao</a:t>
            </a:r>
            <a:r>
              <a:rPr lang="en-US" sz="5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5400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</a:t>
            </a:r>
            <a:r>
              <a:rPr lang="en-US" sz="5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olona</a:t>
            </a:r>
            <a:r>
              <a:rPr lang="en-US" sz="5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tokony</a:t>
            </a:r>
            <a:r>
              <a:rPr lang="en-US" sz="5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hanao</a:t>
            </a:r>
            <a:r>
              <a:rPr lang="en-US" sz="5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ahoana</a:t>
            </a:r>
            <a:r>
              <a:rPr lang="en-US" sz="5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moa </a:t>
            </a:r>
            <a:r>
              <a:rPr lang="en-US" sz="5400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ianareo</a:t>
            </a:r>
            <a:r>
              <a:rPr lang="en-US" sz="5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amin'ny</a:t>
            </a:r>
            <a:r>
              <a:rPr lang="en-US" sz="5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fitondran-tena</a:t>
            </a:r>
            <a:r>
              <a:rPr lang="en-US" sz="5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masina</a:t>
            </a:r>
            <a:r>
              <a:rPr lang="en-US" sz="5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</a:t>
            </a:r>
            <a:r>
              <a:rPr lang="en-US" sz="5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5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toe-</a:t>
            </a:r>
            <a:r>
              <a:rPr lang="en-US" sz="5400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panahy</a:t>
            </a:r>
            <a:r>
              <a:rPr lang="en-US" sz="5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araka</a:t>
            </a:r>
            <a:r>
              <a:rPr lang="en-US" sz="5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i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an'Andriamanitra</a:t>
            </a:r>
            <a:r>
              <a:rPr lang="en-US" sz="5400" b="1" i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.” 2Pet 3:11</a:t>
            </a:r>
            <a:endParaRPr lang="en-US" sz="5400" b="1" i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3100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12075886" cy="1325563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b="1" u="sng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Fitondrantena</a:t>
            </a:r>
            <a:r>
              <a:rPr lang="en-US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u="sng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masina</a:t>
            </a:r>
            <a:r>
              <a:rPr lang="en-US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u="sng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</a:t>
            </a:r>
            <a:r>
              <a:rPr lang="en-US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u="sng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toe-</a:t>
            </a:r>
            <a:r>
              <a:rPr lang="en-US" b="1" u="sng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panahy</a:t>
            </a:r>
            <a:r>
              <a:rPr lang="en-US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u="sng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araka</a:t>
            </a:r>
            <a:r>
              <a:rPr lang="en-US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u="sng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an’Andriamanitra</a:t>
            </a:r>
            <a:endParaRPr lang="en-US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6114" y="1462767"/>
            <a:ext cx="11959771" cy="4909003"/>
          </a:xfrm>
        </p:spPr>
        <p:txBody>
          <a:bodyPr>
            <a:noAutofit/>
          </a:bodyPr>
          <a:lstStyle/>
          <a:p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Tsy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dia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misy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manome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lanja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loatra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fahalalam-pomba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.(…) 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toetra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miramirana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feno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fanajana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dia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tokony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hokolokoloin’ny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ray 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aman-dreny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mpanabe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manokana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.(…)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Mahasarika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ankizy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toetra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falifaly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lalandava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Anehoy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hatsaram-panahy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fanajana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izy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ireny,dia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mba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haneho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toetra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toy 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izany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aminao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amin’ny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hafa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.”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Fanabeazana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K.tt.269-270, p.2,1.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37125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277815" y="301748"/>
            <a:ext cx="10363200" cy="2387600"/>
          </a:xfrm>
        </p:spPr>
        <p:txBody>
          <a:bodyPr>
            <a:normAutofit/>
          </a:bodyPr>
          <a:lstStyle/>
          <a:p>
            <a:r>
              <a:rPr lang="fr-FR" sz="8000" dirty="0" smtClean="0">
                <a:solidFill>
                  <a:srgbClr val="FF0000"/>
                </a:solidFill>
                <a:latin typeface="Bahnschrift SemiBold Condensed" panose="020B0502040204020203" pitchFamily="34" charset="0"/>
              </a:rPr>
              <a:t>DIDIFOLON’NY FANABEAZANA</a:t>
            </a:r>
            <a:endParaRPr lang="en-US" sz="8000" dirty="0">
              <a:solidFill>
                <a:srgbClr val="FF0000"/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009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26123"/>
          </a:xfrm>
        </p:spPr>
        <p:txBody>
          <a:bodyPr/>
          <a:lstStyle/>
          <a:p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DIDY FOLON'NY FANABEAZANA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-105507" y="840885"/>
            <a:ext cx="12004430" cy="5700591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zaza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TENENIN-DAVA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tonga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MPAMALIVALY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mahaiza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miteny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azy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amim-pitiavana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amim-pahendrena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aza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treronina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latsalatsaina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2-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zaza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KAPOHIN-DAVA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tonga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MPIADY LAVA.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Tsy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midika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velively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izany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tsy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 azo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kapohana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zaza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maditra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matetika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loatra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kosa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tsy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rariny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mitarika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zaza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lasa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hamaly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any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ivelany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3-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zaza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VOASAZY LAVA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hihevi-tena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 DISO LAVA (esprit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culpabilité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mahomby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lavitra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fankaherezana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azy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amin’izay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ezaka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kely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mba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vitany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4-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zaza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HENOIN-TENY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HAHAY HIHAINO NY HAFA. Koa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raha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miteny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miresaka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aminao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zanakao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henoy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izy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aza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revo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varian-dava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amin’ny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adim-piainana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5-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zaza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ANKAHEREZINA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HAHAY HAHAZO ZAVATRA, ho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karokaroka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tsy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hionona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amin’izay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an-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tanany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8542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79938"/>
          </a:xfrm>
        </p:spPr>
        <p:txBody>
          <a:bodyPr>
            <a:noAutofit/>
          </a:bodyPr>
          <a:lstStyle/>
          <a:p>
            <a:r>
              <a:rPr lang="en-US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DIDY FOLON'NY FANABEAZANA</a:t>
            </a:r>
            <a:endParaRPr lang="en-US" sz="48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887778"/>
            <a:ext cx="12191999" cy="5970222"/>
          </a:xfrm>
        </p:spPr>
        <p:txBody>
          <a:bodyPr>
            <a:normAutofit fontScale="92500"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6-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zaza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OMEN-TSITRAKA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HAHAY MANKASITRAKA.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Omeo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sitraka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hatrany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zaza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amin’ireny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asasoa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kely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mba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vitany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ireny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izay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ezaka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nataony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heverinao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tsy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ampy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tsy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misy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dikany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aza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aza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ditrany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ihany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avoitra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7-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zaza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MAHATSAPA NY FAHAMARINANA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HANAO MARINA.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Aoka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marina no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holazainao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azy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tsapany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hitany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 marina: «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mahatarika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»,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«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fitaka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hita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».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8-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zaza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MIAINA AO ANATIN’NY FILAMINANA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HATOKY NY ATAONY. Koa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tandremo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tsara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mba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tsy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hikorotan-dava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fiainanareo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misy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fiantraikany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amin’ny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zaza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asany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izany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9-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zaza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MAHAZO DERA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HAHATOKY TENA.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10-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zaza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MIAINA AO ANATIN’NY FITIAVANA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 TIA NAMANA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4613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71789"/>
          </a:xfr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FEHINY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59656" y="1071788"/>
            <a:ext cx="12032343" cy="5786211"/>
          </a:xfrm>
        </p:spPr>
        <p:txBody>
          <a:bodyPr>
            <a:normAutofit/>
          </a:bodyPr>
          <a:lstStyle/>
          <a:p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Eto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amin’izao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fiainantsika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eto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an-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tany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izao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eny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fa 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dia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voasembantsemban’ny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ota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aza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izany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dia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ao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amin’ny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fanompoana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no 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ahitana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fifaliana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lehibe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indrindra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fanabeazana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ambony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indrindra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.” –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Fanbaeazana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K. t. 350, p.2</a:t>
            </a:r>
          </a:p>
          <a:p>
            <a:endParaRPr lang="en-US" sz="4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5090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855</Words>
  <Application>Microsoft Office PowerPoint</Application>
  <PresentationFormat>Grand écran</PresentationFormat>
  <Paragraphs>55</Paragraphs>
  <Slides>17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4" baseType="lpstr">
      <vt:lpstr>Arial</vt:lpstr>
      <vt:lpstr>Bahnschrift SemiBold Condensed</vt:lpstr>
      <vt:lpstr>Calibri</vt:lpstr>
      <vt:lpstr>Calibri Light</vt:lpstr>
      <vt:lpstr>Times New Roman</vt:lpstr>
      <vt:lpstr>Wingdings</vt:lpstr>
      <vt:lpstr>Thème Office</vt:lpstr>
      <vt:lpstr>MPANABE MAMITA IRAKA</vt:lpstr>
      <vt:lpstr>TENY BAIKO</vt:lpstr>
      <vt:lpstr>TANJONA</vt:lpstr>
      <vt:lpstr>Ho tonga fianarana hoan’ny mino amin’ny:</vt:lpstr>
      <vt:lpstr>AHOANA NY HANATANTERAHANA IZANY?</vt:lpstr>
      <vt:lpstr>Aoka isika mpanabe mba tsy hasiaka loatra.</vt:lpstr>
      <vt:lpstr>B-FITONDRA-NTENA</vt:lpstr>
      <vt:lpstr>Présentation PowerPoint</vt:lpstr>
      <vt:lpstr>C-FITIAVANA</vt:lpstr>
      <vt:lpstr>E- NY FINOANA</vt:lpstr>
      <vt:lpstr>TANDREMO !</vt:lpstr>
      <vt:lpstr>F- FAHADIOVANA</vt:lpstr>
      <vt:lpstr>Fitondrantena masina sy ny toe-panahy araka an’Andriamanitra</vt:lpstr>
      <vt:lpstr>DIDIFOLON’NY FANABEAZANA</vt:lpstr>
      <vt:lpstr>DIDY FOLON'NY FANABEAZANA</vt:lpstr>
      <vt:lpstr>DIDY FOLON'NY FANABEAZANA</vt:lpstr>
      <vt:lpstr>FEHINY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MPANABE MAMITA IRAKA</dc:title>
  <dc:creator>yx</dc:creator>
  <cp:lastModifiedBy>yx</cp:lastModifiedBy>
  <cp:revision>23</cp:revision>
  <dcterms:created xsi:type="dcterms:W3CDTF">2026-04-01T17:39:31Z</dcterms:created>
  <dcterms:modified xsi:type="dcterms:W3CDTF">2026-04-02T03:12:03Z</dcterms:modified>
</cp:coreProperties>
</file>