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5"/>
  </p:notesMasterIdLst>
  <p:sldIdLst>
    <p:sldId id="257" r:id="rId2"/>
    <p:sldId id="384" r:id="rId3"/>
    <p:sldId id="325" r:id="rId4"/>
    <p:sldId id="326" r:id="rId5"/>
    <p:sldId id="392" r:id="rId6"/>
    <p:sldId id="391" r:id="rId7"/>
    <p:sldId id="393" r:id="rId8"/>
    <p:sldId id="394" r:id="rId9"/>
    <p:sldId id="395" r:id="rId10"/>
    <p:sldId id="396" r:id="rId11"/>
    <p:sldId id="397" r:id="rId12"/>
    <p:sldId id="398" r:id="rId13"/>
    <p:sldId id="390" r:id="rId14"/>
    <p:sldId id="399" r:id="rId15"/>
    <p:sldId id="363" r:id="rId16"/>
    <p:sldId id="364" r:id="rId17"/>
    <p:sldId id="365" r:id="rId18"/>
    <p:sldId id="366" r:id="rId19"/>
    <p:sldId id="423" r:id="rId20"/>
    <p:sldId id="387" r:id="rId21"/>
    <p:sldId id="401" r:id="rId22"/>
    <p:sldId id="400" r:id="rId23"/>
    <p:sldId id="424" r:id="rId24"/>
    <p:sldId id="388" r:id="rId25"/>
    <p:sldId id="402" r:id="rId26"/>
    <p:sldId id="403" r:id="rId27"/>
    <p:sldId id="404" r:id="rId28"/>
    <p:sldId id="405" r:id="rId29"/>
    <p:sldId id="406" r:id="rId30"/>
    <p:sldId id="407" r:id="rId31"/>
    <p:sldId id="408" r:id="rId32"/>
    <p:sldId id="410" r:id="rId33"/>
    <p:sldId id="411" r:id="rId34"/>
    <p:sldId id="412" r:id="rId35"/>
    <p:sldId id="413" r:id="rId36"/>
    <p:sldId id="414" r:id="rId37"/>
    <p:sldId id="425" r:id="rId38"/>
    <p:sldId id="415" r:id="rId39"/>
    <p:sldId id="416" r:id="rId40"/>
    <p:sldId id="417" r:id="rId41"/>
    <p:sldId id="418" r:id="rId42"/>
    <p:sldId id="419" r:id="rId43"/>
    <p:sldId id="420" r:id="rId44"/>
    <p:sldId id="421" r:id="rId45"/>
    <p:sldId id="422" r:id="rId46"/>
    <p:sldId id="298" r:id="rId47"/>
    <p:sldId id="304" r:id="rId48"/>
    <p:sldId id="306" r:id="rId49"/>
    <p:sldId id="351" r:id="rId50"/>
    <p:sldId id="352" r:id="rId51"/>
    <p:sldId id="353" r:id="rId52"/>
    <p:sldId id="354" r:id="rId53"/>
    <p:sldId id="355"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53" autoAdjust="0"/>
    <p:restoredTop sz="94343" autoAdjust="0"/>
  </p:normalViewPr>
  <p:slideViewPr>
    <p:cSldViewPr snapToGrid="0" snapToObjects="1">
      <p:cViewPr varScale="1">
        <p:scale>
          <a:sx n="69" d="100"/>
          <a:sy n="69" d="100"/>
        </p:scale>
        <p:origin x="480" y="66"/>
      </p:cViewPr>
      <p:guideLst>
        <p:guide orient="horz" pos="2160"/>
        <p:guide pos="3840"/>
      </p:guideLst>
    </p:cSldViewPr>
  </p:slideViewPr>
  <p:outlineViewPr>
    <p:cViewPr>
      <p:scale>
        <a:sx n="33" d="100"/>
        <a:sy n="33" d="100"/>
      </p:scale>
      <p:origin x="0" y="-453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B74E71-9340-4F58-ACF4-8AAC3B4A2747}" type="datetimeFigureOut">
              <a:rPr lang="fr-FR" smtClean="0"/>
              <a:t>24/04/2026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37ED86-BB1E-478F-B517-681FD465A762}" type="slidenum">
              <a:rPr lang="fr-FR" smtClean="0"/>
              <a:t>‹N°›</a:t>
            </a:fld>
            <a:endParaRPr lang="fr-FR"/>
          </a:p>
        </p:txBody>
      </p:sp>
    </p:spTree>
    <p:extLst>
      <p:ext uri="{BB962C8B-B14F-4D97-AF65-F5344CB8AC3E}">
        <p14:creationId xmlns:p14="http://schemas.microsoft.com/office/powerpoint/2010/main" val="4194996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E37ED86-BB1E-478F-B517-681FD465A762}" type="slidenum">
              <a:rPr lang="fr-FR" smtClean="0"/>
              <a:t>19</a:t>
            </a:fld>
            <a:endParaRPr lang="fr-FR"/>
          </a:p>
        </p:txBody>
      </p:sp>
    </p:spTree>
    <p:extLst>
      <p:ext uri="{BB962C8B-B14F-4D97-AF65-F5344CB8AC3E}">
        <p14:creationId xmlns:p14="http://schemas.microsoft.com/office/powerpoint/2010/main" val="3678225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4/24/2026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C6C6C93-4075-4147-A5F6-6484563BA767}"/>
              </a:ext>
            </a:extLst>
          </p:cNvPr>
          <p:cNvSpPr>
            <a:spLocks noGrp="1" noChangeArrowheads="1"/>
          </p:cNvSpPr>
          <p:nvPr>
            <p:ph type="ctrTitle"/>
          </p:nvPr>
        </p:nvSpPr>
        <p:spPr>
          <a:xfrm>
            <a:off x="2209800" y="2236304"/>
            <a:ext cx="7772400" cy="1497496"/>
          </a:xfrm>
          <a:extLst/>
        </p:spPr>
        <p:txBody>
          <a:bodyPr>
            <a:normAutofit fontScale="90000"/>
          </a:bodyPr>
          <a:lstStyle/>
          <a:p>
            <a:pPr algn="ctr">
              <a:defRPr/>
            </a:pPr>
            <a:r>
              <a:rPr lang="en-US" dirty="0" err="1" smtClean="0"/>
              <a:t>Ny</a:t>
            </a:r>
            <a:r>
              <a:rPr lang="en-US" dirty="0" smtClean="0"/>
              <a:t> </a:t>
            </a:r>
            <a:r>
              <a:rPr lang="en-US" dirty="0" err="1"/>
              <a:t>Drafitr'Andriamanitra</a:t>
            </a:r>
            <a:r>
              <a:rPr lang="en-US" dirty="0"/>
              <a:t> ho </a:t>
            </a:r>
            <a:r>
              <a:rPr lang="en-US" dirty="0" err="1"/>
              <a:t>an'ny</a:t>
            </a:r>
            <a:r>
              <a:rPr lang="en-US" dirty="0"/>
              <a:t> </a:t>
            </a:r>
            <a:r>
              <a:rPr lang="en-US" dirty="0" err="1"/>
              <a:t>Taranak'Isimaela</a:t>
            </a:r>
            <a:endParaRPr lang="en-US" dirty="0">
              <a:cs typeface="+mj-cs"/>
            </a:endParaRPr>
          </a:p>
        </p:txBody>
      </p:sp>
      <p:sp>
        <p:nvSpPr>
          <p:cNvPr id="3075" name="Rectangle 3">
            <a:extLst>
              <a:ext uri="{FF2B5EF4-FFF2-40B4-BE49-F238E27FC236}">
                <a16:creationId xmlns:a16="http://schemas.microsoft.com/office/drawing/2014/main" id="{6F052BA7-9C99-C549-94CB-80EF5031B441}"/>
              </a:ext>
            </a:extLst>
          </p:cNvPr>
          <p:cNvSpPr>
            <a:spLocks noGrp="1" noChangeArrowheads="1"/>
          </p:cNvSpPr>
          <p:nvPr>
            <p:ph type="subTitle" idx="1"/>
          </p:nvPr>
        </p:nvSpPr>
        <p:spPr>
          <a:xfrm>
            <a:off x="1876424" y="3935896"/>
            <a:ext cx="8791575" cy="1321904"/>
          </a:xfrm>
          <a:extLst/>
        </p:spPr>
        <p:txBody>
          <a:bodyPr/>
          <a:lstStyle/>
          <a:p>
            <a:pPr algn="ctr">
              <a:buFont typeface="Monotype Sorts" charset="0"/>
              <a:buNone/>
              <a:defRPr/>
            </a:pPr>
            <a:r>
              <a:rPr lang="en-US" dirty="0">
                <a:solidFill>
                  <a:srgbClr val="FF0000"/>
                </a:solidFill>
                <a:cs typeface="+mn-cs"/>
              </a:rPr>
              <a:t>The Rationale of the Adventist-Muslim Relations</a:t>
            </a:r>
          </a:p>
        </p:txBody>
      </p:sp>
    </p:spTree>
    <p:extLst>
      <p:ext uri="{BB962C8B-B14F-4D97-AF65-F5344CB8AC3E}">
        <p14:creationId xmlns:p14="http://schemas.microsoft.com/office/powerpoint/2010/main" val="394010545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3075">
                                            <p:txEl>
                                              <p:pRg st="0" end="0"/>
                                            </p:txEl>
                                          </p:spTgt>
                                        </p:tgtEl>
                                        <p:attrNameLst>
                                          <p:attrName>style.visibility</p:attrName>
                                        </p:attrNameLst>
                                      </p:cBhvr>
                                      <p:to>
                                        <p:strVal val="visible"/>
                                      </p:to>
                                    </p:set>
                                    <p:animEffect transition="in" filter="checkerboard(across)">
                                      <p:cBhvr>
                                        <p:cTn id="13" dur="500"/>
                                        <p:tgtEl>
                                          <p:spTgt spid="30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CFD28DB1-BD01-5642-8198-F2FFFCDD6EEB}"/>
              </a:ext>
            </a:extLst>
          </p:cNvPr>
          <p:cNvSpPr>
            <a:spLocks noGrp="1" noChangeArrowheads="1"/>
          </p:cNvSpPr>
          <p:nvPr>
            <p:ph type="ctrTitle"/>
          </p:nvPr>
        </p:nvSpPr>
        <p:spPr>
          <a:xfrm>
            <a:off x="651164" y="261257"/>
            <a:ext cx="11236037" cy="6230983"/>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en-US" altLang="en-US" sz="2400" dirty="0" err="1">
                <a:solidFill>
                  <a:schemeClr val="bg1"/>
                </a:solidFill>
                <a:latin typeface="Arial Black" panose="020B0A04020102020204" pitchFamily="34" charset="0"/>
                <a:ea typeface="ＭＳ Ｐゴシック" panose="020B0600070205080204" pitchFamily="34" charset="-128"/>
              </a:rPr>
              <a:t>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olon-drehetra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fiangonana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manerana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izao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tontolo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izao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ankehitriny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dia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mametraka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fanontaniana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iray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mifototra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tranga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miseho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amin'izao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fotoana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izao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eto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amin'izao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tontolo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izao</a:t>
            </a:r>
            <a:r>
              <a:rPr lang="en-US" altLang="en-US" sz="2400" dirty="0">
                <a:solidFill>
                  <a:schemeClr val="bg1"/>
                </a:solidFill>
                <a:latin typeface="Arial Black" panose="020B0A04020102020204" pitchFamily="34" charset="0"/>
                <a:ea typeface="ＭＳ Ｐゴシック" panose="020B0600070205080204" pitchFamily="34" charset="-128"/>
              </a:rPr>
              <a:t>. Indro </a:t>
            </a:r>
            <a:r>
              <a:rPr lang="en-US" altLang="en-US" sz="2400" dirty="0" err="1">
                <a:solidFill>
                  <a:schemeClr val="bg1"/>
                </a:solidFill>
                <a:latin typeface="Arial Black" panose="020B0A04020102020204" pitchFamily="34" charset="0"/>
                <a:ea typeface="ＭＳ Ｐゴシック" panose="020B0600070205080204" pitchFamily="34" charset="-128"/>
              </a:rPr>
              <a:t>àry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ilay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fanontaniana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Inona</a:t>
            </a:r>
            <a:r>
              <a:rPr lang="en-US" altLang="en-US" sz="2400" dirty="0">
                <a:solidFill>
                  <a:srgbClr val="FF0000"/>
                </a:solidFill>
                <a:latin typeface="Arial Black" panose="020B0A04020102020204" pitchFamily="34" charset="0"/>
                <a:ea typeface="ＭＳ Ｐゴシック" panose="020B0600070205080204" pitchFamily="34" charset="-128"/>
              </a:rPr>
              <a:t> no </a:t>
            </a:r>
            <a:r>
              <a:rPr lang="en-US" altLang="en-US" sz="2400" dirty="0" err="1">
                <a:solidFill>
                  <a:srgbClr val="FF0000"/>
                </a:solidFill>
                <a:latin typeface="Arial Black" panose="020B0A04020102020204" pitchFamily="34" charset="0"/>
                <a:ea typeface="ＭＳ Ｐゴシック" panose="020B0600070205080204" pitchFamily="34" charset="-128"/>
              </a:rPr>
              <a:t>ambaran'ny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Baiboly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mahakasika</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andraikitra</a:t>
            </a:r>
            <a:r>
              <a:rPr lang="en-US" altLang="en-US" sz="2400" dirty="0">
                <a:solidFill>
                  <a:srgbClr val="FF0000"/>
                </a:solidFill>
                <a:latin typeface="Arial Black" panose="020B0A04020102020204" pitchFamily="34" charset="0"/>
                <a:ea typeface="ＭＳ Ｐゴシック" panose="020B0600070205080204" pitchFamily="34" charset="-128"/>
              </a:rPr>
              <a:t> ho </a:t>
            </a:r>
            <a:r>
              <a:rPr lang="en-US" altLang="en-US" sz="2400" dirty="0" err="1">
                <a:solidFill>
                  <a:srgbClr val="FF0000"/>
                </a:solidFill>
                <a:latin typeface="Arial Black" panose="020B0A04020102020204" pitchFamily="34" charset="0"/>
                <a:ea typeface="ＭＳ Ｐゴシック" panose="020B0600070205080204" pitchFamily="34" charset="-128"/>
              </a:rPr>
              <a:t>tanan'ny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mpino</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Islamo</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amin'ny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Andro</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Farany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mialohan'ny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Fihavian'i</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Jesosy</a:t>
            </a:r>
            <a:r>
              <a:rPr lang="en-US" altLang="en-US" sz="2400" dirty="0">
                <a:solidFill>
                  <a:srgbClr val="FF0000"/>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Fanindroany</a:t>
            </a:r>
            <a:r>
              <a:rPr lang="en-US" altLang="en-US" sz="2400" dirty="0">
                <a:solidFill>
                  <a:srgbClr val="FF0000"/>
                </a:solidFill>
                <a:latin typeface="Arial Black" panose="020B0A04020102020204" pitchFamily="34" charset="0"/>
                <a:ea typeface="ＭＳ Ｐゴシック" panose="020B0600070205080204" pitchFamily="34" charset="-128"/>
              </a:rPr>
              <a:t>?</a:t>
            </a:r>
            <a:r>
              <a:rPr lang="en-US" altLang="en-US" sz="2400" dirty="0">
                <a:solidFill>
                  <a:schemeClr val="bg1"/>
                </a:solidFill>
                <a:latin typeface="Arial Black" panose="020B0A04020102020204" pitchFamily="34" charset="0"/>
                <a:ea typeface="ＭＳ Ｐゴシック" panose="020B0600070205080204" pitchFamily="34" charset="-128"/>
              </a:rPr>
              <a:t>" Na </a:t>
            </a:r>
            <a:r>
              <a:rPr lang="en-US" altLang="en-US" sz="2400" dirty="0" err="1">
                <a:solidFill>
                  <a:schemeClr val="bg1"/>
                </a:solidFill>
                <a:latin typeface="Arial Black" panose="020B0A04020102020204" pitchFamily="34" charset="0"/>
                <a:ea typeface="ＭＳ Ｐゴシック" panose="020B0600070205080204" pitchFamily="34" charset="-128"/>
              </a:rPr>
              <a:t>dia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miady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hevitra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momba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rgbClr val="FF0000"/>
                </a:solidFill>
                <a:latin typeface="Arial Black" panose="020B0A04020102020204" pitchFamily="34" charset="0"/>
                <a:ea typeface="ＭＳ Ｐゴシック" panose="020B0600070205080204" pitchFamily="34" charset="-128"/>
              </a:rPr>
              <a:t>Apokalypsy</a:t>
            </a:r>
            <a:r>
              <a:rPr lang="en-US" altLang="en-US" sz="2400" dirty="0">
                <a:solidFill>
                  <a:srgbClr val="FF0000"/>
                </a:solidFill>
                <a:latin typeface="Arial Black" panose="020B0A04020102020204" pitchFamily="34" charset="0"/>
                <a:ea typeface="ＭＳ Ｐゴシック" panose="020B0600070205080204" pitchFamily="34" charset="-128"/>
              </a:rPr>
              <a:t> 9 </a:t>
            </a:r>
            <a:r>
              <a:rPr lang="en-US" altLang="en-US" sz="2400" dirty="0" err="1">
                <a:solidFill>
                  <a:schemeClr val="bg1"/>
                </a:solidFill>
                <a:latin typeface="Arial Black" panose="020B0A04020102020204" pitchFamily="34" charset="0"/>
                <a:ea typeface="ＭＳ Ｐゴシック" panose="020B0600070205080204" pitchFamily="34" charset="-128"/>
              </a:rPr>
              <a:t>aza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teôlôjiana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indraindray</a:t>
            </a:r>
            <a:r>
              <a:rPr lang="en-US" altLang="en-US" sz="2400" dirty="0">
                <a:solidFill>
                  <a:schemeClr val="bg1"/>
                </a:solidFill>
                <a:latin typeface="Arial Black" panose="020B0A04020102020204" pitchFamily="34" charset="0"/>
                <a:ea typeface="ＭＳ Ｐゴシック" panose="020B0600070205080204" pitchFamily="34" charset="-128"/>
              </a:rPr>
              <a:t>, hoe </a:t>
            </a:r>
            <a:r>
              <a:rPr lang="en-US" altLang="en-US" sz="2400" dirty="0" err="1">
                <a:solidFill>
                  <a:schemeClr val="bg1"/>
                </a:solidFill>
                <a:latin typeface="Arial Black" panose="020B0A04020102020204" pitchFamily="34" charset="0"/>
                <a:ea typeface="ＭＳ Ｐゴシック" panose="020B0600070205080204" pitchFamily="34" charset="-128"/>
              </a:rPr>
              <a:t>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mpino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Islamo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tokoa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ve</a:t>
            </a:r>
            <a:r>
              <a:rPr lang="en-US" altLang="en-US" sz="2400" dirty="0">
                <a:solidFill>
                  <a:schemeClr val="bg1"/>
                </a:solidFill>
                <a:latin typeface="Arial Black" panose="020B0A04020102020204" pitchFamily="34" charset="0"/>
                <a:ea typeface="ＭＳ Ｐゴシック" panose="020B0600070205080204" pitchFamily="34" charset="-128"/>
              </a:rPr>
              <a:t> no </a:t>
            </a:r>
            <a:r>
              <a:rPr lang="en-US" altLang="en-US" sz="2400" dirty="0" err="1">
                <a:solidFill>
                  <a:schemeClr val="bg1"/>
                </a:solidFill>
                <a:latin typeface="Arial Black" panose="020B0A04020102020204" pitchFamily="34" charset="0"/>
                <a:ea typeface="ＭＳ Ｐゴシック" panose="020B0600070205080204" pitchFamily="34" charset="-128"/>
              </a:rPr>
              <a:t>tiana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ambara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amin'izy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sa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tsia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koa</a:t>
            </a:r>
            <a:r>
              <a:rPr lang="en-US" altLang="en-US" sz="2400" dirty="0">
                <a:solidFill>
                  <a:schemeClr val="bg1"/>
                </a:solidFill>
                <a:latin typeface="Arial Black" panose="020B0A04020102020204" pitchFamily="34" charset="0"/>
                <a:ea typeface="ＭＳ Ｐゴシック" panose="020B0600070205080204" pitchFamily="34" charset="-128"/>
              </a:rPr>
              <a:t> hoe </a:t>
            </a:r>
            <a:r>
              <a:rPr lang="en-US" altLang="en-US" sz="2400" dirty="0" err="1">
                <a:solidFill>
                  <a:schemeClr val="bg1"/>
                </a:solidFill>
                <a:latin typeface="Arial Black" panose="020B0A04020102020204" pitchFamily="34" charset="0"/>
                <a:ea typeface="ＭＳ Ｐゴシック" panose="020B0600070205080204" pitchFamily="34" charset="-128"/>
              </a:rPr>
              <a:t>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mpino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Islamo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ve</a:t>
            </a:r>
            <a:r>
              <a:rPr lang="en-US" altLang="en-US" sz="2400" dirty="0">
                <a:solidFill>
                  <a:schemeClr val="bg1"/>
                </a:solidFill>
                <a:latin typeface="Arial Black" panose="020B0A04020102020204" pitchFamily="34" charset="0"/>
                <a:ea typeface="ＭＳ Ｐゴシック" panose="020B0600070205080204" pitchFamily="34" charset="-128"/>
              </a:rPr>
              <a:t> no </a:t>
            </a:r>
            <a:r>
              <a:rPr lang="en-US" altLang="en-US" sz="2400" dirty="0" err="1">
                <a:solidFill>
                  <a:schemeClr val="bg1"/>
                </a:solidFill>
                <a:latin typeface="Arial Black" panose="020B0A04020102020204" pitchFamily="34" charset="0"/>
                <a:ea typeface="ＭＳ Ｐゴシック" panose="020B0600070205080204" pitchFamily="34" charset="-128"/>
              </a:rPr>
              <a:t>tiana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ambara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amin'ilay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Mpanjakan'ny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Atsimo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amin'ny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a:solidFill>
                  <a:srgbClr val="FF0000"/>
                </a:solidFill>
                <a:latin typeface="Arial Black" panose="020B0A04020102020204" pitchFamily="34" charset="0"/>
                <a:ea typeface="ＭＳ Ｐゴシック" panose="020B0600070205080204" pitchFamily="34" charset="-128"/>
              </a:rPr>
              <a:t>Daniela 11:40-45</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dia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misy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faminaniana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tena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mazava</a:t>
            </a:r>
            <a:r>
              <a:rPr lang="en-US" altLang="en-US" sz="2400" dirty="0">
                <a:solidFill>
                  <a:schemeClr val="bg1"/>
                </a:solidFill>
                <a:latin typeface="Arial Black" panose="020B0A04020102020204" pitchFamily="34" charset="0"/>
                <a:ea typeface="ＭＳ Ｐゴシック" panose="020B0600070205080204" pitchFamily="34" charset="-128"/>
              </a:rPr>
              <a:t> be </a:t>
            </a:r>
            <a:r>
              <a:rPr lang="en-US" altLang="en-US" sz="2400" dirty="0" err="1">
                <a:solidFill>
                  <a:schemeClr val="bg1"/>
                </a:solidFill>
                <a:latin typeface="Arial Black" panose="020B0A04020102020204" pitchFamily="34" charset="0"/>
                <a:ea typeface="ＭＳ Ｐゴシック" panose="020B0600070205080204" pitchFamily="34" charset="-128"/>
              </a:rPr>
              <a:t>izay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toa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tsy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misy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mahatsikaritra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akory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Ireto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andininy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roa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eto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ambany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ireto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dia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toa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faminaniana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tsy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mifono</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hevi-dalina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loatra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ara-teôlôjia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kanefa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mitondra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hafatra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tena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mazava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sady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miavaka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tsara</a:t>
            </a:r>
            <a:r>
              <a:rPr lang="en-US" altLang="en-US" sz="2400" dirty="0">
                <a:solidFill>
                  <a:schemeClr val="bg1"/>
                </a:solidFill>
                <a:latin typeface="Arial Black" panose="020B0A04020102020204" pitchFamily="34" charset="0"/>
                <a:ea typeface="ＭＳ Ｐゴシック" panose="020B0600070205080204" pitchFamily="34" charset="-128"/>
              </a:rPr>
              <a:t> ho </a:t>
            </a:r>
            <a:r>
              <a:rPr lang="en-US" altLang="en-US" sz="2400" dirty="0" err="1">
                <a:solidFill>
                  <a:schemeClr val="bg1"/>
                </a:solidFill>
                <a:latin typeface="Arial Black" panose="020B0A04020102020204" pitchFamily="34" charset="0"/>
                <a:ea typeface="ＭＳ Ｐゴシック" panose="020B0600070205080204" pitchFamily="34" charset="-128"/>
              </a:rPr>
              <a:t>antsika</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ihany</a:t>
            </a:r>
            <a:r>
              <a:rPr lang="en-US" altLang="en-US" sz="2400" dirty="0">
                <a:solidFill>
                  <a:schemeClr val="bg1"/>
                </a:solidFill>
                <a:latin typeface="Arial Black" panose="020B0A04020102020204" pitchFamily="34" charset="0"/>
                <a:ea typeface="ＭＳ Ｐゴシック" panose="020B0600070205080204" pitchFamily="34" charset="-128"/>
              </a:rPr>
              <a:t> </a:t>
            </a:r>
            <a:r>
              <a:rPr lang="en-US" altLang="en-US" sz="2400" dirty="0" err="1">
                <a:solidFill>
                  <a:schemeClr val="bg1"/>
                </a:solidFill>
                <a:latin typeface="Arial Black" panose="020B0A04020102020204" pitchFamily="34" charset="0"/>
                <a:ea typeface="ＭＳ Ｐゴシック" panose="020B0600070205080204" pitchFamily="34" charset="-128"/>
              </a:rPr>
              <a:t>koa</a:t>
            </a:r>
            <a:endParaRPr lang="en-US" altLang="en-US" sz="2400" dirty="0">
              <a:solidFill>
                <a:schemeClr val="bg1"/>
              </a:solidFill>
              <a:latin typeface="Arial Black" panose="020B0A04020102020204" pitchFamily="34" charset="0"/>
              <a:ea typeface="ＭＳ Ｐゴシック" panose="020B0600070205080204" pitchFamily="34" charset="-128"/>
            </a:endParaRPr>
          </a:p>
        </p:txBody>
      </p:sp>
    </p:spTree>
    <p:extLst>
      <p:ext uri="{BB962C8B-B14F-4D97-AF65-F5344CB8AC3E}">
        <p14:creationId xmlns:p14="http://schemas.microsoft.com/office/powerpoint/2010/main" val="1553069408"/>
      </p:ext>
    </p:extLst>
  </p:cSld>
  <p:clrMapOvr>
    <a:masterClrMapping/>
  </p:clrMapOvr>
  <p:transition spd="slow">
    <p:push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2F15F033-D0D5-BD4C-8373-F42E4E57E51F}"/>
              </a:ext>
            </a:extLst>
          </p:cNvPr>
          <p:cNvSpPr>
            <a:spLocks noGrp="1" noChangeArrowheads="1"/>
          </p:cNvSpPr>
          <p:nvPr>
            <p:ph type="title"/>
          </p:nvPr>
        </p:nvSpPr>
        <p:spPr>
          <a:xfrm>
            <a:off x="954158" y="357258"/>
            <a:ext cx="10093253" cy="1478570"/>
          </a:xfrm>
        </p:spPr>
        <p:txBody>
          <a:bodyPr>
            <a:normAutofit fontScale="90000"/>
          </a:bodyPr>
          <a:lstStyle/>
          <a:p>
            <a:r>
              <a:rPr lang="en-US" altLang="en-US" dirty="0" err="1">
                <a:latin typeface="Arial Black" panose="020B0A04020102020204" pitchFamily="34" charset="0"/>
                <a:ea typeface="ＭＳ Ｐゴシック" panose="020B0600070205080204" pitchFamily="34" charset="-128"/>
              </a:rPr>
              <a:t>Ao</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amin'ny</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Isaia</a:t>
            </a:r>
            <a:r>
              <a:rPr lang="en-US" altLang="en-US" dirty="0">
                <a:latin typeface="Arial Black" panose="020B0A04020102020204" pitchFamily="34" charset="0"/>
                <a:ea typeface="ＭＳ Ｐゴシック" panose="020B0600070205080204" pitchFamily="34" charset="-128"/>
              </a:rPr>
              <a:t> 60:6-7 no </a:t>
            </a:r>
            <a:r>
              <a:rPr lang="en-US" altLang="en-US" dirty="0" err="1">
                <a:latin typeface="Arial Black" panose="020B0A04020102020204" pitchFamily="34" charset="0"/>
                <a:ea typeface="ＭＳ Ｐゴシック" panose="020B0600070205080204" pitchFamily="34" charset="-128"/>
              </a:rPr>
              <a:t>ahitantsika</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ireo</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andininy</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ireo</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araka</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izao</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manaraka</a:t>
            </a:r>
            <a:r>
              <a:rPr lang="en-US" altLang="en-US" dirty="0">
                <a:latin typeface="Arial Black" panose="020B0A04020102020204" pitchFamily="34" charset="0"/>
                <a:ea typeface="ＭＳ Ｐゴシック" panose="020B0600070205080204" pitchFamily="34" charset="-128"/>
              </a:rPr>
              <a:t> </a:t>
            </a:r>
            <a:r>
              <a:rPr lang="en-US" altLang="en-US" dirty="0" err="1">
                <a:latin typeface="Arial Black" panose="020B0A04020102020204" pitchFamily="34" charset="0"/>
                <a:ea typeface="ＭＳ Ｐゴシック" panose="020B0600070205080204" pitchFamily="34" charset="-128"/>
              </a:rPr>
              <a:t>izao</a:t>
            </a:r>
            <a:r>
              <a:rPr lang="en-US" altLang="en-US" dirty="0">
                <a:latin typeface="Arial Black" panose="020B0A04020102020204" pitchFamily="34" charset="0"/>
                <a:ea typeface="ＭＳ Ｐゴシック" panose="020B0600070205080204" pitchFamily="34" charset="-128"/>
              </a:rPr>
              <a:t>:</a:t>
            </a:r>
          </a:p>
        </p:txBody>
      </p:sp>
      <p:sp>
        <p:nvSpPr>
          <p:cNvPr id="44035" name="Rectangle 5">
            <a:extLst>
              <a:ext uri="{FF2B5EF4-FFF2-40B4-BE49-F238E27FC236}">
                <a16:creationId xmlns:a16="http://schemas.microsoft.com/office/drawing/2014/main" id="{6806B849-BB62-234F-AE38-621A9053D3C1}"/>
              </a:ext>
            </a:extLst>
          </p:cNvPr>
          <p:cNvSpPr>
            <a:spLocks noGrp="1" noChangeArrowheads="1"/>
          </p:cNvSpPr>
          <p:nvPr>
            <p:ph type="body" idx="1"/>
          </p:nvPr>
        </p:nvSpPr>
        <p:spPr>
          <a:xfrm>
            <a:off x="954158" y="1739348"/>
            <a:ext cx="10988460" cy="4051853"/>
          </a:xfrm>
        </p:spPr>
        <p:style>
          <a:lnRef idx="3">
            <a:schemeClr val="lt1"/>
          </a:lnRef>
          <a:fillRef idx="1">
            <a:schemeClr val="accent5"/>
          </a:fillRef>
          <a:effectRef idx="1">
            <a:schemeClr val="accent5"/>
          </a:effectRef>
          <a:fontRef idx="minor">
            <a:schemeClr val="lt1"/>
          </a:fontRef>
        </p:style>
        <p:txBody>
          <a:bodyPr>
            <a:normAutofit lnSpcReduction="10000"/>
          </a:bodyPr>
          <a:lstStyle/>
          <a:p>
            <a:pPr marL="0" indent="0">
              <a:buNone/>
              <a:defRPr/>
            </a:pPr>
            <a:r>
              <a:rPr lang="en-US" b="1" dirty="0">
                <a:latin typeface="Arial Black" panose="020B0A04020102020204" pitchFamily="34" charset="0"/>
              </a:rPr>
              <a:t>"Ho </a:t>
            </a:r>
            <a:r>
              <a:rPr lang="en-US" b="1" dirty="0" err="1">
                <a:latin typeface="Arial Black" panose="020B0A04020102020204" pitchFamily="34" charset="0"/>
              </a:rPr>
              <a:t>feno</a:t>
            </a:r>
            <a:r>
              <a:rPr lang="en-US" b="1" dirty="0">
                <a:latin typeface="Arial Black" panose="020B0A04020102020204" pitchFamily="34" charset="0"/>
              </a:rPr>
              <a:t> </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a:latin typeface="Arial Black" panose="020B0A04020102020204" pitchFamily="34" charset="0"/>
              </a:rPr>
              <a:t>rameva</a:t>
            </a:r>
            <a:r>
              <a:rPr lang="en-US" b="1" dirty="0">
                <a:latin typeface="Arial Black" panose="020B0A04020102020204" pitchFamily="34" charset="0"/>
              </a:rPr>
              <a:t> </a:t>
            </a:r>
            <a:r>
              <a:rPr lang="en-US" b="1" dirty="0" err="1">
                <a:latin typeface="Arial Black" panose="020B0A04020102020204" pitchFamily="34" charset="0"/>
              </a:rPr>
              <a:t>betsaka</a:t>
            </a:r>
            <a:r>
              <a:rPr lang="en-US" b="1" dirty="0">
                <a:latin typeface="Arial Black" panose="020B0A04020102020204" pitchFamily="34" charset="0"/>
              </a:rPr>
              <a:t> </a:t>
            </a:r>
            <a:r>
              <a:rPr lang="en-US" b="1" dirty="0" err="1">
                <a:latin typeface="Arial Black" panose="020B0A04020102020204" pitchFamily="34" charset="0"/>
              </a:rPr>
              <a:t>ao</a:t>
            </a:r>
            <a:r>
              <a:rPr lang="en-US" b="1" dirty="0">
                <a:latin typeface="Arial Black" panose="020B0A04020102020204" pitchFamily="34" charset="0"/>
              </a:rPr>
              <a:t> </a:t>
            </a:r>
            <a:r>
              <a:rPr lang="en-US" b="1" dirty="0" err="1">
                <a:latin typeface="Arial Black" panose="020B0A04020102020204" pitchFamily="34" charset="0"/>
              </a:rPr>
              <a:t>aminao</a:t>
            </a:r>
            <a:r>
              <a:rPr lang="en-US" b="1" dirty="0">
                <a:latin typeface="Arial Black" panose="020B0A04020102020204" pitchFamily="34" charset="0"/>
              </a:rPr>
              <a:t>, </a:t>
            </a:r>
            <a:r>
              <a:rPr lang="en-US" b="1" dirty="0" err="1">
                <a:latin typeface="Arial Black" panose="020B0A04020102020204" pitchFamily="34" charset="0"/>
              </a:rPr>
              <a:t>dia</a:t>
            </a:r>
            <a:r>
              <a:rPr lang="en-US" b="1" dirty="0">
                <a:latin typeface="Arial Black" panose="020B0A04020102020204" pitchFamily="34" charset="0"/>
              </a:rPr>
              <a:t> </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a:latin typeface="Arial Black" panose="020B0A04020102020204" pitchFamily="34" charset="0"/>
              </a:rPr>
              <a:t>rameva</a:t>
            </a:r>
            <a:r>
              <a:rPr lang="en-US" b="1" dirty="0">
                <a:latin typeface="Arial Black" panose="020B0A04020102020204" pitchFamily="34" charset="0"/>
              </a:rPr>
              <a:t> </a:t>
            </a:r>
            <a:r>
              <a:rPr lang="en-US" b="1" dirty="0" err="1">
                <a:latin typeface="Arial Black" panose="020B0A04020102020204" pitchFamily="34" charset="0"/>
              </a:rPr>
              <a:t>tanora</a:t>
            </a:r>
            <a:r>
              <a:rPr lang="en-US" b="1" dirty="0">
                <a:latin typeface="Arial Black" panose="020B0A04020102020204" pitchFamily="34" charset="0"/>
              </a:rPr>
              <a:t> </a:t>
            </a:r>
            <a:r>
              <a:rPr lang="en-US" b="1" dirty="0" err="1">
                <a:latin typeface="Arial Black" panose="020B0A04020102020204" pitchFamily="34" charset="0"/>
              </a:rPr>
              <a:t>avy</a:t>
            </a:r>
            <a:r>
              <a:rPr lang="en-US" b="1" dirty="0">
                <a:latin typeface="Arial Black" panose="020B0A04020102020204" pitchFamily="34" charset="0"/>
              </a:rPr>
              <a:t> any </a:t>
            </a:r>
            <a:r>
              <a:rPr lang="en-US" b="1" dirty="0" err="1">
                <a:solidFill>
                  <a:srgbClr val="FFFF00"/>
                </a:solidFill>
                <a:latin typeface="Arial Black" panose="020B0A04020102020204" pitchFamily="34" charset="0"/>
              </a:rPr>
              <a:t>Midiana</a:t>
            </a:r>
            <a:r>
              <a:rPr lang="en-US" b="1" dirty="0">
                <a:latin typeface="Arial Black" panose="020B0A04020102020204" pitchFamily="34" charset="0"/>
              </a:rPr>
              <a:t> </a:t>
            </a:r>
            <a:r>
              <a:rPr lang="en-US" b="1" dirty="0" err="1" smtClean="0">
                <a:latin typeface="Arial Black" panose="020B0A04020102020204" pitchFamily="34" charset="0"/>
              </a:rPr>
              <a:t>sy</a:t>
            </a:r>
            <a:r>
              <a:rPr lang="en-US" b="1" dirty="0" smtClean="0">
                <a:latin typeface="Arial Black" panose="020B0A04020102020204" pitchFamily="34" charset="0"/>
              </a:rPr>
              <a:t> </a:t>
            </a:r>
            <a:r>
              <a:rPr lang="en-US" b="1" dirty="0" err="1">
                <a:solidFill>
                  <a:srgbClr val="FFFF00"/>
                </a:solidFill>
                <a:latin typeface="Arial Black" panose="020B0A04020102020204" pitchFamily="34" charset="0"/>
              </a:rPr>
              <a:t>Efaha</a:t>
            </a:r>
            <a:r>
              <a:rPr lang="en-US" b="1" dirty="0">
                <a:latin typeface="Arial Black" panose="020B0A04020102020204" pitchFamily="34" charset="0"/>
              </a:rPr>
              <a:t>, </a:t>
            </a:r>
            <a:r>
              <a:rPr lang="en-US" b="1" dirty="0" err="1">
                <a:latin typeface="Arial Black" panose="020B0A04020102020204" pitchFamily="34" charset="0"/>
              </a:rPr>
              <a:t>samy</a:t>
            </a:r>
            <a:r>
              <a:rPr lang="en-US" b="1" dirty="0">
                <a:latin typeface="Arial Black" panose="020B0A04020102020204" pitchFamily="34" charset="0"/>
              </a:rPr>
              <a:t> </a:t>
            </a:r>
            <a:r>
              <a:rPr lang="en-US" b="1" dirty="0" err="1">
                <a:latin typeface="Arial Black" panose="020B0A04020102020204" pitchFamily="34" charset="0"/>
              </a:rPr>
              <a:t>avy</a:t>
            </a:r>
            <a:r>
              <a:rPr lang="en-US" b="1" dirty="0">
                <a:latin typeface="Arial Black" panose="020B0A04020102020204" pitchFamily="34" charset="0"/>
              </a:rPr>
              <a:t> any </a:t>
            </a:r>
            <a:r>
              <a:rPr lang="en-US" b="1" dirty="0">
                <a:solidFill>
                  <a:srgbClr val="FFFF00"/>
                </a:solidFill>
                <a:latin typeface="Arial Black" panose="020B0A04020102020204" pitchFamily="34" charset="0"/>
              </a:rPr>
              <a:t>Sheba</a:t>
            </a:r>
            <a:r>
              <a:rPr lang="en-US" b="1" dirty="0">
                <a:latin typeface="Arial Black" panose="020B0A04020102020204" pitchFamily="34" charset="0"/>
              </a:rPr>
              <a:t> </a:t>
            </a:r>
            <a:r>
              <a:rPr lang="en-US" b="1" dirty="0" err="1">
                <a:latin typeface="Arial Black" panose="020B0A04020102020204" pitchFamily="34" charset="0"/>
              </a:rPr>
              <a:t>izy</a:t>
            </a:r>
            <a:r>
              <a:rPr lang="en-US" b="1" dirty="0">
                <a:latin typeface="Arial Black" panose="020B0A04020102020204" pitchFamily="34" charset="0"/>
              </a:rPr>
              <a:t> </a:t>
            </a:r>
            <a:r>
              <a:rPr lang="en-US" b="1" dirty="0" err="1">
                <a:latin typeface="Arial Black" panose="020B0A04020102020204" pitchFamily="34" charset="0"/>
              </a:rPr>
              <a:t>rehetra</a:t>
            </a:r>
            <a:r>
              <a:rPr lang="en-US" b="1" dirty="0">
                <a:latin typeface="Arial Black" panose="020B0A04020102020204" pitchFamily="34" charset="0"/>
              </a:rPr>
              <a:t>; </a:t>
            </a:r>
            <a:r>
              <a:rPr lang="en-US" b="1" dirty="0" err="1">
                <a:latin typeface="Arial Black" panose="020B0A04020102020204" pitchFamily="34" charset="0"/>
              </a:rPr>
              <a:t>volamena</a:t>
            </a:r>
            <a:r>
              <a:rPr lang="en-US" b="1" dirty="0">
                <a:latin typeface="Arial Black" panose="020B0A04020102020204" pitchFamily="34" charset="0"/>
              </a:rPr>
              <a:t> </a:t>
            </a:r>
            <a:r>
              <a:rPr lang="en-US" b="1" dirty="0" err="1">
                <a:latin typeface="Arial Black" panose="020B0A04020102020204" pitchFamily="34" charset="0"/>
              </a:rPr>
              <a:t>sy</a:t>
            </a:r>
            <a:r>
              <a:rPr lang="en-US" b="1" dirty="0">
                <a:latin typeface="Arial Black" panose="020B0A04020102020204" pitchFamily="34" charset="0"/>
              </a:rPr>
              <a:t> </a:t>
            </a:r>
            <a:r>
              <a:rPr lang="en-US" b="1" dirty="0" err="1">
                <a:latin typeface="Arial Black" panose="020B0A04020102020204" pitchFamily="34" charset="0"/>
              </a:rPr>
              <a:t>ditin-kazo</a:t>
            </a:r>
            <a:r>
              <a:rPr lang="en-US" b="1" dirty="0">
                <a:latin typeface="Arial Black" panose="020B0A04020102020204" pitchFamily="34" charset="0"/>
              </a:rPr>
              <a:t> </a:t>
            </a:r>
            <a:r>
              <a:rPr lang="en-US" b="1" dirty="0" err="1">
                <a:latin typeface="Arial Black" panose="020B0A04020102020204" pitchFamily="34" charset="0"/>
              </a:rPr>
              <a:t>mani-pofona</a:t>
            </a:r>
            <a:r>
              <a:rPr lang="en-US" b="1" dirty="0">
                <a:latin typeface="Arial Black" panose="020B0A04020102020204" pitchFamily="34" charset="0"/>
              </a:rPr>
              <a:t> 	no ho </a:t>
            </a:r>
            <a:r>
              <a:rPr lang="en-US" b="1" dirty="0" err="1">
                <a:latin typeface="Arial Black" panose="020B0A04020102020204" pitchFamily="34" charset="0"/>
              </a:rPr>
              <a:t>entiny</a:t>
            </a:r>
            <a:r>
              <a:rPr lang="en-US" b="1" dirty="0">
                <a:latin typeface="Arial Black" panose="020B0A04020102020204" pitchFamily="34" charset="0"/>
              </a:rPr>
              <a:t>, </a:t>
            </a:r>
            <a:r>
              <a:rPr lang="en-US" b="1" dirty="0" err="1">
                <a:latin typeface="Arial Black" panose="020B0A04020102020204" pitchFamily="34" charset="0"/>
              </a:rPr>
              <a:t>ary</a:t>
            </a:r>
            <a:r>
              <a:rPr lang="en-US" b="1" dirty="0">
                <a:latin typeface="Arial Black" panose="020B0A04020102020204" pitchFamily="34" charset="0"/>
              </a:rPr>
              <a:t> </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a:latin typeface="Arial Black" panose="020B0A04020102020204" pitchFamily="34" charset="0"/>
              </a:rPr>
              <a:t>fiderana</a:t>
            </a:r>
            <a:r>
              <a:rPr lang="en-US" b="1" dirty="0">
                <a:latin typeface="Arial Black" panose="020B0A04020102020204" pitchFamily="34" charset="0"/>
              </a:rPr>
              <a:t> </a:t>
            </a:r>
            <a:r>
              <a:rPr lang="en-US" b="1" dirty="0" err="1">
                <a:latin typeface="Arial Black" panose="020B0A04020102020204" pitchFamily="34" charset="0"/>
              </a:rPr>
              <a:t>an'i</a:t>
            </a:r>
            <a:r>
              <a:rPr lang="en-US" b="1" dirty="0">
                <a:latin typeface="Arial Black" panose="020B0A04020102020204" pitchFamily="34" charset="0"/>
              </a:rPr>
              <a:t> Jehovah no </a:t>
            </a:r>
            <a:r>
              <a:rPr lang="en-US" b="1" dirty="0" err="1">
                <a:latin typeface="Arial Black" panose="020B0A04020102020204" pitchFamily="34" charset="0"/>
              </a:rPr>
              <a:t>teny</a:t>
            </a:r>
            <a:r>
              <a:rPr lang="en-US" b="1" dirty="0">
                <a:latin typeface="Arial Black" panose="020B0A04020102020204" pitchFamily="34" charset="0"/>
              </a:rPr>
              <a:t> </a:t>
            </a:r>
            <a:r>
              <a:rPr lang="en-US" b="1" dirty="0" err="1">
                <a:latin typeface="Arial Black" panose="020B0A04020102020204" pitchFamily="34" charset="0"/>
              </a:rPr>
              <a:t>mahafaly</a:t>
            </a:r>
            <a:r>
              <a:rPr lang="en-US" b="1" dirty="0">
                <a:latin typeface="Arial Black" panose="020B0A04020102020204" pitchFamily="34" charset="0"/>
              </a:rPr>
              <a:t> </a:t>
            </a:r>
            <a:r>
              <a:rPr lang="en-US" b="1" dirty="0" err="1">
                <a:latin typeface="Arial Black" panose="020B0A04020102020204" pitchFamily="34" charset="0"/>
              </a:rPr>
              <a:t>hambarany</a:t>
            </a:r>
            <a:r>
              <a:rPr lang="en-US" b="1" dirty="0" smtClean="0">
                <a:latin typeface="Arial Black" panose="020B0A04020102020204" pitchFamily="34" charset="0"/>
              </a:rPr>
              <a:t>." </a:t>
            </a:r>
            <a:r>
              <a:rPr lang="en-US" b="1" dirty="0" err="1" smtClean="0">
                <a:latin typeface="Arial Black" panose="020B0A04020102020204" pitchFamily="34" charset="0"/>
              </a:rPr>
              <a:t>Isaia</a:t>
            </a:r>
            <a:r>
              <a:rPr lang="en-US" b="1" dirty="0" smtClean="0">
                <a:latin typeface="Arial Black" panose="020B0A04020102020204" pitchFamily="34" charset="0"/>
              </a:rPr>
              <a:t> 60:6 </a:t>
            </a:r>
            <a:endParaRPr lang="en-US" b="1" dirty="0">
              <a:latin typeface="Arial Black" panose="020B0A04020102020204" pitchFamily="34" charset="0"/>
            </a:endParaRPr>
          </a:p>
          <a:p>
            <a:pPr marL="0" indent="0">
              <a:buNone/>
              <a:defRPr/>
            </a:pPr>
            <a:endParaRPr lang="en-US" b="1" dirty="0" smtClean="0">
              <a:latin typeface="Arial Black" panose="020B0A04020102020204" pitchFamily="34" charset="0"/>
            </a:endParaRPr>
          </a:p>
          <a:p>
            <a:pPr marL="0" indent="0">
              <a:buNone/>
              <a:defRPr/>
            </a:pPr>
            <a:r>
              <a:rPr lang="en-US" b="1" dirty="0" smtClean="0">
                <a:latin typeface="Arial Black" panose="020B0A04020102020204" pitchFamily="34" charset="0"/>
              </a:rPr>
              <a:t>"</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a:latin typeface="Arial Black" panose="020B0A04020102020204" pitchFamily="34" charset="0"/>
              </a:rPr>
              <a:t>ondry</a:t>
            </a:r>
            <a:r>
              <a:rPr lang="en-US" b="1" dirty="0">
                <a:latin typeface="Arial Black" panose="020B0A04020102020204" pitchFamily="34" charset="0"/>
              </a:rPr>
              <a:t> </a:t>
            </a:r>
            <a:r>
              <a:rPr lang="en-US" b="1" dirty="0" err="1">
                <a:latin typeface="Arial Black" panose="020B0A04020102020204" pitchFamily="34" charset="0"/>
              </a:rPr>
              <a:t>aman'osy</a:t>
            </a:r>
            <a:r>
              <a:rPr lang="en-US" b="1" dirty="0">
                <a:latin typeface="Arial Black" panose="020B0A04020102020204" pitchFamily="34" charset="0"/>
              </a:rPr>
              <a:t> </a:t>
            </a:r>
            <a:r>
              <a:rPr lang="en-US" b="1" dirty="0" err="1">
                <a:latin typeface="Arial Black" panose="020B0A04020102020204" pitchFamily="34" charset="0"/>
              </a:rPr>
              <a:t>rehetra</a:t>
            </a:r>
            <a:r>
              <a:rPr lang="en-US" b="1" dirty="0">
                <a:latin typeface="Arial Black" panose="020B0A04020102020204" pitchFamily="34" charset="0"/>
              </a:rPr>
              <a:t> any </a:t>
            </a:r>
            <a:r>
              <a:rPr lang="en-US" b="1" dirty="0" err="1">
                <a:solidFill>
                  <a:srgbClr val="FFFF00"/>
                </a:solidFill>
                <a:latin typeface="Arial Black" panose="020B0A04020102020204" pitchFamily="34" charset="0"/>
              </a:rPr>
              <a:t>Kedara</a:t>
            </a:r>
            <a:r>
              <a:rPr lang="en-US" b="1" dirty="0">
                <a:latin typeface="Arial Black" panose="020B0A04020102020204" pitchFamily="34" charset="0"/>
              </a:rPr>
              <a:t> </a:t>
            </a:r>
            <a:r>
              <a:rPr lang="en-US" b="1" dirty="0" err="1">
                <a:latin typeface="Arial Black" panose="020B0A04020102020204" pitchFamily="34" charset="0"/>
              </a:rPr>
              <a:t>dia</a:t>
            </a:r>
            <a:r>
              <a:rPr lang="en-US" b="1" dirty="0">
                <a:latin typeface="Arial Black" panose="020B0A04020102020204" pitchFamily="34" charset="0"/>
              </a:rPr>
              <a:t> </a:t>
            </a:r>
            <a:r>
              <a:rPr lang="en-US" b="1" dirty="0" err="1">
                <a:latin typeface="Arial Black" panose="020B0A04020102020204" pitchFamily="34" charset="0"/>
              </a:rPr>
              <a:t>hangonina</a:t>
            </a:r>
            <a:r>
              <a:rPr lang="en-US" b="1" dirty="0">
                <a:latin typeface="Arial Black" panose="020B0A04020102020204" pitchFamily="34" charset="0"/>
              </a:rPr>
              <a:t> ho </a:t>
            </a:r>
            <a:r>
              <a:rPr lang="en-US" b="1" dirty="0" err="1">
                <a:latin typeface="Arial Black" panose="020B0A04020102020204" pitchFamily="34" charset="0"/>
              </a:rPr>
              <a:t>ao</a:t>
            </a:r>
            <a:r>
              <a:rPr lang="en-US" b="1" dirty="0">
                <a:latin typeface="Arial Black" panose="020B0A04020102020204" pitchFamily="34" charset="0"/>
              </a:rPr>
              <a:t> </a:t>
            </a:r>
            <a:r>
              <a:rPr lang="en-US" b="1" dirty="0" err="1">
                <a:latin typeface="Arial Black" panose="020B0A04020102020204" pitchFamily="34" charset="0"/>
              </a:rPr>
              <a:t>aminao</a:t>
            </a:r>
            <a:r>
              <a:rPr lang="en-US" b="1" dirty="0">
                <a:latin typeface="Arial Black" panose="020B0A04020102020204" pitchFamily="34" charset="0"/>
              </a:rPr>
              <a:t>, </a:t>
            </a:r>
            <a:r>
              <a:rPr lang="en-US" b="1" dirty="0" err="1">
                <a:latin typeface="Arial Black" panose="020B0A04020102020204" pitchFamily="34" charset="0"/>
              </a:rPr>
              <a:t>ary</a:t>
            </a:r>
            <a:r>
              <a:rPr lang="en-US" b="1" dirty="0">
                <a:latin typeface="Arial Black" panose="020B0A04020102020204" pitchFamily="34" charset="0"/>
              </a:rPr>
              <a:t> </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smtClean="0">
                <a:latin typeface="Arial Black" panose="020B0A04020102020204" pitchFamily="34" charset="0"/>
              </a:rPr>
              <a:t>ondrilahin'i</a:t>
            </a:r>
            <a:r>
              <a:rPr lang="en-US" b="1" dirty="0" smtClean="0">
                <a:latin typeface="Arial Black" panose="020B0A04020102020204" pitchFamily="34" charset="0"/>
              </a:rPr>
              <a:t> </a:t>
            </a:r>
            <a:r>
              <a:rPr lang="en-US" b="1" dirty="0" err="1">
                <a:solidFill>
                  <a:srgbClr val="FFFF00"/>
                </a:solidFill>
                <a:latin typeface="Arial Black" panose="020B0A04020102020204" pitchFamily="34" charset="0"/>
              </a:rPr>
              <a:t>Nebaiota</a:t>
            </a:r>
            <a:r>
              <a:rPr lang="en-US" b="1" dirty="0">
                <a:latin typeface="Arial Black" panose="020B0A04020102020204" pitchFamily="34" charset="0"/>
              </a:rPr>
              <a:t> </a:t>
            </a:r>
            <a:r>
              <a:rPr lang="en-US" b="1" dirty="0" err="1">
                <a:latin typeface="Arial Black" panose="020B0A04020102020204" pitchFamily="34" charset="0"/>
              </a:rPr>
              <a:t>hanompo</a:t>
            </a:r>
            <a:r>
              <a:rPr lang="en-US" b="1" dirty="0">
                <a:latin typeface="Arial Black" panose="020B0A04020102020204" pitchFamily="34" charset="0"/>
              </a:rPr>
              <a:t> </a:t>
            </a:r>
            <a:r>
              <a:rPr lang="en-US" b="1" dirty="0" err="1">
                <a:latin typeface="Arial Black" panose="020B0A04020102020204" pitchFamily="34" charset="0"/>
              </a:rPr>
              <a:t>anao</a:t>
            </a:r>
            <a:r>
              <a:rPr lang="en-US" b="1" dirty="0">
                <a:latin typeface="Arial Black" panose="020B0A04020102020204" pitchFamily="34" charset="0"/>
              </a:rPr>
              <a:t>; </a:t>
            </a:r>
            <a:r>
              <a:rPr lang="en-US" b="1" dirty="0" err="1">
                <a:latin typeface="Arial Black" panose="020B0A04020102020204" pitchFamily="34" charset="0"/>
              </a:rPr>
              <a:t>hiakatra</a:t>
            </a:r>
            <a:r>
              <a:rPr lang="en-US" b="1" dirty="0">
                <a:latin typeface="Arial Black" panose="020B0A04020102020204" pitchFamily="34" charset="0"/>
              </a:rPr>
              <a:t> </a:t>
            </a:r>
            <a:r>
              <a:rPr lang="en-US" b="1" dirty="0" err="1">
                <a:latin typeface="Arial Black" panose="020B0A04020102020204" pitchFamily="34" charset="0"/>
              </a:rPr>
              <a:t>amin'ny</a:t>
            </a:r>
            <a:r>
              <a:rPr lang="en-US" b="1" dirty="0">
                <a:latin typeface="Arial Black" panose="020B0A04020102020204" pitchFamily="34" charset="0"/>
              </a:rPr>
              <a:t> </a:t>
            </a:r>
            <a:r>
              <a:rPr lang="en-US" b="1" dirty="0" err="1">
                <a:latin typeface="Arial Black" panose="020B0A04020102020204" pitchFamily="34" charset="0"/>
              </a:rPr>
              <a:t>fankasitrahana</a:t>
            </a:r>
            <a:r>
              <a:rPr lang="en-US" b="1" dirty="0">
                <a:latin typeface="Arial Black" panose="020B0A04020102020204" pitchFamily="34" charset="0"/>
              </a:rPr>
              <a:t> ho </a:t>
            </a:r>
            <a:r>
              <a:rPr lang="en-US" b="1" dirty="0" err="1">
                <a:latin typeface="Arial Black" panose="020B0A04020102020204" pitchFamily="34" charset="0"/>
              </a:rPr>
              <a:t>eo</a:t>
            </a:r>
            <a:r>
              <a:rPr lang="en-US" b="1" dirty="0">
                <a:latin typeface="Arial Black" panose="020B0A04020102020204" pitchFamily="34" charset="0"/>
              </a:rPr>
              <a:t> </a:t>
            </a:r>
            <a:r>
              <a:rPr lang="en-US" b="1" dirty="0" err="1" smtClean="0">
                <a:latin typeface="Arial Black" panose="020B0A04020102020204" pitchFamily="34" charset="0"/>
              </a:rPr>
              <a:t>ambonin'ny</a:t>
            </a:r>
            <a:r>
              <a:rPr lang="en-US" b="1" dirty="0" smtClean="0">
                <a:latin typeface="Arial Black" panose="020B0A04020102020204" pitchFamily="34" charset="0"/>
              </a:rPr>
              <a:t> </a:t>
            </a:r>
            <a:r>
              <a:rPr lang="en-US" b="1" dirty="0" err="1">
                <a:latin typeface="Arial Black" panose="020B0A04020102020204" pitchFamily="34" charset="0"/>
              </a:rPr>
              <a:t>alitarako</a:t>
            </a:r>
            <a:r>
              <a:rPr lang="en-US" b="1" dirty="0">
                <a:latin typeface="Arial Black" panose="020B0A04020102020204" pitchFamily="34" charset="0"/>
              </a:rPr>
              <a:t> </a:t>
            </a:r>
            <a:r>
              <a:rPr lang="en-US" b="1" dirty="0" err="1">
                <a:latin typeface="Arial Black" panose="020B0A04020102020204" pitchFamily="34" charset="0"/>
              </a:rPr>
              <a:t>ireo</a:t>
            </a:r>
            <a:r>
              <a:rPr lang="en-US" b="1" dirty="0">
                <a:latin typeface="Arial Black" panose="020B0A04020102020204" pitchFamily="34" charset="0"/>
              </a:rPr>
              <a:t>, </a:t>
            </a:r>
            <a:r>
              <a:rPr lang="en-US" b="1" dirty="0" err="1">
                <a:latin typeface="Arial Black" panose="020B0A04020102020204" pitchFamily="34" charset="0"/>
              </a:rPr>
              <a:t>ary</a:t>
            </a:r>
            <a:r>
              <a:rPr lang="en-US" b="1" dirty="0">
                <a:latin typeface="Arial Black" panose="020B0A04020102020204" pitchFamily="34" charset="0"/>
              </a:rPr>
              <a:t> </a:t>
            </a:r>
            <a:r>
              <a:rPr lang="en-US" b="1" dirty="0" err="1">
                <a:latin typeface="Arial Black" panose="020B0A04020102020204" pitchFamily="34" charset="0"/>
              </a:rPr>
              <a:t>hataoko</a:t>
            </a:r>
            <a:r>
              <a:rPr lang="en-US" b="1" dirty="0">
                <a:latin typeface="Arial Black" panose="020B0A04020102020204" pitchFamily="34" charset="0"/>
              </a:rPr>
              <a:t> be </a:t>
            </a:r>
            <a:r>
              <a:rPr lang="en-US" b="1" dirty="0" err="1">
                <a:latin typeface="Arial Black" panose="020B0A04020102020204" pitchFamily="34" charset="0"/>
              </a:rPr>
              <a:t>voninahitra</a:t>
            </a:r>
            <a:r>
              <a:rPr lang="en-US" b="1" dirty="0">
                <a:latin typeface="Arial Black" panose="020B0A04020102020204" pitchFamily="34" charset="0"/>
              </a:rPr>
              <a:t> </a:t>
            </a:r>
            <a:r>
              <a:rPr lang="en-US" b="1" dirty="0" err="1">
                <a:latin typeface="Arial Black" panose="020B0A04020102020204" pitchFamily="34" charset="0"/>
              </a:rPr>
              <a:t>ny</a:t>
            </a:r>
            <a:r>
              <a:rPr lang="en-US" b="1" dirty="0">
                <a:latin typeface="Arial Black" panose="020B0A04020102020204" pitchFamily="34" charset="0"/>
              </a:rPr>
              <a:t> </a:t>
            </a:r>
            <a:r>
              <a:rPr lang="en-US" b="1" dirty="0" err="1">
                <a:latin typeface="Arial Black" panose="020B0A04020102020204" pitchFamily="34" charset="0"/>
              </a:rPr>
              <a:t>tranon'ny</a:t>
            </a:r>
            <a:r>
              <a:rPr lang="en-US" b="1" dirty="0">
                <a:latin typeface="Arial Black" panose="020B0A04020102020204" pitchFamily="34" charset="0"/>
              </a:rPr>
              <a:t> </a:t>
            </a:r>
            <a:r>
              <a:rPr lang="en-US" b="1" dirty="0" err="1">
                <a:latin typeface="Arial Black" panose="020B0A04020102020204" pitchFamily="34" charset="0"/>
              </a:rPr>
              <a:t>voninahitro</a:t>
            </a:r>
            <a:r>
              <a:rPr lang="en-US" b="1" dirty="0">
                <a:latin typeface="Arial Black" panose="020B0A04020102020204" pitchFamily="34" charset="0"/>
              </a:rPr>
              <a:t>." </a:t>
            </a:r>
            <a:r>
              <a:rPr lang="en-US" b="1" dirty="0" err="1" smtClean="0">
                <a:latin typeface="Arial Black" panose="020B0A04020102020204" pitchFamily="34" charset="0"/>
              </a:rPr>
              <a:t>Isaia</a:t>
            </a:r>
            <a:r>
              <a:rPr lang="en-US" b="1" dirty="0" smtClean="0">
                <a:latin typeface="Arial Black" panose="020B0A04020102020204" pitchFamily="34" charset="0"/>
              </a:rPr>
              <a:t> </a:t>
            </a:r>
            <a:r>
              <a:rPr lang="en-US" b="1" dirty="0">
                <a:latin typeface="Arial Black" panose="020B0A04020102020204" pitchFamily="34" charset="0"/>
              </a:rPr>
              <a:t>60:7</a:t>
            </a:r>
          </a:p>
          <a:p>
            <a:pPr>
              <a:buFont typeface="Monotype Sorts" charset="0"/>
              <a:buChar char="F"/>
              <a:defRPr/>
            </a:pPr>
            <a:endParaRPr lang="en-US" b="1" dirty="0">
              <a:latin typeface="Arial Black" panose="020B0A04020102020204" pitchFamily="34" charset="0"/>
            </a:endParaRPr>
          </a:p>
        </p:txBody>
      </p:sp>
    </p:spTree>
    <p:extLst>
      <p:ext uri="{BB962C8B-B14F-4D97-AF65-F5344CB8AC3E}">
        <p14:creationId xmlns:p14="http://schemas.microsoft.com/office/powerpoint/2010/main" val="1645034"/>
      </p:ext>
    </p:extLst>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A5690340-0884-FA44-AE0C-978BE4971F10}"/>
              </a:ext>
            </a:extLst>
          </p:cNvPr>
          <p:cNvSpPr>
            <a:spLocks noGrp="1" noChangeArrowheads="1"/>
          </p:cNvSpPr>
          <p:nvPr>
            <p:ph type="body" idx="1"/>
          </p:nvPr>
        </p:nvSpPr>
        <p:spPr>
          <a:xfrm>
            <a:off x="1141412" y="697832"/>
            <a:ext cx="9905999" cy="5093369"/>
          </a:xfrm>
        </p:spPr>
        <p:style>
          <a:lnRef idx="2">
            <a:schemeClr val="accent5">
              <a:shade val="50000"/>
            </a:schemeClr>
          </a:lnRef>
          <a:fillRef idx="1">
            <a:schemeClr val="accent5"/>
          </a:fillRef>
          <a:effectRef idx="0">
            <a:schemeClr val="accent5"/>
          </a:effectRef>
          <a:fontRef idx="minor">
            <a:schemeClr val="lt1"/>
          </a:fontRef>
        </p:style>
        <p:txBody>
          <a:bodyPr>
            <a:normAutofit lnSpcReduction="10000"/>
          </a:bodyPr>
          <a:lstStyle/>
          <a:p>
            <a:r>
              <a:rPr lang="en-US" altLang="en-US" sz="3200" b="1" dirty="0" err="1">
                <a:latin typeface="Arial Black" panose="020B0A04020102020204" pitchFamily="34" charset="0"/>
                <a:ea typeface="ＭＳ Ｐゴシック" panose="020B0600070205080204" pitchFamily="34" charset="-128"/>
              </a:rPr>
              <a:t>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ankamaroan'ny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olona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dia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mahatsapa</a:t>
            </a:r>
            <a:r>
              <a:rPr lang="en-US" altLang="en-US" sz="3200" b="1" dirty="0">
                <a:latin typeface="Arial Black" panose="020B0A04020102020204" pitchFamily="34" charset="0"/>
                <a:ea typeface="ＭＳ Ｐゴシック" panose="020B0600070205080204" pitchFamily="34" charset="-128"/>
              </a:rPr>
              <a:t> fa </a:t>
            </a:r>
            <a:r>
              <a:rPr lang="en-US" altLang="en-US" sz="3200" b="1" dirty="0" err="1">
                <a:latin typeface="Arial Black" panose="020B0A04020102020204" pitchFamily="34" charset="0"/>
                <a:ea typeface="ＭＳ Ｐゴシック" panose="020B0600070205080204" pitchFamily="34" charset="-128"/>
              </a:rPr>
              <a:t>toa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tsy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dia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misy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ifandraisany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amin'ny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taranak'Isimaela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na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Vahoaka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tany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Atsinanana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andininy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raha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tsy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haintsika</a:t>
            </a:r>
            <a:r>
              <a:rPr lang="en-US" altLang="en-US" sz="3200" b="1" dirty="0">
                <a:latin typeface="Arial Black" panose="020B0A04020102020204" pitchFamily="34" charset="0"/>
                <a:ea typeface="ＭＳ Ｐゴシック" panose="020B0600070205080204" pitchFamily="34" charset="-128"/>
              </a:rPr>
              <a:t> hoe </a:t>
            </a:r>
            <a:r>
              <a:rPr lang="en-US" altLang="en-US" sz="3200" b="1" dirty="0" err="1">
                <a:latin typeface="Arial Black" panose="020B0A04020102020204" pitchFamily="34" charset="0"/>
                <a:ea typeface="ＭＳ Ｐゴシック" panose="020B0600070205080204" pitchFamily="34" charset="-128"/>
              </a:rPr>
              <a:t>iza</a:t>
            </a:r>
            <a:r>
              <a:rPr lang="en-US" altLang="en-US" sz="3200" b="1" dirty="0">
                <a:latin typeface="Arial Black" panose="020B0A04020102020204" pitchFamily="34" charset="0"/>
                <a:ea typeface="ＭＳ Ｐゴシック" panose="020B0600070205080204" pitchFamily="34" charset="-128"/>
              </a:rPr>
              <a:t> moa </a:t>
            </a:r>
            <a:r>
              <a:rPr lang="en-US" altLang="en-US" sz="3200" b="1" dirty="0" err="1">
                <a:latin typeface="Arial Black" panose="020B0A04020102020204" pitchFamily="34" charset="0"/>
                <a:ea typeface="ＭＳ Ｐゴシック" panose="020B0600070205080204" pitchFamily="34" charset="-128"/>
              </a:rPr>
              <a:t>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solidFill>
                  <a:srgbClr val="FF0000"/>
                </a:solidFill>
                <a:latin typeface="Arial Black" panose="020B0A04020102020204" pitchFamily="34" charset="0"/>
                <a:ea typeface="ＭＳ Ｐゴシック" panose="020B0600070205080204" pitchFamily="34" charset="-128"/>
              </a:rPr>
              <a:t>Midiana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solidFill>
                  <a:srgbClr val="FF0000"/>
                </a:solidFill>
                <a:latin typeface="Arial Black" panose="020B0A04020102020204" pitchFamily="34" charset="0"/>
                <a:ea typeface="ＭＳ Ｐゴシック" panose="020B0600070205080204" pitchFamily="34" charset="-128"/>
              </a:rPr>
              <a:t>Efaha</a:t>
            </a:r>
            <a:r>
              <a:rPr lang="en-US" altLang="en-US" sz="3200" b="1" dirty="0">
                <a:latin typeface="Arial Black" panose="020B0A04020102020204" pitchFamily="34" charset="0"/>
                <a:ea typeface="ＭＳ Ｐゴシック" panose="020B0600070205080204" pitchFamily="34" charset="-128"/>
              </a:rPr>
              <a:t>, </a:t>
            </a:r>
            <a:r>
              <a:rPr lang="en-US" altLang="en-US" sz="3200" b="1" dirty="0">
                <a:solidFill>
                  <a:srgbClr val="FF0000"/>
                </a:solidFill>
                <a:latin typeface="Arial Black" panose="020B0A04020102020204" pitchFamily="34" charset="0"/>
                <a:ea typeface="ＭＳ Ｐゴシック" panose="020B0600070205080204" pitchFamily="34" charset="-128"/>
              </a:rPr>
              <a:t>Sheba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solidFill>
                  <a:srgbClr val="FF0000"/>
                </a:solidFill>
                <a:latin typeface="Arial Black" panose="020B0A04020102020204" pitchFamily="34" charset="0"/>
                <a:ea typeface="ＭＳ Ｐゴシック" panose="020B0600070205080204" pitchFamily="34" charset="-128"/>
              </a:rPr>
              <a:t>Kedara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ary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solidFill>
                  <a:srgbClr val="FF0000"/>
                </a:solidFill>
                <a:latin typeface="Arial Black" panose="020B0A04020102020204" pitchFamily="34" charset="0"/>
                <a:ea typeface="ＭＳ Ｐゴシック" panose="020B0600070205080204" pitchFamily="34" charset="-128"/>
              </a:rPr>
              <a:t>Nabaiota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Tokony</a:t>
            </a:r>
            <a:r>
              <a:rPr lang="en-US" altLang="en-US" sz="3200" b="1" dirty="0">
                <a:latin typeface="Arial Black" panose="020B0A04020102020204" pitchFamily="34" charset="0"/>
                <a:ea typeface="ＭＳ Ｐゴシック" panose="020B0600070205080204" pitchFamily="34" charset="-128"/>
              </a:rPr>
              <a:t> ho </a:t>
            </a:r>
            <a:r>
              <a:rPr lang="en-US" altLang="en-US" sz="3200" b="1" dirty="0" err="1">
                <a:latin typeface="Arial Black" panose="020B0A04020102020204" pitchFamily="34" charset="0"/>
                <a:ea typeface="ＭＳ Ｐゴシック" panose="020B0600070205080204" pitchFamily="34" charset="-128"/>
              </a:rPr>
              <a:t>fantarintsika</a:t>
            </a:r>
            <a:r>
              <a:rPr lang="en-US" altLang="en-US" sz="3200" b="1" dirty="0">
                <a:latin typeface="Arial Black" panose="020B0A04020102020204" pitchFamily="34" charset="0"/>
                <a:ea typeface="ＭＳ Ｐゴシック" panose="020B0600070205080204" pitchFamily="34" charset="-128"/>
              </a:rPr>
              <a:t> hoe </a:t>
            </a:r>
            <a:r>
              <a:rPr lang="en-US" altLang="en-US" sz="3200" b="1" dirty="0" err="1">
                <a:latin typeface="Arial Black" panose="020B0A04020102020204" pitchFamily="34" charset="0"/>
                <a:ea typeface="ＭＳ Ｐゴシック" panose="020B0600070205080204" pitchFamily="34" charset="-128"/>
              </a:rPr>
              <a:t>iza</a:t>
            </a:r>
            <a:r>
              <a:rPr lang="en-US" altLang="en-US" sz="3200" b="1" dirty="0">
                <a:latin typeface="Arial Black" panose="020B0A04020102020204" pitchFamily="34" charset="0"/>
                <a:ea typeface="ＭＳ Ｐゴシック" panose="020B0600070205080204" pitchFamily="34" charset="-128"/>
              </a:rPr>
              <a:t> moa no </a:t>
            </a:r>
            <a:r>
              <a:rPr lang="en-US" altLang="en-US" sz="3200" b="1" dirty="0" err="1">
                <a:latin typeface="Arial Black" panose="020B0A04020102020204" pitchFamily="34" charset="0"/>
                <a:ea typeface="ＭＳ Ｐゴシック" panose="020B0600070205080204" pitchFamily="34" charset="-128"/>
              </a:rPr>
              <a:t>tiana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ambara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amin'ireo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andininy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mba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ahatakarantsika</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andininy</a:t>
            </a:r>
            <a:r>
              <a:rPr lang="en-US" altLang="en-US" sz="3200" b="1" dirty="0">
                <a:latin typeface="Arial Black" panose="020B0A04020102020204" pitchFamily="34" charset="0"/>
                <a:ea typeface="ＭＳ Ｐゴシック" panose="020B0600070205080204" pitchFamily="34" charset="-128"/>
              </a:rPr>
              <a:t> </a:t>
            </a:r>
            <a:r>
              <a:rPr lang="en-US" altLang="en-US" sz="3200" b="1" dirty="0" err="1">
                <a:latin typeface="Arial Black" panose="020B0A04020102020204" pitchFamily="34" charset="0"/>
                <a:ea typeface="ＭＳ Ｐゴシック" panose="020B0600070205080204" pitchFamily="34" charset="-128"/>
              </a:rPr>
              <a:t>ireo</a:t>
            </a:r>
            <a:r>
              <a:rPr lang="en-US" altLang="en-US" sz="3200" b="1" dirty="0">
                <a:latin typeface="Arial Black" panose="020B0A04020102020204" pitchFamily="34" charset="0"/>
                <a:ea typeface="ＭＳ Ｐゴシック" panose="020B0600070205080204" pitchFamily="34" charset="-128"/>
              </a:rPr>
              <a:t>. </a:t>
            </a:r>
          </a:p>
        </p:txBody>
      </p:sp>
    </p:spTree>
    <p:extLst>
      <p:ext uri="{BB962C8B-B14F-4D97-AF65-F5344CB8AC3E}">
        <p14:creationId xmlns:p14="http://schemas.microsoft.com/office/powerpoint/2010/main" val="1229534879"/>
      </p:ext>
    </p:extLst>
  </p:cSld>
  <p:clrMapOvr>
    <a:masterClrMapping/>
  </p:clrMapOvr>
  <p:transition spd="slow">
    <p:check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CDB05-F5F6-B047-B0B5-FFB2DA525E2E}"/>
              </a:ext>
            </a:extLst>
          </p:cNvPr>
          <p:cNvSpPr>
            <a:spLocks noGrp="1"/>
          </p:cNvSpPr>
          <p:nvPr>
            <p:ph idx="1"/>
          </p:nvPr>
        </p:nvSpPr>
        <p:spPr>
          <a:xfrm>
            <a:off x="1141412" y="982980"/>
            <a:ext cx="9905999" cy="5117031"/>
          </a:xfrm>
        </p:spPr>
        <p:txBody>
          <a:bodyPr>
            <a:normAutofit/>
          </a:bodyPr>
          <a:lstStyle/>
          <a:p>
            <a:pPr marL="514350" indent="-514350">
              <a:buFont typeface="+mj-lt"/>
              <a:buAutoNum type="arabicPeriod"/>
            </a:pPr>
            <a:r>
              <a:rPr lang="en-US" sz="3200" dirty="0"/>
              <a:t>How many wives did Abraham have? What were their names? </a:t>
            </a:r>
          </a:p>
          <a:p>
            <a:pPr marL="514350" indent="-514350">
              <a:buFont typeface="+mj-lt"/>
              <a:buAutoNum type="arabicPeriod"/>
            </a:pPr>
            <a:r>
              <a:rPr lang="en-US" sz="3200" dirty="0"/>
              <a:t>Who are Midian, Ephah and Sheba? (Read Genesis 25:1-5) </a:t>
            </a:r>
          </a:p>
          <a:p>
            <a:pPr marL="514350" indent="-514350">
              <a:buFont typeface="+mj-lt"/>
              <a:buAutoNum type="arabicPeriod"/>
            </a:pPr>
            <a:r>
              <a:rPr lang="en-US" sz="3200" dirty="0"/>
              <a:t>Who are </a:t>
            </a:r>
            <a:r>
              <a:rPr lang="en-US" sz="3200" dirty="0" err="1"/>
              <a:t>Kedar</a:t>
            </a:r>
            <a:r>
              <a:rPr lang="en-US" sz="3200" dirty="0"/>
              <a:t> and </a:t>
            </a:r>
            <a:r>
              <a:rPr lang="en-US" sz="3200" dirty="0" err="1"/>
              <a:t>Nebaioth</a:t>
            </a:r>
            <a:r>
              <a:rPr lang="en-US" sz="3200" dirty="0"/>
              <a:t>? (Read Genesis 25:12-13) </a:t>
            </a:r>
          </a:p>
          <a:p>
            <a:pPr marL="514350" indent="-514350">
              <a:buFont typeface="+mj-lt"/>
              <a:buAutoNum type="arabicPeriod"/>
            </a:pPr>
            <a:r>
              <a:rPr lang="en-US" sz="3200" dirty="0"/>
              <a:t>Who are the Children of the East? Read Genesis 25:6 </a:t>
            </a:r>
          </a:p>
          <a:p>
            <a:endParaRPr lang="en-US" dirty="0"/>
          </a:p>
        </p:txBody>
      </p:sp>
    </p:spTree>
    <p:extLst>
      <p:ext uri="{BB962C8B-B14F-4D97-AF65-F5344CB8AC3E}">
        <p14:creationId xmlns:p14="http://schemas.microsoft.com/office/powerpoint/2010/main" val="323056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332507"/>
            <a:ext cx="12053455" cy="1570615"/>
          </a:xfrm>
        </p:spPr>
        <p:txBody>
          <a:bodyPr/>
          <a:lstStyle/>
          <a:p>
            <a:r>
              <a:rPr lang="fr-FR" b="1" dirty="0">
                <a:latin typeface="Arial Black" panose="020B0A04020102020204" pitchFamily="34" charset="0"/>
              </a:rPr>
              <a:t>Iza </a:t>
            </a:r>
            <a:r>
              <a:rPr lang="fr-FR" b="1" dirty="0" err="1">
                <a:latin typeface="Arial Black" panose="020B0A04020102020204" pitchFamily="34" charset="0"/>
              </a:rPr>
              <a:t>moa</a:t>
            </a:r>
            <a:r>
              <a:rPr lang="fr-FR" b="1" dirty="0">
                <a:latin typeface="Arial Black" panose="020B0A04020102020204" pitchFamily="34" charset="0"/>
              </a:rPr>
              <a:t> </a:t>
            </a:r>
            <a:r>
              <a:rPr lang="fr-FR" b="1" dirty="0" err="1">
                <a:latin typeface="Arial Black" panose="020B0A04020102020204" pitchFamily="34" charset="0"/>
              </a:rPr>
              <a:t>ny</a:t>
            </a:r>
            <a:r>
              <a:rPr lang="fr-FR" b="1" dirty="0">
                <a:latin typeface="Arial Black" panose="020B0A04020102020204" pitchFamily="34" charset="0"/>
              </a:rPr>
              <a:t> </a:t>
            </a:r>
            <a:r>
              <a:rPr lang="fr-FR" b="1" dirty="0" err="1">
                <a:latin typeface="Arial Black" panose="020B0A04020102020204" pitchFamily="34" charset="0"/>
              </a:rPr>
              <a:t>Midiana</a:t>
            </a:r>
            <a:r>
              <a:rPr lang="fr-FR" b="1" dirty="0">
                <a:latin typeface="Arial Black" panose="020B0A04020102020204" pitchFamily="34" charset="0"/>
              </a:rPr>
              <a:t>, </a:t>
            </a:r>
            <a:r>
              <a:rPr lang="fr-FR" b="1" dirty="0" err="1">
                <a:latin typeface="Arial Black" panose="020B0A04020102020204" pitchFamily="34" charset="0"/>
              </a:rPr>
              <a:t>Efaha</a:t>
            </a:r>
            <a:r>
              <a:rPr lang="fr-FR" b="1" dirty="0">
                <a:latin typeface="Arial Black" panose="020B0A04020102020204" pitchFamily="34" charset="0"/>
              </a:rPr>
              <a:t>, </a:t>
            </a:r>
            <a:r>
              <a:rPr lang="fr-FR" b="1" dirty="0" err="1">
                <a:latin typeface="Arial Black" panose="020B0A04020102020204" pitchFamily="34" charset="0"/>
              </a:rPr>
              <a:t>ary</a:t>
            </a:r>
            <a:r>
              <a:rPr lang="fr-FR" b="1" dirty="0">
                <a:latin typeface="Arial Black" panose="020B0A04020102020204" pitchFamily="34" charset="0"/>
              </a:rPr>
              <a:t> </a:t>
            </a:r>
            <a:r>
              <a:rPr lang="fr-FR" b="1" dirty="0" err="1">
                <a:latin typeface="Arial Black" panose="020B0A04020102020204" pitchFamily="34" charset="0"/>
              </a:rPr>
              <a:t>ny</a:t>
            </a:r>
            <a:r>
              <a:rPr lang="fr-FR" b="1" dirty="0">
                <a:latin typeface="Arial Black" panose="020B0A04020102020204" pitchFamily="34" charset="0"/>
              </a:rPr>
              <a:t> </a:t>
            </a:r>
            <a:r>
              <a:rPr lang="fr-FR" b="1" dirty="0" err="1">
                <a:latin typeface="Arial Black" panose="020B0A04020102020204" pitchFamily="34" charset="0"/>
              </a:rPr>
              <a:t>Sheba</a:t>
            </a:r>
            <a:r>
              <a:rPr lang="fr-FR" b="1" dirty="0">
                <a:latin typeface="Arial Black" panose="020B0A04020102020204" pitchFamily="34" charset="0"/>
              </a:rPr>
              <a:t>?</a:t>
            </a:r>
          </a:p>
        </p:txBody>
      </p:sp>
      <p:sp>
        <p:nvSpPr>
          <p:cNvPr id="3" name="Espace réservé du contenu 2"/>
          <p:cNvSpPr>
            <a:spLocks noGrp="1"/>
          </p:cNvSpPr>
          <p:nvPr>
            <p:ph idx="1"/>
          </p:nvPr>
        </p:nvSpPr>
        <p:spPr>
          <a:xfrm>
            <a:off x="374074" y="1779220"/>
            <a:ext cx="10673338" cy="4321133"/>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nn-NO" dirty="0">
                <a:latin typeface="Arial Black" panose="020B0A04020102020204" pitchFamily="34" charset="0"/>
              </a:rPr>
              <a:t>Voalohany, iza moa ny Midiana sy ny Efaha</a:t>
            </a:r>
            <a:r>
              <a:rPr lang="nn-NO" dirty="0" smtClean="0">
                <a:latin typeface="Arial Black" panose="020B0A04020102020204" pitchFamily="34" charset="0"/>
              </a:rPr>
              <a:t>?</a:t>
            </a:r>
          </a:p>
          <a:p>
            <a:r>
              <a:rPr lang="nn-NO" dirty="0">
                <a:latin typeface="Arial Black" panose="020B0A04020102020204" pitchFamily="34" charset="0"/>
              </a:rPr>
              <a:t> Ny </a:t>
            </a:r>
            <a:r>
              <a:rPr lang="nn-NO" dirty="0">
                <a:solidFill>
                  <a:srgbClr val="FF0000"/>
                </a:solidFill>
                <a:latin typeface="Arial Black" panose="020B0A04020102020204" pitchFamily="34" charset="0"/>
              </a:rPr>
              <a:t>Genesisy 25:1 </a:t>
            </a:r>
            <a:r>
              <a:rPr lang="nn-NO" dirty="0">
                <a:latin typeface="Arial Black" panose="020B0A04020102020204" pitchFamily="34" charset="0"/>
              </a:rPr>
              <a:t>dia milaza fa rehefa maty i Saraha dia nanambady vehivavy iray antsoina hoe Ketora i Abrahama ary niteraka zazalahy enina izy ireo: </a:t>
            </a:r>
            <a:endParaRPr lang="nn-NO" dirty="0" smtClean="0">
              <a:latin typeface="Arial Black" panose="020B0A04020102020204" pitchFamily="34" charset="0"/>
            </a:endParaRPr>
          </a:p>
          <a:p>
            <a:pPr marL="0" indent="0">
              <a:buNone/>
            </a:pPr>
            <a:r>
              <a:rPr lang="en-US" dirty="0">
                <a:latin typeface="Arial Black" panose="020B0A04020102020204" pitchFamily="34" charset="0"/>
              </a:rPr>
              <a:t>"</a:t>
            </a:r>
            <a:r>
              <a:rPr lang="en-US" dirty="0" err="1">
                <a:latin typeface="Arial Black" panose="020B0A04020102020204" pitchFamily="34" charset="0"/>
              </a:rPr>
              <a:t>Dia</a:t>
            </a:r>
            <a:r>
              <a:rPr lang="en-US" dirty="0">
                <a:latin typeface="Arial Black" panose="020B0A04020102020204" pitchFamily="34" charset="0"/>
              </a:rPr>
              <a:t> </a:t>
            </a:r>
            <a:r>
              <a:rPr lang="en-US" dirty="0" err="1">
                <a:latin typeface="Arial Black" panose="020B0A04020102020204" pitchFamily="34" charset="0"/>
              </a:rPr>
              <a:t>niteraka</a:t>
            </a:r>
            <a:r>
              <a:rPr lang="en-US" dirty="0">
                <a:latin typeface="Arial Black" panose="020B0A04020102020204" pitchFamily="34" charset="0"/>
              </a:rPr>
              <a:t> </a:t>
            </a:r>
            <a:r>
              <a:rPr lang="en-US" dirty="0" err="1">
                <a:latin typeface="Arial Black" panose="020B0A04020102020204" pitchFamily="34" charset="0"/>
              </a:rPr>
              <a:t>an'i</a:t>
            </a:r>
            <a:r>
              <a:rPr lang="en-US" dirty="0">
                <a:latin typeface="Arial Black" panose="020B0A04020102020204" pitchFamily="34" charset="0"/>
              </a:rPr>
              <a:t> </a:t>
            </a:r>
            <a:r>
              <a:rPr lang="en-US" dirty="0" err="1">
                <a:latin typeface="Arial Black" panose="020B0A04020102020204" pitchFamily="34" charset="0"/>
              </a:rPr>
              <a:t>Zimrana</a:t>
            </a:r>
            <a:r>
              <a:rPr lang="en-US" dirty="0">
                <a:latin typeface="Arial Black" panose="020B0A04020102020204" pitchFamily="34" charset="0"/>
              </a:rPr>
              <a:t> </a:t>
            </a:r>
            <a:r>
              <a:rPr lang="en-US" dirty="0" err="1">
                <a:latin typeface="Arial Black" panose="020B0A04020102020204" pitchFamily="34" charset="0"/>
              </a:rPr>
              <a:t>sy</a:t>
            </a:r>
            <a:r>
              <a:rPr lang="en-US" dirty="0">
                <a:latin typeface="Arial Black" panose="020B0A04020102020204" pitchFamily="34" charset="0"/>
              </a:rPr>
              <a:t> </a:t>
            </a:r>
            <a:r>
              <a:rPr lang="en-US" dirty="0" err="1">
                <a:latin typeface="Arial Black" panose="020B0A04020102020204" pitchFamily="34" charset="0"/>
              </a:rPr>
              <a:t>Joksana</a:t>
            </a:r>
            <a:r>
              <a:rPr lang="en-US" dirty="0">
                <a:latin typeface="Arial Black" panose="020B0A04020102020204" pitchFamily="34" charset="0"/>
              </a:rPr>
              <a:t> </a:t>
            </a:r>
            <a:r>
              <a:rPr lang="en-US" dirty="0" err="1">
                <a:latin typeface="Arial Black" panose="020B0A04020102020204" pitchFamily="34" charset="0"/>
              </a:rPr>
              <a:t>sy</a:t>
            </a:r>
            <a:r>
              <a:rPr lang="en-US" dirty="0">
                <a:latin typeface="Arial Black" panose="020B0A04020102020204" pitchFamily="34" charset="0"/>
              </a:rPr>
              <a:t> </a:t>
            </a:r>
            <a:r>
              <a:rPr lang="en-US" dirty="0" err="1">
                <a:latin typeface="Arial Black" panose="020B0A04020102020204" pitchFamily="34" charset="0"/>
              </a:rPr>
              <a:t>Medana</a:t>
            </a:r>
            <a:r>
              <a:rPr lang="en-US" dirty="0">
                <a:latin typeface="Arial Black" panose="020B0A04020102020204" pitchFamily="34" charset="0"/>
              </a:rPr>
              <a:t> </a:t>
            </a:r>
            <a:r>
              <a:rPr lang="en-US" dirty="0" err="1">
                <a:latin typeface="Arial Black" panose="020B0A04020102020204" pitchFamily="34" charset="0"/>
              </a:rPr>
              <a:t>sy</a:t>
            </a:r>
            <a:r>
              <a:rPr lang="en-US" dirty="0">
                <a:latin typeface="Arial Black" panose="020B0A04020102020204" pitchFamily="34" charset="0"/>
              </a:rPr>
              <a:t> </a:t>
            </a:r>
            <a:r>
              <a:rPr lang="en-US" dirty="0" err="1">
                <a:solidFill>
                  <a:srgbClr val="FF0000"/>
                </a:solidFill>
                <a:latin typeface="Arial Black" panose="020B0A04020102020204" pitchFamily="34" charset="0"/>
              </a:rPr>
              <a:t>Midiana</a:t>
            </a:r>
            <a:r>
              <a:rPr lang="en-US" dirty="0">
                <a:solidFill>
                  <a:srgbClr val="FF0000"/>
                </a:solidFill>
                <a:latin typeface="Arial Black" panose="020B0A04020102020204" pitchFamily="34" charset="0"/>
              </a:rPr>
              <a:t> </a:t>
            </a:r>
            <a:r>
              <a:rPr lang="en-US" dirty="0" err="1">
                <a:latin typeface="Arial Black" panose="020B0A04020102020204" pitchFamily="34" charset="0"/>
              </a:rPr>
              <a:t>sy</a:t>
            </a:r>
            <a:r>
              <a:rPr lang="en-US" dirty="0">
                <a:latin typeface="Arial Black" panose="020B0A04020102020204" pitchFamily="34" charset="0"/>
              </a:rPr>
              <a:t> </a:t>
            </a:r>
            <a:r>
              <a:rPr lang="en-US" dirty="0" err="1">
                <a:latin typeface="Arial Black" panose="020B0A04020102020204" pitchFamily="34" charset="0"/>
              </a:rPr>
              <a:t>Jisbaka</a:t>
            </a:r>
            <a:r>
              <a:rPr lang="en-US" dirty="0">
                <a:latin typeface="Arial Black" panose="020B0A04020102020204" pitchFamily="34" charset="0"/>
              </a:rPr>
              <a:t> </a:t>
            </a:r>
            <a:r>
              <a:rPr lang="en-US" dirty="0" err="1">
                <a:latin typeface="Arial Black" panose="020B0A04020102020204" pitchFamily="34" charset="0"/>
              </a:rPr>
              <a:t>ary</a:t>
            </a:r>
            <a:r>
              <a:rPr lang="en-US" dirty="0">
                <a:latin typeface="Arial Black" panose="020B0A04020102020204" pitchFamily="34" charset="0"/>
              </a:rPr>
              <a:t> 	</a:t>
            </a:r>
            <a:r>
              <a:rPr lang="en-US" dirty="0" err="1">
                <a:latin typeface="Arial Black" panose="020B0A04020102020204" pitchFamily="34" charset="0"/>
              </a:rPr>
              <a:t>Soaha</a:t>
            </a:r>
            <a:r>
              <a:rPr lang="en-US" dirty="0">
                <a:latin typeface="Arial Black" panose="020B0A04020102020204" pitchFamily="34" charset="0"/>
              </a:rPr>
              <a:t> </a:t>
            </a:r>
            <a:r>
              <a:rPr lang="en-US" dirty="0" err="1">
                <a:latin typeface="Arial Black" panose="020B0A04020102020204" pitchFamily="34" charset="0"/>
              </a:rPr>
              <a:t>tamin'i</a:t>
            </a:r>
            <a:r>
              <a:rPr lang="en-US" dirty="0">
                <a:latin typeface="Arial Black" panose="020B0A04020102020204" pitchFamily="34" charset="0"/>
              </a:rPr>
              <a:t> </a:t>
            </a:r>
            <a:r>
              <a:rPr lang="en-US" dirty="0" err="1">
                <a:latin typeface="Arial Black" panose="020B0A04020102020204" pitchFamily="34" charset="0"/>
              </a:rPr>
              <a:t>Abrahama</a:t>
            </a:r>
            <a:r>
              <a:rPr lang="en-US" dirty="0">
                <a:latin typeface="Arial Black" panose="020B0A04020102020204" pitchFamily="34" charset="0"/>
              </a:rPr>
              <a:t> </a:t>
            </a:r>
            <a:r>
              <a:rPr lang="en-US" dirty="0" err="1">
                <a:latin typeface="Arial Black" panose="020B0A04020102020204" pitchFamily="34" charset="0"/>
              </a:rPr>
              <a:t>izy</a:t>
            </a:r>
            <a:r>
              <a:rPr lang="en-US" dirty="0">
                <a:latin typeface="Arial Black" panose="020B0A04020102020204" pitchFamily="34" charset="0"/>
              </a:rPr>
              <a:t>." </a:t>
            </a:r>
            <a:r>
              <a:rPr lang="en-US" dirty="0" err="1">
                <a:latin typeface="Arial Black" panose="020B0A04020102020204" pitchFamily="34" charset="0"/>
              </a:rPr>
              <a:t>Genesisy</a:t>
            </a:r>
            <a:r>
              <a:rPr lang="en-US" dirty="0">
                <a:latin typeface="Arial Black" panose="020B0A04020102020204" pitchFamily="34" charset="0"/>
              </a:rPr>
              <a:t> </a:t>
            </a:r>
            <a:r>
              <a:rPr lang="en-US" dirty="0" smtClean="0">
                <a:latin typeface="Arial Black" panose="020B0A04020102020204" pitchFamily="34" charset="0"/>
              </a:rPr>
              <a:t>25:2</a:t>
            </a:r>
          </a:p>
          <a:p>
            <a:pPr marL="0" indent="0">
              <a:buNone/>
            </a:pPr>
            <a:r>
              <a:rPr lang="fr-FR" dirty="0" err="1">
                <a:latin typeface="Arial Black" panose="020B0A04020102020204" pitchFamily="34" charset="0"/>
              </a:rPr>
              <a:t>Noho</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i </a:t>
            </a:r>
            <a:r>
              <a:rPr lang="fr-FR" dirty="0" err="1">
                <a:solidFill>
                  <a:srgbClr val="FF0000"/>
                </a:solidFill>
                <a:latin typeface="Arial Black" panose="020B0A04020102020204" pitchFamily="34" charset="0"/>
              </a:rPr>
              <a:t>Midiana</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izany</a:t>
            </a:r>
            <a:r>
              <a:rPr lang="fr-FR" dirty="0">
                <a:solidFill>
                  <a:srgbClr val="FF0000"/>
                </a:solidFill>
                <a:latin typeface="Arial Black" panose="020B0A04020102020204" pitchFamily="34" charset="0"/>
              </a:rPr>
              <a:t> dia </a:t>
            </a:r>
            <a:r>
              <a:rPr lang="fr-FR" dirty="0" err="1">
                <a:solidFill>
                  <a:srgbClr val="FF0000"/>
                </a:solidFill>
                <a:latin typeface="Arial Black" panose="020B0A04020102020204" pitchFamily="34" charset="0"/>
              </a:rPr>
              <a:t>zanak'i</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a:solidFill>
                  <a:srgbClr val="FF0000"/>
                </a:solidFill>
                <a:latin typeface="Arial Black" panose="020B0A04020102020204" pitchFamily="34" charset="0"/>
              </a:rPr>
              <a:t>i </a:t>
            </a:r>
            <a:r>
              <a:rPr lang="fr-FR" dirty="0" err="1">
                <a:solidFill>
                  <a:srgbClr val="FF0000"/>
                </a:solidFill>
                <a:latin typeface="Arial Black" panose="020B0A04020102020204" pitchFamily="34" charset="0"/>
              </a:rPr>
              <a:t>Efaha</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izay</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zanak'i</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Midiana</a:t>
            </a:r>
            <a:r>
              <a:rPr lang="fr-FR" dirty="0">
                <a:solidFill>
                  <a:srgbClr val="FF0000"/>
                </a:solidFill>
                <a:latin typeface="Arial Black" panose="020B0A04020102020204" pitchFamily="34" charset="0"/>
              </a:rPr>
              <a:t> dia </a:t>
            </a:r>
            <a:r>
              <a:rPr lang="fr-FR" dirty="0" err="1">
                <a:solidFill>
                  <a:srgbClr val="FF0000"/>
                </a:solidFill>
                <a:latin typeface="Arial Black" panose="020B0A04020102020204" pitchFamily="34" charset="0"/>
              </a:rPr>
              <a:t>zafikelin'i</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hitantsika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andininy</a:t>
            </a:r>
            <a:r>
              <a:rPr lang="fr-FR" dirty="0">
                <a:latin typeface="Arial Black" panose="020B0A04020102020204" pitchFamily="34" charset="0"/>
              </a:rPr>
              <a:t> 4:</a:t>
            </a:r>
          </a:p>
          <a:p>
            <a:endParaRPr lang="nn-NO" dirty="0" smtClean="0">
              <a:latin typeface="Arial Black" panose="020B0A04020102020204" pitchFamily="34" charset="0"/>
            </a:endParaRPr>
          </a:p>
          <a:p>
            <a:pPr marL="0" indent="0">
              <a:buNone/>
            </a:pPr>
            <a:endParaRPr lang="fr-FR" dirty="0">
              <a:latin typeface="Arial Black" panose="020B0A04020102020204" pitchFamily="34" charset="0"/>
            </a:endParaRPr>
          </a:p>
        </p:txBody>
      </p:sp>
    </p:spTree>
    <p:extLst>
      <p:ext uri="{BB962C8B-B14F-4D97-AF65-F5344CB8AC3E}">
        <p14:creationId xmlns:p14="http://schemas.microsoft.com/office/powerpoint/2010/main" val="4036921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36" y="618518"/>
            <a:ext cx="11776364" cy="1478570"/>
          </a:xfrm>
        </p:spPr>
        <p:txBody>
          <a:bodyPr/>
          <a:lstStyle/>
          <a:p>
            <a:r>
              <a:rPr lang="fr-FR" dirty="0">
                <a:latin typeface="Arial Black" panose="020B0A04020102020204" pitchFamily="34" charset="0"/>
              </a:rPr>
              <a:t>Iza </a:t>
            </a:r>
            <a:r>
              <a:rPr lang="fr-FR" dirty="0" err="1">
                <a:latin typeface="Arial Black" panose="020B0A04020102020204" pitchFamily="34" charset="0"/>
              </a:rPr>
              <a:t>moa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Midiana</a:t>
            </a:r>
            <a:r>
              <a:rPr lang="fr-FR" dirty="0">
                <a:latin typeface="Arial Black" panose="020B0A04020102020204" pitchFamily="34" charset="0"/>
              </a:rPr>
              <a:t>, </a:t>
            </a:r>
            <a:r>
              <a:rPr lang="fr-FR" dirty="0" err="1">
                <a:latin typeface="Arial Black" panose="020B0A04020102020204" pitchFamily="34" charset="0"/>
              </a:rPr>
              <a:t>Efaha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Sheba</a:t>
            </a:r>
            <a:r>
              <a:rPr lang="fr-FR" dirty="0">
                <a:latin typeface="Arial Black" panose="020B0A04020102020204" pitchFamily="34" charset="0"/>
              </a:rPr>
              <a:t>?</a:t>
            </a:r>
          </a:p>
        </p:txBody>
      </p:sp>
      <p:sp>
        <p:nvSpPr>
          <p:cNvPr id="3" name="Espace réservé du contenu 2"/>
          <p:cNvSpPr>
            <a:spLocks noGrp="1"/>
          </p:cNvSpPr>
          <p:nvPr>
            <p:ph idx="1"/>
          </p:nvPr>
        </p:nvSpPr>
        <p:spPr>
          <a:xfrm>
            <a:off x="415636" y="1870364"/>
            <a:ext cx="11623964" cy="4862945"/>
          </a:xfrm>
        </p:spPr>
        <p:style>
          <a:lnRef idx="2">
            <a:schemeClr val="accent5">
              <a:shade val="50000"/>
            </a:schemeClr>
          </a:lnRef>
          <a:fillRef idx="1">
            <a:schemeClr val="accent5"/>
          </a:fillRef>
          <a:effectRef idx="0">
            <a:schemeClr val="accent5"/>
          </a:effectRef>
          <a:fontRef idx="minor">
            <a:schemeClr val="lt1"/>
          </a:fontRef>
        </p:style>
        <p:txBody>
          <a:bodyPr>
            <a:normAutofit/>
          </a:bodyPr>
          <a:lstStyle/>
          <a:p>
            <a:r>
              <a:rPr lang="fr-FR" dirty="0">
                <a:latin typeface="Arial Black" panose="020B0A04020102020204" pitchFamily="34" charset="0"/>
              </a:rPr>
              <a:t>"</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zanakalahin'i</a:t>
            </a:r>
            <a:r>
              <a:rPr lang="fr-FR" dirty="0">
                <a:latin typeface="Arial Black" panose="020B0A04020102020204" pitchFamily="34" charset="0"/>
              </a:rPr>
              <a:t> </a:t>
            </a:r>
            <a:r>
              <a:rPr lang="fr-FR" dirty="0" err="1">
                <a:latin typeface="Arial Black" panose="020B0A04020102020204" pitchFamily="34" charset="0"/>
              </a:rPr>
              <a:t>Midiana</a:t>
            </a:r>
            <a:r>
              <a:rPr lang="fr-FR" dirty="0">
                <a:latin typeface="Arial Black" panose="020B0A04020102020204" pitchFamily="34" charset="0"/>
              </a:rPr>
              <a:t> dia </a:t>
            </a:r>
            <a:r>
              <a:rPr lang="fr-FR" dirty="0" err="1">
                <a:latin typeface="Arial Black" panose="020B0A04020102020204" pitchFamily="34" charset="0"/>
              </a:rPr>
              <a:t>Efaha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Efera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Hanoka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Abida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Eldaha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no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Ketora</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a:t>
            </a:r>
            <a:r>
              <a:rPr lang="fr-FR" dirty="0" smtClean="0">
                <a:latin typeface="Arial Black" panose="020B0A04020102020204" pitchFamily="34" charset="0"/>
              </a:rPr>
              <a:t>25:4</a:t>
            </a:r>
          </a:p>
          <a:p>
            <a:r>
              <a:rPr lang="fr-FR" dirty="0" err="1">
                <a:latin typeface="Arial Black" panose="020B0A04020102020204" pitchFamily="34" charset="0"/>
              </a:rPr>
              <a:t>Voalazan'Isaia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olona</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antsoina</a:t>
            </a:r>
            <a:r>
              <a:rPr lang="fr-FR" dirty="0">
                <a:latin typeface="Arial Black" panose="020B0A04020102020204" pitchFamily="34" charset="0"/>
              </a:rPr>
              <a:t> </a:t>
            </a:r>
            <a:r>
              <a:rPr lang="fr-FR" dirty="0" err="1">
                <a:latin typeface="Arial Black" panose="020B0A04020102020204" pitchFamily="34" charset="0"/>
              </a:rPr>
              <a:t>hoe</a:t>
            </a:r>
            <a:r>
              <a:rPr lang="fr-FR" dirty="0">
                <a:latin typeface="Arial Black" panose="020B0A04020102020204" pitchFamily="34" charset="0"/>
              </a:rPr>
              <a:t> </a:t>
            </a:r>
            <a:r>
              <a:rPr lang="fr-FR" dirty="0" err="1">
                <a:latin typeface="Arial Black" panose="020B0A04020102020204" pitchFamily="34" charset="0"/>
              </a:rPr>
              <a:t>Sheba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25:3:</a:t>
            </a:r>
          </a:p>
          <a:p>
            <a:r>
              <a:rPr lang="fr-FR" dirty="0" smtClean="0">
                <a:latin typeface="Arial Black" panose="020B0A04020102020204" pitchFamily="34" charset="0"/>
              </a:rPr>
              <a:t>"</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Joksana</a:t>
            </a:r>
            <a:r>
              <a:rPr lang="fr-FR" dirty="0">
                <a:latin typeface="Arial Black" panose="020B0A04020102020204" pitchFamily="34" charset="0"/>
              </a:rPr>
              <a:t> </a:t>
            </a:r>
            <a:r>
              <a:rPr lang="fr-FR" dirty="0" err="1">
                <a:latin typeface="Arial Black" panose="020B0A04020102020204" pitchFamily="34" charset="0"/>
              </a:rPr>
              <a:t>niteraka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Sheba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Dedana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zanakalahin'i</a:t>
            </a:r>
            <a:r>
              <a:rPr lang="fr-FR" dirty="0">
                <a:latin typeface="Arial Black" panose="020B0A04020102020204" pitchFamily="34" charset="0"/>
              </a:rPr>
              <a:t> </a:t>
            </a:r>
            <a:r>
              <a:rPr lang="fr-FR" dirty="0" err="1">
                <a:latin typeface="Arial Black" panose="020B0A04020102020204" pitchFamily="34" charset="0"/>
              </a:rPr>
              <a:t>Dedana</a:t>
            </a:r>
            <a:r>
              <a:rPr lang="fr-FR" dirty="0">
                <a:latin typeface="Arial Black" panose="020B0A04020102020204" pitchFamily="34" charset="0"/>
              </a:rPr>
              <a:t> dia 	</a:t>
            </a:r>
            <a:r>
              <a:rPr lang="fr-FR" dirty="0" err="1">
                <a:latin typeface="Arial Black" panose="020B0A04020102020204" pitchFamily="34" charset="0"/>
              </a:rPr>
              <a:t>Asorima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Letosima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Leomima</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25:3</a:t>
            </a:r>
          </a:p>
          <a:p>
            <a:r>
              <a:rPr lang="fr-FR" dirty="0" err="1">
                <a:latin typeface="Arial Black" panose="020B0A04020102020204" pitchFamily="34" charset="0"/>
              </a:rPr>
              <a:t>Zafikelin'i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i </a:t>
            </a:r>
            <a:r>
              <a:rPr lang="fr-FR" dirty="0" err="1">
                <a:latin typeface="Arial Black" panose="020B0A04020102020204" pitchFamily="34" charset="0"/>
              </a:rPr>
              <a:t>Sheba</a:t>
            </a:r>
            <a:r>
              <a:rPr lang="fr-FR" dirty="0">
                <a:latin typeface="Arial Black" panose="020B0A04020102020204" pitchFamily="34" charset="0"/>
              </a:rPr>
              <a:t>. I </a:t>
            </a:r>
            <a:r>
              <a:rPr lang="fr-FR" dirty="0" err="1">
                <a:latin typeface="Arial Black" panose="020B0A04020102020204" pitchFamily="34" charset="0"/>
              </a:rPr>
              <a:t>Joksana</a:t>
            </a:r>
            <a:r>
              <a:rPr lang="fr-FR" dirty="0">
                <a:latin typeface="Arial Black" panose="020B0A04020102020204" pitchFamily="34" charset="0"/>
              </a:rPr>
              <a:t> no </a:t>
            </a:r>
            <a:r>
              <a:rPr lang="fr-FR" dirty="0" err="1">
                <a:latin typeface="Arial Black" panose="020B0A04020102020204" pitchFamily="34" charset="0"/>
              </a:rPr>
              <a:t>rain'i</a:t>
            </a:r>
            <a:r>
              <a:rPr lang="fr-FR" dirty="0">
                <a:latin typeface="Arial Black" panose="020B0A04020102020204" pitchFamily="34" charset="0"/>
              </a:rPr>
              <a:t> </a:t>
            </a:r>
            <a:r>
              <a:rPr lang="fr-FR" dirty="0" err="1">
                <a:latin typeface="Arial Black" panose="020B0A04020102020204" pitchFamily="34" charset="0"/>
              </a:rPr>
              <a:t>Sheba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no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p>
          <a:p>
            <a:endParaRPr lang="fr-FR" dirty="0">
              <a:latin typeface="Arial Black" panose="020B0A04020102020204" pitchFamily="34" charset="0"/>
            </a:endParaRPr>
          </a:p>
        </p:txBody>
      </p:sp>
    </p:spTree>
    <p:extLst>
      <p:ext uri="{BB962C8B-B14F-4D97-AF65-F5344CB8AC3E}">
        <p14:creationId xmlns:p14="http://schemas.microsoft.com/office/powerpoint/2010/main" val="1302076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6255" y="263230"/>
            <a:ext cx="10881156" cy="1459779"/>
          </a:xfrm>
        </p:spPr>
        <p:txBody>
          <a:bodyPr>
            <a:normAutofit/>
          </a:bodyPr>
          <a:lstStyle/>
          <a:p>
            <a:r>
              <a:rPr lang="pt-BR" sz="4400" dirty="0">
                <a:latin typeface="Arial Black" panose="020B0A04020102020204" pitchFamily="34" charset="0"/>
              </a:rPr>
              <a:t>Iza moa i Kedara sy Nebaiota? </a:t>
            </a:r>
            <a:endParaRPr lang="fr-FR" sz="4400" dirty="0">
              <a:latin typeface="Arial Black" panose="020B0A04020102020204" pitchFamily="34" charset="0"/>
            </a:endParaRPr>
          </a:p>
        </p:txBody>
      </p:sp>
      <p:sp>
        <p:nvSpPr>
          <p:cNvPr id="3" name="Espace réservé du contenu 2"/>
          <p:cNvSpPr>
            <a:spLocks noGrp="1"/>
          </p:cNvSpPr>
          <p:nvPr>
            <p:ph idx="1"/>
          </p:nvPr>
        </p:nvSpPr>
        <p:spPr>
          <a:xfrm>
            <a:off x="0" y="1704110"/>
            <a:ext cx="12025745" cy="5153890"/>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sz="3200" dirty="0"/>
              <a:t>Izao no </a:t>
            </a:r>
            <a:r>
              <a:rPr lang="fr-FR" sz="3200" dirty="0" err="1"/>
              <a:t>voalaza</a:t>
            </a:r>
            <a:r>
              <a:rPr lang="fr-FR" sz="3200" dirty="0"/>
              <a:t> </a:t>
            </a:r>
            <a:r>
              <a:rPr lang="fr-FR" sz="3200" dirty="0" err="1"/>
              <a:t>ao</a:t>
            </a:r>
            <a:r>
              <a:rPr lang="fr-FR" sz="3200" dirty="0"/>
              <a:t> </a:t>
            </a:r>
            <a:r>
              <a:rPr lang="fr-FR" sz="3200" dirty="0" err="1"/>
              <a:t>amin'ny</a:t>
            </a:r>
            <a:r>
              <a:rPr lang="fr-FR" sz="3200" dirty="0"/>
              <a:t> </a:t>
            </a:r>
            <a:r>
              <a:rPr lang="fr-FR" sz="3200" dirty="0" err="1"/>
              <a:t>Isaia</a:t>
            </a:r>
            <a:r>
              <a:rPr lang="fr-FR" sz="3200" dirty="0"/>
              <a:t> 60:7: "Ny </a:t>
            </a:r>
            <a:r>
              <a:rPr lang="fr-FR" sz="3200" dirty="0" err="1"/>
              <a:t>ondry</a:t>
            </a:r>
            <a:r>
              <a:rPr lang="fr-FR" sz="3200" dirty="0"/>
              <a:t> </a:t>
            </a:r>
            <a:r>
              <a:rPr lang="fr-FR" sz="3200" dirty="0" err="1"/>
              <a:t>aman'osy</a:t>
            </a:r>
            <a:r>
              <a:rPr lang="fr-FR" sz="3200" dirty="0"/>
              <a:t> </a:t>
            </a:r>
            <a:r>
              <a:rPr lang="fr-FR" sz="3200" dirty="0" err="1"/>
              <a:t>rehetra</a:t>
            </a:r>
            <a:r>
              <a:rPr lang="fr-FR" sz="3200" dirty="0"/>
              <a:t> </a:t>
            </a:r>
            <a:r>
              <a:rPr lang="fr-FR" sz="3200" dirty="0" err="1"/>
              <a:t>any</a:t>
            </a:r>
            <a:r>
              <a:rPr lang="fr-FR" sz="3200" dirty="0"/>
              <a:t> </a:t>
            </a:r>
            <a:r>
              <a:rPr lang="fr-FR" sz="3200" dirty="0" err="1"/>
              <a:t>kedara</a:t>
            </a:r>
            <a:r>
              <a:rPr lang="fr-FR" sz="3200" dirty="0"/>
              <a:t> dia </a:t>
            </a:r>
            <a:r>
              <a:rPr lang="fr-FR" sz="3200" dirty="0" err="1"/>
              <a:t>hangonina</a:t>
            </a:r>
            <a:r>
              <a:rPr lang="fr-FR" sz="3200" dirty="0"/>
              <a:t> ho </a:t>
            </a:r>
            <a:r>
              <a:rPr lang="fr-FR" sz="3200" dirty="0" err="1"/>
              <a:t>ao</a:t>
            </a:r>
            <a:r>
              <a:rPr lang="fr-FR" sz="3200" dirty="0"/>
              <a:t> </a:t>
            </a:r>
            <a:r>
              <a:rPr lang="fr-FR" sz="3200" dirty="0" err="1"/>
              <a:t>aminao</a:t>
            </a:r>
            <a:r>
              <a:rPr lang="fr-FR" sz="3200" dirty="0"/>
              <a:t>." </a:t>
            </a:r>
            <a:r>
              <a:rPr lang="fr-FR" sz="3200" dirty="0" err="1"/>
              <a:t>Raha</a:t>
            </a:r>
            <a:r>
              <a:rPr lang="fr-FR" sz="3200" dirty="0"/>
              <a:t> </a:t>
            </a:r>
            <a:r>
              <a:rPr lang="fr-FR" sz="3200" dirty="0" err="1"/>
              <a:t>vakiantsika</a:t>
            </a:r>
            <a:r>
              <a:rPr lang="fr-FR" sz="3200" dirty="0"/>
              <a:t> </a:t>
            </a:r>
            <a:r>
              <a:rPr lang="fr-FR" sz="3200" dirty="0" err="1"/>
              <a:t>indray</a:t>
            </a:r>
            <a:r>
              <a:rPr lang="fr-FR" sz="3200" dirty="0"/>
              <a:t> </a:t>
            </a:r>
            <a:r>
              <a:rPr lang="fr-FR" sz="3200" dirty="0" err="1"/>
              <a:t>ny</a:t>
            </a:r>
            <a:r>
              <a:rPr lang="fr-FR" sz="3200" dirty="0"/>
              <a:t> </a:t>
            </a:r>
            <a:r>
              <a:rPr lang="fr-FR" sz="3200" dirty="0" err="1"/>
              <a:t>Genesisy</a:t>
            </a:r>
            <a:r>
              <a:rPr lang="fr-FR" sz="3200" dirty="0"/>
              <a:t> 25:13 dia </a:t>
            </a:r>
            <a:r>
              <a:rPr lang="fr-FR" sz="3200" dirty="0" err="1"/>
              <a:t>izao</a:t>
            </a:r>
            <a:r>
              <a:rPr lang="fr-FR" sz="3200" dirty="0"/>
              <a:t> no </a:t>
            </a:r>
            <a:r>
              <a:rPr lang="fr-FR" sz="3200" dirty="0" err="1"/>
              <a:t>voasoratra</a:t>
            </a:r>
            <a:r>
              <a:rPr lang="fr-FR" sz="3200" dirty="0"/>
              <a:t> </a:t>
            </a:r>
            <a:r>
              <a:rPr lang="fr-FR" sz="3200" dirty="0" err="1"/>
              <a:t>ao</a:t>
            </a:r>
            <a:r>
              <a:rPr lang="fr-FR" sz="3200" dirty="0"/>
              <a:t>:</a:t>
            </a:r>
          </a:p>
          <a:p>
            <a:r>
              <a:rPr lang="fr-FR" sz="3200" dirty="0"/>
              <a:t>	"Izao no </a:t>
            </a:r>
            <a:r>
              <a:rPr lang="fr-FR" sz="3200" dirty="0" err="1"/>
              <a:t>anaran'ny</a:t>
            </a:r>
            <a:r>
              <a:rPr lang="fr-FR" sz="3200" dirty="0"/>
              <a:t> </a:t>
            </a:r>
            <a:r>
              <a:rPr lang="fr-FR" sz="3200" dirty="0" err="1"/>
              <a:t>zanakalahin'Isimaela</a:t>
            </a:r>
            <a:r>
              <a:rPr lang="fr-FR" sz="3200" dirty="0"/>
              <a:t>, </a:t>
            </a:r>
            <a:r>
              <a:rPr lang="fr-FR" sz="3200" dirty="0" err="1"/>
              <a:t>araka</a:t>
            </a:r>
            <a:r>
              <a:rPr lang="fr-FR" sz="3200" dirty="0"/>
              <a:t> </a:t>
            </a:r>
            <a:r>
              <a:rPr lang="fr-FR" sz="3200" dirty="0" err="1"/>
              <a:t>ny</a:t>
            </a:r>
            <a:r>
              <a:rPr lang="fr-FR" sz="3200" dirty="0"/>
              <a:t> </a:t>
            </a:r>
            <a:r>
              <a:rPr lang="fr-FR" sz="3200" dirty="0" err="1"/>
              <a:t>anarany</a:t>
            </a:r>
            <a:r>
              <a:rPr lang="fr-FR" sz="3200" dirty="0"/>
              <a:t> </a:t>
            </a:r>
            <a:r>
              <a:rPr lang="fr-FR" sz="3200" dirty="0" err="1"/>
              <a:t>sy</a:t>
            </a:r>
            <a:r>
              <a:rPr lang="fr-FR" sz="3200" dirty="0"/>
              <a:t> </a:t>
            </a:r>
            <a:r>
              <a:rPr lang="fr-FR" sz="3200" dirty="0" err="1"/>
              <a:t>araka</a:t>
            </a:r>
            <a:r>
              <a:rPr lang="fr-FR" sz="3200" dirty="0"/>
              <a:t> </a:t>
            </a:r>
            <a:r>
              <a:rPr lang="fr-FR" sz="3200" dirty="0" err="1"/>
              <a:t>ny</a:t>
            </a:r>
            <a:r>
              <a:rPr lang="fr-FR" sz="3200" dirty="0"/>
              <a:t> </a:t>
            </a:r>
            <a:r>
              <a:rPr lang="fr-FR" sz="3200" dirty="0" err="1"/>
              <a:t>taranany</a:t>
            </a:r>
            <a:r>
              <a:rPr lang="fr-FR" sz="3200" dirty="0"/>
              <a:t>: 	</a:t>
            </a:r>
            <a:r>
              <a:rPr lang="fr-FR" sz="3200" b="1" dirty="0" err="1">
                <a:solidFill>
                  <a:srgbClr val="FF0000"/>
                </a:solidFill>
              </a:rPr>
              <a:t>Nebaiota</a:t>
            </a:r>
            <a:r>
              <a:rPr lang="fr-FR" sz="3200" dirty="0"/>
              <a:t>, </a:t>
            </a:r>
            <a:r>
              <a:rPr lang="fr-FR" sz="3200" dirty="0" err="1"/>
              <a:t>lahimatoan'Isimaela</a:t>
            </a:r>
            <a:r>
              <a:rPr lang="fr-FR" sz="3200" dirty="0"/>
              <a:t>, </a:t>
            </a:r>
            <a:r>
              <a:rPr lang="fr-FR" sz="3200" dirty="0" err="1"/>
              <a:t>sy</a:t>
            </a:r>
            <a:r>
              <a:rPr lang="fr-FR" sz="3200" dirty="0"/>
              <a:t> </a:t>
            </a:r>
            <a:r>
              <a:rPr lang="fr-FR" sz="3200" dirty="0" err="1">
                <a:solidFill>
                  <a:srgbClr val="FF0000"/>
                </a:solidFill>
              </a:rPr>
              <a:t>Kedara</a:t>
            </a:r>
            <a:r>
              <a:rPr lang="fr-FR" sz="3200" dirty="0"/>
              <a:t>..." </a:t>
            </a:r>
            <a:r>
              <a:rPr lang="fr-FR" sz="3200" dirty="0" err="1"/>
              <a:t>Genesisy</a:t>
            </a:r>
            <a:r>
              <a:rPr lang="fr-FR" sz="3200" dirty="0"/>
              <a:t> 25:13</a:t>
            </a:r>
          </a:p>
          <a:p>
            <a:r>
              <a:rPr lang="fr-FR" sz="3200" dirty="0" err="1"/>
              <a:t>Hitantsika</a:t>
            </a:r>
            <a:r>
              <a:rPr lang="fr-FR" sz="3200" dirty="0"/>
              <a:t> </a:t>
            </a:r>
            <a:r>
              <a:rPr lang="fr-FR" sz="3200" dirty="0" err="1"/>
              <a:t>eto</a:t>
            </a:r>
            <a:r>
              <a:rPr lang="fr-FR" sz="3200" dirty="0"/>
              <a:t> </a:t>
            </a:r>
            <a:r>
              <a:rPr lang="fr-FR" sz="3200" dirty="0" err="1"/>
              <a:t>izany</a:t>
            </a:r>
            <a:r>
              <a:rPr lang="fr-FR" sz="3200" dirty="0"/>
              <a:t> fa i </a:t>
            </a:r>
            <a:r>
              <a:rPr lang="fr-FR" sz="3200" dirty="0" err="1"/>
              <a:t>Kedara</a:t>
            </a:r>
            <a:r>
              <a:rPr lang="fr-FR" sz="3200" dirty="0"/>
              <a:t> </a:t>
            </a:r>
            <a:r>
              <a:rPr lang="fr-FR" sz="3200" dirty="0" err="1"/>
              <a:t>sy</a:t>
            </a:r>
            <a:r>
              <a:rPr lang="fr-FR" sz="3200" dirty="0"/>
              <a:t> </a:t>
            </a:r>
            <a:r>
              <a:rPr lang="fr-FR" sz="3200" dirty="0" err="1"/>
              <a:t>Nebaiota</a:t>
            </a:r>
            <a:r>
              <a:rPr lang="fr-FR" sz="3200" dirty="0"/>
              <a:t> dia </a:t>
            </a:r>
            <a:r>
              <a:rPr lang="fr-FR" sz="3200" dirty="0" err="1"/>
              <a:t>voalaza</a:t>
            </a:r>
            <a:r>
              <a:rPr lang="fr-FR" sz="3200" dirty="0"/>
              <a:t> fa </a:t>
            </a:r>
            <a:r>
              <a:rPr lang="fr-FR" sz="3200" dirty="0" err="1"/>
              <a:t>zafikelin'i</a:t>
            </a:r>
            <a:r>
              <a:rPr lang="fr-FR" sz="3200" dirty="0"/>
              <a:t> </a:t>
            </a:r>
            <a:r>
              <a:rPr lang="fr-FR" sz="3200" dirty="0" err="1"/>
              <a:t>Abrahama</a:t>
            </a:r>
            <a:r>
              <a:rPr lang="fr-FR" sz="3200" dirty="0"/>
              <a:t> </a:t>
            </a:r>
            <a:r>
              <a:rPr lang="fr-FR" sz="3200" dirty="0" err="1"/>
              <a:t>tamin'Isimaela</a:t>
            </a:r>
            <a:r>
              <a:rPr lang="fr-FR" sz="3200" dirty="0"/>
              <a:t> (na </a:t>
            </a:r>
            <a:r>
              <a:rPr lang="fr-FR" sz="3200" dirty="0" err="1"/>
              <a:t>avy</a:t>
            </a:r>
            <a:r>
              <a:rPr lang="fr-FR" sz="3200" dirty="0"/>
              <a:t> </a:t>
            </a:r>
            <a:r>
              <a:rPr lang="fr-FR" sz="3200" dirty="0" err="1"/>
              <a:t>tamin’i</a:t>
            </a:r>
            <a:r>
              <a:rPr lang="fr-FR" sz="3200" dirty="0"/>
              <a:t> </a:t>
            </a:r>
            <a:r>
              <a:rPr lang="fr-FR" sz="3200" dirty="0" err="1"/>
              <a:t>Hagara</a:t>
            </a:r>
            <a:r>
              <a:rPr lang="fr-FR" sz="3200" dirty="0"/>
              <a:t>).</a:t>
            </a:r>
          </a:p>
          <a:p>
            <a:endParaRPr lang="fr-FR" sz="3200" dirty="0"/>
          </a:p>
        </p:txBody>
      </p:sp>
    </p:spTree>
    <p:extLst>
      <p:ext uri="{BB962C8B-B14F-4D97-AF65-F5344CB8AC3E}">
        <p14:creationId xmlns:p14="http://schemas.microsoft.com/office/powerpoint/2010/main" val="2773336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99D5-7113-1D46-ABEC-3C543D7ADBF2}"/>
              </a:ext>
            </a:extLst>
          </p:cNvPr>
          <p:cNvSpPr>
            <a:spLocks noGrp="1"/>
          </p:cNvSpPr>
          <p:nvPr>
            <p:ph type="title"/>
          </p:nvPr>
        </p:nvSpPr>
        <p:spPr>
          <a:xfrm>
            <a:off x="124690" y="1246910"/>
            <a:ext cx="12067310" cy="1947460"/>
          </a:xfrm>
        </p:spPr>
        <p:txBody>
          <a:bodyPr>
            <a:noAutofit/>
          </a:bodyPr>
          <a:lstStyle/>
          <a:p>
            <a:r>
              <a:rPr lang="en-US" sz="2000" dirty="0" err="1">
                <a:latin typeface="Arial Black" panose="020B0A04020102020204" pitchFamily="34" charset="0"/>
              </a:rPr>
              <a:t>Isaka</a:t>
            </a:r>
            <a:r>
              <a:rPr lang="en-US" sz="2000" dirty="0">
                <a:latin typeface="Arial Black" panose="020B0A04020102020204" pitchFamily="34" charset="0"/>
              </a:rPr>
              <a:t> no </a:t>
            </a:r>
            <a:r>
              <a:rPr lang="en-US" sz="2000" dirty="0" err="1">
                <a:latin typeface="Arial Black" panose="020B0A04020102020204" pitchFamily="34" charset="0"/>
              </a:rPr>
              <a:t>zanakalahy</a:t>
            </a:r>
            <a:r>
              <a:rPr lang="en-US" sz="2000" dirty="0">
                <a:latin typeface="Arial Black" panose="020B0A04020102020204" pitchFamily="34" charset="0"/>
              </a:rPr>
              <a:t> </a:t>
            </a:r>
            <a:r>
              <a:rPr lang="en-US" sz="2000" dirty="0" err="1">
                <a:latin typeface="Arial Black" panose="020B0A04020102020204" pitchFamily="34" charset="0"/>
              </a:rPr>
              <a:t>nampanantenaina</a:t>
            </a:r>
            <a:r>
              <a:rPr lang="en-US" sz="2000" dirty="0">
                <a:latin typeface="Arial Black" panose="020B0A04020102020204" pitchFamily="34" charset="0"/>
              </a:rPr>
              <a:t> </a:t>
            </a:r>
            <a:r>
              <a:rPr lang="en-US" sz="2000" dirty="0" err="1">
                <a:latin typeface="Arial Black" panose="020B0A04020102020204" pitchFamily="34" charset="0"/>
              </a:rPr>
              <a:t>an'i</a:t>
            </a:r>
            <a:r>
              <a:rPr lang="en-US" sz="2000" dirty="0">
                <a:latin typeface="Arial Black" panose="020B0A04020102020204" pitchFamily="34" charset="0"/>
              </a:rPr>
              <a:t> </a:t>
            </a:r>
            <a:r>
              <a:rPr lang="en-US" sz="2000" dirty="0" err="1">
                <a:latin typeface="Arial Black" panose="020B0A04020102020204" pitchFamily="34" charset="0"/>
              </a:rPr>
              <a:t>Abrahama</a:t>
            </a:r>
            <a:r>
              <a:rPr lang="en-US" sz="2000" dirty="0">
                <a:latin typeface="Arial Black" panose="020B0A04020102020204" pitchFamily="34" charset="0"/>
              </a:rPr>
              <a:t>, </a:t>
            </a:r>
            <a:r>
              <a:rPr lang="en-US" sz="2000" dirty="0" err="1">
                <a:latin typeface="Arial Black" panose="020B0A04020102020204" pitchFamily="34" charset="0"/>
              </a:rPr>
              <a:t>kanefa</a:t>
            </a:r>
            <a:r>
              <a:rPr lang="en-US" sz="2000" dirty="0">
                <a:latin typeface="Arial Black" panose="020B0A04020102020204" pitchFamily="34" charset="0"/>
              </a:rPr>
              <a:t> </a:t>
            </a:r>
            <a:r>
              <a:rPr lang="en-US" sz="2000" dirty="0" err="1">
                <a:latin typeface="Arial Black" panose="020B0A04020102020204" pitchFamily="34" charset="0"/>
              </a:rPr>
              <a:t>ireto</a:t>
            </a:r>
            <a:r>
              <a:rPr lang="en-US" sz="2000" dirty="0">
                <a:latin typeface="Arial Black" panose="020B0A04020102020204" pitchFamily="34" charset="0"/>
              </a:rPr>
              <a:t> </a:t>
            </a:r>
            <a:r>
              <a:rPr lang="en-US" sz="2000" dirty="0" err="1">
                <a:latin typeface="Arial Black" panose="020B0A04020102020204" pitchFamily="34" charset="0"/>
              </a:rPr>
              <a:t>manaraka</a:t>
            </a:r>
            <a:r>
              <a:rPr lang="en-US" sz="2000" dirty="0">
                <a:latin typeface="Arial Black" panose="020B0A04020102020204" pitchFamily="34" charset="0"/>
              </a:rPr>
              <a:t> </a:t>
            </a:r>
            <a:r>
              <a:rPr lang="en-US" sz="2000" dirty="0" err="1">
                <a:latin typeface="Arial Black" panose="020B0A04020102020204" pitchFamily="34" charset="0"/>
              </a:rPr>
              <a:t>ireto</a:t>
            </a:r>
            <a:r>
              <a:rPr lang="en-US" sz="2000" dirty="0">
                <a:latin typeface="Arial Black" panose="020B0A04020102020204" pitchFamily="34" charset="0"/>
              </a:rPr>
              <a:t>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taranak'i</a:t>
            </a:r>
            <a:r>
              <a:rPr lang="en-US" sz="2000" dirty="0">
                <a:latin typeface="Arial Black" panose="020B0A04020102020204" pitchFamily="34" charset="0"/>
              </a:rPr>
              <a:t> </a:t>
            </a:r>
            <a:r>
              <a:rPr lang="en-US" sz="2000" dirty="0" err="1">
                <a:latin typeface="Arial Black" panose="020B0A04020102020204" pitchFamily="34" charset="0"/>
              </a:rPr>
              <a:t>Abrahama</a:t>
            </a:r>
            <a:r>
              <a:rPr lang="en-US" sz="2000" dirty="0">
                <a:latin typeface="Arial Black" panose="020B0A04020102020204" pitchFamily="34" charset="0"/>
              </a:rPr>
              <a:t> </a:t>
            </a:r>
            <a:r>
              <a:rPr lang="en-US" sz="2000" dirty="0" err="1">
                <a:latin typeface="Arial Black" panose="020B0A04020102020204" pitchFamily="34" charset="0"/>
              </a:rPr>
              <a:t>tamin'i</a:t>
            </a:r>
            <a:r>
              <a:rPr lang="en-US" sz="2000" dirty="0">
                <a:latin typeface="Arial Black" panose="020B0A04020102020204" pitchFamily="34" charset="0"/>
              </a:rPr>
              <a:t> </a:t>
            </a:r>
            <a:r>
              <a:rPr lang="en-US" sz="2000" dirty="0" err="1">
                <a:latin typeface="Arial Black" panose="020B0A04020102020204" pitchFamily="34" charset="0"/>
              </a:rPr>
              <a:t>Hagara</a:t>
            </a:r>
            <a:r>
              <a:rPr lang="en-US" sz="2000" dirty="0">
                <a:latin typeface="Arial Black" panose="020B0A04020102020204" pitchFamily="34" charset="0"/>
              </a:rPr>
              <a:t> </a:t>
            </a:r>
            <a:r>
              <a:rPr lang="en-US" sz="2000" dirty="0" err="1">
                <a:latin typeface="Arial Black" panose="020B0A04020102020204" pitchFamily="34" charset="0"/>
              </a:rPr>
              <a:t>sy</a:t>
            </a:r>
            <a:r>
              <a:rPr lang="en-US" sz="2000" dirty="0">
                <a:latin typeface="Arial Black" panose="020B0A04020102020204" pitchFamily="34" charset="0"/>
              </a:rPr>
              <a:t> </a:t>
            </a:r>
            <a:r>
              <a:rPr lang="en-US" sz="2000" dirty="0" err="1">
                <a:latin typeface="Arial Black" panose="020B0A04020102020204" pitchFamily="34" charset="0"/>
              </a:rPr>
              <a:t>Isimaela</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taranany</a:t>
            </a:r>
            <a:r>
              <a:rPr lang="en-US" sz="2000" dirty="0">
                <a:latin typeface="Arial Black" panose="020B0A04020102020204" pitchFamily="34" charset="0"/>
              </a:rPr>
              <a:t> </a:t>
            </a:r>
            <a:r>
              <a:rPr lang="en-US" sz="2000" dirty="0" err="1">
                <a:latin typeface="Arial Black" panose="020B0A04020102020204" pitchFamily="34" charset="0"/>
              </a:rPr>
              <a:t>tamin'i</a:t>
            </a:r>
            <a:r>
              <a:rPr lang="en-US" sz="2000" dirty="0">
                <a:latin typeface="Arial Black" panose="020B0A04020102020204" pitchFamily="34" charset="0"/>
              </a:rPr>
              <a:t> </a:t>
            </a:r>
            <a:r>
              <a:rPr lang="en-US" sz="2000" dirty="0" err="1">
                <a:latin typeface="Arial Black" panose="020B0A04020102020204" pitchFamily="34" charset="0"/>
              </a:rPr>
              <a:t>Ketora</a:t>
            </a:r>
            <a:r>
              <a:rPr lang="en-US" sz="2000" dirty="0">
                <a:latin typeface="Arial Black" panose="020B0A04020102020204" pitchFamily="34" charset="0"/>
              </a:rPr>
              <a:t> </a:t>
            </a:r>
            <a:r>
              <a:rPr lang="en-US" sz="2000" dirty="0" err="1">
                <a:latin typeface="Arial Black" panose="020B0A04020102020204" pitchFamily="34" charset="0"/>
              </a:rPr>
              <a:t>vadiny</a:t>
            </a:r>
            <a:r>
              <a:rPr lang="en-US" sz="2000" dirty="0">
                <a:latin typeface="Arial Black" panose="020B0A04020102020204" pitchFamily="34" charset="0"/>
              </a:rPr>
              <a:t>. </a:t>
            </a:r>
            <a:r>
              <a:rPr lang="en-US" sz="2000" dirty="0" err="1">
                <a:latin typeface="Arial Black" panose="020B0A04020102020204" pitchFamily="34" charset="0"/>
              </a:rPr>
              <a:t>Taranaka</a:t>
            </a:r>
            <a:r>
              <a:rPr lang="en-US" sz="2000" dirty="0">
                <a:latin typeface="Arial Black" panose="020B0A04020102020204" pitchFamily="34" charset="0"/>
              </a:rPr>
              <a:t> </a:t>
            </a:r>
            <a:r>
              <a:rPr lang="en-US" sz="2000" dirty="0" err="1">
                <a:latin typeface="Arial Black" panose="020B0A04020102020204" pitchFamily="34" charset="0"/>
              </a:rPr>
              <a:t>roa</a:t>
            </a:r>
            <a:r>
              <a:rPr lang="en-US" sz="2000" dirty="0">
                <a:latin typeface="Arial Black" panose="020B0A04020102020204" pitchFamily="34" charset="0"/>
              </a:rPr>
              <a:t> </a:t>
            </a:r>
            <a:r>
              <a:rPr lang="en-US" sz="2000" dirty="0" err="1">
                <a:latin typeface="Arial Black" panose="020B0A04020102020204" pitchFamily="34" charset="0"/>
              </a:rPr>
              <a:t>hatrany</a:t>
            </a:r>
            <a:r>
              <a:rPr lang="en-US" sz="2000" dirty="0">
                <a:latin typeface="Arial Black" panose="020B0A04020102020204" pitchFamily="34" charset="0"/>
              </a:rPr>
              <a:t> no </a:t>
            </a:r>
            <a:r>
              <a:rPr lang="en-US" sz="2000" dirty="0" err="1">
                <a:latin typeface="Arial Black" panose="020B0A04020102020204" pitchFamily="34" charset="0"/>
              </a:rPr>
              <a:t>rentsika</a:t>
            </a:r>
            <a:r>
              <a:rPr lang="en-US" sz="2000" dirty="0">
                <a:latin typeface="Arial Black" panose="020B0A04020102020204" pitchFamily="34" charset="0"/>
              </a:rPr>
              <a:t> </a:t>
            </a:r>
            <a:r>
              <a:rPr lang="en-US" sz="2000" dirty="0" err="1">
                <a:latin typeface="Arial Black" panose="020B0A04020102020204" pitchFamily="34" charset="0"/>
              </a:rPr>
              <a:t>avy</a:t>
            </a:r>
            <a:r>
              <a:rPr lang="en-US" sz="2000" dirty="0">
                <a:latin typeface="Arial Black" panose="020B0A04020102020204" pitchFamily="34" charset="0"/>
              </a:rPr>
              <a:t> </a:t>
            </a:r>
            <a:r>
              <a:rPr lang="en-US" sz="2000" dirty="0" err="1">
                <a:latin typeface="Arial Black" panose="020B0A04020102020204" pitchFamily="34" charset="0"/>
              </a:rPr>
              <a:t>tamin'i</a:t>
            </a:r>
            <a:r>
              <a:rPr lang="en-US" sz="2000" dirty="0">
                <a:latin typeface="Arial Black" panose="020B0A04020102020204" pitchFamily="34" charset="0"/>
              </a:rPr>
              <a:t> </a:t>
            </a:r>
            <a:r>
              <a:rPr lang="en-US" sz="2000" dirty="0" err="1">
                <a:latin typeface="Arial Black" panose="020B0A04020102020204" pitchFamily="34" charset="0"/>
              </a:rPr>
              <a:t>Abrahama</a:t>
            </a:r>
            <a:r>
              <a:rPr lang="en-US" sz="2000" dirty="0">
                <a:latin typeface="Arial Black" panose="020B0A04020102020204" pitchFamily="34" charset="0"/>
              </a:rPr>
              <a:t>, </a:t>
            </a:r>
            <a:r>
              <a:rPr lang="en-US" sz="2000" dirty="0" err="1">
                <a:latin typeface="Arial Black" panose="020B0A04020102020204" pitchFamily="34" charset="0"/>
              </a:rPr>
              <a:t>kanefa</a:t>
            </a:r>
            <a:r>
              <a:rPr lang="en-US" sz="2000" dirty="0">
                <a:latin typeface="Arial Black" panose="020B0A04020102020204" pitchFamily="34" charset="0"/>
              </a:rPr>
              <a:t> </a:t>
            </a:r>
            <a:r>
              <a:rPr lang="en-US" sz="2000" dirty="0" err="1">
                <a:latin typeface="Arial Black" panose="020B0A04020102020204" pitchFamily="34" charset="0"/>
              </a:rPr>
              <a:t>taranaka</a:t>
            </a:r>
            <a:r>
              <a:rPr lang="en-US" sz="2000" dirty="0">
                <a:latin typeface="Arial Black" panose="020B0A04020102020204" pitchFamily="34" charset="0"/>
              </a:rPr>
              <a:t> </a:t>
            </a:r>
            <a:r>
              <a:rPr lang="en-US" sz="2000" dirty="0" err="1">
                <a:latin typeface="Arial Black" panose="020B0A04020102020204" pitchFamily="34" charset="0"/>
              </a:rPr>
              <a:t>telo</a:t>
            </a:r>
            <a:r>
              <a:rPr lang="en-US" sz="2000" dirty="0">
                <a:latin typeface="Arial Black" panose="020B0A04020102020204" pitchFamily="34" charset="0"/>
              </a:rPr>
              <a:t> </a:t>
            </a:r>
            <a:r>
              <a:rPr lang="en-US" sz="2000" dirty="0" err="1">
                <a:latin typeface="Arial Black" panose="020B0A04020102020204" pitchFamily="34" charset="0"/>
              </a:rPr>
              <a:t>tahaka</a:t>
            </a:r>
            <a:r>
              <a:rPr lang="en-US" sz="2000" dirty="0">
                <a:latin typeface="Arial Black" panose="020B0A04020102020204" pitchFamily="34" charset="0"/>
              </a:rPr>
              <a:t> </a:t>
            </a:r>
            <a:r>
              <a:rPr lang="en-US" sz="2000" dirty="0" err="1">
                <a:latin typeface="Arial Black" panose="020B0A04020102020204" pitchFamily="34" charset="0"/>
              </a:rPr>
              <a:t>izao</a:t>
            </a:r>
            <a:r>
              <a:rPr lang="en-US" sz="2000" dirty="0">
                <a:latin typeface="Arial Black" panose="020B0A04020102020204" pitchFamily="34" charset="0"/>
              </a:rPr>
              <a:t> </a:t>
            </a:r>
            <a:r>
              <a:rPr lang="en-US" sz="2000" dirty="0" err="1">
                <a:latin typeface="Arial Black" panose="020B0A04020102020204" pitchFamily="34" charset="0"/>
              </a:rPr>
              <a:t>manaraka</a:t>
            </a:r>
            <a:r>
              <a:rPr lang="en-US" sz="2000" dirty="0">
                <a:latin typeface="Arial Black" panose="020B0A04020102020204" pitchFamily="34" charset="0"/>
              </a:rPr>
              <a:t> </a:t>
            </a:r>
            <a:r>
              <a:rPr lang="en-US" sz="2000" dirty="0" err="1">
                <a:latin typeface="Arial Black" panose="020B0A04020102020204" pitchFamily="34" charset="0"/>
              </a:rPr>
              <a:t>izao</a:t>
            </a:r>
            <a:r>
              <a:rPr lang="en-US" sz="2000" dirty="0">
                <a:latin typeface="Arial Black" panose="020B0A04020102020204" pitchFamily="34" charset="0"/>
              </a:rPr>
              <a:t> no </a:t>
            </a:r>
            <a:r>
              <a:rPr lang="en-US" sz="2000" dirty="0" err="1">
                <a:latin typeface="Arial Black" panose="020B0A04020102020204" pitchFamily="34" charset="0"/>
              </a:rPr>
              <a:t>avy</a:t>
            </a:r>
            <a:r>
              <a:rPr lang="en-US" sz="2000" dirty="0">
                <a:latin typeface="Arial Black" panose="020B0A04020102020204" pitchFamily="34" charset="0"/>
              </a:rPr>
              <a:t> </a:t>
            </a:r>
            <a:r>
              <a:rPr lang="en-US" sz="2000" dirty="0" err="1">
                <a:latin typeface="Arial Black" panose="020B0A04020102020204" pitchFamily="34" charset="0"/>
              </a:rPr>
              <a:t>amin'i</a:t>
            </a:r>
            <a:r>
              <a:rPr lang="en-US" sz="2000" dirty="0">
                <a:latin typeface="Arial Black" panose="020B0A04020102020204" pitchFamily="34" charset="0"/>
              </a:rPr>
              <a:t> </a:t>
            </a:r>
            <a:r>
              <a:rPr lang="en-US" sz="2000" dirty="0" err="1">
                <a:latin typeface="Arial Black" panose="020B0A04020102020204" pitchFamily="34" charset="0"/>
              </a:rPr>
              <a:t>Abrahama</a:t>
            </a:r>
            <a:r>
              <a:rPr lang="en-US" sz="2000" dirty="0">
                <a:latin typeface="Arial Black" panose="020B0A04020102020204" pitchFamily="34" charset="0"/>
              </a:rPr>
              <a:t/>
            </a:r>
            <a:br>
              <a:rPr lang="en-US" sz="2000" dirty="0">
                <a:latin typeface="Arial Black" panose="020B0A04020102020204" pitchFamily="34" charset="0"/>
              </a:rPr>
            </a:br>
            <a:endParaRPr lang="en-US" sz="2000" dirty="0">
              <a:latin typeface="Arial Black" panose="020B0A04020102020204" pitchFamily="34" charset="0"/>
            </a:endParaRPr>
          </a:p>
        </p:txBody>
      </p:sp>
      <p:graphicFrame>
        <p:nvGraphicFramePr>
          <p:cNvPr id="4" name="Content Placeholder 3">
            <a:extLst>
              <a:ext uri="{FF2B5EF4-FFF2-40B4-BE49-F238E27FC236}">
                <a16:creationId xmlns:a16="http://schemas.microsoft.com/office/drawing/2014/main" id="{DCE1D3C8-C11E-5D4C-9850-641DAAADD6E9}"/>
              </a:ext>
            </a:extLst>
          </p:cNvPr>
          <p:cNvGraphicFramePr>
            <a:graphicFrameLocks noGrp="1"/>
          </p:cNvGraphicFramePr>
          <p:nvPr>
            <p:ph idx="1"/>
            <p:extLst>
              <p:ext uri="{D42A27DB-BD31-4B8C-83A1-F6EECF244321}">
                <p14:modId xmlns:p14="http://schemas.microsoft.com/office/powerpoint/2010/main" val="930349942"/>
              </p:ext>
            </p:extLst>
          </p:nvPr>
        </p:nvGraphicFramePr>
        <p:xfrm>
          <a:off x="1141412" y="3176950"/>
          <a:ext cx="10276554" cy="3628798"/>
        </p:xfrm>
        <a:graphic>
          <a:graphicData uri="http://schemas.openxmlformats.org/drawingml/2006/table">
            <a:tbl>
              <a:tblPr firstRow="1" bandRow="1">
                <a:tableStyleId>{5C22544A-7EE6-4342-B048-85BDC9FD1C3A}</a:tableStyleId>
              </a:tblPr>
              <a:tblGrid>
                <a:gridCol w="3425518">
                  <a:extLst>
                    <a:ext uri="{9D8B030D-6E8A-4147-A177-3AD203B41FA5}">
                      <a16:colId xmlns:a16="http://schemas.microsoft.com/office/drawing/2014/main" val="691900959"/>
                    </a:ext>
                  </a:extLst>
                </a:gridCol>
                <a:gridCol w="3425518">
                  <a:extLst>
                    <a:ext uri="{9D8B030D-6E8A-4147-A177-3AD203B41FA5}">
                      <a16:colId xmlns:a16="http://schemas.microsoft.com/office/drawing/2014/main" val="4157044139"/>
                    </a:ext>
                  </a:extLst>
                </a:gridCol>
                <a:gridCol w="3425518">
                  <a:extLst>
                    <a:ext uri="{9D8B030D-6E8A-4147-A177-3AD203B41FA5}">
                      <a16:colId xmlns:a16="http://schemas.microsoft.com/office/drawing/2014/main" val="862206516"/>
                    </a:ext>
                  </a:extLst>
                </a:gridCol>
              </a:tblGrid>
              <a:tr h="1218313">
                <a:tc>
                  <a:txBody>
                    <a:bodyPr/>
                    <a:lstStyle/>
                    <a:p>
                      <a:r>
                        <a:rPr lang="en-US" sz="4000" dirty="0" err="1" smtClean="0"/>
                        <a:t>sarah</a:t>
                      </a:r>
                      <a:endParaRPr lang="en-US" sz="4000" dirty="0"/>
                    </a:p>
                  </a:txBody>
                  <a:tcPr/>
                </a:tc>
                <a:tc>
                  <a:txBody>
                    <a:bodyPr/>
                    <a:lstStyle/>
                    <a:p>
                      <a:r>
                        <a:rPr lang="en-US" sz="4000" dirty="0" err="1" smtClean="0"/>
                        <a:t>Hagara</a:t>
                      </a:r>
                      <a:endParaRPr lang="en-US" sz="4000" dirty="0"/>
                    </a:p>
                  </a:txBody>
                  <a:tcPr/>
                </a:tc>
                <a:tc>
                  <a:txBody>
                    <a:bodyPr/>
                    <a:lstStyle/>
                    <a:p>
                      <a:r>
                        <a:rPr lang="en-US" sz="4000" dirty="0" err="1" smtClean="0"/>
                        <a:t>Ketora</a:t>
                      </a:r>
                      <a:endParaRPr lang="en-US" sz="4000" dirty="0"/>
                    </a:p>
                  </a:txBody>
                  <a:tcPr/>
                </a:tc>
                <a:extLst>
                  <a:ext uri="{0D108BD9-81ED-4DB2-BD59-A6C34878D82A}">
                    <a16:rowId xmlns:a16="http://schemas.microsoft.com/office/drawing/2014/main" val="1966685743"/>
                  </a:ext>
                </a:extLst>
              </a:tr>
              <a:tr h="803495">
                <a:tc>
                  <a:txBody>
                    <a:bodyPr/>
                    <a:lstStyle/>
                    <a:p>
                      <a:r>
                        <a:rPr lang="en-US" sz="4000" dirty="0" err="1" smtClean="0"/>
                        <a:t>Isaka</a:t>
                      </a:r>
                      <a:endParaRPr lang="en-US" sz="4000" dirty="0"/>
                    </a:p>
                  </a:txBody>
                  <a:tcPr/>
                </a:tc>
                <a:tc>
                  <a:txBody>
                    <a:bodyPr/>
                    <a:lstStyle/>
                    <a:p>
                      <a:r>
                        <a:rPr lang="en-US" sz="4000" dirty="0" err="1" smtClean="0"/>
                        <a:t>Ismaela</a:t>
                      </a:r>
                      <a:endParaRPr lang="en-US" sz="4000" dirty="0"/>
                    </a:p>
                  </a:txBody>
                  <a:tcPr/>
                </a:tc>
                <a:tc>
                  <a:txBody>
                    <a:bodyPr/>
                    <a:lstStyle/>
                    <a:p>
                      <a:r>
                        <a:rPr lang="en-US" sz="4000" dirty="0" err="1" smtClean="0"/>
                        <a:t>Midiana</a:t>
                      </a:r>
                      <a:endParaRPr lang="en-US" sz="4000" dirty="0"/>
                    </a:p>
                  </a:txBody>
                  <a:tcPr/>
                </a:tc>
                <a:extLst>
                  <a:ext uri="{0D108BD9-81ED-4DB2-BD59-A6C34878D82A}">
                    <a16:rowId xmlns:a16="http://schemas.microsoft.com/office/drawing/2014/main" val="721703122"/>
                  </a:ext>
                </a:extLst>
              </a:tr>
              <a:tr h="803495">
                <a:tc>
                  <a:txBody>
                    <a:bodyPr/>
                    <a:lstStyle/>
                    <a:p>
                      <a:r>
                        <a:rPr lang="en-US" sz="4000" dirty="0" err="1" smtClean="0"/>
                        <a:t>Esao</a:t>
                      </a:r>
                      <a:endParaRPr lang="en-US" sz="4000" dirty="0"/>
                    </a:p>
                  </a:txBody>
                  <a:tcPr/>
                </a:tc>
                <a:tc>
                  <a:txBody>
                    <a:bodyPr/>
                    <a:lstStyle/>
                    <a:p>
                      <a:r>
                        <a:rPr lang="en-US" sz="4000" dirty="0" err="1" smtClean="0"/>
                        <a:t>Nebaiota</a:t>
                      </a:r>
                      <a:endParaRPr lang="en-US" sz="4000" dirty="0"/>
                    </a:p>
                  </a:txBody>
                  <a:tcPr/>
                </a:tc>
                <a:tc>
                  <a:txBody>
                    <a:bodyPr/>
                    <a:lstStyle/>
                    <a:p>
                      <a:r>
                        <a:rPr lang="en-US" sz="4000" dirty="0" err="1" smtClean="0"/>
                        <a:t>Efaha</a:t>
                      </a:r>
                      <a:endParaRPr lang="en-US" sz="4000" dirty="0"/>
                    </a:p>
                  </a:txBody>
                  <a:tcPr/>
                </a:tc>
                <a:extLst>
                  <a:ext uri="{0D108BD9-81ED-4DB2-BD59-A6C34878D82A}">
                    <a16:rowId xmlns:a16="http://schemas.microsoft.com/office/drawing/2014/main" val="1341443422"/>
                  </a:ext>
                </a:extLst>
              </a:tr>
              <a:tr h="803495">
                <a:tc>
                  <a:txBody>
                    <a:bodyPr/>
                    <a:lstStyle/>
                    <a:p>
                      <a:r>
                        <a:rPr lang="en-US" sz="4000" dirty="0" err="1" smtClean="0"/>
                        <a:t>Jakoba</a:t>
                      </a:r>
                      <a:endParaRPr lang="en-US" sz="4000" dirty="0"/>
                    </a:p>
                  </a:txBody>
                  <a:tcPr/>
                </a:tc>
                <a:tc>
                  <a:txBody>
                    <a:bodyPr/>
                    <a:lstStyle/>
                    <a:p>
                      <a:r>
                        <a:rPr lang="en-US" sz="4000" dirty="0" err="1" smtClean="0"/>
                        <a:t>Kedara</a:t>
                      </a:r>
                      <a:endParaRPr lang="en-US" sz="4000" dirty="0"/>
                    </a:p>
                  </a:txBody>
                  <a:tcPr/>
                </a:tc>
                <a:tc>
                  <a:txBody>
                    <a:bodyPr/>
                    <a:lstStyle/>
                    <a:p>
                      <a:r>
                        <a:rPr lang="en-US" sz="4000" dirty="0"/>
                        <a:t>Sheba</a:t>
                      </a:r>
                    </a:p>
                  </a:txBody>
                  <a:tcPr/>
                </a:tc>
                <a:extLst>
                  <a:ext uri="{0D108BD9-81ED-4DB2-BD59-A6C34878D82A}">
                    <a16:rowId xmlns:a16="http://schemas.microsoft.com/office/drawing/2014/main" val="3168072776"/>
                  </a:ext>
                </a:extLst>
              </a:tr>
            </a:tbl>
          </a:graphicData>
        </a:graphic>
      </p:graphicFrame>
      <p:sp>
        <p:nvSpPr>
          <p:cNvPr id="5" name="Titre 1"/>
          <p:cNvSpPr txBox="1">
            <a:spLocks/>
          </p:cNvSpPr>
          <p:nvPr/>
        </p:nvSpPr>
        <p:spPr>
          <a:xfrm>
            <a:off x="124690" y="182880"/>
            <a:ext cx="11293275" cy="14439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fr-FR" dirty="0" err="1" smtClean="0">
                <a:latin typeface="Arial Black" panose="020B0A04020102020204" pitchFamily="34" charset="0"/>
              </a:rPr>
              <a:t>Taranaka</a:t>
            </a:r>
            <a:r>
              <a:rPr lang="fr-FR" dirty="0" smtClean="0">
                <a:latin typeface="Arial Black" panose="020B0A04020102020204" pitchFamily="34" charset="0"/>
              </a:rPr>
              <a:t> </a:t>
            </a:r>
            <a:r>
              <a:rPr lang="fr-FR" dirty="0" err="1" smtClean="0">
                <a:latin typeface="Arial Black" panose="020B0A04020102020204" pitchFamily="34" charset="0"/>
              </a:rPr>
              <a:t>telo</a:t>
            </a:r>
            <a:r>
              <a:rPr lang="fr-FR" dirty="0" smtClean="0">
                <a:latin typeface="Arial Black" panose="020B0A04020102020204" pitchFamily="34" charset="0"/>
              </a:rPr>
              <a:t> </a:t>
            </a:r>
            <a:r>
              <a:rPr lang="fr-FR" dirty="0" err="1" smtClean="0">
                <a:latin typeface="Arial Black" panose="020B0A04020102020204" pitchFamily="34" charset="0"/>
              </a:rPr>
              <a:t>avy</a:t>
            </a:r>
            <a:r>
              <a:rPr lang="fr-FR" dirty="0" smtClean="0">
                <a:latin typeface="Arial Black" panose="020B0A04020102020204" pitchFamily="34" charset="0"/>
              </a:rPr>
              <a:t> </a:t>
            </a:r>
            <a:r>
              <a:rPr lang="fr-FR" dirty="0" err="1" smtClean="0">
                <a:latin typeface="Arial Black" panose="020B0A04020102020204" pitchFamily="34" charset="0"/>
              </a:rPr>
              <a:t>amin'i</a:t>
            </a:r>
            <a:r>
              <a:rPr lang="fr-FR" dirty="0" smtClean="0">
                <a:latin typeface="Arial Black" panose="020B0A04020102020204" pitchFamily="34" charset="0"/>
              </a:rPr>
              <a:t> </a:t>
            </a:r>
            <a:r>
              <a:rPr lang="fr-FR" dirty="0" err="1" smtClean="0">
                <a:latin typeface="Arial Black" panose="020B0A04020102020204" pitchFamily="34" charset="0"/>
              </a:rPr>
              <a:t>Abrahama</a:t>
            </a:r>
            <a:endParaRPr lang="fr-FR" dirty="0">
              <a:latin typeface="Arial Black" panose="020B0A04020102020204" pitchFamily="34" charset="0"/>
            </a:endParaRPr>
          </a:p>
        </p:txBody>
      </p:sp>
    </p:spTree>
    <p:extLst>
      <p:ext uri="{BB962C8B-B14F-4D97-AF65-F5344CB8AC3E}">
        <p14:creationId xmlns:p14="http://schemas.microsoft.com/office/powerpoint/2010/main" val="204101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latin typeface="Arial Black" panose="020B0A04020102020204" pitchFamily="34" charset="0"/>
              </a:rPr>
              <a:t>Ny </a:t>
            </a:r>
            <a:r>
              <a:rPr lang="fr-FR" dirty="0" err="1">
                <a:latin typeface="Arial Black" panose="020B0A04020102020204" pitchFamily="34" charset="0"/>
              </a:rPr>
              <a:t>Zanaka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endParaRPr lang="fr-FR" dirty="0">
              <a:latin typeface="Arial Black" panose="020B0A04020102020204" pitchFamily="34" charset="0"/>
            </a:endParaRPr>
          </a:p>
        </p:txBody>
      </p:sp>
      <p:sp>
        <p:nvSpPr>
          <p:cNvPr id="3" name="Espace réservé du contenu 2"/>
          <p:cNvSpPr>
            <a:spLocks noGrp="1"/>
          </p:cNvSpPr>
          <p:nvPr>
            <p:ph idx="1"/>
          </p:nvPr>
        </p:nvSpPr>
        <p:spPr>
          <a:xfrm>
            <a:off x="235528" y="1925782"/>
            <a:ext cx="11707090" cy="4724399"/>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sz="2800" dirty="0">
                <a:latin typeface="Arial Black" panose="020B0A04020102020204" pitchFamily="34" charset="0"/>
              </a:rPr>
              <a:t>Rehefa </a:t>
            </a:r>
            <a:r>
              <a:rPr lang="fr-FR" sz="2800" dirty="0" err="1">
                <a:latin typeface="Arial Black" panose="020B0A04020102020204" pitchFamily="34" charset="0"/>
              </a:rPr>
              <a:t>akaiky</a:t>
            </a:r>
            <a:r>
              <a:rPr lang="fr-FR" sz="2800" dirty="0">
                <a:latin typeface="Arial Black" panose="020B0A04020102020204" pitchFamily="34" charset="0"/>
              </a:rPr>
              <a:t> ho </a:t>
            </a:r>
            <a:r>
              <a:rPr lang="fr-FR" sz="2800" dirty="0" err="1">
                <a:latin typeface="Arial Black" panose="020B0A04020102020204" pitchFamily="34" charset="0"/>
              </a:rPr>
              <a:t>faty</a:t>
            </a:r>
            <a:r>
              <a:rPr lang="fr-FR" sz="2800" dirty="0">
                <a:latin typeface="Arial Black" panose="020B0A04020102020204" pitchFamily="34" charset="0"/>
              </a:rPr>
              <a:t> i </a:t>
            </a:r>
            <a:r>
              <a:rPr lang="fr-FR" sz="2800" dirty="0" err="1">
                <a:latin typeface="Arial Black" panose="020B0A04020102020204" pitchFamily="34" charset="0"/>
              </a:rPr>
              <a:t>Abrahama</a:t>
            </a:r>
            <a:r>
              <a:rPr lang="fr-FR" sz="2800" dirty="0">
                <a:latin typeface="Arial Black" panose="020B0A04020102020204" pitchFamily="34" charset="0"/>
              </a:rPr>
              <a:t>, dia </a:t>
            </a:r>
            <a:r>
              <a:rPr lang="fr-FR" sz="2800" dirty="0" err="1">
                <a:latin typeface="Arial Black" panose="020B0A04020102020204" pitchFamily="34" charset="0"/>
              </a:rPr>
              <a:t>naniraka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zanak'i</a:t>
            </a:r>
            <a:r>
              <a:rPr lang="fr-FR" sz="2800" dirty="0">
                <a:latin typeface="Arial Black" panose="020B0A04020102020204" pitchFamily="34" charset="0"/>
              </a:rPr>
              <a:t> </a:t>
            </a:r>
            <a:r>
              <a:rPr lang="fr-FR" sz="2800" dirty="0" err="1">
                <a:latin typeface="Arial Black" panose="020B0A04020102020204" pitchFamily="34" charset="0"/>
              </a:rPr>
              <a:t>Hagara</a:t>
            </a:r>
            <a:r>
              <a:rPr lang="fr-FR" sz="2800" dirty="0">
                <a:latin typeface="Arial Black" panose="020B0A04020102020204" pitchFamily="34" charset="0"/>
              </a:rPr>
              <a:t> </a:t>
            </a:r>
            <a:r>
              <a:rPr lang="fr-FR" sz="2800" dirty="0" err="1">
                <a:latin typeface="Arial Black" panose="020B0A04020102020204" pitchFamily="34" charset="0"/>
              </a:rPr>
              <a:t>sy</a:t>
            </a:r>
            <a:r>
              <a:rPr lang="fr-FR" sz="2800" dirty="0">
                <a:latin typeface="Arial Black" panose="020B0A04020102020204" pitchFamily="34" charset="0"/>
              </a:rPr>
              <a:t> </a:t>
            </a:r>
            <a:r>
              <a:rPr lang="fr-FR" sz="2800" dirty="0" err="1">
                <a:latin typeface="Arial Black" panose="020B0A04020102020204" pitchFamily="34" charset="0"/>
              </a:rPr>
              <a:t>Ketora</a:t>
            </a:r>
            <a:r>
              <a:rPr lang="fr-FR" sz="2800" dirty="0">
                <a:latin typeface="Arial Black" panose="020B0A04020102020204" pitchFamily="34" charset="0"/>
              </a:rPr>
              <a:t> </a:t>
            </a:r>
            <a:r>
              <a:rPr lang="fr-FR" sz="2800" dirty="0" err="1">
                <a:latin typeface="Arial Black" panose="020B0A04020102020204" pitchFamily="34" charset="0"/>
              </a:rPr>
              <a:t>mba</a:t>
            </a:r>
            <a:r>
              <a:rPr lang="fr-FR" sz="2800" dirty="0">
                <a:latin typeface="Arial Black" panose="020B0A04020102020204" pitchFamily="34" charset="0"/>
              </a:rPr>
              <a:t> </a:t>
            </a:r>
            <a:r>
              <a:rPr lang="fr-FR" sz="2800" dirty="0" err="1">
                <a:latin typeface="Arial Black" panose="020B0A04020102020204" pitchFamily="34" charset="0"/>
              </a:rPr>
              <a:t>hipetraka</a:t>
            </a:r>
            <a:r>
              <a:rPr lang="fr-FR" sz="2800" dirty="0">
                <a:latin typeface="Arial Black" panose="020B0A04020102020204" pitchFamily="34" charset="0"/>
              </a:rPr>
              <a:t>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izy</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no </a:t>
            </a:r>
            <a:r>
              <a:rPr lang="fr-FR" sz="2800" dirty="0" err="1">
                <a:latin typeface="Arial Black" panose="020B0A04020102020204" pitchFamily="34" charset="0"/>
              </a:rPr>
              <a:t>nantsoina</a:t>
            </a:r>
            <a:r>
              <a:rPr lang="fr-FR" sz="2800" dirty="0">
                <a:latin typeface="Arial Black" panose="020B0A04020102020204" pitchFamily="34" charset="0"/>
              </a:rPr>
              <a:t> </a:t>
            </a:r>
            <a:r>
              <a:rPr lang="fr-FR" sz="2800" dirty="0" err="1">
                <a:latin typeface="Arial Black" panose="020B0A04020102020204" pitchFamily="34" charset="0"/>
              </a:rPr>
              <a:t>hoe</a:t>
            </a:r>
            <a:r>
              <a:rPr lang="fr-FR" sz="2800" dirty="0">
                <a:latin typeface="Arial Black" panose="020B0A04020102020204" pitchFamily="34" charset="0"/>
              </a:rPr>
              <a:t> </a:t>
            </a:r>
            <a:r>
              <a:rPr lang="fr-FR" sz="2800" dirty="0" err="1">
                <a:latin typeface="Arial Black" panose="020B0A04020102020204" pitchFamily="34" charset="0"/>
              </a:rPr>
              <a:t>Zanaka</a:t>
            </a:r>
            <a:r>
              <a:rPr lang="fr-FR" sz="2800" dirty="0">
                <a:latin typeface="Arial Black" panose="020B0A04020102020204" pitchFamily="34" charset="0"/>
              </a:rPr>
              <a:t>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latin typeface="Arial Black" panose="020B0A04020102020204" pitchFamily="34" charset="0"/>
              </a:rPr>
              <a:t>araka</a:t>
            </a:r>
            <a:r>
              <a:rPr lang="fr-FR" sz="2800" dirty="0">
                <a:latin typeface="Arial Black" panose="020B0A04020102020204" pitchFamily="34" charset="0"/>
              </a:rPr>
              <a:t> </a:t>
            </a:r>
            <a:r>
              <a:rPr lang="fr-FR" sz="2800" dirty="0" err="1">
                <a:latin typeface="Arial Black" panose="020B0A04020102020204" pitchFamily="34" charset="0"/>
              </a:rPr>
              <a:t>izao</a:t>
            </a:r>
            <a:r>
              <a:rPr lang="fr-FR" sz="2800" dirty="0">
                <a:latin typeface="Arial Black" panose="020B0A04020102020204" pitchFamily="34" charset="0"/>
              </a:rPr>
              <a:t> </a:t>
            </a:r>
            <a:r>
              <a:rPr lang="fr-FR" sz="2800" dirty="0" err="1">
                <a:latin typeface="Arial Black" panose="020B0A04020102020204" pitchFamily="34" charset="0"/>
              </a:rPr>
              <a:t>manaraka</a:t>
            </a:r>
            <a:r>
              <a:rPr lang="fr-FR" sz="2800" dirty="0">
                <a:latin typeface="Arial Black" panose="020B0A04020102020204" pitchFamily="34" charset="0"/>
              </a:rPr>
              <a:t> </a:t>
            </a:r>
            <a:r>
              <a:rPr lang="fr-FR" sz="2800" dirty="0" err="1">
                <a:latin typeface="Arial Black" panose="020B0A04020102020204" pitchFamily="34" charset="0"/>
              </a:rPr>
              <a:t>izao</a:t>
            </a:r>
            <a:r>
              <a:rPr lang="fr-FR" sz="2800" dirty="0">
                <a:latin typeface="Arial Black" panose="020B0A04020102020204" pitchFamily="34" charset="0"/>
              </a:rPr>
              <a:t>: </a:t>
            </a:r>
          </a:p>
          <a:p>
            <a:r>
              <a:rPr lang="fr-FR" sz="2800" dirty="0" smtClean="0">
                <a:latin typeface="Arial Black" panose="020B0A04020102020204" pitchFamily="34" charset="0"/>
              </a:rPr>
              <a:t>"</a:t>
            </a:r>
            <a:r>
              <a:rPr lang="fr-FR" sz="2800" dirty="0">
                <a:latin typeface="Arial Black" panose="020B0A04020102020204" pitchFamily="34" charset="0"/>
              </a:rPr>
              <a:t>Fa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zanak'ireo</a:t>
            </a:r>
            <a:r>
              <a:rPr lang="fr-FR" sz="2800" dirty="0">
                <a:latin typeface="Arial Black" panose="020B0A04020102020204" pitchFamily="34" charset="0"/>
              </a:rPr>
              <a:t> </a:t>
            </a:r>
            <a:r>
              <a:rPr lang="fr-FR" sz="2800" dirty="0" err="1">
                <a:latin typeface="Arial Black" panose="020B0A04020102020204" pitchFamily="34" charset="0"/>
              </a:rPr>
              <a:t>vaditsindranony</a:t>
            </a:r>
            <a:r>
              <a:rPr lang="fr-FR" sz="2800" dirty="0">
                <a:latin typeface="Arial Black" panose="020B0A04020102020204" pitchFamily="34" charset="0"/>
              </a:rPr>
              <a:t> </a:t>
            </a:r>
            <a:r>
              <a:rPr lang="fr-FR" sz="2800" dirty="0" err="1">
                <a:latin typeface="Arial Black" panose="020B0A04020102020204" pitchFamily="34" charset="0"/>
              </a:rPr>
              <a:t>hafa</a:t>
            </a:r>
            <a:r>
              <a:rPr lang="fr-FR" sz="2800" dirty="0">
                <a:latin typeface="Arial Black" panose="020B0A04020102020204" pitchFamily="34" charset="0"/>
              </a:rPr>
              <a:t>, </a:t>
            </a:r>
            <a:r>
              <a:rPr lang="fr-FR" sz="2800" dirty="0" err="1">
                <a:latin typeface="Arial Black" panose="020B0A04020102020204" pitchFamily="34" charset="0"/>
              </a:rPr>
              <a:t>izay</a:t>
            </a:r>
            <a:r>
              <a:rPr lang="fr-FR" sz="2800" dirty="0">
                <a:latin typeface="Arial Black" panose="020B0A04020102020204" pitchFamily="34" charset="0"/>
              </a:rPr>
              <a:t> </a:t>
            </a:r>
            <a:r>
              <a:rPr lang="fr-FR" sz="2800" dirty="0" err="1">
                <a:latin typeface="Arial Black" panose="020B0A04020102020204" pitchFamily="34" charset="0"/>
              </a:rPr>
              <a:t>nananan'i</a:t>
            </a:r>
            <a:r>
              <a:rPr lang="fr-FR" sz="2800" dirty="0">
                <a:latin typeface="Arial Black" panose="020B0A04020102020204" pitchFamily="34" charset="0"/>
              </a:rPr>
              <a:t> </a:t>
            </a:r>
            <a:r>
              <a:rPr lang="fr-FR" sz="2800" dirty="0" err="1">
                <a:latin typeface="Arial Black" panose="020B0A04020102020204" pitchFamily="34" charset="0"/>
              </a:rPr>
              <a:t>Abrahama</a:t>
            </a:r>
            <a:r>
              <a:rPr lang="fr-FR" sz="2800" dirty="0">
                <a:latin typeface="Arial Black" panose="020B0A04020102020204" pitchFamily="34" charset="0"/>
              </a:rPr>
              <a:t>, dia </a:t>
            </a:r>
            <a:r>
              <a:rPr lang="fr-FR" sz="2800" dirty="0" err="1">
                <a:latin typeface="Arial Black" panose="020B0A04020102020204" pitchFamily="34" charset="0"/>
              </a:rPr>
              <a:t>samy</a:t>
            </a:r>
            <a:r>
              <a:rPr lang="fr-FR" sz="2800" dirty="0">
                <a:latin typeface="Arial Black" panose="020B0A04020102020204" pitchFamily="34" charset="0"/>
              </a:rPr>
              <a:t> </a:t>
            </a:r>
            <a:r>
              <a:rPr lang="fr-FR" sz="2800" dirty="0" err="1" smtClean="0">
                <a:latin typeface="Arial Black" panose="020B0A04020102020204" pitchFamily="34" charset="0"/>
              </a:rPr>
              <a:t>notolorany</a:t>
            </a:r>
            <a:r>
              <a:rPr lang="fr-FR" sz="2800" dirty="0" smtClean="0">
                <a:latin typeface="Arial Black" panose="020B0A04020102020204" pitchFamily="34" charset="0"/>
              </a:rPr>
              <a:t> </a:t>
            </a:r>
            <a:r>
              <a:rPr lang="fr-FR" sz="2800" dirty="0" err="1">
                <a:latin typeface="Arial Black" panose="020B0A04020102020204" pitchFamily="34" charset="0"/>
              </a:rPr>
              <a:t>avy</a:t>
            </a:r>
            <a:r>
              <a:rPr lang="fr-FR" sz="2800" dirty="0">
                <a:latin typeface="Arial Black" panose="020B0A04020102020204" pitchFamily="34" charset="0"/>
              </a:rPr>
              <a:t> ka </a:t>
            </a:r>
            <a:r>
              <a:rPr lang="fr-FR" sz="2800" dirty="0" err="1">
                <a:latin typeface="Arial Black" panose="020B0A04020102020204" pitchFamily="34" charset="0"/>
              </a:rPr>
              <a:t>nampandehaniny</a:t>
            </a:r>
            <a:r>
              <a:rPr lang="fr-FR" sz="2800" dirty="0">
                <a:latin typeface="Arial Black" panose="020B0A04020102020204" pitchFamily="34" charset="0"/>
              </a:rPr>
              <a:t>, </a:t>
            </a:r>
            <a:r>
              <a:rPr lang="fr-FR" sz="2800" dirty="0" err="1">
                <a:latin typeface="Arial Black" panose="020B0A04020102020204" pitchFamily="34" charset="0"/>
              </a:rPr>
              <a:t>dieny</a:t>
            </a:r>
            <a:r>
              <a:rPr lang="fr-FR" sz="2800" dirty="0">
                <a:latin typeface="Arial Black" panose="020B0A04020102020204" pitchFamily="34" charset="0"/>
              </a:rPr>
              <a:t> </a:t>
            </a:r>
            <a:r>
              <a:rPr lang="fr-FR" sz="2800" dirty="0" err="1">
                <a:latin typeface="Arial Black" panose="020B0A04020102020204" pitchFamily="34" charset="0"/>
              </a:rPr>
              <a:t>mbola</a:t>
            </a:r>
            <a:r>
              <a:rPr lang="fr-FR" sz="2800" dirty="0">
                <a:latin typeface="Arial Black" panose="020B0A04020102020204" pitchFamily="34" charset="0"/>
              </a:rPr>
              <a:t> </a:t>
            </a:r>
            <a:r>
              <a:rPr lang="fr-FR" sz="2800" dirty="0" err="1">
                <a:latin typeface="Arial Black" panose="020B0A04020102020204" pitchFamily="34" charset="0"/>
              </a:rPr>
              <a:t>velona</a:t>
            </a:r>
            <a:r>
              <a:rPr lang="fr-FR" sz="2800" dirty="0">
                <a:latin typeface="Arial Black" panose="020B0A04020102020204" pitchFamily="34" charset="0"/>
              </a:rPr>
              <a:t> </a:t>
            </a:r>
            <a:r>
              <a:rPr lang="fr-FR" sz="2800" dirty="0" err="1">
                <a:latin typeface="Arial Black" panose="020B0A04020102020204" pitchFamily="34" charset="0"/>
              </a:rPr>
              <a:t>izy</a:t>
            </a:r>
            <a:r>
              <a:rPr lang="fr-FR" sz="2800" dirty="0">
                <a:latin typeface="Arial Black" panose="020B0A04020102020204" pitchFamily="34" charset="0"/>
              </a:rPr>
              <a:t>, </a:t>
            </a:r>
            <a:r>
              <a:rPr lang="fr-FR" sz="2800" dirty="0" err="1">
                <a:latin typeface="Arial Black" panose="020B0A04020102020204" pitchFamily="34" charset="0"/>
              </a:rPr>
              <a:t>hiala</a:t>
            </a:r>
            <a:r>
              <a:rPr lang="fr-FR" sz="2800" dirty="0">
                <a:latin typeface="Arial Black" panose="020B0A04020102020204" pitchFamily="34" charset="0"/>
              </a:rPr>
              <a:t> </a:t>
            </a:r>
            <a:r>
              <a:rPr lang="fr-FR" sz="2800" dirty="0" err="1">
                <a:latin typeface="Arial Black" panose="020B0A04020102020204" pitchFamily="34" charset="0"/>
              </a:rPr>
              <a:t>amin'Isaka</a:t>
            </a:r>
            <a:r>
              <a:rPr lang="fr-FR" sz="2800" dirty="0">
                <a:latin typeface="Arial Black" panose="020B0A04020102020204" pitchFamily="34" charset="0"/>
              </a:rPr>
              <a:t> </a:t>
            </a:r>
            <a:r>
              <a:rPr lang="fr-FR" sz="2800" dirty="0" err="1" smtClean="0">
                <a:latin typeface="Arial Black" panose="020B0A04020102020204" pitchFamily="34" charset="0"/>
              </a:rPr>
              <a:t>zanany</a:t>
            </a:r>
            <a:r>
              <a:rPr lang="fr-FR" sz="2800" dirty="0" smtClean="0">
                <a:latin typeface="Arial Black" panose="020B0A04020102020204" pitchFamily="34" charset="0"/>
              </a:rPr>
              <a:t> </a:t>
            </a:r>
            <a:r>
              <a:rPr lang="fr-FR" sz="2800" dirty="0" err="1">
                <a:latin typeface="Arial Black" panose="020B0A04020102020204" pitchFamily="34" charset="0"/>
              </a:rPr>
              <a:t>hiantsinanana</a:t>
            </a:r>
            <a:r>
              <a:rPr lang="fr-FR" sz="2800" dirty="0">
                <a:latin typeface="Arial Black" panose="020B0A04020102020204" pitchFamily="34" charset="0"/>
              </a:rPr>
              <a:t> ho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solidFill>
                  <a:srgbClr val="FF0000"/>
                </a:solidFill>
                <a:latin typeface="Arial Black" panose="020B0A04020102020204" pitchFamily="34" charset="0"/>
              </a:rPr>
              <a:t>Genesisy</a:t>
            </a:r>
            <a:r>
              <a:rPr lang="fr-FR" sz="2800" dirty="0">
                <a:solidFill>
                  <a:srgbClr val="FF0000"/>
                </a:solidFill>
                <a:latin typeface="Arial Black" panose="020B0A04020102020204" pitchFamily="34" charset="0"/>
              </a:rPr>
              <a:t> 25:6</a:t>
            </a:r>
          </a:p>
          <a:p>
            <a:endParaRPr lang="fr-FR" sz="2800" dirty="0">
              <a:latin typeface="Arial Black" panose="020B0A04020102020204" pitchFamily="34" charset="0"/>
            </a:endParaRPr>
          </a:p>
        </p:txBody>
      </p:sp>
    </p:spTree>
    <p:extLst>
      <p:ext uri="{BB962C8B-B14F-4D97-AF65-F5344CB8AC3E}">
        <p14:creationId xmlns:p14="http://schemas.microsoft.com/office/powerpoint/2010/main" val="26444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124688"/>
            <a:ext cx="9905998" cy="1154976"/>
          </a:xfrm>
        </p:spPr>
        <p:txBody>
          <a:bodyPr/>
          <a:lstStyle/>
          <a:p>
            <a:r>
              <a:rPr lang="fr-FR" b="1" dirty="0">
                <a:latin typeface="Arial Black" panose="020B0A04020102020204" pitchFamily="34" charset="0"/>
              </a:rPr>
              <a:t>Ny </a:t>
            </a:r>
            <a:r>
              <a:rPr lang="fr-FR" b="1" dirty="0" err="1">
                <a:latin typeface="Arial Black" panose="020B0A04020102020204" pitchFamily="34" charset="0"/>
              </a:rPr>
              <a:t>Zanaka</a:t>
            </a:r>
            <a:r>
              <a:rPr lang="fr-FR" b="1" dirty="0">
                <a:latin typeface="Arial Black" panose="020B0A04020102020204" pitchFamily="34" charset="0"/>
              </a:rPr>
              <a:t> </a:t>
            </a:r>
            <a:r>
              <a:rPr lang="fr-FR" b="1" dirty="0" err="1">
                <a:latin typeface="Arial Black" panose="020B0A04020102020204" pitchFamily="34" charset="0"/>
              </a:rPr>
              <a:t>tany</a:t>
            </a:r>
            <a:r>
              <a:rPr lang="fr-FR" b="1" dirty="0">
                <a:latin typeface="Arial Black" panose="020B0A04020102020204" pitchFamily="34" charset="0"/>
              </a:rPr>
              <a:t> </a:t>
            </a:r>
            <a:r>
              <a:rPr lang="fr-FR" b="1" dirty="0" err="1">
                <a:latin typeface="Arial Black" panose="020B0A04020102020204" pitchFamily="34" charset="0"/>
              </a:rPr>
              <a:t>Atsinanana</a:t>
            </a:r>
            <a:endParaRPr lang="fr-FR" b="1" dirty="0">
              <a:latin typeface="Arial Black" panose="020B0A04020102020204" pitchFamily="34" charset="0"/>
            </a:endParaRPr>
          </a:p>
        </p:txBody>
      </p:sp>
      <p:sp>
        <p:nvSpPr>
          <p:cNvPr id="3" name="Espace réservé du contenu 2"/>
          <p:cNvSpPr>
            <a:spLocks noGrp="1"/>
          </p:cNvSpPr>
          <p:nvPr>
            <p:ph idx="1"/>
          </p:nvPr>
        </p:nvSpPr>
        <p:spPr>
          <a:xfrm>
            <a:off x="96982" y="1044124"/>
            <a:ext cx="11859484" cy="5564485"/>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dirty="0">
                <a:latin typeface="Arial Black" panose="020B0A04020102020204" pitchFamily="34" charset="0"/>
              </a:rPr>
              <a:t>Izao no </a:t>
            </a:r>
            <a:r>
              <a:rPr lang="fr-FR" dirty="0" err="1">
                <a:latin typeface="Arial Black" panose="020B0A04020102020204" pitchFamily="34" charset="0"/>
              </a:rPr>
              <a:t>nampanantenain'Andriamanitra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12:3:  </a:t>
            </a:r>
          </a:p>
          <a:p>
            <a:r>
              <a:rPr lang="fr-FR" dirty="0" smtClean="0">
                <a:latin typeface="Arial Black" panose="020B0A04020102020204" pitchFamily="34" charset="0"/>
              </a:rPr>
              <a:t>"</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hitahy</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manisy</a:t>
            </a:r>
            <a:r>
              <a:rPr lang="fr-FR" dirty="0">
                <a:latin typeface="Arial Black" panose="020B0A04020102020204" pitchFamily="34" charset="0"/>
              </a:rPr>
              <a:t> </a:t>
            </a:r>
            <a:r>
              <a:rPr lang="fr-FR" dirty="0" err="1">
                <a:latin typeface="Arial Black" panose="020B0A04020102020204" pitchFamily="34" charset="0"/>
              </a:rPr>
              <a:t>soa</a:t>
            </a:r>
            <a:r>
              <a:rPr lang="fr-FR" dirty="0">
                <a:latin typeface="Arial Black" panose="020B0A04020102020204" pitchFamily="34" charset="0"/>
              </a:rPr>
              <a:t> </a:t>
            </a:r>
            <a:r>
              <a:rPr lang="fr-FR" dirty="0" err="1">
                <a:latin typeface="Arial Black" panose="020B0A04020102020204" pitchFamily="34" charset="0"/>
              </a:rPr>
              <a:t>anao</a:t>
            </a:r>
            <a:r>
              <a:rPr lang="fr-FR" dirty="0">
                <a:latin typeface="Arial Black" panose="020B0A04020102020204" pitchFamily="34" charset="0"/>
              </a:rPr>
              <a:t> Aho, fa </a:t>
            </a:r>
            <a:r>
              <a:rPr lang="fr-FR" dirty="0" err="1">
                <a:latin typeface="Arial Black" panose="020B0A04020102020204" pitchFamily="34" charset="0"/>
              </a:rPr>
              <a:t>hanozona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manozona</a:t>
            </a:r>
            <a:r>
              <a:rPr lang="fr-FR" dirty="0">
                <a:latin typeface="Arial Black" panose="020B0A04020102020204" pitchFamily="34" charset="0"/>
              </a:rPr>
              <a:t> </a:t>
            </a:r>
            <a:r>
              <a:rPr lang="fr-FR" dirty="0" err="1">
                <a:latin typeface="Arial Black" panose="020B0A04020102020204" pitchFamily="34" charset="0"/>
              </a:rPr>
              <a:t>anao</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aminao</a:t>
            </a:r>
            <a:r>
              <a:rPr lang="fr-FR" dirty="0">
                <a:latin typeface="Arial Black" panose="020B0A04020102020204" pitchFamily="34" charset="0"/>
              </a:rPr>
              <a:t> no </a:t>
            </a:r>
            <a:r>
              <a:rPr lang="fr-FR" dirty="0" err="1">
                <a:latin typeface="Arial Black" panose="020B0A04020102020204" pitchFamily="34" charset="0"/>
              </a:rPr>
              <a:t>hitahiana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firenena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ambonin'ny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a:t>
            </a:r>
            <a:r>
              <a:rPr lang="fr-FR" dirty="0" smtClean="0">
                <a:latin typeface="Arial Black" panose="020B0A04020102020204" pitchFamily="34" charset="0"/>
              </a:rPr>
              <a:t>12:3</a:t>
            </a:r>
          </a:p>
          <a:p>
            <a:r>
              <a:rPr lang="fr-FR" dirty="0">
                <a:latin typeface="Arial Black" panose="020B0A04020102020204" pitchFamily="34" charset="0"/>
              </a:rPr>
              <a:t>Na dia </a:t>
            </a:r>
            <a:r>
              <a:rPr lang="fr-FR" dirty="0" err="1">
                <a:latin typeface="Arial Black" panose="020B0A04020102020204" pitchFamily="34" charset="0"/>
              </a:rPr>
              <a:t>Isaka</a:t>
            </a:r>
            <a:r>
              <a:rPr lang="fr-FR" dirty="0">
                <a:latin typeface="Arial Black" panose="020B0A04020102020204" pitchFamily="34" charset="0"/>
              </a:rPr>
              <a:t> </a:t>
            </a:r>
            <a:r>
              <a:rPr lang="fr-FR" dirty="0" err="1">
                <a:latin typeface="Arial Black" panose="020B0A04020102020204" pitchFamily="34" charset="0"/>
              </a:rPr>
              <a:t>aza</a:t>
            </a:r>
            <a:r>
              <a:rPr lang="fr-FR" dirty="0">
                <a:latin typeface="Arial Black" panose="020B0A04020102020204" pitchFamily="34" charset="0"/>
              </a:rPr>
              <a:t> no </a:t>
            </a:r>
            <a:r>
              <a:rPr lang="fr-FR" dirty="0" err="1">
                <a:latin typeface="Arial Black" panose="020B0A04020102020204" pitchFamily="34" charset="0"/>
              </a:rPr>
              <a:t>zanaka</a:t>
            </a:r>
            <a:r>
              <a:rPr lang="fr-FR" dirty="0">
                <a:latin typeface="Arial Black" panose="020B0A04020102020204" pitchFamily="34" charset="0"/>
              </a:rPr>
              <a:t> </a:t>
            </a:r>
            <a:r>
              <a:rPr lang="fr-FR" dirty="0" err="1">
                <a:latin typeface="Arial Black" panose="020B0A04020102020204" pitchFamily="34" charset="0"/>
              </a:rPr>
              <a:t>nampanantenaina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nateraka</a:t>
            </a:r>
            <a:r>
              <a:rPr lang="fr-FR" dirty="0">
                <a:latin typeface="Arial Black" panose="020B0A04020102020204" pitchFamily="34" charset="0"/>
              </a:rPr>
              <a:t> ho </a:t>
            </a:r>
            <a:r>
              <a:rPr lang="fr-FR" dirty="0" err="1">
                <a:latin typeface="Arial Black" panose="020B0A04020102020204" pitchFamily="34" charset="0"/>
              </a:rPr>
              <a:t>fanatanterahana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drafitr'Andriamanitra</a:t>
            </a:r>
            <a:r>
              <a:rPr lang="fr-FR" dirty="0">
                <a:latin typeface="Arial Black" panose="020B0A04020102020204" pitchFamily="34" charset="0"/>
              </a:rPr>
              <a:t> ho </a:t>
            </a:r>
            <a:r>
              <a:rPr lang="fr-FR" dirty="0" err="1">
                <a:latin typeface="Arial Black" panose="020B0A04020102020204" pitchFamily="34" charset="0"/>
              </a:rPr>
              <a:t>an'izao</a:t>
            </a:r>
            <a:r>
              <a:rPr lang="fr-FR" dirty="0">
                <a:latin typeface="Arial Black" panose="020B0A04020102020204" pitchFamily="34" charset="0"/>
              </a:rPr>
              <a:t> </a:t>
            </a:r>
            <a:r>
              <a:rPr lang="fr-FR" dirty="0" err="1">
                <a:latin typeface="Arial Black" panose="020B0A04020102020204" pitchFamily="34" charset="0"/>
              </a:rPr>
              <a:t>tontolo</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dia </a:t>
            </a:r>
            <a:r>
              <a:rPr lang="fr-FR" dirty="0" err="1">
                <a:latin typeface="Arial Black" panose="020B0A04020102020204" pitchFamily="34" charset="0"/>
              </a:rPr>
              <a:t>handray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fitahiana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hafa</a:t>
            </a:r>
            <a:r>
              <a:rPr lang="fr-FR" dirty="0">
                <a:latin typeface="Arial Black" panose="020B0A04020102020204" pitchFamily="34" charset="0"/>
              </a:rPr>
              <a:t>, </a:t>
            </a:r>
            <a:r>
              <a:rPr lang="fr-FR" dirty="0" err="1">
                <a:latin typeface="Arial Black" panose="020B0A04020102020204" pitchFamily="34" charset="0"/>
              </a:rPr>
              <a:t>satria</a:t>
            </a:r>
            <a:r>
              <a:rPr lang="fr-FR" dirty="0">
                <a:latin typeface="Arial Black" panose="020B0A04020102020204" pitchFamily="34" charset="0"/>
              </a:rPr>
              <a:t>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Nanana</a:t>
            </a:r>
            <a:r>
              <a:rPr lang="fr-FR" dirty="0">
                <a:latin typeface="Arial Black" panose="020B0A04020102020204" pitchFamily="34" charset="0"/>
              </a:rPr>
              <a:t> </a:t>
            </a:r>
            <a:r>
              <a:rPr lang="fr-FR" dirty="0" err="1">
                <a:latin typeface="Arial Black" panose="020B0A04020102020204" pitchFamily="34" charset="0"/>
              </a:rPr>
              <a:t>drafitra</a:t>
            </a:r>
            <a:r>
              <a:rPr lang="fr-FR" dirty="0">
                <a:latin typeface="Arial Black" panose="020B0A04020102020204" pitchFamily="34" charset="0"/>
              </a:rPr>
              <a:t> </a:t>
            </a:r>
            <a:r>
              <a:rPr lang="fr-FR" dirty="0" err="1">
                <a:latin typeface="Arial Black" panose="020B0A04020102020204" pitchFamily="34" charset="0"/>
              </a:rPr>
              <a:t>hitahy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fianakaviana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eto</a:t>
            </a:r>
            <a:r>
              <a:rPr lang="fr-FR" dirty="0">
                <a:latin typeface="Arial Black" panose="020B0A04020102020204" pitchFamily="34" charset="0"/>
              </a:rPr>
              <a:t> </a:t>
            </a:r>
            <a:r>
              <a:rPr lang="fr-FR" dirty="0" err="1">
                <a:latin typeface="Arial Black" panose="020B0A04020102020204" pitchFamily="34" charset="0"/>
              </a:rPr>
              <a:t>ambonin'ny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Andriamanitra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moa</a:t>
            </a:r>
            <a:r>
              <a:rPr lang="fr-FR" dirty="0">
                <a:latin typeface="Arial Black" panose="020B0A04020102020204" pitchFamily="34" charset="0"/>
              </a:rPr>
              <a:t> </a:t>
            </a:r>
            <a:r>
              <a:rPr lang="fr-FR" dirty="0" err="1">
                <a:latin typeface="Arial Black" panose="020B0A04020102020204" pitchFamily="34" charset="0"/>
              </a:rPr>
              <a:t>ve</a:t>
            </a:r>
            <a:r>
              <a:rPr lang="fr-FR" dirty="0">
                <a:latin typeface="Arial Black" panose="020B0A04020102020204" pitchFamily="34" charset="0"/>
              </a:rPr>
              <a:t>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mihoatra</a:t>
            </a:r>
            <a:r>
              <a:rPr lang="fr-FR" dirty="0">
                <a:latin typeface="Arial Black" panose="020B0A04020102020204" pitchFamily="34" charset="0"/>
              </a:rPr>
              <a:t> </a:t>
            </a:r>
            <a:r>
              <a:rPr lang="fr-FR" dirty="0" err="1">
                <a:latin typeface="Arial Black" panose="020B0A04020102020204" pitchFamily="34" charset="0"/>
              </a:rPr>
              <a:t>lavitra</a:t>
            </a:r>
            <a:r>
              <a:rPr lang="fr-FR" dirty="0">
                <a:latin typeface="Arial Black" panose="020B0A04020102020204" pitchFamily="34" charset="0"/>
              </a:rPr>
              <a:t> </a:t>
            </a:r>
            <a:r>
              <a:rPr lang="fr-FR" dirty="0" err="1">
                <a:latin typeface="Arial Black" panose="020B0A04020102020204" pitchFamily="34" charset="0"/>
              </a:rPr>
              <a:t>noho</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no </a:t>
            </a:r>
            <a:r>
              <a:rPr lang="fr-FR" dirty="0" err="1">
                <a:latin typeface="Arial Black" panose="020B0A04020102020204" pitchFamily="34" charset="0"/>
              </a:rPr>
              <a:t>hitahiany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fianakavian'i</a:t>
            </a:r>
            <a:r>
              <a:rPr lang="fr-FR" dirty="0">
                <a:latin typeface="Arial Black" panose="020B0A04020102020204" pitchFamily="34" charset="0"/>
              </a:rPr>
              <a:t> </a:t>
            </a:r>
            <a:r>
              <a:rPr lang="fr-FR" dirty="0" err="1">
                <a:latin typeface="Arial Black" panose="020B0A04020102020204" pitchFamily="34" charset="0"/>
              </a:rPr>
              <a:t>Abrahama</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hevitrao</a:t>
            </a:r>
            <a:r>
              <a:rPr lang="fr-FR" dirty="0">
                <a:latin typeface="Arial Black" panose="020B0A04020102020204" pitchFamily="34" charset="0"/>
              </a:rPr>
              <a:t>?</a:t>
            </a:r>
          </a:p>
          <a:p>
            <a:endParaRPr lang="fr-FR" dirty="0">
              <a:latin typeface="Arial Black" panose="020B0A04020102020204" pitchFamily="34" charset="0"/>
            </a:endParaRPr>
          </a:p>
        </p:txBody>
      </p:sp>
    </p:spTree>
    <p:extLst>
      <p:ext uri="{BB962C8B-B14F-4D97-AF65-F5344CB8AC3E}">
        <p14:creationId xmlns:p14="http://schemas.microsoft.com/office/powerpoint/2010/main" val="1663213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Black" panose="020B0A04020102020204" pitchFamily="34" charset="0"/>
              </a:rPr>
              <a:t>Ny </a:t>
            </a:r>
            <a:r>
              <a:rPr lang="fr-FR" dirty="0" err="1">
                <a:latin typeface="Arial Black" panose="020B0A04020102020204" pitchFamily="34" charset="0"/>
              </a:rPr>
              <a:t>Zanaka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endParaRPr lang="fr-FR" dirty="0">
              <a:latin typeface="Arial Black" panose="020B0A04020102020204" pitchFamily="34" charset="0"/>
            </a:endParaRPr>
          </a:p>
        </p:txBody>
      </p:sp>
      <p:sp>
        <p:nvSpPr>
          <p:cNvPr id="3" name="Espace réservé du contenu 2"/>
          <p:cNvSpPr>
            <a:spLocks noGrp="1"/>
          </p:cNvSpPr>
          <p:nvPr>
            <p:ph idx="1"/>
          </p:nvPr>
        </p:nvSpPr>
        <p:spPr>
          <a:xfrm>
            <a:off x="249382" y="2249486"/>
            <a:ext cx="11679382" cy="4456113"/>
          </a:xfrm>
        </p:spPr>
        <p:style>
          <a:lnRef idx="2">
            <a:schemeClr val="accent3">
              <a:shade val="50000"/>
            </a:schemeClr>
          </a:lnRef>
          <a:fillRef idx="1">
            <a:schemeClr val="accent3"/>
          </a:fillRef>
          <a:effectRef idx="0">
            <a:schemeClr val="accent3"/>
          </a:effectRef>
          <a:fontRef idx="minor">
            <a:schemeClr val="lt1"/>
          </a:fontRef>
        </p:style>
        <p:txBody>
          <a:bodyPr>
            <a:normAutofit lnSpcReduction="10000"/>
          </a:bodyPr>
          <a:lstStyle/>
          <a:p>
            <a:r>
              <a:rPr lang="fr-FR" dirty="0" err="1">
                <a:latin typeface="Arial Black" panose="020B0A04020102020204" pitchFamily="34" charset="0"/>
              </a:rPr>
              <a:t>Mialohan'ny</a:t>
            </a:r>
            <a:r>
              <a:rPr lang="fr-FR" dirty="0">
                <a:latin typeface="Arial Black" panose="020B0A04020102020204" pitchFamily="34" charset="0"/>
              </a:rPr>
              <a:t> </a:t>
            </a:r>
            <a:r>
              <a:rPr lang="fr-FR" dirty="0" err="1">
                <a:latin typeface="Arial Black" panose="020B0A04020102020204" pitchFamily="34" charset="0"/>
              </a:rPr>
              <a:t>fihavian'ny</a:t>
            </a:r>
            <a:r>
              <a:rPr lang="fr-FR" dirty="0">
                <a:latin typeface="Arial Black" panose="020B0A04020102020204" pitchFamily="34" charset="0"/>
              </a:rPr>
              <a:t> </a:t>
            </a:r>
            <a:r>
              <a:rPr lang="fr-FR" dirty="0" err="1">
                <a:latin typeface="Arial Black" panose="020B0A04020102020204" pitchFamily="34" charset="0"/>
              </a:rPr>
              <a:t>Tompo</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anatin'ny</a:t>
            </a:r>
            <a:r>
              <a:rPr lang="fr-FR" dirty="0">
                <a:latin typeface="Arial Black" panose="020B0A04020102020204" pitchFamily="34" charset="0"/>
              </a:rPr>
              <a:t> </a:t>
            </a:r>
            <a:r>
              <a:rPr lang="fr-FR" dirty="0" err="1">
                <a:latin typeface="Arial Black" panose="020B0A04020102020204" pitchFamily="34" charset="0"/>
              </a:rPr>
              <a:t>fiovana</a:t>
            </a:r>
            <a:r>
              <a:rPr lang="fr-FR" dirty="0">
                <a:latin typeface="Arial Black" panose="020B0A04020102020204" pitchFamily="34" charset="0"/>
              </a:rPr>
              <a:t> </a:t>
            </a:r>
            <a:r>
              <a:rPr lang="fr-FR" dirty="0" err="1">
                <a:latin typeface="Arial Black" panose="020B0A04020102020204" pitchFamily="34" charset="0"/>
              </a:rPr>
              <a:t>faratampony</a:t>
            </a:r>
            <a:r>
              <a:rPr lang="fr-FR" dirty="0">
                <a:latin typeface="Arial Black" panose="020B0A04020102020204" pitchFamily="34" charset="0"/>
              </a:rPr>
              <a:t> </a:t>
            </a:r>
            <a:r>
              <a:rPr lang="fr-FR" dirty="0" err="1">
                <a:latin typeface="Arial Black" panose="020B0A04020102020204" pitchFamily="34" charset="0"/>
              </a:rPr>
              <a:t>misy</a:t>
            </a:r>
            <a:r>
              <a:rPr lang="fr-FR" dirty="0">
                <a:latin typeface="Arial Black" panose="020B0A04020102020204" pitchFamily="34" charset="0"/>
              </a:rPr>
              <a:t> </a:t>
            </a:r>
            <a:r>
              <a:rPr lang="fr-FR" dirty="0" err="1">
                <a:latin typeface="Arial Black" panose="020B0A04020102020204" pitchFamily="34" charset="0"/>
              </a:rPr>
              <a:t>eto</a:t>
            </a:r>
            <a:r>
              <a:rPr lang="fr-FR" dirty="0">
                <a:latin typeface="Arial Black" panose="020B0A04020102020204" pitchFamily="34" charset="0"/>
              </a:rPr>
              <a:t> </a:t>
            </a:r>
            <a:r>
              <a:rPr lang="fr-FR" dirty="0" err="1">
                <a:latin typeface="Arial Black" panose="020B0A04020102020204" pitchFamily="34" charset="0"/>
              </a:rPr>
              <a:t>amin'izao</a:t>
            </a:r>
            <a:r>
              <a:rPr lang="fr-FR" dirty="0">
                <a:latin typeface="Arial Black" panose="020B0A04020102020204" pitchFamily="34" charset="0"/>
              </a:rPr>
              <a:t> </a:t>
            </a:r>
            <a:r>
              <a:rPr lang="fr-FR" dirty="0" err="1">
                <a:latin typeface="Arial Black" panose="020B0A04020102020204" pitchFamily="34" charset="0"/>
              </a:rPr>
              <a:t>tontolo</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fiafaran'izao</a:t>
            </a:r>
            <a:r>
              <a:rPr lang="fr-FR" dirty="0">
                <a:latin typeface="Arial Black" panose="020B0A04020102020204" pitchFamily="34" charset="0"/>
              </a:rPr>
              <a:t> </a:t>
            </a:r>
            <a:r>
              <a:rPr lang="fr-FR" dirty="0" err="1">
                <a:latin typeface="Arial Black" panose="020B0A04020102020204" pitchFamily="34" charset="0"/>
              </a:rPr>
              <a:t>tontolo</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dia </a:t>
            </a:r>
            <a:r>
              <a:rPr lang="fr-FR" dirty="0" err="1">
                <a:latin typeface="Arial Black" panose="020B0A04020102020204" pitchFamily="34" charset="0"/>
              </a:rPr>
              <a:t>asehon'ny</a:t>
            </a:r>
            <a:r>
              <a:rPr lang="fr-FR" dirty="0">
                <a:latin typeface="Arial Black" panose="020B0A04020102020204" pitchFamily="34" charset="0"/>
              </a:rPr>
              <a:t> </a:t>
            </a:r>
            <a:r>
              <a:rPr lang="fr-FR" dirty="0" err="1">
                <a:latin typeface="Arial Black" panose="020B0A04020102020204" pitchFamily="34" charset="0"/>
              </a:rPr>
              <a:t>Isaia</a:t>
            </a:r>
            <a:r>
              <a:rPr lang="fr-FR" dirty="0">
                <a:latin typeface="Arial Black" panose="020B0A04020102020204" pitchFamily="34" charset="0"/>
              </a:rPr>
              <a:t> 60 </a:t>
            </a:r>
            <a:r>
              <a:rPr lang="fr-FR" dirty="0" err="1">
                <a:latin typeface="Arial Black" panose="020B0A04020102020204" pitchFamily="34" charset="0"/>
              </a:rPr>
              <a:t>amintsika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anatin'ny</a:t>
            </a:r>
            <a:r>
              <a:rPr lang="fr-FR" dirty="0">
                <a:latin typeface="Arial Black" panose="020B0A04020102020204" pitchFamily="34" charset="0"/>
              </a:rPr>
              <a:t> </a:t>
            </a:r>
            <a:r>
              <a:rPr lang="fr-FR" dirty="0" err="1">
                <a:latin typeface="Arial Black" panose="020B0A04020102020204" pitchFamily="34" charset="0"/>
              </a:rPr>
              <a:t>indray</a:t>
            </a:r>
            <a:r>
              <a:rPr lang="fr-FR" dirty="0">
                <a:latin typeface="Arial Black" panose="020B0A04020102020204" pitchFamily="34" charset="0"/>
              </a:rPr>
              <a:t> </a:t>
            </a:r>
            <a:r>
              <a:rPr lang="fr-FR" dirty="0" err="1">
                <a:latin typeface="Arial Black" panose="020B0A04020102020204" pitchFamily="34" charset="0"/>
              </a:rPr>
              <a:t>mitopy</a:t>
            </a:r>
            <a:r>
              <a:rPr lang="fr-FR" dirty="0">
                <a:latin typeface="Arial Black" panose="020B0A04020102020204" pitchFamily="34" charset="0"/>
              </a:rPr>
              <a:t> maso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voninahitry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tempolin'Andriamanitra</a:t>
            </a:r>
            <a:r>
              <a:rPr lang="fr-FR" dirty="0">
                <a:latin typeface="Arial Black" panose="020B0A04020102020204" pitchFamily="34" charset="0"/>
              </a:rPr>
              <a:t>, dia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tempoly</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fiangonan'Andriamanitra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toerana</a:t>
            </a:r>
            <a:r>
              <a:rPr lang="fr-FR" dirty="0">
                <a:latin typeface="Arial Black" panose="020B0A04020102020204" pitchFamily="34" charset="0"/>
              </a:rPr>
              <a:t>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maintsy</a:t>
            </a:r>
            <a:r>
              <a:rPr lang="fr-FR" dirty="0">
                <a:latin typeface="Arial Black" panose="020B0A04020102020204" pitchFamily="34" charset="0"/>
              </a:rPr>
              <a:t> </a:t>
            </a:r>
            <a:r>
              <a:rPr lang="fr-FR" dirty="0" err="1">
                <a:latin typeface="Arial Black" panose="020B0A04020102020204" pitchFamily="34" charset="0"/>
              </a:rPr>
              <a:t>hamitana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asa </a:t>
            </a:r>
            <a:r>
              <a:rPr lang="fr-FR" dirty="0" err="1">
                <a:latin typeface="Arial Black" panose="020B0A04020102020204" pitchFamily="34" charset="0"/>
              </a:rPr>
              <a:t>farany</a:t>
            </a:r>
            <a:r>
              <a:rPr lang="fr-FR" dirty="0">
                <a:latin typeface="Arial Black" panose="020B0A04020102020204" pitchFamily="34" charset="0"/>
              </a:rPr>
              <a:t> </a:t>
            </a:r>
            <a:r>
              <a:rPr lang="fr-FR" dirty="0" err="1">
                <a:latin typeface="Arial Black" panose="020B0A04020102020204" pitchFamily="34" charset="0"/>
              </a:rPr>
              <a:t>ataon'i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mialohan'ny</a:t>
            </a:r>
            <a:r>
              <a:rPr lang="fr-FR" dirty="0">
                <a:latin typeface="Arial Black" panose="020B0A04020102020204" pitchFamily="34" charset="0"/>
              </a:rPr>
              <a:t> </a:t>
            </a:r>
            <a:r>
              <a:rPr lang="fr-FR" dirty="0" err="1">
                <a:latin typeface="Arial Black" panose="020B0A04020102020204" pitchFamily="34" charset="0"/>
              </a:rPr>
              <a:t>fiverenany</a:t>
            </a:r>
            <a:r>
              <a:rPr lang="fr-FR" dirty="0">
                <a:latin typeface="Arial Black" panose="020B0A04020102020204" pitchFamily="34" charset="0"/>
              </a:rPr>
              <a:t> </a:t>
            </a:r>
            <a:r>
              <a:rPr lang="fr-FR" dirty="0" err="1">
                <a:latin typeface="Arial Black" panose="020B0A04020102020204" pitchFamily="34" charset="0"/>
              </a:rPr>
              <a:t>eto</a:t>
            </a:r>
            <a:r>
              <a:rPr lang="fr-FR" dirty="0">
                <a:latin typeface="Arial Black" panose="020B0A04020102020204" pitchFamily="34" charset="0"/>
              </a:rPr>
              <a:t> an-</a:t>
            </a:r>
            <a:r>
              <a:rPr lang="fr-FR" dirty="0" err="1">
                <a:latin typeface="Arial Black" panose="020B0A04020102020204" pitchFamily="34" charset="0"/>
              </a:rPr>
              <a:t>tany</a:t>
            </a:r>
            <a:r>
              <a:rPr lang="fr-FR" dirty="0">
                <a:latin typeface="Arial Black" panose="020B0A04020102020204" pitchFamily="34" charset="0"/>
              </a:rPr>
              <a:t>. Izao no </a:t>
            </a:r>
            <a:r>
              <a:rPr lang="fr-FR" dirty="0" err="1">
                <a:latin typeface="Arial Black" panose="020B0A04020102020204" pitchFamily="34" charset="0"/>
              </a:rPr>
              <a:t>nolazain'i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Matio</a:t>
            </a:r>
            <a:r>
              <a:rPr lang="fr-FR" dirty="0">
                <a:latin typeface="Arial Black" panose="020B0A04020102020204" pitchFamily="34" charset="0"/>
              </a:rPr>
              <a:t> 24:14:</a:t>
            </a:r>
          </a:p>
          <a:p>
            <a:r>
              <a:rPr lang="fr-FR" dirty="0" smtClean="0">
                <a:latin typeface="Arial Black" panose="020B0A04020102020204" pitchFamily="34" charset="0"/>
              </a:rPr>
              <a:t>"</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hotorina</a:t>
            </a:r>
            <a:r>
              <a:rPr lang="fr-FR" dirty="0">
                <a:latin typeface="Arial Black" panose="020B0A04020102020204" pitchFamily="34" charset="0"/>
              </a:rPr>
              <a:t> </a:t>
            </a:r>
            <a:r>
              <a:rPr lang="fr-FR" dirty="0" err="1">
                <a:latin typeface="Arial Black" panose="020B0A04020102020204" pitchFamily="34" charset="0"/>
              </a:rPr>
              <a:t>amin'izao</a:t>
            </a:r>
            <a:r>
              <a:rPr lang="fr-FR" dirty="0">
                <a:latin typeface="Arial Black" panose="020B0A04020102020204" pitchFamily="34" charset="0"/>
              </a:rPr>
              <a:t> </a:t>
            </a:r>
            <a:r>
              <a:rPr lang="fr-FR" dirty="0" err="1">
                <a:latin typeface="Arial Black" panose="020B0A04020102020204" pitchFamily="34" charset="0"/>
              </a:rPr>
              <a:t>tontolo</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a:t>
            </a:r>
            <a:r>
              <a:rPr lang="fr-FR" dirty="0" err="1">
                <a:latin typeface="Arial Black" panose="020B0A04020102020204" pitchFamily="34" charset="0"/>
              </a:rPr>
              <a:t>ity</a:t>
            </a:r>
            <a:r>
              <a:rPr lang="fr-FR" dirty="0">
                <a:latin typeface="Arial Black" panose="020B0A04020102020204" pitchFamily="34" charset="0"/>
              </a:rPr>
              <a:t> </a:t>
            </a:r>
            <a:r>
              <a:rPr lang="fr-FR" dirty="0" err="1">
                <a:latin typeface="Arial Black" panose="020B0A04020102020204" pitchFamily="34" charset="0"/>
              </a:rPr>
              <a:t>filazantsaran'ny</a:t>
            </a:r>
            <a:r>
              <a:rPr lang="fr-FR" dirty="0">
                <a:latin typeface="Arial Black" panose="020B0A04020102020204" pitchFamily="34" charset="0"/>
              </a:rPr>
              <a:t> </a:t>
            </a:r>
            <a:r>
              <a:rPr lang="fr-FR" dirty="0" err="1">
                <a:latin typeface="Arial Black" panose="020B0A04020102020204" pitchFamily="34" charset="0"/>
              </a:rPr>
              <a:t>fanjakana</a:t>
            </a:r>
            <a:r>
              <a:rPr lang="fr-FR" dirty="0">
                <a:latin typeface="Arial Black" panose="020B0A04020102020204" pitchFamily="34" charset="0"/>
              </a:rPr>
              <a:t> </a:t>
            </a:r>
            <a:r>
              <a:rPr lang="fr-FR" dirty="0" err="1">
                <a:latin typeface="Arial Black" panose="020B0A04020102020204" pitchFamily="34" charset="0"/>
              </a:rPr>
              <a:t>ity</a:t>
            </a:r>
            <a:r>
              <a:rPr lang="fr-FR" dirty="0">
                <a:latin typeface="Arial Black" panose="020B0A04020102020204" pitchFamily="34" charset="0"/>
              </a:rPr>
              <a:t> </a:t>
            </a:r>
            <a:r>
              <a:rPr lang="fr-FR" dirty="0" smtClean="0">
                <a:latin typeface="Arial Black" panose="020B0A04020102020204" pitchFamily="34" charset="0"/>
              </a:rPr>
              <a:t>ho</a:t>
            </a:r>
            <a:r>
              <a:rPr lang="fr-FR" dirty="0">
                <a:latin typeface="Arial Black" panose="020B0A04020102020204" pitchFamily="34" charset="0"/>
              </a:rPr>
              <a:t> </a:t>
            </a:r>
            <a:r>
              <a:rPr lang="fr-FR" dirty="0" err="1" smtClean="0">
                <a:latin typeface="Arial Black" panose="020B0A04020102020204" pitchFamily="34" charset="0"/>
              </a:rPr>
              <a:t>vavolombelona</a:t>
            </a:r>
            <a:r>
              <a:rPr lang="fr-FR" dirty="0" smtClean="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firenena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dia </a:t>
            </a:r>
            <a:r>
              <a:rPr lang="fr-FR" dirty="0" err="1">
                <a:latin typeface="Arial Black" panose="020B0A04020102020204" pitchFamily="34" charset="0"/>
              </a:rPr>
              <a:t>vao</a:t>
            </a:r>
            <a:r>
              <a:rPr lang="fr-FR" dirty="0">
                <a:latin typeface="Arial Black" panose="020B0A04020102020204" pitchFamily="34" charset="0"/>
              </a:rPr>
              <a:t> ho </a:t>
            </a:r>
            <a:r>
              <a:rPr lang="fr-FR" dirty="0" err="1">
                <a:latin typeface="Arial Black" panose="020B0A04020102020204" pitchFamily="34" charset="0"/>
              </a:rPr>
              <a:t>tonga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farany</a:t>
            </a:r>
            <a:r>
              <a:rPr lang="fr-FR" dirty="0">
                <a:latin typeface="Arial Black" panose="020B0A04020102020204" pitchFamily="34" charset="0"/>
              </a:rPr>
              <a:t>." </a:t>
            </a:r>
            <a:r>
              <a:rPr lang="fr-FR" dirty="0" err="1">
                <a:latin typeface="Arial Black" panose="020B0A04020102020204" pitchFamily="34" charset="0"/>
              </a:rPr>
              <a:t>Matio</a:t>
            </a:r>
            <a:r>
              <a:rPr lang="fr-FR" dirty="0">
                <a:latin typeface="Arial Black" panose="020B0A04020102020204" pitchFamily="34" charset="0"/>
              </a:rPr>
              <a:t> </a:t>
            </a:r>
            <a:r>
              <a:rPr lang="fr-FR" dirty="0" smtClean="0">
                <a:latin typeface="Arial Black" panose="020B0A04020102020204" pitchFamily="34" charset="0"/>
              </a:rPr>
              <a:t>24:14</a:t>
            </a:r>
            <a:endParaRPr lang="fr-FR" dirty="0">
              <a:latin typeface="Arial Black" panose="020B0A04020102020204" pitchFamily="34" charset="0"/>
            </a:endParaRPr>
          </a:p>
        </p:txBody>
      </p:sp>
    </p:spTree>
    <p:extLst>
      <p:ext uri="{BB962C8B-B14F-4D97-AF65-F5344CB8AC3E}">
        <p14:creationId xmlns:p14="http://schemas.microsoft.com/office/powerpoint/2010/main" val="38319204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D8D9A8-FABB-1545-A3E3-DC8FF1C6DA62}"/>
              </a:ext>
            </a:extLst>
          </p:cNvPr>
          <p:cNvSpPr>
            <a:spLocks noGrp="1"/>
          </p:cNvSpPr>
          <p:nvPr>
            <p:ph idx="1"/>
          </p:nvPr>
        </p:nvSpPr>
        <p:spPr>
          <a:xfrm>
            <a:off x="1" y="104502"/>
            <a:ext cx="12192000" cy="6753497"/>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en-US" sz="2300" dirty="0" err="1">
                <a:latin typeface="Arial Black" panose="020B0A04020102020204" pitchFamily="34" charset="0"/>
              </a:rPr>
              <a:t>Fanirian'Andriamanitra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hanatraran'ny</a:t>
            </a:r>
            <a:r>
              <a:rPr lang="en-US" sz="2300" dirty="0">
                <a:latin typeface="Arial Black" panose="020B0A04020102020204" pitchFamily="34" charset="0"/>
              </a:rPr>
              <a:t> </a:t>
            </a:r>
            <a:r>
              <a:rPr lang="en-US" sz="2300" dirty="0" err="1">
                <a:latin typeface="Arial Black" panose="020B0A04020102020204" pitchFamily="34" charset="0"/>
              </a:rPr>
              <a:t>hafatry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Filazantsara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fihavian'ny</a:t>
            </a:r>
            <a:r>
              <a:rPr lang="en-US" sz="2300" dirty="0">
                <a:latin typeface="Arial Black" panose="020B0A04020102020204" pitchFamily="34" charset="0"/>
              </a:rPr>
              <a:t> </a:t>
            </a:r>
            <a:r>
              <a:rPr lang="en-US" sz="2300" dirty="0" err="1">
                <a:latin typeface="Arial Black" panose="020B0A04020102020204" pitchFamily="34" charset="0"/>
              </a:rPr>
              <a:t>Fanjakan'Andriamanitra</a:t>
            </a:r>
            <a:r>
              <a:rPr lang="en-US" sz="2300" dirty="0">
                <a:latin typeface="Arial Black" panose="020B0A04020102020204" pitchFamily="34" charset="0"/>
              </a:rPr>
              <a:t> </a:t>
            </a:r>
            <a:r>
              <a:rPr lang="en-US" sz="2300" dirty="0" err="1">
                <a:latin typeface="Arial Black" panose="020B0A04020102020204" pitchFamily="34" charset="0"/>
              </a:rPr>
              <a:t>tsy</a:t>
            </a:r>
            <a:r>
              <a:rPr lang="en-US" sz="2300" dirty="0">
                <a:latin typeface="Arial Black" panose="020B0A04020102020204" pitchFamily="34" charset="0"/>
              </a:rPr>
              <a:t> ho </a:t>
            </a:r>
            <a:r>
              <a:rPr lang="en-US" sz="2300" dirty="0" err="1">
                <a:latin typeface="Arial Black" panose="020B0A04020102020204" pitchFamily="34" charset="0"/>
              </a:rPr>
              <a:t>ela</a:t>
            </a:r>
            <a:r>
              <a:rPr lang="en-US" sz="2300" dirty="0">
                <a:latin typeface="Arial Black" panose="020B0A04020102020204" pitchFamily="34" charset="0"/>
              </a:rPr>
              <a:t> (</a:t>
            </a:r>
            <a:r>
              <a:rPr lang="en-US" sz="2300" dirty="0" err="1">
                <a:latin typeface="Arial Black" panose="020B0A04020102020204" pitchFamily="34" charset="0"/>
              </a:rPr>
              <a:t>araka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voalaza</a:t>
            </a:r>
            <a:r>
              <a:rPr lang="en-US" sz="2300" dirty="0">
                <a:latin typeface="Arial Black" panose="020B0A04020102020204" pitchFamily="34" charset="0"/>
              </a:rPr>
              <a:t> </a:t>
            </a:r>
            <a:r>
              <a:rPr lang="en-US" sz="2300" dirty="0" err="1">
                <a:latin typeface="Arial Black" panose="020B0A04020102020204" pitchFamily="34" charset="0"/>
              </a:rPr>
              <a:t>ao</a:t>
            </a:r>
            <a:r>
              <a:rPr lang="en-US" sz="2300" dirty="0">
                <a:latin typeface="Arial Black" panose="020B0A04020102020204" pitchFamily="34" charset="0"/>
              </a:rPr>
              <a:t> </a:t>
            </a:r>
            <a:r>
              <a:rPr lang="en-US" sz="2300" dirty="0" err="1">
                <a:latin typeface="Arial Black" panose="020B0A04020102020204" pitchFamily="34" charset="0"/>
              </a:rPr>
              <a:t>amin'ny</a:t>
            </a:r>
            <a:r>
              <a:rPr lang="en-US" sz="2300" dirty="0">
                <a:latin typeface="Arial Black" panose="020B0A04020102020204" pitchFamily="34" charset="0"/>
              </a:rPr>
              <a:t> </a:t>
            </a:r>
            <a:r>
              <a:rPr lang="en-US" sz="2300" dirty="0" err="1">
                <a:latin typeface="Arial Black" panose="020B0A04020102020204" pitchFamily="34" charset="0"/>
              </a:rPr>
              <a:t>Apok</a:t>
            </a:r>
            <a:r>
              <a:rPr lang="en-US" sz="2300" dirty="0">
                <a:latin typeface="Arial Black" panose="020B0A04020102020204" pitchFamily="34" charset="0"/>
              </a:rPr>
              <a:t>. 14:6),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firenena</a:t>
            </a:r>
            <a:r>
              <a:rPr lang="en-US" sz="2300" dirty="0">
                <a:latin typeface="Arial Black" panose="020B0A04020102020204" pitchFamily="34" charset="0"/>
              </a:rPr>
              <a:t> </a:t>
            </a:r>
            <a:r>
              <a:rPr lang="en-US" sz="2300" dirty="0" err="1">
                <a:latin typeface="Arial Black" panose="020B0A04020102020204" pitchFamily="34" charset="0"/>
              </a:rPr>
              <a:t>rehetra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fokom-pirenena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samihafa</a:t>
            </a:r>
            <a:r>
              <a:rPr lang="en-US" sz="2300" dirty="0">
                <a:latin typeface="Arial Black" panose="020B0A04020102020204" pitchFamily="34" charset="0"/>
              </a:rPr>
              <a:t> </a:t>
            </a:r>
            <a:r>
              <a:rPr lang="en-US" sz="2300" dirty="0" err="1">
                <a:latin typeface="Arial Black" panose="020B0A04020102020204" pitchFamily="34" charset="0"/>
              </a:rPr>
              <a:t>fiteny</a:t>
            </a:r>
            <a:r>
              <a:rPr lang="en-US" sz="2300" dirty="0">
                <a:latin typeface="Arial Black" panose="020B0A04020102020204" pitchFamily="34" charset="0"/>
              </a:rPr>
              <a:t>, </a:t>
            </a:r>
            <a:r>
              <a:rPr lang="en-US" sz="2300" dirty="0" err="1">
                <a:latin typeface="Arial Black" panose="020B0A04020102020204" pitchFamily="34" charset="0"/>
              </a:rPr>
              <a:t>ary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olona</a:t>
            </a:r>
            <a:r>
              <a:rPr lang="en-US" sz="2300" dirty="0">
                <a:latin typeface="Arial Black" panose="020B0A04020102020204" pitchFamily="34" charset="0"/>
              </a:rPr>
              <a:t> </a:t>
            </a:r>
            <a:r>
              <a:rPr lang="en-US" sz="2300" dirty="0" err="1">
                <a:latin typeface="Arial Black" panose="020B0A04020102020204" pitchFamily="34" charset="0"/>
              </a:rPr>
              <a:t>rehetra</a:t>
            </a:r>
            <a:r>
              <a:rPr lang="en-US" sz="2300" dirty="0">
                <a:latin typeface="Arial Black" panose="020B0A04020102020204" pitchFamily="34" charset="0"/>
              </a:rPr>
              <a:t>. </a:t>
            </a:r>
            <a:r>
              <a:rPr lang="en-US" sz="2300" dirty="0" err="1">
                <a:latin typeface="Arial Black" panose="020B0A04020102020204" pitchFamily="34" charset="0"/>
              </a:rPr>
              <a:t>Tafiditra</a:t>
            </a:r>
            <a:r>
              <a:rPr lang="en-US" sz="2300" dirty="0">
                <a:latin typeface="Arial Black" panose="020B0A04020102020204" pitchFamily="34" charset="0"/>
              </a:rPr>
              <a:t> </a:t>
            </a:r>
            <a:r>
              <a:rPr lang="en-US" sz="2300" dirty="0" err="1">
                <a:latin typeface="Arial Black" panose="020B0A04020102020204" pitchFamily="34" charset="0"/>
              </a:rPr>
              <a:t>ao</a:t>
            </a:r>
            <a:r>
              <a:rPr lang="en-US" sz="2300" dirty="0">
                <a:latin typeface="Arial Black" panose="020B0A04020102020204" pitchFamily="34" charset="0"/>
              </a:rPr>
              <a:t> </a:t>
            </a:r>
            <a:r>
              <a:rPr lang="en-US" sz="2300" dirty="0" err="1">
                <a:latin typeface="Arial Black" panose="020B0A04020102020204" pitchFamily="34" charset="0"/>
              </a:rPr>
              <a:t>anatin'io</a:t>
            </a:r>
            <a:r>
              <a:rPr lang="en-US" sz="2300" dirty="0">
                <a:latin typeface="Arial Black" panose="020B0A04020102020204" pitchFamily="34" charset="0"/>
              </a:rPr>
              <a:t> </a:t>
            </a:r>
            <a:r>
              <a:rPr lang="en-US" sz="2300" dirty="0" err="1">
                <a:latin typeface="Arial Black" panose="020B0A04020102020204" pitchFamily="34" charset="0"/>
              </a:rPr>
              <a:t>drafitra</a:t>
            </a:r>
            <a:r>
              <a:rPr lang="en-US" sz="2300" dirty="0">
                <a:latin typeface="Arial Black" panose="020B0A04020102020204" pitchFamily="34" charset="0"/>
              </a:rPr>
              <a:t> </a:t>
            </a:r>
            <a:r>
              <a:rPr lang="en-US" sz="2300" dirty="0" err="1">
                <a:latin typeface="Arial Black" panose="020B0A04020102020204" pitchFamily="34" charset="0"/>
              </a:rPr>
              <a:t>io</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fanatrarana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taranak'i</a:t>
            </a:r>
            <a:r>
              <a:rPr lang="en-US" sz="2300" dirty="0">
                <a:latin typeface="Arial Black" panose="020B0A04020102020204" pitchFamily="34" charset="0"/>
              </a:rPr>
              <a:t> </a:t>
            </a:r>
            <a:r>
              <a:rPr lang="en-US" sz="2300" dirty="0" err="1">
                <a:latin typeface="Arial Black" panose="020B0A04020102020204" pitchFamily="34" charset="0"/>
              </a:rPr>
              <a:t>Abrahama</a:t>
            </a:r>
            <a:r>
              <a:rPr lang="en-US" sz="2300" dirty="0">
                <a:latin typeface="Arial Black" panose="020B0A04020102020204" pitchFamily="34" charset="0"/>
              </a:rPr>
              <a:t> </a:t>
            </a:r>
            <a:r>
              <a:rPr lang="en-US" sz="2300" dirty="0" err="1">
                <a:latin typeface="Arial Black" panose="020B0A04020102020204" pitchFamily="34" charset="0"/>
              </a:rPr>
              <a:t>rehetra</a:t>
            </a:r>
            <a:r>
              <a:rPr lang="en-US" sz="2300" dirty="0">
                <a:latin typeface="Arial Black" panose="020B0A04020102020204" pitchFamily="34" charset="0"/>
              </a:rPr>
              <a:t>, </a:t>
            </a:r>
            <a:r>
              <a:rPr lang="en-US" sz="2300" dirty="0" err="1">
                <a:latin typeface="Arial Black" panose="020B0A04020102020204" pitchFamily="34" charset="0"/>
              </a:rPr>
              <a:t>anisan'izany</a:t>
            </a:r>
            <a:r>
              <a:rPr lang="en-US" sz="2300" dirty="0">
                <a:latin typeface="Arial Black" panose="020B0A04020102020204" pitchFamily="34" charset="0"/>
              </a:rPr>
              <a:t> </a:t>
            </a:r>
            <a:r>
              <a:rPr lang="en-US" sz="2300" dirty="0" err="1">
                <a:latin typeface="Arial Black" panose="020B0A04020102020204" pitchFamily="34" charset="0"/>
              </a:rPr>
              <a:t>ireo</a:t>
            </a:r>
            <a:r>
              <a:rPr lang="en-US" sz="2300" dirty="0">
                <a:latin typeface="Arial Black" panose="020B0A04020102020204" pitchFamily="34" charset="0"/>
              </a:rPr>
              <a:t> </a:t>
            </a:r>
            <a:r>
              <a:rPr lang="en-US" sz="2300" dirty="0" err="1">
                <a:latin typeface="Arial Black" panose="020B0A04020102020204" pitchFamily="34" charset="0"/>
              </a:rPr>
              <a:t>rehetra</a:t>
            </a:r>
            <a:r>
              <a:rPr lang="en-US" sz="2300" dirty="0">
                <a:latin typeface="Arial Black" panose="020B0A04020102020204" pitchFamily="34" charset="0"/>
              </a:rPr>
              <a:t> </a:t>
            </a:r>
            <a:r>
              <a:rPr lang="en-US" sz="2300" dirty="0" err="1">
                <a:latin typeface="Arial Black" panose="020B0A04020102020204" pitchFamily="34" charset="0"/>
              </a:rPr>
              <a:t>izay</a:t>
            </a:r>
            <a:r>
              <a:rPr lang="en-US" sz="2300" dirty="0">
                <a:latin typeface="Arial Black" panose="020B0A04020102020204" pitchFamily="34" charset="0"/>
              </a:rPr>
              <a:t> </a:t>
            </a:r>
            <a:r>
              <a:rPr lang="en-US" sz="2300" dirty="0" err="1">
                <a:latin typeface="Arial Black" panose="020B0A04020102020204" pitchFamily="34" charset="0"/>
              </a:rPr>
              <a:t>tsy</a:t>
            </a:r>
            <a:r>
              <a:rPr lang="en-US" sz="2300" dirty="0">
                <a:latin typeface="Arial Black" panose="020B0A04020102020204" pitchFamily="34" charset="0"/>
              </a:rPr>
              <a:t> </a:t>
            </a:r>
            <a:r>
              <a:rPr lang="en-US" sz="2300" dirty="0" err="1">
                <a:latin typeface="Arial Black" panose="020B0A04020102020204" pitchFamily="34" charset="0"/>
              </a:rPr>
              <a:t>taranak'Isaka</a:t>
            </a:r>
            <a:r>
              <a:rPr lang="en-US" sz="2300" dirty="0">
                <a:latin typeface="Arial Black" panose="020B0A04020102020204" pitchFamily="34" charset="0"/>
              </a:rPr>
              <a:t> </a:t>
            </a:r>
            <a:r>
              <a:rPr lang="en-US" sz="2300" dirty="0" err="1">
                <a:latin typeface="Arial Black" panose="020B0A04020102020204" pitchFamily="34" charset="0"/>
              </a:rPr>
              <a:t>mivantana</a:t>
            </a:r>
            <a:r>
              <a:rPr lang="en-US" sz="2300" dirty="0">
                <a:latin typeface="Arial Black" panose="020B0A04020102020204" pitchFamily="34" charset="0"/>
              </a:rPr>
              <a:t>. Manana </a:t>
            </a:r>
            <a:r>
              <a:rPr lang="en-US" sz="2300" dirty="0" err="1">
                <a:latin typeface="Arial Black" panose="020B0A04020102020204" pitchFamily="34" charset="0"/>
              </a:rPr>
              <a:t>drafitra</a:t>
            </a:r>
            <a:r>
              <a:rPr lang="en-US" sz="2300" dirty="0">
                <a:latin typeface="Arial Black" panose="020B0A04020102020204" pitchFamily="34" charset="0"/>
              </a:rPr>
              <a:t> </a:t>
            </a:r>
            <a:r>
              <a:rPr lang="en-US" sz="2300" dirty="0" err="1">
                <a:latin typeface="Arial Black" panose="020B0A04020102020204" pitchFamily="34" charset="0"/>
              </a:rPr>
              <a:t>iarahana</a:t>
            </a:r>
            <a:r>
              <a:rPr lang="en-US" sz="2300" dirty="0">
                <a:latin typeface="Arial Black" panose="020B0A04020102020204" pitchFamily="34" charset="0"/>
              </a:rPr>
              <a:t> </a:t>
            </a:r>
            <a:r>
              <a:rPr lang="en-US" sz="2300" dirty="0" err="1">
                <a:latin typeface="Arial Black" panose="020B0A04020102020204" pitchFamily="34" charset="0"/>
              </a:rPr>
              <a:t>miasa</a:t>
            </a:r>
            <a:r>
              <a:rPr lang="en-US" sz="2300" dirty="0">
                <a:latin typeface="Arial Black" panose="020B0A04020102020204" pitchFamily="34" charset="0"/>
              </a:rPr>
              <a:t> </a:t>
            </a:r>
            <a:r>
              <a:rPr lang="en-US" sz="2300" dirty="0" err="1">
                <a:latin typeface="Arial Black" panose="020B0A04020102020204" pitchFamily="34" charset="0"/>
              </a:rPr>
              <a:t>Andriamanitra</a:t>
            </a:r>
            <a:r>
              <a:rPr lang="en-US" sz="2300" dirty="0">
                <a:latin typeface="Arial Black" panose="020B0A04020102020204" pitchFamily="34" charset="0"/>
              </a:rPr>
              <a:t>. </a:t>
            </a:r>
            <a:r>
              <a:rPr lang="en-US" sz="2300" dirty="0" err="1">
                <a:latin typeface="Arial Black" panose="020B0A04020102020204" pitchFamily="34" charset="0"/>
              </a:rPr>
              <a:t>Rehefa</a:t>
            </a:r>
            <a:r>
              <a:rPr lang="en-US" sz="2300" dirty="0">
                <a:latin typeface="Arial Black" panose="020B0A04020102020204" pitchFamily="34" charset="0"/>
              </a:rPr>
              <a:t> </a:t>
            </a:r>
            <a:r>
              <a:rPr lang="en-US" sz="2300" dirty="0" err="1">
                <a:latin typeface="Arial Black" panose="020B0A04020102020204" pitchFamily="34" charset="0"/>
              </a:rPr>
              <a:t>maty</a:t>
            </a:r>
            <a:r>
              <a:rPr lang="en-US" sz="2300" dirty="0">
                <a:latin typeface="Arial Black" panose="020B0A04020102020204" pitchFamily="34" charset="0"/>
              </a:rPr>
              <a:t> </a:t>
            </a:r>
            <a:r>
              <a:rPr lang="en-US" sz="2300" dirty="0" err="1">
                <a:latin typeface="Arial Black" panose="020B0A04020102020204" pitchFamily="34" charset="0"/>
              </a:rPr>
              <a:t>i</a:t>
            </a:r>
            <a:r>
              <a:rPr lang="en-US" sz="2300" dirty="0">
                <a:latin typeface="Arial Black" panose="020B0A04020102020204" pitchFamily="34" charset="0"/>
              </a:rPr>
              <a:t> </a:t>
            </a:r>
            <a:r>
              <a:rPr lang="en-US" sz="2300" dirty="0" err="1">
                <a:latin typeface="Arial Black" panose="020B0A04020102020204" pitchFamily="34" charset="0"/>
              </a:rPr>
              <a:t>Abrahama</a:t>
            </a:r>
            <a:r>
              <a:rPr lang="en-US" sz="2300" dirty="0">
                <a:latin typeface="Arial Black" panose="020B0A04020102020204" pitchFamily="34" charset="0"/>
              </a:rPr>
              <a:t> </a:t>
            </a:r>
            <a:r>
              <a:rPr lang="en-US" sz="2300" dirty="0" err="1">
                <a:latin typeface="Arial Black" panose="020B0A04020102020204" pitchFamily="34" charset="0"/>
              </a:rPr>
              <a:t>dia</a:t>
            </a:r>
            <a:r>
              <a:rPr lang="en-US" sz="2300" dirty="0">
                <a:latin typeface="Arial Black" panose="020B0A04020102020204" pitchFamily="34" charset="0"/>
              </a:rPr>
              <a:t> </a:t>
            </a:r>
            <a:r>
              <a:rPr lang="en-US" sz="2300" dirty="0" err="1">
                <a:latin typeface="Arial Black" panose="020B0A04020102020204" pitchFamily="34" charset="0"/>
              </a:rPr>
              <a:t>mbola</a:t>
            </a:r>
            <a:r>
              <a:rPr lang="en-US" sz="2300" dirty="0">
                <a:latin typeface="Arial Black" panose="020B0A04020102020204" pitchFamily="34" charset="0"/>
              </a:rPr>
              <a:t> </a:t>
            </a:r>
            <a:r>
              <a:rPr lang="en-US" sz="2300" dirty="0" err="1">
                <a:latin typeface="Arial Black" panose="020B0A04020102020204" pitchFamily="34" charset="0"/>
              </a:rPr>
              <a:t>notohizan'Andriamanitra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fitahiana</a:t>
            </a:r>
            <a:r>
              <a:rPr lang="en-US" sz="2300" dirty="0">
                <a:latin typeface="Arial Black" panose="020B0A04020102020204" pitchFamily="34" charset="0"/>
              </a:rPr>
              <a:t> </a:t>
            </a:r>
            <a:r>
              <a:rPr lang="en-US" sz="2300" dirty="0" err="1">
                <a:latin typeface="Arial Black" panose="020B0A04020102020204" pitchFamily="34" charset="0"/>
              </a:rPr>
              <a:t>ireo</a:t>
            </a:r>
            <a:r>
              <a:rPr lang="en-US" sz="2300" dirty="0">
                <a:latin typeface="Arial Black" panose="020B0A04020102020204" pitchFamily="34" charset="0"/>
              </a:rPr>
              <a:t> </a:t>
            </a:r>
            <a:r>
              <a:rPr lang="en-US" sz="2300" dirty="0" err="1">
                <a:latin typeface="Arial Black" panose="020B0A04020102020204" pitchFamily="34" charset="0"/>
              </a:rPr>
              <a:t>taranany</a:t>
            </a:r>
            <a:r>
              <a:rPr lang="en-US" sz="2300" dirty="0">
                <a:latin typeface="Arial Black" panose="020B0A04020102020204" pitchFamily="34" charset="0"/>
              </a:rPr>
              <a:t> </a:t>
            </a:r>
            <a:r>
              <a:rPr lang="en-US" sz="2300" dirty="0" err="1">
                <a:latin typeface="Arial Black" panose="020B0A04020102020204" pitchFamily="34" charset="0"/>
              </a:rPr>
              <a:t>rehetra</a:t>
            </a:r>
            <a:r>
              <a:rPr lang="en-US" sz="2300" dirty="0">
                <a:latin typeface="Arial Black" panose="020B0A04020102020204" pitchFamily="34" charset="0"/>
              </a:rPr>
              <a:t>. </a:t>
            </a:r>
            <a:r>
              <a:rPr lang="en-US" sz="2300" dirty="0" err="1">
                <a:latin typeface="Arial Black" panose="020B0A04020102020204" pitchFamily="34" charset="0"/>
              </a:rPr>
              <a:t>Nifandray</a:t>
            </a:r>
            <a:r>
              <a:rPr lang="en-US" sz="2300" dirty="0">
                <a:latin typeface="Arial Black" panose="020B0A04020102020204" pitchFamily="34" charset="0"/>
              </a:rPr>
              <a:t> </a:t>
            </a:r>
            <a:r>
              <a:rPr lang="en-US" sz="2300" dirty="0" err="1">
                <a:latin typeface="Arial Black" panose="020B0A04020102020204" pitchFamily="34" charset="0"/>
              </a:rPr>
              <a:t>tamin'ireo</a:t>
            </a:r>
            <a:r>
              <a:rPr lang="en-US" sz="2300" dirty="0">
                <a:latin typeface="Arial Black" panose="020B0A04020102020204" pitchFamily="34" charset="0"/>
              </a:rPr>
              <a:t> </a:t>
            </a:r>
            <a:r>
              <a:rPr lang="en-US" sz="2300" dirty="0" err="1">
                <a:latin typeface="Arial Black" panose="020B0A04020102020204" pitchFamily="34" charset="0"/>
              </a:rPr>
              <a:t>zanak'i</a:t>
            </a:r>
            <a:r>
              <a:rPr lang="en-US" sz="2300" dirty="0">
                <a:latin typeface="Arial Black" panose="020B0A04020102020204" pitchFamily="34" charset="0"/>
              </a:rPr>
              <a:t> </a:t>
            </a:r>
            <a:r>
              <a:rPr lang="en-US" sz="2300" dirty="0" err="1">
                <a:latin typeface="Arial Black" panose="020B0A04020102020204" pitchFamily="34" charset="0"/>
              </a:rPr>
              <a:t>Abrahama</a:t>
            </a:r>
            <a:r>
              <a:rPr lang="en-US" sz="2300" dirty="0">
                <a:latin typeface="Arial Black" panose="020B0A04020102020204" pitchFamily="34" charset="0"/>
              </a:rPr>
              <a:t> </a:t>
            </a:r>
            <a:r>
              <a:rPr lang="en-US" sz="2300" dirty="0" err="1">
                <a:latin typeface="Arial Black" panose="020B0A04020102020204" pitchFamily="34" charset="0"/>
              </a:rPr>
              <a:t>hafa</a:t>
            </a:r>
            <a:r>
              <a:rPr lang="en-US" sz="2300" dirty="0">
                <a:latin typeface="Arial Black" panose="020B0A04020102020204" pitchFamily="34" charset="0"/>
              </a:rPr>
              <a:t> </a:t>
            </a:r>
            <a:r>
              <a:rPr lang="en-US" sz="2300" dirty="0" err="1">
                <a:latin typeface="Arial Black" panose="020B0A04020102020204" pitchFamily="34" charset="0"/>
              </a:rPr>
              <a:t>Andriamanitra</a:t>
            </a:r>
            <a:r>
              <a:rPr lang="en-US" sz="2300" dirty="0">
                <a:latin typeface="Arial Black" panose="020B0A04020102020204" pitchFamily="34" charset="0"/>
              </a:rPr>
              <a:t>, </a:t>
            </a:r>
            <a:r>
              <a:rPr lang="en-US" sz="2300" dirty="0" err="1">
                <a:latin typeface="Arial Black" panose="020B0A04020102020204" pitchFamily="34" charset="0"/>
              </a:rPr>
              <a:t>ary</a:t>
            </a:r>
            <a:r>
              <a:rPr lang="en-US" sz="2300" dirty="0">
                <a:latin typeface="Arial Black" panose="020B0A04020102020204" pitchFamily="34" charset="0"/>
              </a:rPr>
              <a:t> </a:t>
            </a:r>
            <a:r>
              <a:rPr lang="en-US" sz="2300" dirty="0" err="1">
                <a:latin typeface="Arial Black" panose="020B0A04020102020204" pitchFamily="34" charset="0"/>
              </a:rPr>
              <a:t>tamin'Isaka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taranany</a:t>
            </a:r>
            <a:r>
              <a:rPr lang="en-US" sz="2300" dirty="0">
                <a:latin typeface="Arial Black" panose="020B0A04020102020204" pitchFamily="34" charset="0"/>
              </a:rPr>
              <a:t> </a:t>
            </a:r>
            <a:r>
              <a:rPr lang="en-US" sz="2300" dirty="0" err="1">
                <a:latin typeface="Arial Black" panose="020B0A04020102020204" pitchFamily="34" charset="0"/>
              </a:rPr>
              <a:t>avy</a:t>
            </a:r>
            <a:r>
              <a:rPr lang="en-US" sz="2300" dirty="0">
                <a:latin typeface="Arial Black" panose="020B0A04020102020204" pitchFamily="34" charset="0"/>
              </a:rPr>
              <a:t>. </a:t>
            </a:r>
            <a:r>
              <a:rPr lang="en-US" sz="2300" dirty="0" err="1">
                <a:latin typeface="Arial Black" panose="020B0A04020102020204" pitchFamily="34" charset="0"/>
              </a:rPr>
              <a:t>Taranaka</a:t>
            </a:r>
            <a:r>
              <a:rPr lang="en-US" sz="2300" dirty="0">
                <a:latin typeface="Arial Black" panose="020B0A04020102020204" pitchFamily="34" charset="0"/>
              </a:rPr>
              <a:t> </a:t>
            </a:r>
            <a:r>
              <a:rPr lang="en-US" sz="2300" dirty="0" err="1">
                <a:latin typeface="Arial Black" panose="020B0A04020102020204" pitchFamily="34" charset="0"/>
              </a:rPr>
              <a:t>iray</a:t>
            </a:r>
            <a:r>
              <a:rPr lang="en-US" sz="2300" dirty="0">
                <a:latin typeface="Arial Black" panose="020B0A04020102020204" pitchFamily="34" charset="0"/>
              </a:rPr>
              <a:t> </a:t>
            </a:r>
            <a:r>
              <a:rPr lang="en-US" sz="2300" dirty="0" err="1">
                <a:latin typeface="Arial Black" panose="020B0A04020102020204" pitchFamily="34" charset="0"/>
              </a:rPr>
              <a:t>tamin'izany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Zanak'Isiraely</a:t>
            </a:r>
            <a:r>
              <a:rPr lang="en-US" sz="2300" dirty="0">
                <a:latin typeface="Arial Black" panose="020B0A04020102020204" pitchFamily="34" charset="0"/>
              </a:rPr>
              <a:t> (</a:t>
            </a:r>
            <a:r>
              <a:rPr lang="en-US" sz="2300" dirty="0" err="1">
                <a:latin typeface="Arial Black" panose="020B0A04020102020204" pitchFamily="34" charset="0"/>
              </a:rPr>
              <a:t>zanak'i</a:t>
            </a:r>
            <a:r>
              <a:rPr lang="en-US" sz="2300" dirty="0">
                <a:latin typeface="Arial Black" panose="020B0A04020102020204" pitchFamily="34" charset="0"/>
              </a:rPr>
              <a:t> </a:t>
            </a:r>
            <a:r>
              <a:rPr lang="en-US" sz="2300" dirty="0" err="1">
                <a:latin typeface="Arial Black" panose="020B0A04020102020204" pitchFamily="34" charset="0"/>
              </a:rPr>
              <a:t>Saraha</a:t>
            </a:r>
            <a:r>
              <a:rPr lang="en-US" sz="2300" dirty="0">
                <a:latin typeface="Arial Black" panose="020B0A04020102020204" pitchFamily="34" charset="0"/>
              </a:rPr>
              <a:t>), </a:t>
            </a:r>
            <a:r>
              <a:rPr lang="en-US" sz="2300" dirty="0" err="1">
                <a:latin typeface="Arial Black" panose="020B0A04020102020204" pitchFamily="34" charset="0"/>
              </a:rPr>
              <a:t>ary</a:t>
            </a:r>
            <a:r>
              <a:rPr lang="en-US" sz="2300" dirty="0">
                <a:latin typeface="Arial Black" panose="020B0A04020102020204" pitchFamily="34" charset="0"/>
              </a:rPr>
              <a:t> </a:t>
            </a:r>
            <a:r>
              <a:rPr lang="en-US" sz="2300" dirty="0" err="1">
                <a:latin typeface="Arial Black" panose="020B0A04020102020204" pitchFamily="34" charset="0"/>
              </a:rPr>
              <a:t>taranaka</a:t>
            </a:r>
            <a:r>
              <a:rPr lang="en-US" sz="2300" dirty="0">
                <a:latin typeface="Arial Black" panose="020B0A04020102020204" pitchFamily="34" charset="0"/>
              </a:rPr>
              <a:t> </a:t>
            </a:r>
            <a:r>
              <a:rPr lang="en-US" sz="2300" dirty="0" err="1">
                <a:latin typeface="Arial Black" panose="020B0A04020102020204" pitchFamily="34" charset="0"/>
              </a:rPr>
              <a:t>iray</a:t>
            </a:r>
            <a:r>
              <a:rPr lang="en-US" sz="2300" dirty="0">
                <a:latin typeface="Arial Black" panose="020B0A04020102020204" pitchFamily="34" charset="0"/>
              </a:rPr>
              <a:t> </a:t>
            </a:r>
            <a:r>
              <a:rPr lang="en-US" sz="2300" dirty="0" err="1">
                <a:latin typeface="Arial Black" panose="020B0A04020102020204" pitchFamily="34" charset="0"/>
              </a:rPr>
              <a:t>hafa</a:t>
            </a:r>
            <a:r>
              <a:rPr lang="en-US" sz="2300" dirty="0">
                <a:latin typeface="Arial Black" panose="020B0A04020102020204" pitchFamily="34" charset="0"/>
              </a:rPr>
              <a:t> </a:t>
            </a:r>
            <a:r>
              <a:rPr lang="en-US" sz="2300" dirty="0" err="1">
                <a:latin typeface="Arial Black" panose="020B0A04020102020204" pitchFamily="34" charset="0"/>
              </a:rPr>
              <a:t>ihany</a:t>
            </a:r>
            <a:r>
              <a:rPr lang="en-US" sz="2300" dirty="0">
                <a:latin typeface="Arial Black" panose="020B0A04020102020204" pitchFamily="34" charset="0"/>
              </a:rPr>
              <a:t> </a:t>
            </a:r>
            <a:r>
              <a:rPr lang="en-US" sz="2300" dirty="0" err="1">
                <a:latin typeface="Arial Black" panose="020B0A04020102020204" pitchFamily="34" charset="0"/>
              </a:rPr>
              <a:t>koa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Zanaka</a:t>
            </a:r>
            <a:r>
              <a:rPr lang="en-US" sz="2300" dirty="0">
                <a:latin typeface="Arial Black" panose="020B0A04020102020204" pitchFamily="34" charset="0"/>
              </a:rPr>
              <a:t> </a:t>
            </a:r>
            <a:r>
              <a:rPr lang="en-US" sz="2300" dirty="0" err="1">
                <a:latin typeface="Arial Black" panose="020B0A04020102020204" pitchFamily="34" charset="0"/>
              </a:rPr>
              <a:t>tany</a:t>
            </a:r>
            <a:r>
              <a:rPr lang="en-US" sz="2300" dirty="0">
                <a:latin typeface="Arial Black" panose="020B0A04020102020204" pitchFamily="34" charset="0"/>
              </a:rPr>
              <a:t> </a:t>
            </a:r>
            <a:r>
              <a:rPr lang="en-US" sz="2300" dirty="0" err="1">
                <a:latin typeface="Arial Black" panose="020B0A04020102020204" pitchFamily="34" charset="0"/>
              </a:rPr>
              <a:t>Atsinanana</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zanak'i</a:t>
            </a:r>
            <a:r>
              <a:rPr lang="en-US" sz="2300" dirty="0">
                <a:latin typeface="Arial Black" panose="020B0A04020102020204" pitchFamily="34" charset="0"/>
              </a:rPr>
              <a:t> </a:t>
            </a:r>
            <a:r>
              <a:rPr lang="en-US" sz="2300" dirty="0" err="1">
                <a:latin typeface="Arial Black" panose="020B0A04020102020204" pitchFamily="34" charset="0"/>
              </a:rPr>
              <a:t>Hagara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Ketora</a:t>
            </a:r>
            <a:r>
              <a:rPr lang="en-US" sz="2300" dirty="0">
                <a:latin typeface="Arial Black" panose="020B0A04020102020204" pitchFamily="34" charset="0"/>
              </a:rPr>
              <a:t> </a:t>
            </a:r>
            <a:r>
              <a:rPr lang="en-US" sz="2300" dirty="0" err="1">
                <a:latin typeface="Arial Black" panose="020B0A04020102020204" pitchFamily="34" charset="0"/>
              </a:rPr>
              <a:t>izay</a:t>
            </a:r>
            <a:r>
              <a:rPr lang="en-US" sz="2300" dirty="0">
                <a:latin typeface="Arial Black" panose="020B0A04020102020204" pitchFamily="34" charset="0"/>
              </a:rPr>
              <a:t> </a:t>
            </a:r>
            <a:r>
              <a:rPr lang="en-US" sz="2300" dirty="0" err="1">
                <a:latin typeface="Arial Black" panose="020B0A04020102020204" pitchFamily="34" charset="0"/>
              </a:rPr>
              <a:t>nipetraka</a:t>
            </a:r>
            <a:r>
              <a:rPr lang="en-US" sz="2300" dirty="0">
                <a:latin typeface="Arial Black" panose="020B0A04020102020204" pitchFamily="34" charset="0"/>
              </a:rPr>
              <a:t> </a:t>
            </a:r>
            <a:r>
              <a:rPr lang="en-US" sz="2300" dirty="0" err="1">
                <a:latin typeface="Arial Black" panose="020B0A04020102020204" pitchFamily="34" charset="0"/>
              </a:rPr>
              <a:t>tany</a:t>
            </a:r>
            <a:r>
              <a:rPr lang="en-US" sz="2300" dirty="0">
                <a:latin typeface="Arial Black" panose="020B0A04020102020204" pitchFamily="34" charset="0"/>
              </a:rPr>
              <a:t> </a:t>
            </a:r>
            <a:r>
              <a:rPr lang="en-US" sz="2300" dirty="0" err="1">
                <a:latin typeface="Arial Black" panose="020B0A04020102020204" pitchFamily="34" charset="0"/>
              </a:rPr>
              <a:t>atsinanan'ny</a:t>
            </a:r>
            <a:r>
              <a:rPr lang="en-US" sz="2300" dirty="0">
                <a:latin typeface="Arial Black" panose="020B0A04020102020204" pitchFamily="34" charset="0"/>
              </a:rPr>
              <a:t> </a:t>
            </a:r>
            <a:r>
              <a:rPr lang="en-US" sz="2300" dirty="0" err="1">
                <a:latin typeface="Arial Black" panose="020B0A04020102020204" pitchFamily="34" charset="0"/>
              </a:rPr>
              <a:t>toerana</a:t>
            </a:r>
            <a:r>
              <a:rPr lang="en-US" sz="2300" dirty="0">
                <a:latin typeface="Arial Black" panose="020B0A04020102020204" pitchFamily="34" charset="0"/>
              </a:rPr>
              <a:t> </a:t>
            </a:r>
            <a:r>
              <a:rPr lang="en-US" sz="2300" dirty="0" err="1">
                <a:latin typeface="Arial Black" panose="020B0A04020102020204" pitchFamily="34" charset="0"/>
              </a:rPr>
              <a:t>nisy</a:t>
            </a:r>
            <a:r>
              <a:rPr lang="en-US" sz="2300" dirty="0">
                <a:latin typeface="Arial Black" panose="020B0A04020102020204" pitchFamily="34" charset="0"/>
              </a:rPr>
              <a:t>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zanak'i</a:t>
            </a:r>
            <a:r>
              <a:rPr lang="en-US" sz="2300" dirty="0">
                <a:latin typeface="Arial Black" panose="020B0A04020102020204" pitchFamily="34" charset="0"/>
              </a:rPr>
              <a:t> </a:t>
            </a:r>
            <a:r>
              <a:rPr lang="en-US" sz="2300" dirty="0" err="1">
                <a:latin typeface="Arial Black" panose="020B0A04020102020204" pitchFamily="34" charset="0"/>
              </a:rPr>
              <a:t>Saraha</a:t>
            </a:r>
            <a:r>
              <a:rPr lang="en-US" sz="2300" dirty="0">
                <a:latin typeface="Arial Black" panose="020B0A04020102020204" pitchFamily="34" charset="0"/>
              </a:rPr>
              <a:t>). Na </a:t>
            </a:r>
            <a:r>
              <a:rPr lang="en-US" sz="2300" dirty="0" err="1">
                <a:latin typeface="Arial Black" panose="020B0A04020102020204" pitchFamily="34" charset="0"/>
              </a:rPr>
              <a:t>dia</a:t>
            </a:r>
            <a:r>
              <a:rPr lang="en-US" sz="2300" dirty="0">
                <a:latin typeface="Arial Black" panose="020B0A04020102020204" pitchFamily="34" charset="0"/>
              </a:rPr>
              <a:t> </a:t>
            </a:r>
            <a:r>
              <a:rPr lang="en-US" sz="2300" dirty="0" err="1">
                <a:latin typeface="Arial Black" panose="020B0A04020102020204" pitchFamily="34" charset="0"/>
              </a:rPr>
              <a:t>nanana</a:t>
            </a:r>
            <a:r>
              <a:rPr lang="en-US" sz="2300" dirty="0">
                <a:latin typeface="Arial Black" panose="020B0A04020102020204" pitchFamily="34" charset="0"/>
              </a:rPr>
              <a:t> </a:t>
            </a:r>
            <a:r>
              <a:rPr lang="en-US" sz="2300" dirty="0" err="1">
                <a:latin typeface="Arial Black" panose="020B0A04020102020204" pitchFamily="34" charset="0"/>
              </a:rPr>
              <a:t>drafi-pamonjena</a:t>
            </a:r>
            <a:r>
              <a:rPr lang="en-US" sz="2300" dirty="0">
                <a:latin typeface="Arial Black" panose="020B0A04020102020204" pitchFamily="34" charset="0"/>
              </a:rPr>
              <a:t> </a:t>
            </a:r>
            <a:r>
              <a:rPr lang="en-US" sz="2300" dirty="0" err="1">
                <a:latin typeface="Arial Black" panose="020B0A04020102020204" pitchFamily="34" charset="0"/>
              </a:rPr>
              <a:t>goavana</a:t>
            </a:r>
            <a:r>
              <a:rPr lang="en-US" sz="2300" dirty="0">
                <a:latin typeface="Arial Black" panose="020B0A04020102020204" pitchFamily="34" charset="0"/>
              </a:rPr>
              <a:t> </a:t>
            </a:r>
            <a:r>
              <a:rPr lang="en-US" sz="2300" dirty="0" err="1">
                <a:latin typeface="Arial Black" panose="020B0A04020102020204" pitchFamily="34" charset="0"/>
              </a:rPr>
              <a:t>sy</a:t>
            </a:r>
            <a:r>
              <a:rPr lang="en-US" sz="2300" dirty="0">
                <a:latin typeface="Arial Black" panose="020B0A04020102020204" pitchFamily="34" charset="0"/>
              </a:rPr>
              <a:t> </a:t>
            </a:r>
            <a:r>
              <a:rPr lang="en-US" sz="2300" dirty="0" err="1">
                <a:latin typeface="Arial Black" panose="020B0A04020102020204" pitchFamily="34" charset="0"/>
              </a:rPr>
              <a:t>mahakasika</a:t>
            </a:r>
            <a:r>
              <a:rPr lang="en-US" sz="2300" dirty="0">
                <a:latin typeface="Arial Black" panose="020B0A04020102020204" pitchFamily="34" charset="0"/>
              </a:rPr>
              <a:t> </a:t>
            </a:r>
            <a:r>
              <a:rPr lang="en-US" sz="2300" dirty="0" err="1">
                <a:latin typeface="Arial Black" panose="020B0A04020102020204" pitchFamily="34" charset="0"/>
              </a:rPr>
              <a:t>izao</a:t>
            </a:r>
            <a:r>
              <a:rPr lang="en-US" sz="2300" dirty="0">
                <a:latin typeface="Arial Black" panose="020B0A04020102020204" pitchFamily="34" charset="0"/>
              </a:rPr>
              <a:t> </a:t>
            </a:r>
            <a:r>
              <a:rPr lang="en-US" sz="2300" dirty="0" err="1">
                <a:latin typeface="Arial Black" panose="020B0A04020102020204" pitchFamily="34" charset="0"/>
              </a:rPr>
              <a:t>tontolo</a:t>
            </a:r>
            <a:r>
              <a:rPr lang="en-US" sz="2300" dirty="0">
                <a:latin typeface="Arial Black" panose="020B0A04020102020204" pitchFamily="34" charset="0"/>
              </a:rPr>
              <a:t> </a:t>
            </a:r>
            <a:r>
              <a:rPr lang="en-US" sz="2300" dirty="0" err="1">
                <a:latin typeface="Arial Black" panose="020B0A04020102020204" pitchFamily="34" charset="0"/>
              </a:rPr>
              <a:t>izao</a:t>
            </a:r>
            <a:r>
              <a:rPr lang="en-US" sz="2300" dirty="0">
                <a:latin typeface="Arial Black" panose="020B0A04020102020204" pitchFamily="34" charset="0"/>
              </a:rPr>
              <a:t>, ho </a:t>
            </a:r>
            <a:r>
              <a:rPr lang="en-US" sz="2300" dirty="0" err="1">
                <a:latin typeface="Arial Black" panose="020B0A04020102020204" pitchFamily="34" charset="0"/>
              </a:rPr>
              <a:t>tanterahana</a:t>
            </a:r>
            <a:r>
              <a:rPr lang="en-US" sz="2300" dirty="0">
                <a:latin typeface="Arial Black" panose="020B0A04020102020204" pitchFamily="34" charset="0"/>
              </a:rPr>
              <a:t> </a:t>
            </a:r>
            <a:r>
              <a:rPr lang="en-US" sz="2300" dirty="0" err="1">
                <a:latin typeface="Arial Black" panose="020B0A04020102020204" pitchFamily="34" charset="0"/>
              </a:rPr>
              <a:t>amin'ny</a:t>
            </a:r>
            <a:r>
              <a:rPr lang="en-US" sz="2300" dirty="0">
                <a:latin typeface="Arial Black" panose="020B0A04020102020204" pitchFamily="34" charset="0"/>
              </a:rPr>
              <a:t> </a:t>
            </a:r>
            <a:r>
              <a:rPr lang="en-US" sz="2300" dirty="0" err="1">
                <a:latin typeface="Arial Black" panose="020B0A04020102020204" pitchFamily="34" charset="0"/>
              </a:rPr>
              <a:t>alalan'Isaka</a:t>
            </a:r>
            <a:r>
              <a:rPr lang="en-US" sz="2300" dirty="0">
                <a:latin typeface="Arial Black" panose="020B0A04020102020204" pitchFamily="34" charset="0"/>
              </a:rPr>
              <a:t> </a:t>
            </a:r>
            <a:r>
              <a:rPr lang="en-US" sz="2300" dirty="0" err="1">
                <a:latin typeface="Arial Black" panose="020B0A04020102020204" pitchFamily="34" charset="0"/>
              </a:rPr>
              <a:t>aza</a:t>
            </a:r>
            <a:r>
              <a:rPr lang="en-US" sz="2300" dirty="0">
                <a:latin typeface="Arial Black" panose="020B0A04020102020204" pitchFamily="34" charset="0"/>
              </a:rPr>
              <a:t> </a:t>
            </a:r>
            <a:r>
              <a:rPr lang="en-US" sz="2300" dirty="0" err="1">
                <a:latin typeface="Arial Black" panose="020B0A04020102020204" pitchFamily="34" charset="0"/>
              </a:rPr>
              <a:t>Andriamanitra</a:t>
            </a:r>
            <a:r>
              <a:rPr lang="en-US" sz="2300" dirty="0">
                <a:latin typeface="Arial Black" panose="020B0A04020102020204" pitchFamily="34" charset="0"/>
              </a:rPr>
              <a:t>, </a:t>
            </a:r>
            <a:r>
              <a:rPr lang="en-US" sz="2300" dirty="0" err="1">
                <a:latin typeface="Arial Black" panose="020B0A04020102020204" pitchFamily="34" charset="0"/>
              </a:rPr>
              <a:t>dia</a:t>
            </a:r>
            <a:r>
              <a:rPr lang="en-US" sz="2300" dirty="0">
                <a:latin typeface="Arial Black" panose="020B0A04020102020204" pitchFamily="34" charset="0"/>
              </a:rPr>
              <a:t> manana </a:t>
            </a:r>
            <a:r>
              <a:rPr lang="en-US" sz="2300" dirty="0" err="1">
                <a:latin typeface="Arial Black" panose="020B0A04020102020204" pitchFamily="34" charset="0"/>
              </a:rPr>
              <a:t>ny</a:t>
            </a:r>
            <a:r>
              <a:rPr lang="en-US" sz="2300" dirty="0">
                <a:latin typeface="Arial Black" panose="020B0A04020102020204" pitchFamily="34" charset="0"/>
              </a:rPr>
              <a:t> </a:t>
            </a:r>
            <a:r>
              <a:rPr lang="en-US" sz="2300" dirty="0" err="1">
                <a:latin typeface="Arial Black" panose="020B0A04020102020204" pitchFamily="34" charset="0"/>
              </a:rPr>
              <a:t>anjara</a:t>
            </a:r>
            <a:r>
              <a:rPr lang="en-US" sz="2300" dirty="0">
                <a:latin typeface="Arial Black" panose="020B0A04020102020204" pitchFamily="34" charset="0"/>
              </a:rPr>
              <a:t> </a:t>
            </a:r>
            <a:r>
              <a:rPr lang="en-US" sz="2300" dirty="0" err="1">
                <a:latin typeface="Arial Black" panose="020B0A04020102020204" pitchFamily="34" charset="0"/>
              </a:rPr>
              <a:t>toerany</a:t>
            </a:r>
            <a:r>
              <a:rPr lang="en-US" sz="2300" dirty="0">
                <a:latin typeface="Arial Black" panose="020B0A04020102020204" pitchFamily="34" charset="0"/>
              </a:rPr>
              <a:t> </a:t>
            </a:r>
            <a:r>
              <a:rPr lang="en-US" sz="2300" dirty="0" err="1">
                <a:latin typeface="Arial Black" panose="020B0A04020102020204" pitchFamily="34" charset="0"/>
              </a:rPr>
              <a:t>ao</a:t>
            </a:r>
            <a:r>
              <a:rPr lang="en-US" sz="2300" dirty="0">
                <a:latin typeface="Arial Black" panose="020B0A04020102020204" pitchFamily="34" charset="0"/>
              </a:rPr>
              <a:t> </a:t>
            </a:r>
            <a:r>
              <a:rPr lang="en-US" sz="2300" dirty="0" err="1">
                <a:latin typeface="Arial Black" panose="020B0A04020102020204" pitchFamily="34" charset="0"/>
              </a:rPr>
              <a:t>anatin'io</a:t>
            </a:r>
            <a:r>
              <a:rPr lang="en-US" sz="2300" dirty="0">
                <a:latin typeface="Arial Black" panose="020B0A04020102020204" pitchFamily="34" charset="0"/>
              </a:rPr>
              <a:t> </a:t>
            </a:r>
            <a:r>
              <a:rPr lang="en-US" sz="2300" dirty="0" err="1">
                <a:latin typeface="Arial Black" panose="020B0A04020102020204" pitchFamily="34" charset="0"/>
              </a:rPr>
              <a:t>drafitr'Andriamanitra</a:t>
            </a:r>
            <a:r>
              <a:rPr lang="en-US" sz="2300" dirty="0">
                <a:latin typeface="Arial Black" panose="020B0A04020102020204" pitchFamily="34" charset="0"/>
              </a:rPr>
              <a:t> </a:t>
            </a:r>
            <a:r>
              <a:rPr lang="en-US" sz="2300" dirty="0" err="1">
                <a:latin typeface="Arial Black" panose="020B0A04020102020204" pitchFamily="34" charset="0"/>
              </a:rPr>
              <a:t>io</a:t>
            </a:r>
            <a:r>
              <a:rPr lang="en-US" sz="2300" dirty="0">
                <a:latin typeface="Arial Black" panose="020B0A04020102020204" pitchFamily="34" charset="0"/>
              </a:rPr>
              <a:t> </a:t>
            </a:r>
            <a:r>
              <a:rPr lang="en-US" sz="2300" dirty="0" err="1">
                <a:latin typeface="Arial Black" panose="020B0A04020102020204" pitchFamily="34" charset="0"/>
              </a:rPr>
              <a:t>ihany</a:t>
            </a:r>
            <a:r>
              <a:rPr lang="en-US" sz="2300" dirty="0">
                <a:latin typeface="Arial Black" panose="020B0A04020102020204" pitchFamily="34" charset="0"/>
              </a:rPr>
              <a:t> </a:t>
            </a:r>
            <a:r>
              <a:rPr lang="en-US" sz="2300" dirty="0" err="1">
                <a:latin typeface="Arial Black" panose="020B0A04020102020204" pitchFamily="34" charset="0"/>
              </a:rPr>
              <a:t>koa</a:t>
            </a:r>
            <a:r>
              <a:rPr lang="en-US" sz="2300" dirty="0">
                <a:latin typeface="Arial Black" panose="020B0A04020102020204" pitchFamily="34" charset="0"/>
              </a:rPr>
              <a:t> </a:t>
            </a:r>
            <a:r>
              <a:rPr lang="en-US" sz="2300" dirty="0" err="1">
                <a:latin typeface="Arial Black" panose="020B0A04020102020204" pitchFamily="34" charset="0"/>
              </a:rPr>
              <a:t>ireo</a:t>
            </a:r>
            <a:r>
              <a:rPr lang="en-US" sz="2300" dirty="0">
                <a:latin typeface="Arial Black" panose="020B0A04020102020204" pitchFamily="34" charset="0"/>
              </a:rPr>
              <a:t> </a:t>
            </a:r>
            <a:r>
              <a:rPr lang="en-US" sz="2300" dirty="0" err="1">
                <a:latin typeface="Arial Black" panose="020B0A04020102020204" pitchFamily="34" charset="0"/>
              </a:rPr>
              <a:t>zanaka</a:t>
            </a:r>
            <a:r>
              <a:rPr lang="en-US" sz="2300" dirty="0">
                <a:latin typeface="Arial Black" panose="020B0A04020102020204" pitchFamily="34" charset="0"/>
              </a:rPr>
              <a:t> </a:t>
            </a:r>
            <a:r>
              <a:rPr lang="en-US" sz="2300" dirty="0" err="1">
                <a:latin typeface="Arial Black" panose="020B0A04020102020204" pitchFamily="34" charset="0"/>
              </a:rPr>
              <a:t>tany</a:t>
            </a:r>
            <a:r>
              <a:rPr lang="en-US" sz="2300" dirty="0">
                <a:latin typeface="Arial Black" panose="020B0A04020102020204" pitchFamily="34" charset="0"/>
              </a:rPr>
              <a:t> </a:t>
            </a:r>
            <a:r>
              <a:rPr lang="en-US" sz="2300" dirty="0" err="1">
                <a:latin typeface="Arial Black" panose="020B0A04020102020204" pitchFamily="34" charset="0"/>
              </a:rPr>
              <a:t>Atsinanana</a:t>
            </a:r>
            <a:r>
              <a:rPr lang="en-US" sz="2300" dirty="0">
                <a:latin typeface="Arial Black" panose="020B0A04020102020204" pitchFamily="34" charset="0"/>
              </a:rPr>
              <a:t>. </a:t>
            </a:r>
          </a:p>
        </p:txBody>
      </p:sp>
    </p:spTree>
    <p:extLst>
      <p:ext uri="{BB962C8B-B14F-4D97-AF65-F5344CB8AC3E}">
        <p14:creationId xmlns:p14="http://schemas.microsoft.com/office/powerpoint/2010/main" val="39966048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5760" y="166249"/>
            <a:ext cx="11403873" cy="1515197"/>
          </a:xfrm>
        </p:spPr>
        <p:txBody>
          <a:bodyPr/>
          <a:lstStyle/>
          <a:p>
            <a:pPr algn="ctr"/>
            <a:r>
              <a:rPr lang="fr-FR" dirty="0">
                <a:latin typeface="Arial Black" panose="020B0A04020102020204" pitchFamily="34" charset="0"/>
              </a:rPr>
              <a:t>Samy </a:t>
            </a:r>
            <a:r>
              <a:rPr lang="fr-FR" dirty="0" err="1">
                <a:latin typeface="Arial Black" panose="020B0A04020102020204" pitchFamily="34" charset="0"/>
              </a:rPr>
              <a:t>nanana</a:t>
            </a:r>
            <a:r>
              <a:rPr lang="fr-FR" dirty="0">
                <a:latin typeface="Arial Black" panose="020B0A04020102020204" pitchFamily="34" charset="0"/>
              </a:rPr>
              <a:t> </a:t>
            </a:r>
            <a:r>
              <a:rPr lang="fr-FR" dirty="0" err="1">
                <a:latin typeface="Arial Black" panose="020B0A04020102020204" pitchFamily="34" charset="0"/>
              </a:rPr>
              <a:t>foko</a:t>
            </a:r>
            <a:r>
              <a:rPr lang="fr-FR" dirty="0">
                <a:latin typeface="Arial Black" panose="020B0A04020102020204" pitchFamily="34" charset="0"/>
              </a:rPr>
              <a:t> 12 </a:t>
            </a:r>
            <a:r>
              <a:rPr lang="fr-FR" dirty="0" err="1">
                <a:latin typeface="Arial Black" panose="020B0A04020102020204" pitchFamily="34" charset="0"/>
              </a:rPr>
              <a:t>ve</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taranaka</a:t>
            </a:r>
            <a:r>
              <a:rPr lang="fr-FR" dirty="0">
                <a:latin typeface="Arial Black" panose="020B0A04020102020204" pitchFamily="34" charset="0"/>
              </a:rPr>
              <a:t> </a:t>
            </a:r>
            <a:r>
              <a:rPr lang="fr-FR" dirty="0" err="1">
                <a:latin typeface="Arial Black" panose="020B0A04020102020204" pitchFamily="34" charset="0"/>
              </a:rPr>
              <a:t>roa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a:t>
            </a:r>
          </a:p>
        </p:txBody>
      </p:sp>
      <p:sp>
        <p:nvSpPr>
          <p:cNvPr id="3" name="Espace réservé du contenu 2"/>
          <p:cNvSpPr>
            <a:spLocks noGrp="1"/>
          </p:cNvSpPr>
          <p:nvPr>
            <p:ph idx="1"/>
          </p:nvPr>
        </p:nvSpPr>
        <p:spPr>
          <a:xfrm>
            <a:off x="165660" y="1501342"/>
            <a:ext cx="11804072" cy="5204258"/>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dirty="0" err="1">
                <a:latin typeface="Arial Black" panose="020B0A04020102020204" pitchFamily="34" charset="0"/>
              </a:rPr>
              <a:t>Fantatsika</a:t>
            </a:r>
            <a:r>
              <a:rPr lang="fr-FR" dirty="0">
                <a:latin typeface="Arial Black" panose="020B0A04020102020204" pitchFamily="34" charset="0"/>
              </a:rPr>
              <a:t> fa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foko</a:t>
            </a:r>
            <a:r>
              <a:rPr lang="fr-FR" dirty="0">
                <a:latin typeface="Arial Black" panose="020B0A04020102020204" pitchFamily="34" charset="0"/>
              </a:rPr>
              <a:t> 12 </a:t>
            </a:r>
            <a:r>
              <a:rPr lang="fr-FR" dirty="0" err="1">
                <a:latin typeface="Arial Black" panose="020B0A04020102020204" pitchFamily="34" charset="0"/>
              </a:rPr>
              <a:t>nananany</a:t>
            </a:r>
            <a:r>
              <a:rPr lang="fr-FR" dirty="0">
                <a:latin typeface="Arial Black" panose="020B0A04020102020204" pitchFamily="34" charset="0"/>
              </a:rPr>
              <a:t> no </a:t>
            </a:r>
            <a:r>
              <a:rPr lang="fr-FR" dirty="0" err="1">
                <a:latin typeface="Arial Black" panose="020B0A04020102020204" pitchFamily="34" charset="0"/>
              </a:rPr>
              <a:t>tena</a:t>
            </a:r>
            <a:r>
              <a:rPr lang="fr-FR" dirty="0">
                <a:latin typeface="Arial Black" panose="020B0A04020102020204" pitchFamily="34" charset="0"/>
              </a:rPr>
              <a:t> </a:t>
            </a:r>
            <a:r>
              <a:rPr lang="fr-FR" dirty="0" err="1">
                <a:latin typeface="Arial Black" panose="020B0A04020102020204" pitchFamily="34" charset="0"/>
              </a:rPr>
              <a:t>nahalalana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taranak'Isaka</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amin'i</a:t>
            </a:r>
            <a:r>
              <a:rPr lang="fr-FR" dirty="0">
                <a:latin typeface="Arial Black" panose="020B0A04020102020204" pitchFamily="34" charset="0"/>
              </a:rPr>
              <a:t> </a:t>
            </a:r>
            <a:r>
              <a:rPr lang="fr-FR" dirty="0" err="1">
                <a:latin typeface="Arial Black" panose="020B0A04020102020204" pitchFamily="34" charset="0"/>
              </a:rPr>
              <a:t>Jakoba</a:t>
            </a:r>
            <a:r>
              <a:rPr lang="fr-FR" dirty="0">
                <a:latin typeface="Arial Black" panose="020B0A04020102020204" pitchFamily="34" charset="0"/>
              </a:rPr>
              <a:t>. </a:t>
            </a:r>
            <a:r>
              <a:rPr lang="fr-FR" dirty="0" err="1">
                <a:latin typeface="Arial Black" panose="020B0A04020102020204" pitchFamily="34" charset="0"/>
              </a:rPr>
              <a:t>Tahaka</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no </a:t>
            </a:r>
            <a:r>
              <a:rPr lang="fr-FR" dirty="0" err="1">
                <a:latin typeface="Arial Black" panose="020B0A04020102020204" pitchFamily="34" charset="0"/>
              </a:rPr>
              <a:t>navelan'Andriamanitra</a:t>
            </a:r>
            <a:r>
              <a:rPr lang="fr-FR" dirty="0">
                <a:latin typeface="Arial Black" panose="020B0A04020102020204" pitchFamily="34" charset="0"/>
              </a:rPr>
              <a:t> </a:t>
            </a:r>
            <a:r>
              <a:rPr lang="fr-FR" dirty="0" err="1">
                <a:latin typeface="Arial Black" panose="020B0A04020102020204" pitchFamily="34" charset="0"/>
              </a:rPr>
              <a:t>nitranga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taranak'Isimaela</a:t>
            </a:r>
            <a:r>
              <a:rPr lang="fr-FR" dirty="0">
                <a:latin typeface="Arial Black" panose="020B0A04020102020204" pitchFamily="34" charset="0"/>
              </a:rPr>
              <a:t>. </a:t>
            </a:r>
            <a:r>
              <a:rPr lang="fr-FR" dirty="0" err="1">
                <a:latin typeface="Arial Black" panose="020B0A04020102020204" pitchFamily="34" charset="0"/>
              </a:rPr>
              <a:t>Foko</a:t>
            </a:r>
            <a:r>
              <a:rPr lang="fr-FR" dirty="0">
                <a:latin typeface="Arial Black" panose="020B0A04020102020204" pitchFamily="34" charset="0"/>
              </a:rPr>
              <a:t> 12 </a:t>
            </a:r>
            <a:r>
              <a:rPr lang="fr-FR" dirty="0" err="1">
                <a:latin typeface="Arial Black" panose="020B0A04020102020204" pitchFamily="34" charset="0"/>
              </a:rPr>
              <a:t>mihitsy</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hita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solidFill>
                  <a:srgbClr val="FFFF00"/>
                </a:solidFill>
                <a:latin typeface="Arial Black" panose="020B0A04020102020204" pitchFamily="34" charset="0"/>
              </a:rPr>
              <a:t>Genesisy</a:t>
            </a:r>
            <a:r>
              <a:rPr lang="fr-FR" dirty="0">
                <a:solidFill>
                  <a:srgbClr val="FFFF00"/>
                </a:solidFill>
                <a:latin typeface="Arial Black" panose="020B0A04020102020204" pitchFamily="34" charset="0"/>
              </a:rPr>
              <a:t> 25:13-16. </a:t>
            </a:r>
          </a:p>
          <a:p>
            <a:r>
              <a:rPr lang="fr-FR" dirty="0">
                <a:latin typeface="Arial Black" panose="020B0A04020102020204" pitchFamily="34" charset="0"/>
              </a:rPr>
              <a:t>	"Izao no </a:t>
            </a:r>
            <a:r>
              <a:rPr lang="fr-FR" dirty="0" err="1">
                <a:latin typeface="Arial Black" panose="020B0A04020102020204" pitchFamily="34" charset="0"/>
              </a:rPr>
              <a:t>anaran'ny</a:t>
            </a:r>
            <a:r>
              <a:rPr lang="fr-FR" dirty="0">
                <a:latin typeface="Arial Black" panose="020B0A04020102020204" pitchFamily="34" charset="0"/>
              </a:rPr>
              <a:t> </a:t>
            </a:r>
            <a:r>
              <a:rPr lang="fr-FR" dirty="0" err="1">
                <a:latin typeface="Arial Black" panose="020B0A04020102020204" pitchFamily="34" charset="0"/>
              </a:rPr>
              <a:t>zanakalahin'Isimaela</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anarany</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taranany</a:t>
            </a:r>
            <a:r>
              <a:rPr lang="fr-FR" dirty="0">
                <a:latin typeface="Arial Black" panose="020B0A04020102020204" pitchFamily="34" charset="0"/>
              </a:rPr>
              <a:t>: </a:t>
            </a:r>
            <a:r>
              <a:rPr lang="fr-FR" dirty="0" err="1" smtClean="0">
                <a:latin typeface="Arial Black" panose="020B0A04020102020204" pitchFamily="34" charset="0"/>
              </a:rPr>
              <a:t>Nebaiota</a:t>
            </a:r>
            <a:r>
              <a:rPr lang="fr-FR" dirty="0">
                <a:latin typeface="Arial Black" panose="020B0A04020102020204" pitchFamily="34" charset="0"/>
              </a:rPr>
              <a:t>, </a:t>
            </a:r>
            <a:r>
              <a:rPr lang="fr-FR" dirty="0" err="1">
                <a:latin typeface="Arial Black" panose="020B0A04020102020204" pitchFamily="34" charset="0"/>
              </a:rPr>
              <a:t>lahimatoan'Isimaela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Kedara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Adbela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Mibsama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Misma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smtClean="0">
                <a:latin typeface="Arial Black" panose="020B0A04020102020204" pitchFamily="34" charset="0"/>
              </a:rPr>
              <a:t>Doma</a:t>
            </a:r>
            <a:r>
              <a:rPr lang="fr-FR" dirty="0" smtClean="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Masa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Hadada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Tema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Jetora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Nafisy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Kedema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smtClean="0">
                <a:latin typeface="Arial Black" panose="020B0A04020102020204" pitchFamily="34" charset="0"/>
              </a:rPr>
              <a:t>nozanakalahin'Isimaela</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no </a:t>
            </a:r>
            <a:r>
              <a:rPr lang="fr-FR" dirty="0" err="1">
                <a:latin typeface="Arial Black" panose="020B0A04020102020204" pitchFamily="34" charset="0"/>
              </a:rPr>
              <a:t>anarany</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vohiny</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tobiny</a:t>
            </a:r>
            <a:r>
              <a:rPr lang="fr-FR" dirty="0">
                <a:latin typeface="Arial Black" panose="020B0A04020102020204" pitchFamily="34" charset="0"/>
              </a:rPr>
              <a:t>, dia </a:t>
            </a:r>
            <a:r>
              <a:rPr lang="fr-FR" dirty="0" err="1" smtClean="0">
                <a:solidFill>
                  <a:srgbClr val="FF0000"/>
                </a:solidFill>
                <a:latin typeface="Arial Black" panose="020B0A04020102020204" pitchFamily="34" charset="0"/>
              </a:rPr>
              <a:t>andriana</a:t>
            </a:r>
            <a:r>
              <a:rPr lang="fr-FR" dirty="0" smtClean="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roa</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ambin'ny</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folo</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araka</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ny</a:t>
            </a:r>
            <a:r>
              <a:rPr lang="fr-FR" dirty="0">
                <a:solidFill>
                  <a:srgbClr val="FF0000"/>
                </a:solidFill>
                <a:latin typeface="Arial Black" panose="020B0A04020102020204" pitchFamily="34" charset="0"/>
              </a:rPr>
              <a:t> </a:t>
            </a:r>
            <a:r>
              <a:rPr lang="fr-FR" dirty="0" err="1">
                <a:solidFill>
                  <a:srgbClr val="FF0000"/>
                </a:solidFill>
                <a:latin typeface="Arial Black" panose="020B0A04020102020204" pitchFamily="34" charset="0"/>
              </a:rPr>
              <a:t>fireneny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25:13-16</a:t>
            </a:r>
          </a:p>
          <a:p>
            <a:endParaRPr lang="fr-FR" dirty="0">
              <a:latin typeface="Arial Black" panose="020B0A04020102020204" pitchFamily="34" charset="0"/>
            </a:endParaRPr>
          </a:p>
        </p:txBody>
      </p:sp>
    </p:spTree>
    <p:extLst>
      <p:ext uri="{BB962C8B-B14F-4D97-AF65-F5344CB8AC3E}">
        <p14:creationId xmlns:p14="http://schemas.microsoft.com/office/powerpoint/2010/main" val="11874869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D0D5D812-157B-5D4C-A6A1-29C58D87A603}"/>
              </a:ext>
            </a:extLst>
          </p:cNvPr>
          <p:cNvSpPr>
            <a:spLocks noGrp="1" noChangeArrowheads="1"/>
          </p:cNvSpPr>
          <p:nvPr>
            <p:ph type="title"/>
          </p:nvPr>
        </p:nvSpPr>
        <p:spPr>
          <a:xfrm>
            <a:off x="2408109" y="519101"/>
            <a:ext cx="7772400" cy="1143000"/>
          </a:xfrm>
        </p:spPr>
        <p:txBody>
          <a:bodyPr/>
          <a:lstStyle/>
          <a:p>
            <a:pPr algn="ctr"/>
            <a:r>
              <a:rPr lang="en-US" altLang="en-US" dirty="0">
                <a:solidFill>
                  <a:srgbClr val="FF0000"/>
                </a:solidFill>
                <a:ea typeface="ＭＳ Ｐゴシック" panose="020B0600070205080204" pitchFamily="34" charset="-128"/>
              </a:rPr>
              <a:t>Ishmael</a:t>
            </a:r>
            <a:r>
              <a:rPr lang="ja-JP" altLang="en-US">
                <a:solidFill>
                  <a:srgbClr val="FF0000"/>
                </a:solidFill>
                <a:ea typeface="ＭＳ Ｐゴシック" panose="020B0600070205080204" pitchFamily="34" charset="-128"/>
              </a:rPr>
              <a:t>’</a:t>
            </a:r>
            <a:r>
              <a:rPr lang="en-US" altLang="ja-JP" dirty="0">
                <a:solidFill>
                  <a:srgbClr val="FF0000"/>
                </a:solidFill>
                <a:ea typeface="ＭＳ Ｐゴシック" panose="020B0600070205080204" pitchFamily="34" charset="-128"/>
              </a:rPr>
              <a:t>s 12 Princes</a:t>
            </a:r>
            <a:endParaRPr lang="en-US" altLang="en-US" dirty="0">
              <a:solidFill>
                <a:srgbClr val="FF0000"/>
              </a:solidFill>
              <a:ea typeface="ＭＳ Ｐゴシック" panose="020B0600070205080204" pitchFamily="34" charset="-128"/>
            </a:endParaRPr>
          </a:p>
        </p:txBody>
      </p:sp>
      <p:sp>
        <p:nvSpPr>
          <p:cNvPr id="27650" name="Rectangle 4">
            <a:extLst>
              <a:ext uri="{FF2B5EF4-FFF2-40B4-BE49-F238E27FC236}">
                <a16:creationId xmlns:a16="http://schemas.microsoft.com/office/drawing/2014/main" id="{3B276CB3-80C9-2649-94DC-FE5EF74DB871}"/>
              </a:ext>
            </a:extLst>
          </p:cNvPr>
          <p:cNvSpPr>
            <a:spLocks noChangeArrowheads="1"/>
          </p:cNvSpPr>
          <p:nvPr/>
        </p:nvSpPr>
        <p:spPr bwMode="auto">
          <a:xfrm>
            <a:off x="1586386" y="1965946"/>
            <a:ext cx="1066800" cy="1066800"/>
          </a:xfrm>
          <a:prstGeom prst="rect">
            <a:avLst/>
          </a:prstGeom>
          <a:solidFill>
            <a:srgbClr val="CC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b="1" dirty="0">
                <a:solidFill>
                  <a:srgbClr val="CC3300"/>
                </a:solidFill>
              </a:rPr>
              <a:t>Ishmael</a:t>
            </a:r>
          </a:p>
        </p:txBody>
      </p:sp>
      <p:sp>
        <p:nvSpPr>
          <p:cNvPr id="27651" name="Oval 5">
            <a:extLst>
              <a:ext uri="{FF2B5EF4-FFF2-40B4-BE49-F238E27FC236}">
                <a16:creationId xmlns:a16="http://schemas.microsoft.com/office/drawing/2014/main" id="{3861070D-6449-7948-8E05-963E1AC1BDDA}"/>
              </a:ext>
            </a:extLst>
          </p:cNvPr>
          <p:cNvSpPr>
            <a:spLocks noChangeArrowheads="1"/>
          </p:cNvSpPr>
          <p:nvPr/>
        </p:nvSpPr>
        <p:spPr bwMode="auto">
          <a:xfrm>
            <a:off x="9803027" y="1965946"/>
            <a:ext cx="1066800" cy="1066800"/>
          </a:xfrm>
          <a:prstGeom prst="ellipse">
            <a:avLst/>
          </a:prstGeom>
          <a:solidFill>
            <a:srgbClr val="CCCC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200" b="1" dirty="0">
                <a:solidFill>
                  <a:srgbClr val="CC3300"/>
                </a:solidFill>
              </a:rPr>
              <a:t>(Egyptian)</a:t>
            </a:r>
          </a:p>
        </p:txBody>
      </p:sp>
      <p:sp>
        <p:nvSpPr>
          <p:cNvPr id="27652" name="Line 7">
            <a:extLst>
              <a:ext uri="{FF2B5EF4-FFF2-40B4-BE49-F238E27FC236}">
                <a16:creationId xmlns:a16="http://schemas.microsoft.com/office/drawing/2014/main" id="{06DE300B-F798-344F-A1E6-4AD63E1CBCEC}"/>
              </a:ext>
            </a:extLst>
          </p:cNvPr>
          <p:cNvSpPr>
            <a:spLocks noChangeShapeType="1"/>
          </p:cNvSpPr>
          <p:nvPr/>
        </p:nvSpPr>
        <p:spPr bwMode="auto">
          <a:xfrm>
            <a:off x="2667000" y="2627870"/>
            <a:ext cx="7010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53" name="Rectangle 19">
            <a:extLst>
              <a:ext uri="{FF2B5EF4-FFF2-40B4-BE49-F238E27FC236}">
                <a16:creationId xmlns:a16="http://schemas.microsoft.com/office/drawing/2014/main" id="{699F77A5-0AD3-A345-A036-7B5AE2E36FE9}"/>
              </a:ext>
            </a:extLst>
          </p:cNvPr>
          <p:cNvSpPr>
            <a:spLocks noChangeArrowheads="1"/>
          </p:cNvSpPr>
          <p:nvPr/>
        </p:nvSpPr>
        <p:spPr bwMode="auto">
          <a:xfrm>
            <a:off x="2270125" y="3189288"/>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Nebajoth</a:t>
            </a:r>
            <a:endParaRPr lang="en-US" altLang="en-US" dirty="0"/>
          </a:p>
        </p:txBody>
      </p:sp>
      <p:sp>
        <p:nvSpPr>
          <p:cNvPr id="27654" name="Rectangle 20">
            <a:extLst>
              <a:ext uri="{FF2B5EF4-FFF2-40B4-BE49-F238E27FC236}">
                <a16:creationId xmlns:a16="http://schemas.microsoft.com/office/drawing/2014/main" id="{D62C4186-2DA6-3D4B-A350-EA9FCCBD9552}"/>
              </a:ext>
            </a:extLst>
          </p:cNvPr>
          <p:cNvSpPr>
            <a:spLocks noChangeArrowheads="1"/>
          </p:cNvSpPr>
          <p:nvPr/>
        </p:nvSpPr>
        <p:spPr bwMode="auto">
          <a:xfrm>
            <a:off x="3581400" y="3202385"/>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Adbeel</a:t>
            </a:r>
            <a:endParaRPr lang="en-US" altLang="en-US" dirty="0"/>
          </a:p>
        </p:txBody>
      </p:sp>
      <p:sp>
        <p:nvSpPr>
          <p:cNvPr id="27655" name="Rectangle 21">
            <a:extLst>
              <a:ext uri="{FF2B5EF4-FFF2-40B4-BE49-F238E27FC236}">
                <a16:creationId xmlns:a16="http://schemas.microsoft.com/office/drawing/2014/main" id="{A653BAB2-BF69-8C4F-84F2-AFD94ABACD3B}"/>
              </a:ext>
            </a:extLst>
          </p:cNvPr>
          <p:cNvSpPr>
            <a:spLocks noChangeArrowheads="1"/>
          </p:cNvSpPr>
          <p:nvPr/>
        </p:nvSpPr>
        <p:spPr bwMode="auto">
          <a:xfrm>
            <a:off x="5993027" y="3202385"/>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a:t>Massa</a:t>
            </a:r>
          </a:p>
        </p:txBody>
      </p:sp>
      <p:sp>
        <p:nvSpPr>
          <p:cNvPr id="27656" name="Rectangle 22">
            <a:extLst>
              <a:ext uri="{FF2B5EF4-FFF2-40B4-BE49-F238E27FC236}">
                <a16:creationId xmlns:a16="http://schemas.microsoft.com/office/drawing/2014/main" id="{91E6E343-70F0-794B-8DDC-BA82F03A47F8}"/>
              </a:ext>
            </a:extLst>
          </p:cNvPr>
          <p:cNvSpPr>
            <a:spLocks noChangeArrowheads="1"/>
          </p:cNvSpPr>
          <p:nvPr/>
        </p:nvSpPr>
        <p:spPr bwMode="auto">
          <a:xfrm>
            <a:off x="4734697" y="3202385"/>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Mishma</a:t>
            </a:r>
          </a:p>
        </p:txBody>
      </p:sp>
      <p:sp>
        <p:nvSpPr>
          <p:cNvPr id="27657" name="Rectangle 23">
            <a:extLst>
              <a:ext uri="{FF2B5EF4-FFF2-40B4-BE49-F238E27FC236}">
                <a16:creationId xmlns:a16="http://schemas.microsoft.com/office/drawing/2014/main" id="{C0F03BBA-C1AD-7B42-B64D-D092A94AC968}"/>
              </a:ext>
            </a:extLst>
          </p:cNvPr>
          <p:cNvSpPr>
            <a:spLocks noChangeArrowheads="1"/>
          </p:cNvSpPr>
          <p:nvPr/>
        </p:nvSpPr>
        <p:spPr bwMode="auto">
          <a:xfrm>
            <a:off x="7251357" y="3202385"/>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Tema</a:t>
            </a:r>
            <a:endParaRPr lang="en-US" altLang="en-US" dirty="0"/>
          </a:p>
        </p:txBody>
      </p:sp>
      <p:sp>
        <p:nvSpPr>
          <p:cNvPr id="27658" name="Rectangle 24">
            <a:extLst>
              <a:ext uri="{FF2B5EF4-FFF2-40B4-BE49-F238E27FC236}">
                <a16:creationId xmlns:a16="http://schemas.microsoft.com/office/drawing/2014/main" id="{AF1DD76C-D93E-0646-B7CF-71AD81143451}"/>
              </a:ext>
            </a:extLst>
          </p:cNvPr>
          <p:cNvSpPr>
            <a:spLocks noChangeArrowheads="1"/>
          </p:cNvSpPr>
          <p:nvPr/>
        </p:nvSpPr>
        <p:spPr bwMode="auto">
          <a:xfrm>
            <a:off x="8410833" y="3188881"/>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Naphish</a:t>
            </a:r>
          </a:p>
        </p:txBody>
      </p:sp>
      <p:sp>
        <p:nvSpPr>
          <p:cNvPr id="27659" name="Rectangle 25">
            <a:extLst>
              <a:ext uri="{FF2B5EF4-FFF2-40B4-BE49-F238E27FC236}">
                <a16:creationId xmlns:a16="http://schemas.microsoft.com/office/drawing/2014/main" id="{519BB3E8-7957-404A-B1A9-C9DDF8D9B233}"/>
              </a:ext>
            </a:extLst>
          </p:cNvPr>
          <p:cNvSpPr>
            <a:spLocks noChangeArrowheads="1"/>
          </p:cNvSpPr>
          <p:nvPr/>
        </p:nvSpPr>
        <p:spPr bwMode="auto">
          <a:xfrm>
            <a:off x="2895600" y="443865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Kedar</a:t>
            </a:r>
            <a:endParaRPr lang="en-US" altLang="en-US" dirty="0"/>
          </a:p>
        </p:txBody>
      </p:sp>
      <p:sp>
        <p:nvSpPr>
          <p:cNvPr id="27660" name="Rectangle 26">
            <a:extLst>
              <a:ext uri="{FF2B5EF4-FFF2-40B4-BE49-F238E27FC236}">
                <a16:creationId xmlns:a16="http://schemas.microsoft.com/office/drawing/2014/main" id="{D722734D-BA74-A04E-BC04-3D0E808E0554}"/>
              </a:ext>
            </a:extLst>
          </p:cNvPr>
          <p:cNvSpPr>
            <a:spLocks noChangeArrowheads="1"/>
          </p:cNvSpPr>
          <p:nvPr/>
        </p:nvSpPr>
        <p:spPr bwMode="auto">
          <a:xfrm>
            <a:off x="4320746" y="4499769"/>
            <a:ext cx="914400" cy="869092"/>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Mibsam</a:t>
            </a:r>
            <a:endParaRPr lang="en-US" altLang="en-US" dirty="0"/>
          </a:p>
        </p:txBody>
      </p:sp>
      <p:sp>
        <p:nvSpPr>
          <p:cNvPr id="27661" name="Rectangle 27">
            <a:extLst>
              <a:ext uri="{FF2B5EF4-FFF2-40B4-BE49-F238E27FC236}">
                <a16:creationId xmlns:a16="http://schemas.microsoft.com/office/drawing/2014/main" id="{D8ACA546-610A-D249-AA79-64D5CF25F98C}"/>
              </a:ext>
            </a:extLst>
          </p:cNvPr>
          <p:cNvSpPr>
            <a:spLocks noChangeArrowheads="1"/>
          </p:cNvSpPr>
          <p:nvPr/>
        </p:nvSpPr>
        <p:spPr bwMode="auto">
          <a:xfrm>
            <a:off x="5535827" y="4499769"/>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Dumah</a:t>
            </a:r>
            <a:endParaRPr lang="en-US" altLang="en-US" dirty="0"/>
          </a:p>
        </p:txBody>
      </p:sp>
      <p:sp>
        <p:nvSpPr>
          <p:cNvPr id="27662" name="Rectangle 28">
            <a:extLst>
              <a:ext uri="{FF2B5EF4-FFF2-40B4-BE49-F238E27FC236}">
                <a16:creationId xmlns:a16="http://schemas.microsoft.com/office/drawing/2014/main" id="{C9BBB0B5-2AB9-D843-A795-33AA88808288}"/>
              </a:ext>
            </a:extLst>
          </p:cNvPr>
          <p:cNvSpPr>
            <a:spLocks noChangeArrowheads="1"/>
          </p:cNvSpPr>
          <p:nvPr/>
        </p:nvSpPr>
        <p:spPr bwMode="auto">
          <a:xfrm>
            <a:off x="6744730" y="4430412"/>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Hadar</a:t>
            </a:r>
            <a:endParaRPr lang="en-US" altLang="en-US" dirty="0"/>
          </a:p>
        </p:txBody>
      </p:sp>
      <p:sp>
        <p:nvSpPr>
          <p:cNvPr id="27663" name="Rectangle 29">
            <a:extLst>
              <a:ext uri="{FF2B5EF4-FFF2-40B4-BE49-F238E27FC236}">
                <a16:creationId xmlns:a16="http://schemas.microsoft.com/office/drawing/2014/main" id="{05ADD65D-C597-4540-A036-B21F6D2CCE55}"/>
              </a:ext>
            </a:extLst>
          </p:cNvPr>
          <p:cNvSpPr>
            <a:spLocks noChangeArrowheads="1"/>
          </p:cNvSpPr>
          <p:nvPr/>
        </p:nvSpPr>
        <p:spPr bwMode="auto">
          <a:xfrm>
            <a:off x="7953633" y="4332288"/>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Jetur</a:t>
            </a:r>
            <a:endParaRPr lang="en-US" altLang="en-US" dirty="0"/>
          </a:p>
        </p:txBody>
      </p:sp>
      <p:sp>
        <p:nvSpPr>
          <p:cNvPr id="27664" name="Rectangle 30">
            <a:extLst>
              <a:ext uri="{FF2B5EF4-FFF2-40B4-BE49-F238E27FC236}">
                <a16:creationId xmlns:a16="http://schemas.microsoft.com/office/drawing/2014/main" id="{22A3C758-2E16-2444-A103-AB7CB516A061}"/>
              </a:ext>
            </a:extLst>
          </p:cNvPr>
          <p:cNvSpPr>
            <a:spLocks noChangeArrowheads="1"/>
          </p:cNvSpPr>
          <p:nvPr/>
        </p:nvSpPr>
        <p:spPr bwMode="auto">
          <a:xfrm>
            <a:off x="9220200" y="4358654"/>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t>Kedemah</a:t>
            </a:r>
            <a:endParaRPr lang="en-US" altLang="en-US" dirty="0"/>
          </a:p>
        </p:txBody>
      </p:sp>
      <p:sp>
        <p:nvSpPr>
          <p:cNvPr id="27665" name="Line 31">
            <a:extLst>
              <a:ext uri="{FF2B5EF4-FFF2-40B4-BE49-F238E27FC236}">
                <a16:creationId xmlns:a16="http://schemas.microsoft.com/office/drawing/2014/main" id="{EF2ECB10-B1F2-AC47-BAD2-410E5F3C7B8C}"/>
              </a:ext>
            </a:extLst>
          </p:cNvPr>
          <p:cNvSpPr>
            <a:spLocks noChangeShapeType="1"/>
          </p:cNvSpPr>
          <p:nvPr/>
        </p:nvSpPr>
        <p:spPr bwMode="auto">
          <a:xfrm>
            <a:off x="2739682" y="2655481"/>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66" name="Line 37">
            <a:extLst>
              <a:ext uri="{FF2B5EF4-FFF2-40B4-BE49-F238E27FC236}">
                <a16:creationId xmlns:a16="http://schemas.microsoft.com/office/drawing/2014/main" id="{C7D8CDAC-2741-B143-8D96-473F4978403C}"/>
              </a:ext>
            </a:extLst>
          </p:cNvPr>
          <p:cNvSpPr>
            <a:spLocks noChangeShapeType="1"/>
          </p:cNvSpPr>
          <p:nvPr/>
        </p:nvSpPr>
        <p:spPr bwMode="auto">
          <a:xfrm>
            <a:off x="3352800" y="2701936"/>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67" name="Text Box 53">
            <a:extLst>
              <a:ext uri="{FF2B5EF4-FFF2-40B4-BE49-F238E27FC236}">
                <a16:creationId xmlns:a16="http://schemas.microsoft.com/office/drawing/2014/main" id="{C33F0CC8-FD83-2D45-9783-FCCFD931D8B8}"/>
              </a:ext>
            </a:extLst>
          </p:cNvPr>
          <p:cNvSpPr txBox="1">
            <a:spLocks noChangeArrowheads="1"/>
          </p:cNvSpPr>
          <p:nvPr/>
        </p:nvSpPr>
        <p:spPr bwMode="auto">
          <a:xfrm>
            <a:off x="2727325" y="4210050"/>
            <a:ext cx="387350" cy="57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r>
              <a:rPr lang="en-US" altLang="en-US"/>
              <a:t>  </a:t>
            </a:r>
            <a:endParaRPr lang="en-US" altLang="en-US">
              <a:solidFill>
                <a:srgbClr val="FF9933"/>
              </a:solidFill>
            </a:endParaRPr>
          </a:p>
        </p:txBody>
      </p:sp>
      <p:sp>
        <p:nvSpPr>
          <p:cNvPr id="27668" name="Line 61">
            <a:extLst>
              <a:ext uri="{FF2B5EF4-FFF2-40B4-BE49-F238E27FC236}">
                <a16:creationId xmlns:a16="http://schemas.microsoft.com/office/drawing/2014/main" id="{3B1A1329-312C-124B-866B-D97BC51FDFC0}"/>
              </a:ext>
            </a:extLst>
          </p:cNvPr>
          <p:cNvSpPr>
            <a:spLocks noChangeShapeType="1"/>
          </p:cNvSpPr>
          <p:nvPr/>
        </p:nvSpPr>
        <p:spPr bwMode="auto">
          <a:xfrm>
            <a:off x="4038600" y="2655481"/>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69" name="Line 62">
            <a:extLst>
              <a:ext uri="{FF2B5EF4-FFF2-40B4-BE49-F238E27FC236}">
                <a16:creationId xmlns:a16="http://schemas.microsoft.com/office/drawing/2014/main" id="{7B561E80-2C55-CB42-8B45-12FB2DD1E0E7}"/>
              </a:ext>
            </a:extLst>
          </p:cNvPr>
          <p:cNvSpPr>
            <a:spLocks noChangeShapeType="1"/>
          </p:cNvSpPr>
          <p:nvPr/>
        </p:nvSpPr>
        <p:spPr bwMode="auto">
          <a:xfrm>
            <a:off x="5191897" y="2655481"/>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0" name="Line 63">
            <a:extLst>
              <a:ext uri="{FF2B5EF4-FFF2-40B4-BE49-F238E27FC236}">
                <a16:creationId xmlns:a16="http://schemas.microsoft.com/office/drawing/2014/main" id="{41349EDD-0819-DE4E-B8C7-1533757170AD}"/>
              </a:ext>
            </a:extLst>
          </p:cNvPr>
          <p:cNvSpPr>
            <a:spLocks noChangeShapeType="1"/>
          </p:cNvSpPr>
          <p:nvPr/>
        </p:nvSpPr>
        <p:spPr bwMode="auto">
          <a:xfrm>
            <a:off x="6450227" y="262787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1" name="Line 64">
            <a:extLst>
              <a:ext uri="{FF2B5EF4-FFF2-40B4-BE49-F238E27FC236}">
                <a16:creationId xmlns:a16="http://schemas.microsoft.com/office/drawing/2014/main" id="{83A11A1B-1BC6-044E-BC78-CBC9CF8B5BAF}"/>
              </a:ext>
            </a:extLst>
          </p:cNvPr>
          <p:cNvSpPr>
            <a:spLocks noChangeShapeType="1"/>
          </p:cNvSpPr>
          <p:nvPr/>
        </p:nvSpPr>
        <p:spPr bwMode="auto">
          <a:xfrm>
            <a:off x="7706498" y="2655481"/>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2" name="Line 65">
            <a:extLst>
              <a:ext uri="{FF2B5EF4-FFF2-40B4-BE49-F238E27FC236}">
                <a16:creationId xmlns:a16="http://schemas.microsoft.com/office/drawing/2014/main" id="{2AD155C8-334B-E34A-926F-20B983C76CE1}"/>
              </a:ext>
            </a:extLst>
          </p:cNvPr>
          <p:cNvSpPr>
            <a:spLocks noChangeShapeType="1"/>
          </p:cNvSpPr>
          <p:nvPr/>
        </p:nvSpPr>
        <p:spPr bwMode="auto">
          <a:xfrm>
            <a:off x="8868033" y="2694943"/>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3" name="Line 66">
            <a:extLst>
              <a:ext uri="{FF2B5EF4-FFF2-40B4-BE49-F238E27FC236}">
                <a16:creationId xmlns:a16="http://schemas.microsoft.com/office/drawing/2014/main" id="{75E86E0A-5193-A248-92C7-30D7F6AEAA79}"/>
              </a:ext>
            </a:extLst>
          </p:cNvPr>
          <p:cNvSpPr>
            <a:spLocks noChangeShapeType="1"/>
          </p:cNvSpPr>
          <p:nvPr/>
        </p:nvSpPr>
        <p:spPr bwMode="auto">
          <a:xfrm>
            <a:off x="4637902" y="2701936"/>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4" name="Line 67">
            <a:extLst>
              <a:ext uri="{FF2B5EF4-FFF2-40B4-BE49-F238E27FC236}">
                <a16:creationId xmlns:a16="http://schemas.microsoft.com/office/drawing/2014/main" id="{DF25074F-F37B-7E4E-B6B3-4A669D5C1719}"/>
              </a:ext>
            </a:extLst>
          </p:cNvPr>
          <p:cNvSpPr>
            <a:spLocks noChangeShapeType="1"/>
          </p:cNvSpPr>
          <p:nvPr/>
        </p:nvSpPr>
        <p:spPr bwMode="auto">
          <a:xfrm>
            <a:off x="5817973" y="2754012"/>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5" name="Line 68">
            <a:extLst>
              <a:ext uri="{FF2B5EF4-FFF2-40B4-BE49-F238E27FC236}">
                <a16:creationId xmlns:a16="http://schemas.microsoft.com/office/drawing/2014/main" id="{F5CDF770-BA73-174E-A6AD-4FFE5D49D4FC}"/>
              </a:ext>
            </a:extLst>
          </p:cNvPr>
          <p:cNvSpPr>
            <a:spLocks noChangeShapeType="1"/>
          </p:cNvSpPr>
          <p:nvPr/>
        </p:nvSpPr>
        <p:spPr bwMode="auto">
          <a:xfrm>
            <a:off x="7111314" y="2701936"/>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6" name="Line 69">
            <a:extLst>
              <a:ext uri="{FF2B5EF4-FFF2-40B4-BE49-F238E27FC236}">
                <a16:creationId xmlns:a16="http://schemas.microsoft.com/office/drawing/2014/main" id="{1A5B6B68-D16E-324E-B0F7-A2BBFECBA462}"/>
              </a:ext>
            </a:extLst>
          </p:cNvPr>
          <p:cNvSpPr>
            <a:spLocks noChangeShapeType="1"/>
          </p:cNvSpPr>
          <p:nvPr/>
        </p:nvSpPr>
        <p:spPr bwMode="auto">
          <a:xfrm>
            <a:off x="8276968" y="2694943"/>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7677" name="Line 70">
            <a:extLst>
              <a:ext uri="{FF2B5EF4-FFF2-40B4-BE49-F238E27FC236}">
                <a16:creationId xmlns:a16="http://schemas.microsoft.com/office/drawing/2014/main" id="{B39A9695-E854-7F4E-AA8C-6033EBBC013E}"/>
              </a:ext>
            </a:extLst>
          </p:cNvPr>
          <p:cNvSpPr>
            <a:spLocks noChangeShapeType="1"/>
          </p:cNvSpPr>
          <p:nvPr/>
        </p:nvSpPr>
        <p:spPr bwMode="auto">
          <a:xfrm>
            <a:off x="9586784" y="2682254"/>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249154865"/>
      </p:ext>
    </p:extLst>
  </p:cSld>
  <p:clrMapOvr>
    <a:masterClrMapping/>
  </p:clrMapOvr>
  <p:transition spd="slow">
    <p:cover dir="l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215A0A4A-14BA-3045-8C2A-40341EC0884F}"/>
              </a:ext>
            </a:extLst>
          </p:cNvPr>
          <p:cNvSpPr>
            <a:spLocks noGrp="1" noChangeArrowheads="1"/>
          </p:cNvSpPr>
          <p:nvPr>
            <p:ph type="title"/>
          </p:nvPr>
        </p:nvSpPr>
        <p:spPr>
          <a:xfrm>
            <a:off x="2209800" y="0"/>
            <a:ext cx="7772400" cy="1143000"/>
          </a:xfrm>
        </p:spPr>
        <p:txBody>
          <a:bodyPr/>
          <a:lstStyle/>
          <a:p>
            <a:pPr algn="ctr"/>
            <a:r>
              <a:rPr lang="en-US" altLang="en-US" dirty="0">
                <a:ea typeface="ＭＳ Ｐゴシック" panose="020B0600070205080204" pitchFamily="34" charset="-128"/>
              </a:rPr>
              <a:t>Ishmael</a:t>
            </a:r>
            <a:r>
              <a:rPr lang="ja-JP" altLang="en-US">
                <a:ea typeface="ＭＳ Ｐゴシック" panose="020B0600070205080204" pitchFamily="34" charset="-128"/>
              </a:rPr>
              <a:t>’</a:t>
            </a:r>
            <a:r>
              <a:rPr lang="en-US" altLang="ja-JP" dirty="0">
                <a:ea typeface="ＭＳ Ｐゴシック" panose="020B0600070205080204" pitchFamily="34" charset="-128"/>
              </a:rPr>
              <a:t>s Descendants</a:t>
            </a:r>
            <a:endParaRPr lang="en-US" altLang="en-US" dirty="0">
              <a:ea typeface="ＭＳ Ｐゴシック" panose="020B0600070205080204" pitchFamily="34" charset="-128"/>
            </a:endParaRPr>
          </a:p>
        </p:txBody>
      </p:sp>
      <p:sp>
        <p:nvSpPr>
          <p:cNvPr id="28674" name="Rectangle 3">
            <a:extLst>
              <a:ext uri="{FF2B5EF4-FFF2-40B4-BE49-F238E27FC236}">
                <a16:creationId xmlns:a16="http://schemas.microsoft.com/office/drawing/2014/main" id="{AA3D60F7-59B1-D44B-B653-844D7C4C0BB5}"/>
              </a:ext>
            </a:extLst>
          </p:cNvPr>
          <p:cNvSpPr>
            <a:spLocks noChangeArrowheads="1"/>
          </p:cNvSpPr>
          <p:nvPr/>
        </p:nvSpPr>
        <p:spPr bwMode="auto">
          <a:xfrm>
            <a:off x="1524000" y="533400"/>
            <a:ext cx="1066800" cy="1066800"/>
          </a:xfrm>
          <a:prstGeom prst="rect">
            <a:avLst/>
          </a:prstGeom>
          <a:solidFill>
            <a:srgbClr val="CC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b="1" dirty="0">
                <a:solidFill>
                  <a:srgbClr val="CC3300"/>
                </a:solidFill>
              </a:rPr>
              <a:t>Ishmael</a:t>
            </a:r>
          </a:p>
        </p:txBody>
      </p:sp>
      <p:sp>
        <p:nvSpPr>
          <p:cNvPr id="28675" name="Oval 4">
            <a:extLst>
              <a:ext uri="{FF2B5EF4-FFF2-40B4-BE49-F238E27FC236}">
                <a16:creationId xmlns:a16="http://schemas.microsoft.com/office/drawing/2014/main" id="{3479FDC0-E090-9643-94D1-D00627DA49F0}"/>
              </a:ext>
            </a:extLst>
          </p:cNvPr>
          <p:cNvSpPr>
            <a:spLocks noChangeArrowheads="1"/>
          </p:cNvSpPr>
          <p:nvPr/>
        </p:nvSpPr>
        <p:spPr bwMode="auto">
          <a:xfrm>
            <a:off x="9601200" y="533400"/>
            <a:ext cx="1066800" cy="1066800"/>
          </a:xfrm>
          <a:prstGeom prst="ellipse">
            <a:avLst/>
          </a:prstGeom>
          <a:solidFill>
            <a:srgbClr val="CCCC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200" b="1">
                <a:solidFill>
                  <a:srgbClr val="CC3300"/>
                </a:solidFill>
              </a:rPr>
              <a:t>(Egyptian)</a:t>
            </a:r>
          </a:p>
        </p:txBody>
      </p:sp>
      <p:sp>
        <p:nvSpPr>
          <p:cNvPr id="28676" name="Line 5">
            <a:extLst>
              <a:ext uri="{FF2B5EF4-FFF2-40B4-BE49-F238E27FC236}">
                <a16:creationId xmlns:a16="http://schemas.microsoft.com/office/drawing/2014/main" id="{F2734093-C923-3B45-85D7-DCA26EB78CDF}"/>
              </a:ext>
            </a:extLst>
          </p:cNvPr>
          <p:cNvSpPr>
            <a:spLocks noChangeShapeType="1"/>
          </p:cNvSpPr>
          <p:nvPr/>
        </p:nvSpPr>
        <p:spPr bwMode="auto">
          <a:xfrm>
            <a:off x="2590800" y="1143000"/>
            <a:ext cx="7010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77" name="Rectangle 6">
            <a:extLst>
              <a:ext uri="{FF2B5EF4-FFF2-40B4-BE49-F238E27FC236}">
                <a16:creationId xmlns:a16="http://schemas.microsoft.com/office/drawing/2014/main" id="{2C52FF38-1A7F-5144-9FB5-1C4523E4342B}"/>
              </a:ext>
            </a:extLst>
          </p:cNvPr>
          <p:cNvSpPr>
            <a:spLocks noChangeArrowheads="1"/>
          </p:cNvSpPr>
          <p:nvPr/>
        </p:nvSpPr>
        <p:spPr bwMode="auto">
          <a:xfrm>
            <a:off x="22860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Nebajoth</a:t>
            </a:r>
          </a:p>
        </p:txBody>
      </p:sp>
      <p:sp>
        <p:nvSpPr>
          <p:cNvPr id="28678" name="Rectangle 7">
            <a:extLst>
              <a:ext uri="{FF2B5EF4-FFF2-40B4-BE49-F238E27FC236}">
                <a16:creationId xmlns:a16="http://schemas.microsoft.com/office/drawing/2014/main" id="{9E2394F4-94D6-404C-AB42-8274678439D3}"/>
              </a:ext>
            </a:extLst>
          </p:cNvPr>
          <p:cNvSpPr>
            <a:spLocks noChangeArrowheads="1"/>
          </p:cNvSpPr>
          <p:nvPr/>
        </p:nvSpPr>
        <p:spPr bwMode="auto">
          <a:xfrm>
            <a:off x="35814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Adbeel</a:t>
            </a:r>
          </a:p>
        </p:txBody>
      </p:sp>
      <p:sp>
        <p:nvSpPr>
          <p:cNvPr id="28679" name="Rectangle 8">
            <a:extLst>
              <a:ext uri="{FF2B5EF4-FFF2-40B4-BE49-F238E27FC236}">
                <a16:creationId xmlns:a16="http://schemas.microsoft.com/office/drawing/2014/main" id="{56804146-9D36-974C-AB44-DC484D6E7533}"/>
              </a:ext>
            </a:extLst>
          </p:cNvPr>
          <p:cNvSpPr>
            <a:spLocks noChangeArrowheads="1"/>
          </p:cNvSpPr>
          <p:nvPr/>
        </p:nvSpPr>
        <p:spPr bwMode="auto">
          <a:xfrm>
            <a:off x="60198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Massa</a:t>
            </a:r>
          </a:p>
        </p:txBody>
      </p:sp>
      <p:sp>
        <p:nvSpPr>
          <p:cNvPr id="28680" name="Rectangle 9">
            <a:extLst>
              <a:ext uri="{FF2B5EF4-FFF2-40B4-BE49-F238E27FC236}">
                <a16:creationId xmlns:a16="http://schemas.microsoft.com/office/drawing/2014/main" id="{8C937FB8-F1A9-B542-8A8D-CA24E6540A27}"/>
              </a:ext>
            </a:extLst>
          </p:cNvPr>
          <p:cNvSpPr>
            <a:spLocks noChangeArrowheads="1"/>
          </p:cNvSpPr>
          <p:nvPr/>
        </p:nvSpPr>
        <p:spPr bwMode="auto">
          <a:xfrm>
            <a:off x="48006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Mishma</a:t>
            </a:r>
          </a:p>
        </p:txBody>
      </p:sp>
      <p:sp>
        <p:nvSpPr>
          <p:cNvPr id="28681" name="Rectangle 10">
            <a:extLst>
              <a:ext uri="{FF2B5EF4-FFF2-40B4-BE49-F238E27FC236}">
                <a16:creationId xmlns:a16="http://schemas.microsoft.com/office/drawing/2014/main" id="{8E3BBAB3-55B2-184F-ABF6-EB0CCB86A5F5}"/>
              </a:ext>
            </a:extLst>
          </p:cNvPr>
          <p:cNvSpPr>
            <a:spLocks noChangeArrowheads="1"/>
          </p:cNvSpPr>
          <p:nvPr/>
        </p:nvSpPr>
        <p:spPr bwMode="auto">
          <a:xfrm>
            <a:off x="72390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Tema</a:t>
            </a:r>
          </a:p>
        </p:txBody>
      </p:sp>
      <p:sp>
        <p:nvSpPr>
          <p:cNvPr id="28682" name="Rectangle 11">
            <a:extLst>
              <a:ext uri="{FF2B5EF4-FFF2-40B4-BE49-F238E27FC236}">
                <a16:creationId xmlns:a16="http://schemas.microsoft.com/office/drawing/2014/main" id="{CD2B053B-308C-7D42-8180-6FE2754B7518}"/>
              </a:ext>
            </a:extLst>
          </p:cNvPr>
          <p:cNvSpPr>
            <a:spLocks noChangeArrowheads="1"/>
          </p:cNvSpPr>
          <p:nvPr/>
        </p:nvSpPr>
        <p:spPr bwMode="auto">
          <a:xfrm>
            <a:off x="8458200" y="1676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Naphish</a:t>
            </a:r>
          </a:p>
        </p:txBody>
      </p:sp>
      <p:sp>
        <p:nvSpPr>
          <p:cNvPr id="28683" name="Rectangle 12">
            <a:extLst>
              <a:ext uri="{FF2B5EF4-FFF2-40B4-BE49-F238E27FC236}">
                <a16:creationId xmlns:a16="http://schemas.microsoft.com/office/drawing/2014/main" id="{62057DCA-9258-5B49-9338-5FA345237528}"/>
              </a:ext>
            </a:extLst>
          </p:cNvPr>
          <p:cNvSpPr>
            <a:spLocks noChangeArrowheads="1"/>
          </p:cNvSpPr>
          <p:nvPr/>
        </p:nvSpPr>
        <p:spPr bwMode="auto">
          <a:xfrm>
            <a:off x="2895600" y="2819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Kedar</a:t>
            </a:r>
          </a:p>
        </p:txBody>
      </p:sp>
      <p:sp>
        <p:nvSpPr>
          <p:cNvPr id="28684" name="Rectangle 13">
            <a:extLst>
              <a:ext uri="{FF2B5EF4-FFF2-40B4-BE49-F238E27FC236}">
                <a16:creationId xmlns:a16="http://schemas.microsoft.com/office/drawing/2014/main" id="{36F42D2B-E853-F848-986A-A30FE73729D7}"/>
              </a:ext>
            </a:extLst>
          </p:cNvPr>
          <p:cNvSpPr>
            <a:spLocks noChangeArrowheads="1"/>
          </p:cNvSpPr>
          <p:nvPr/>
        </p:nvSpPr>
        <p:spPr bwMode="auto">
          <a:xfrm>
            <a:off x="4191000" y="2819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Mibsam</a:t>
            </a:r>
          </a:p>
        </p:txBody>
      </p:sp>
      <p:sp>
        <p:nvSpPr>
          <p:cNvPr id="28685" name="Rectangle 14">
            <a:extLst>
              <a:ext uri="{FF2B5EF4-FFF2-40B4-BE49-F238E27FC236}">
                <a16:creationId xmlns:a16="http://schemas.microsoft.com/office/drawing/2014/main" id="{315282D3-7958-7449-8A22-686D40C22211}"/>
              </a:ext>
            </a:extLst>
          </p:cNvPr>
          <p:cNvSpPr>
            <a:spLocks noChangeArrowheads="1"/>
          </p:cNvSpPr>
          <p:nvPr/>
        </p:nvSpPr>
        <p:spPr bwMode="auto">
          <a:xfrm>
            <a:off x="5410200" y="2819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Dumah</a:t>
            </a:r>
          </a:p>
        </p:txBody>
      </p:sp>
      <p:sp>
        <p:nvSpPr>
          <p:cNvPr id="28686" name="Rectangle 15">
            <a:extLst>
              <a:ext uri="{FF2B5EF4-FFF2-40B4-BE49-F238E27FC236}">
                <a16:creationId xmlns:a16="http://schemas.microsoft.com/office/drawing/2014/main" id="{C3906571-4D11-114C-A201-E4A62229015E}"/>
              </a:ext>
            </a:extLst>
          </p:cNvPr>
          <p:cNvSpPr>
            <a:spLocks noChangeArrowheads="1"/>
          </p:cNvSpPr>
          <p:nvPr/>
        </p:nvSpPr>
        <p:spPr bwMode="auto">
          <a:xfrm>
            <a:off x="6629400" y="2819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Hadar</a:t>
            </a:r>
          </a:p>
        </p:txBody>
      </p:sp>
      <p:sp>
        <p:nvSpPr>
          <p:cNvPr id="28687" name="Rectangle 16">
            <a:extLst>
              <a:ext uri="{FF2B5EF4-FFF2-40B4-BE49-F238E27FC236}">
                <a16:creationId xmlns:a16="http://schemas.microsoft.com/office/drawing/2014/main" id="{579ACC34-6905-3A47-9F74-5B3DE88F1403}"/>
              </a:ext>
            </a:extLst>
          </p:cNvPr>
          <p:cNvSpPr>
            <a:spLocks noChangeArrowheads="1"/>
          </p:cNvSpPr>
          <p:nvPr/>
        </p:nvSpPr>
        <p:spPr bwMode="auto">
          <a:xfrm>
            <a:off x="7848600" y="28194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Jetur</a:t>
            </a:r>
          </a:p>
        </p:txBody>
      </p:sp>
      <p:sp>
        <p:nvSpPr>
          <p:cNvPr id="28688" name="Rectangle 17">
            <a:extLst>
              <a:ext uri="{FF2B5EF4-FFF2-40B4-BE49-F238E27FC236}">
                <a16:creationId xmlns:a16="http://schemas.microsoft.com/office/drawing/2014/main" id="{1B8A51B6-F610-794C-A5D0-8634D0AF5F39}"/>
              </a:ext>
            </a:extLst>
          </p:cNvPr>
          <p:cNvSpPr>
            <a:spLocks noChangeArrowheads="1"/>
          </p:cNvSpPr>
          <p:nvPr/>
        </p:nvSpPr>
        <p:spPr bwMode="auto">
          <a:xfrm>
            <a:off x="9067800" y="2895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Kedemah</a:t>
            </a:r>
          </a:p>
        </p:txBody>
      </p:sp>
      <p:sp>
        <p:nvSpPr>
          <p:cNvPr id="28689" name="Line 18">
            <a:extLst>
              <a:ext uri="{FF2B5EF4-FFF2-40B4-BE49-F238E27FC236}">
                <a16:creationId xmlns:a16="http://schemas.microsoft.com/office/drawing/2014/main" id="{6E75DD78-9555-9343-ACCC-AB13C83A08E6}"/>
              </a:ext>
            </a:extLst>
          </p:cNvPr>
          <p:cNvSpPr>
            <a:spLocks noChangeShapeType="1"/>
          </p:cNvSpPr>
          <p:nvPr/>
        </p:nvSpPr>
        <p:spPr bwMode="auto">
          <a:xfrm>
            <a:off x="27432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0" name="Line 19">
            <a:extLst>
              <a:ext uri="{FF2B5EF4-FFF2-40B4-BE49-F238E27FC236}">
                <a16:creationId xmlns:a16="http://schemas.microsoft.com/office/drawing/2014/main" id="{750C06DE-F9DC-2A44-991B-BB70E6A48E6C}"/>
              </a:ext>
            </a:extLst>
          </p:cNvPr>
          <p:cNvSpPr>
            <a:spLocks noChangeShapeType="1"/>
          </p:cNvSpPr>
          <p:nvPr/>
        </p:nvSpPr>
        <p:spPr bwMode="auto">
          <a:xfrm>
            <a:off x="33528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1" name="Line 20">
            <a:extLst>
              <a:ext uri="{FF2B5EF4-FFF2-40B4-BE49-F238E27FC236}">
                <a16:creationId xmlns:a16="http://schemas.microsoft.com/office/drawing/2014/main" id="{422B1FE9-D1AD-F349-BF98-6B44571A7719}"/>
              </a:ext>
            </a:extLst>
          </p:cNvPr>
          <p:cNvSpPr>
            <a:spLocks noChangeShapeType="1"/>
          </p:cNvSpPr>
          <p:nvPr/>
        </p:nvSpPr>
        <p:spPr bwMode="auto">
          <a:xfrm>
            <a:off x="2743200" y="25908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2" name="Text Box 21">
            <a:extLst>
              <a:ext uri="{FF2B5EF4-FFF2-40B4-BE49-F238E27FC236}">
                <a16:creationId xmlns:a16="http://schemas.microsoft.com/office/drawing/2014/main" id="{884C071E-A3AF-8144-A813-DB4DB7313383}"/>
              </a:ext>
            </a:extLst>
          </p:cNvPr>
          <p:cNvSpPr txBox="1">
            <a:spLocks noChangeArrowheads="1"/>
          </p:cNvSpPr>
          <p:nvPr/>
        </p:nvSpPr>
        <p:spPr bwMode="auto">
          <a:xfrm>
            <a:off x="2727325" y="4210050"/>
            <a:ext cx="387350" cy="57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r>
              <a:rPr lang="en-US" altLang="en-US"/>
              <a:t>  </a:t>
            </a:r>
            <a:endParaRPr lang="en-US" altLang="en-US">
              <a:solidFill>
                <a:srgbClr val="FF9933"/>
              </a:solidFill>
            </a:endParaRPr>
          </a:p>
        </p:txBody>
      </p:sp>
      <p:sp>
        <p:nvSpPr>
          <p:cNvPr id="90134" name="Rectangle 22">
            <a:extLst>
              <a:ext uri="{FF2B5EF4-FFF2-40B4-BE49-F238E27FC236}">
                <a16:creationId xmlns:a16="http://schemas.microsoft.com/office/drawing/2014/main" id="{F17D087B-E388-4244-8880-0E519BF0769C}"/>
              </a:ext>
            </a:extLst>
          </p:cNvPr>
          <p:cNvSpPr>
            <a:spLocks noChangeArrowheads="1"/>
          </p:cNvSpPr>
          <p:nvPr/>
        </p:nvSpPr>
        <p:spPr bwMode="auto">
          <a:xfrm>
            <a:off x="3048000" y="3886200"/>
            <a:ext cx="2057400" cy="6858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b="1"/>
              <a:t>Nabataeans</a:t>
            </a:r>
            <a:endParaRPr lang="en-US" altLang="en-US" sz="2800" b="1">
              <a:solidFill>
                <a:srgbClr val="FF9933"/>
              </a:solidFill>
            </a:endParaRPr>
          </a:p>
        </p:txBody>
      </p:sp>
      <p:sp>
        <p:nvSpPr>
          <p:cNvPr id="28694" name="Line 23">
            <a:extLst>
              <a:ext uri="{FF2B5EF4-FFF2-40B4-BE49-F238E27FC236}">
                <a16:creationId xmlns:a16="http://schemas.microsoft.com/office/drawing/2014/main" id="{D98EE490-B93F-744C-B731-BB175C34733C}"/>
              </a:ext>
            </a:extLst>
          </p:cNvPr>
          <p:cNvSpPr>
            <a:spLocks noChangeShapeType="1"/>
          </p:cNvSpPr>
          <p:nvPr/>
        </p:nvSpPr>
        <p:spPr bwMode="auto">
          <a:xfrm>
            <a:off x="2743200" y="4267200"/>
            <a:ext cx="3048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5" name="Line 24">
            <a:extLst>
              <a:ext uri="{FF2B5EF4-FFF2-40B4-BE49-F238E27FC236}">
                <a16:creationId xmlns:a16="http://schemas.microsoft.com/office/drawing/2014/main" id="{FFBCF1A3-E8F4-2C40-BC51-E214ABBEC6A6}"/>
              </a:ext>
            </a:extLst>
          </p:cNvPr>
          <p:cNvSpPr>
            <a:spLocks noChangeShapeType="1"/>
          </p:cNvSpPr>
          <p:nvPr/>
        </p:nvSpPr>
        <p:spPr bwMode="auto">
          <a:xfrm>
            <a:off x="40386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6" name="Line 25">
            <a:extLst>
              <a:ext uri="{FF2B5EF4-FFF2-40B4-BE49-F238E27FC236}">
                <a16:creationId xmlns:a16="http://schemas.microsoft.com/office/drawing/2014/main" id="{0E580136-FA72-214D-9FA7-C3D83E5D7147}"/>
              </a:ext>
            </a:extLst>
          </p:cNvPr>
          <p:cNvSpPr>
            <a:spLocks noChangeShapeType="1"/>
          </p:cNvSpPr>
          <p:nvPr/>
        </p:nvSpPr>
        <p:spPr bwMode="auto">
          <a:xfrm>
            <a:off x="52578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7" name="Line 26">
            <a:extLst>
              <a:ext uri="{FF2B5EF4-FFF2-40B4-BE49-F238E27FC236}">
                <a16:creationId xmlns:a16="http://schemas.microsoft.com/office/drawing/2014/main" id="{1B5A53E7-94C9-4B4B-BD7A-C4DD5E4FB2C3}"/>
              </a:ext>
            </a:extLst>
          </p:cNvPr>
          <p:cNvSpPr>
            <a:spLocks noChangeShapeType="1"/>
          </p:cNvSpPr>
          <p:nvPr/>
        </p:nvSpPr>
        <p:spPr bwMode="auto">
          <a:xfrm>
            <a:off x="64770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8" name="Line 27">
            <a:extLst>
              <a:ext uri="{FF2B5EF4-FFF2-40B4-BE49-F238E27FC236}">
                <a16:creationId xmlns:a16="http://schemas.microsoft.com/office/drawing/2014/main" id="{C64EBABE-9B5F-A246-AC3E-65C51DF6F3D6}"/>
              </a:ext>
            </a:extLst>
          </p:cNvPr>
          <p:cNvSpPr>
            <a:spLocks noChangeShapeType="1"/>
          </p:cNvSpPr>
          <p:nvPr/>
        </p:nvSpPr>
        <p:spPr bwMode="auto">
          <a:xfrm>
            <a:off x="76962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699" name="Line 28">
            <a:extLst>
              <a:ext uri="{FF2B5EF4-FFF2-40B4-BE49-F238E27FC236}">
                <a16:creationId xmlns:a16="http://schemas.microsoft.com/office/drawing/2014/main" id="{85F08D22-FDF0-4E4C-8ADD-FACFD81E283D}"/>
              </a:ext>
            </a:extLst>
          </p:cNvPr>
          <p:cNvSpPr>
            <a:spLocks noChangeShapeType="1"/>
          </p:cNvSpPr>
          <p:nvPr/>
        </p:nvSpPr>
        <p:spPr bwMode="auto">
          <a:xfrm>
            <a:off x="8915400" y="114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0" name="Line 29">
            <a:extLst>
              <a:ext uri="{FF2B5EF4-FFF2-40B4-BE49-F238E27FC236}">
                <a16:creationId xmlns:a16="http://schemas.microsoft.com/office/drawing/2014/main" id="{7C573152-D5FE-1C43-A89F-89A45A007A9A}"/>
              </a:ext>
            </a:extLst>
          </p:cNvPr>
          <p:cNvSpPr>
            <a:spLocks noChangeShapeType="1"/>
          </p:cNvSpPr>
          <p:nvPr/>
        </p:nvSpPr>
        <p:spPr bwMode="auto">
          <a:xfrm>
            <a:off x="46482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1" name="Line 30">
            <a:extLst>
              <a:ext uri="{FF2B5EF4-FFF2-40B4-BE49-F238E27FC236}">
                <a16:creationId xmlns:a16="http://schemas.microsoft.com/office/drawing/2014/main" id="{036EA753-61E5-6B49-BD3F-741C11BF4E32}"/>
              </a:ext>
            </a:extLst>
          </p:cNvPr>
          <p:cNvSpPr>
            <a:spLocks noChangeShapeType="1"/>
          </p:cNvSpPr>
          <p:nvPr/>
        </p:nvSpPr>
        <p:spPr bwMode="auto">
          <a:xfrm>
            <a:off x="58674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2" name="Line 31">
            <a:extLst>
              <a:ext uri="{FF2B5EF4-FFF2-40B4-BE49-F238E27FC236}">
                <a16:creationId xmlns:a16="http://schemas.microsoft.com/office/drawing/2014/main" id="{8ECC13EF-4597-5046-A5AA-F18F4098A178}"/>
              </a:ext>
            </a:extLst>
          </p:cNvPr>
          <p:cNvSpPr>
            <a:spLocks noChangeShapeType="1"/>
          </p:cNvSpPr>
          <p:nvPr/>
        </p:nvSpPr>
        <p:spPr bwMode="auto">
          <a:xfrm>
            <a:off x="70866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3" name="Line 32">
            <a:extLst>
              <a:ext uri="{FF2B5EF4-FFF2-40B4-BE49-F238E27FC236}">
                <a16:creationId xmlns:a16="http://schemas.microsoft.com/office/drawing/2014/main" id="{DD74D1AB-9B69-DD42-A877-970AC9FEE40F}"/>
              </a:ext>
            </a:extLst>
          </p:cNvPr>
          <p:cNvSpPr>
            <a:spLocks noChangeShapeType="1"/>
          </p:cNvSpPr>
          <p:nvPr/>
        </p:nvSpPr>
        <p:spPr bwMode="auto">
          <a:xfrm>
            <a:off x="83058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4" name="Line 33">
            <a:extLst>
              <a:ext uri="{FF2B5EF4-FFF2-40B4-BE49-F238E27FC236}">
                <a16:creationId xmlns:a16="http://schemas.microsoft.com/office/drawing/2014/main" id="{1A95D295-B26D-944C-B6C4-D5309260860C}"/>
              </a:ext>
            </a:extLst>
          </p:cNvPr>
          <p:cNvSpPr>
            <a:spLocks noChangeShapeType="1"/>
          </p:cNvSpPr>
          <p:nvPr/>
        </p:nvSpPr>
        <p:spPr bwMode="auto">
          <a:xfrm>
            <a:off x="9525000" y="1143000"/>
            <a:ext cx="0" cy="1676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5" name="Line 34">
            <a:extLst>
              <a:ext uri="{FF2B5EF4-FFF2-40B4-BE49-F238E27FC236}">
                <a16:creationId xmlns:a16="http://schemas.microsoft.com/office/drawing/2014/main" id="{B1EEE3CF-55F8-6F47-B5B5-0BE1A5881A0F}"/>
              </a:ext>
            </a:extLst>
          </p:cNvPr>
          <p:cNvSpPr>
            <a:spLocks noChangeShapeType="1"/>
          </p:cNvSpPr>
          <p:nvPr/>
        </p:nvSpPr>
        <p:spPr bwMode="auto">
          <a:xfrm>
            <a:off x="4038600" y="5105400"/>
            <a:ext cx="3048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8706" name="Line 35">
            <a:extLst>
              <a:ext uri="{FF2B5EF4-FFF2-40B4-BE49-F238E27FC236}">
                <a16:creationId xmlns:a16="http://schemas.microsoft.com/office/drawing/2014/main" id="{A64A1BEA-03B8-394C-852C-33E57E072148}"/>
              </a:ext>
            </a:extLst>
          </p:cNvPr>
          <p:cNvSpPr>
            <a:spLocks noChangeShapeType="1"/>
          </p:cNvSpPr>
          <p:nvPr/>
        </p:nvSpPr>
        <p:spPr bwMode="auto">
          <a:xfrm>
            <a:off x="4038600" y="4572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90148" name="Rectangle 36">
            <a:extLst>
              <a:ext uri="{FF2B5EF4-FFF2-40B4-BE49-F238E27FC236}">
                <a16:creationId xmlns:a16="http://schemas.microsoft.com/office/drawing/2014/main" id="{F4F76CBF-9A7B-9B48-8143-97FD17A81256}"/>
              </a:ext>
            </a:extLst>
          </p:cNvPr>
          <p:cNvSpPr>
            <a:spLocks noChangeArrowheads="1"/>
          </p:cNvSpPr>
          <p:nvPr/>
        </p:nvSpPr>
        <p:spPr bwMode="auto">
          <a:xfrm>
            <a:off x="4343400" y="4724400"/>
            <a:ext cx="3581400" cy="685800"/>
          </a:xfrm>
          <a:prstGeom prst="rect">
            <a:avLst/>
          </a:prstGeom>
          <a:solidFill>
            <a:schemeClr val="accent1"/>
          </a:solidFill>
          <a:ln w="76200" cmpd="tri">
            <a:solidFill>
              <a:srgbClr val="990033"/>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b="1"/>
              <a:t>MUHAMMAD </a:t>
            </a:r>
          </a:p>
        </p:txBody>
      </p:sp>
    </p:spTree>
    <p:extLst>
      <p:ext uri="{BB962C8B-B14F-4D97-AF65-F5344CB8AC3E}">
        <p14:creationId xmlns:p14="http://schemas.microsoft.com/office/powerpoint/2010/main" val="404342915"/>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1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0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4" grpId="0" animBg="1" autoUpdateAnimBg="0"/>
      <p:bldP spid="9014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CDBF36-834E-3E4F-ACB2-C1FC49FA66F9}"/>
              </a:ext>
            </a:extLst>
          </p:cNvPr>
          <p:cNvSpPr>
            <a:spLocks noGrp="1" noChangeArrowheads="1"/>
          </p:cNvSpPr>
          <p:nvPr>
            <p:ph type="title"/>
          </p:nvPr>
        </p:nvSpPr>
        <p:spPr>
          <a:xfrm>
            <a:off x="2209800" y="-76200"/>
            <a:ext cx="7772400" cy="1143000"/>
          </a:xfrm>
        </p:spPr>
        <p:txBody>
          <a:bodyPr/>
          <a:lstStyle/>
          <a:p>
            <a:pPr algn="ctr"/>
            <a:r>
              <a:rPr lang="en-US" altLang="en-US" dirty="0">
                <a:ea typeface="ＭＳ Ｐゴシック" panose="020B0600070205080204" pitchFamily="34" charset="-128"/>
              </a:rPr>
              <a:t>Isaac</a:t>
            </a:r>
            <a:r>
              <a:rPr lang="ja-JP" altLang="en-US">
                <a:ea typeface="ＭＳ Ｐゴシック" panose="020B0600070205080204" pitchFamily="34" charset="-128"/>
              </a:rPr>
              <a:t>’</a:t>
            </a:r>
            <a:r>
              <a:rPr lang="en-US" altLang="ja-JP" dirty="0">
                <a:ea typeface="ＭＳ Ｐゴシック" panose="020B0600070205080204" pitchFamily="34" charset="-128"/>
              </a:rPr>
              <a:t>s Descendants </a:t>
            </a:r>
            <a:endParaRPr lang="en-US" altLang="en-US" dirty="0">
              <a:ea typeface="ＭＳ Ｐゴシック" panose="020B0600070205080204" pitchFamily="34" charset="-128"/>
            </a:endParaRPr>
          </a:p>
        </p:txBody>
      </p:sp>
      <p:sp>
        <p:nvSpPr>
          <p:cNvPr id="29698" name="Rectangle 4">
            <a:extLst>
              <a:ext uri="{FF2B5EF4-FFF2-40B4-BE49-F238E27FC236}">
                <a16:creationId xmlns:a16="http://schemas.microsoft.com/office/drawing/2014/main" id="{9C9A3D73-0128-9F4C-B335-F2AF48811082}"/>
              </a:ext>
            </a:extLst>
          </p:cNvPr>
          <p:cNvSpPr>
            <a:spLocks noChangeArrowheads="1"/>
          </p:cNvSpPr>
          <p:nvPr/>
        </p:nvSpPr>
        <p:spPr bwMode="auto">
          <a:xfrm>
            <a:off x="1524000" y="381000"/>
            <a:ext cx="914400" cy="914400"/>
          </a:xfrm>
          <a:prstGeom prst="rect">
            <a:avLst/>
          </a:prstGeom>
          <a:solidFill>
            <a:srgbClr val="CC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b="1">
                <a:solidFill>
                  <a:srgbClr val="CC3300"/>
                </a:solidFill>
              </a:rPr>
              <a:t>Isaac</a:t>
            </a:r>
          </a:p>
        </p:txBody>
      </p:sp>
      <p:sp>
        <p:nvSpPr>
          <p:cNvPr id="29699" name="Rectangle 5">
            <a:extLst>
              <a:ext uri="{FF2B5EF4-FFF2-40B4-BE49-F238E27FC236}">
                <a16:creationId xmlns:a16="http://schemas.microsoft.com/office/drawing/2014/main" id="{43031088-E5EF-A34E-A3B5-9F2C9373DEDA}"/>
              </a:ext>
            </a:extLst>
          </p:cNvPr>
          <p:cNvSpPr>
            <a:spLocks noChangeArrowheads="1"/>
          </p:cNvSpPr>
          <p:nvPr/>
        </p:nvSpPr>
        <p:spPr bwMode="auto">
          <a:xfrm>
            <a:off x="4953000" y="1447800"/>
            <a:ext cx="914400" cy="914400"/>
          </a:xfrm>
          <a:prstGeom prst="rect">
            <a:avLst/>
          </a:prstGeom>
          <a:solidFill>
            <a:srgbClr val="CC3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Jacob</a:t>
            </a:r>
          </a:p>
          <a:p>
            <a:pPr algn="ctr"/>
            <a:r>
              <a:rPr lang="en-US" altLang="en-US"/>
              <a:t>(Israel)</a:t>
            </a:r>
          </a:p>
        </p:txBody>
      </p:sp>
      <p:sp>
        <p:nvSpPr>
          <p:cNvPr id="29700" name="Rectangle 6">
            <a:extLst>
              <a:ext uri="{FF2B5EF4-FFF2-40B4-BE49-F238E27FC236}">
                <a16:creationId xmlns:a16="http://schemas.microsoft.com/office/drawing/2014/main" id="{E3E545A6-1792-534E-89E1-4D8F9E99E4A7}"/>
              </a:ext>
            </a:extLst>
          </p:cNvPr>
          <p:cNvSpPr>
            <a:spLocks noChangeArrowheads="1"/>
          </p:cNvSpPr>
          <p:nvPr/>
        </p:nvSpPr>
        <p:spPr bwMode="auto">
          <a:xfrm>
            <a:off x="9753600" y="1447800"/>
            <a:ext cx="914400" cy="914400"/>
          </a:xfrm>
          <a:prstGeom prst="rect">
            <a:avLst/>
          </a:prstGeom>
          <a:solidFill>
            <a:srgbClr val="CC3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Esau</a:t>
            </a:r>
          </a:p>
          <a:p>
            <a:pPr algn="ctr"/>
            <a:r>
              <a:rPr lang="en-US" altLang="en-US"/>
              <a:t>(Edom)</a:t>
            </a:r>
          </a:p>
        </p:txBody>
      </p:sp>
      <p:sp>
        <p:nvSpPr>
          <p:cNvPr id="29701" name="Oval 7">
            <a:extLst>
              <a:ext uri="{FF2B5EF4-FFF2-40B4-BE49-F238E27FC236}">
                <a16:creationId xmlns:a16="http://schemas.microsoft.com/office/drawing/2014/main" id="{A88D6C39-FB57-1B41-9CAD-924B4ADB11C0}"/>
              </a:ext>
            </a:extLst>
          </p:cNvPr>
          <p:cNvSpPr>
            <a:spLocks noChangeArrowheads="1"/>
          </p:cNvSpPr>
          <p:nvPr/>
        </p:nvSpPr>
        <p:spPr bwMode="auto">
          <a:xfrm>
            <a:off x="9753600" y="381000"/>
            <a:ext cx="914400" cy="914400"/>
          </a:xfrm>
          <a:prstGeom prst="ellipse">
            <a:avLst/>
          </a:prstGeom>
          <a:solidFill>
            <a:srgbClr val="CCCC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b="1">
                <a:solidFill>
                  <a:srgbClr val="CC3300"/>
                </a:solidFill>
              </a:rPr>
              <a:t>Rebekah</a:t>
            </a:r>
          </a:p>
        </p:txBody>
      </p:sp>
      <p:sp>
        <p:nvSpPr>
          <p:cNvPr id="29702" name="Line 8">
            <a:extLst>
              <a:ext uri="{FF2B5EF4-FFF2-40B4-BE49-F238E27FC236}">
                <a16:creationId xmlns:a16="http://schemas.microsoft.com/office/drawing/2014/main" id="{5BA1902B-E055-0C43-B136-07F54BC0D825}"/>
              </a:ext>
            </a:extLst>
          </p:cNvPr>
          <p:cNvSpPr>
            <a:spLocks noChangeShapeType="1"/>
          </p:cNvSpPr>
          <p:nvPr/>
        </p:nvSpPr>
        <p:spPr bwMode="auto">
          <a:xfrm flipV="1">
            <a:off x="2438400" y="914400"/>
            <a:ext cx="73152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03" name="Line 11">
            <a:extLst>
              <a:ext uri="{FF2B5EF4-FFF2-40B4-BE49-F238E27FC236}">
                <a16:creationId xmlns:a16="http://schemas.microsoft.com/office/drawing/2014/main" id="{BA2059D6-204F-B94A-8407-D0102386EF90}"/>
              </a:ext>
            </a:extLst>
          </p:cNvPr>
          <p:cNvSpPr>
            <a:spLocks noChangeShapeType="1"/>
          </p:cNvSpPr>
          <p:nvPr/>
        </p:nvSpPr>
        <p:spPr bwMode="auto">
          <a:xfrm>
            <a:off x="6096000" y="914400"/>
            <a:ext cx="403860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04" name="Line 13">
            <a:extLst>
              <a:ext uri="{FF2B5EF4-FFF2-40B4-BE49-F238E27FC236}">
                <a16:creationId xmlns:a16="http://schemas.microsoft.com/office/drawing/2014/main" id="{58185D1D-A1DC-854F-9A2F-41536E9D6E0A}"/>
              </a:ext>
            </a:extLst>
          </p:cNvPr>
          <p:cNvSpPr>
            <a:spLocks noChangeShapeType="1"/>
          </p:cNvSpPr>
          <p:nvPr/>
        </p:nvSpPr>
        <p:spPr bwMode="auto">
          <a:xfrm>
            <a:off x="1905000" y="2667000"/>
            <a:ext cx="72390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05" name="Oval 14">
            <a:extLst>
              <a:ext uri="{FF2B5EF4-FFF2-40B4-BE49-F238E27FC236}">
                <a16:creationId xmlns:a16="http://schemas.microsoft.com/office/drawing/2014/main" id="{7AAF2A60-3FEA-094E-92B5-472581A58293}"/>
              </a:ext>
            </a:extLst>
          </p:cNvPr>
          <p:cNvSpPr>
            <a:spLocks noChangeArrowheads="1"/>
          </p:cNvSpPr>
          <p:nvPr/>
        </p:nvSpPr>
        <p:spPr bwMode="auto">
          <a:xfrm>
            <a:off x="8686800" y="1524000"/>
            <a:ext cx="914400" cy="914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Rachel</a:t>
            </a:r>
          </a:p>
        </p:txBody>
      </p:sp>
      <p:sp>
        <p:nvSpPr>
          <p:cNvPr id="29706" name="Oval 15">
            <a:extLst>
              <a:ext uri="{FF2B5EF4-FFF2-40B4-BE49-F238E27FC236}">
                <a16:creationId xmlns:a16="http://schemas.microsoft.com/office/drawing/2014/main" id="{C9C79154-C8D6-7F43-9127-6966DECE59B7}"/>
              </a:ext>
            </a:extLst>
          </p:cNvPr>
          <p:cNvSpPr>
            <a:spLocks noChangeArrowheads="1"/>
          </p:cNvSpPr>
          <p:nvPr/>
        </p:nvSpPr>
        <p:spPr bwMode="auto">
          <a:xfrm>
            <a:off x="1447800" y="1524000"/>
            <a:ext cx="914400" cy="914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Leah</a:t>
            </a:r>
          </a:p>
        </p:txBody>
      </p:sp>
      <p:sp>
        <p:nvSpPr>
          <p:cNvPr id="29707" name="Oval 16">
            <a:extLst>
              <a:ext uri="{FF2B5EF4-FFF2-40B4-BE49-F238E27FC236}">
                <a16:creationId xmlns:a16="http://schemas.microsoft.com/office/drawing/2014/main" id="{888A93D7-AAC9-0145-8649-73E65A953101}"/>
              </a:ext>
            </a:extLst>
          </p:cNvPr>
          <p:cNvSpPr>
            <a:spLocks noChangeArrowheads="1"/>
          </p:cNvSpPr>
          <p:nvPr/>
        </p:nvSpPr>
        <p:spPr bwMode="auto">
          <a:xfrm>
            <a:off x="3048000" y="1524000"/>
            <a:ext cx="914400" cy="914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Zilpah</a:t>
            </a:r>
          </a:p>
        </p:txBody>
      </p:sp>
      <p:sp>
        <p:nvSpPr>
          <p:cNvPr id="29708" name="Oval 17">
            <a:extLst>
              <a:ext uri="{FF2B5EF4-FFF2-40B4-BE49-F238E27FC236}">
                <a16:creationId xmlns:a16="http://schemas.microsoft.com/office/drawing/2014/main" id="{97DCA342-1AEE-7B4B-AE36-D5F709523571}"/>
              </a:ext>
            </a:extLst>
          </p:cNvPr>
          <p:cNvSpPr>
            <a:spLocks noChangeArrowheads="1"/>
          </p:cNvSpPr>
          <p:nvPr/>
        </p:nvSpPr>
        <p:spPr bwMode="auto">
          <a:xfrm>
            <a:off x="6781800" y="1447800"/>
            <a:ext cx="914400" cy="914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Bilhah</a:t>
            </a:r>
          </a:p>
        </p:txBody>
      </p:sp>
      <p:sp>
        <p:nvSpPr>
          <p:cNvPr id="29709" name="Line 18">
            <a:extLst>
              <a:ext uri="{FF2B5EF4-FFF2-40B4-BE49-F238E27FC236}">
                <a16:creationId xmlns:a16="http://schemas.microsoft.com/office/drawing/2014/main" id="{F40035D5-6021-1747-AF6F-17735785414E}"/>
              </a:ext>
            </a:extLst>
          </p:cNvPr>
          <p:cNvSpPr>
            <a:spLocks noChangeShapeType="1"/>
          </p:cNvSpPr>
          <p:nvPr/>
        </p:nvSpPr>
        <p:spPr bwMode="auto">
          <a:xfrm flipV="1">
            <a:off x="1905000" y="24384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10" name="Line 19">
            <a:extLst>
              <a:ext uri="{FF2B5EF4-FFF2-40B4-BE49-F238E27FC236}">
                <a16:creationId xmlns:a16="http://schemas.microsoft.com/office/drawing/2014/main" id="{32AB8588-6A62-CE4D-9276-DC5FA3349CDB}"/>
              </a:ext>
            </a:extLst>
          </p:cNvPr>
          <p:cNvSpPr>
            <a:spLocks noChangeShapeType="1"/>
          </p:cNvSpPr>
          <p:nvPr/>
        </p:nvSpPr>
        <p:spPr bwMode="auto">
          <a:xfrm flipV="1">
            <a:off x="5334000" y="23622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11" name="Line 22">
            <a:extLst>
              <a:ext uri="{FF2B5EF4-FFF2-40B4-BE49-F238E27FC236}">
                <a16:creationId xmlns:a16="http://schemas.microsoft.com/office/drawing/2014/main" id="{51736E34-DF43-5549-8DDB-19A85382D9B2}"/>
              </a:ext>
            </a:extLst>
          </p:cNvPr>
          <p:cNvSpPr>
            <a:spLocks noChangeShapeType="1"/>
          </p:cNvSpPr>
          <p:nvPr/>
        </p:nvSpPr>
        <p:spPr bwMode="auto">
          <a:xfrm flipV="1">
            <a:off x="9144000" y="24384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12" name="Rectangle 24">
            <a:extLst>
              <a:ext uri="{FF2B5EF4-FFF2-40B4-BE49-F238E27FC236}">
                <a16:creationId xmlns:a16="http://schemas.microsoft.com/office/drawing/2014/main" id="{39991AC8-4532-AB4E-A8B8-7E625305126F}"/>
              </a:ext>
            </a:extLst>
          </p:cNvPr>
          <p:cNvSpPr>
            <a:spLocks noChangeArrowheads="1"/>
          </p:cNvSpPr>
          <p:nvPr/>
        </p:nvSpPr>
        <p:spPr bwMode="auto">
          <a:xfrm>
            <a:off x="15240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Reuben</a:t>
            </a:r>
          </a:p>
        </p:txBody>
      </p:sp>
      <p:sp>
        <p:nvSpPr>
          <p:cNvPr id="29713" name="Rectangle 26">
            <a:extLst>
              <a:ext uri="{FF2B5EF4-FFF2-40B4-BE49-F238E27FC236}">
                <a16:creationId xmlns:a16="http://schemas.microsoft.com/office/drawing/2014/main" id="{F73CDC66-A6F9-664C-9B7C-DA192997ABA9}"/>
              </a:ext>
            </a:extLst>
          </p:cNvPr>
          <p:cNvSpPr>
            <a:spLocks noChangeArrowheads="1"/>
          </p:cNvSpPr>
          <p:nvPr/>
        </p:nvSpPr>
        <p:spPr bwMode="auto">
          <a:xfrm>
            <a:off x="26670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Levi</a:t>
            </a:r>
          </a:p>
        </p:txBody>
      </p:sp>
      <p:sp>
        <p:nvSpPr>
          <p:cNvPr id="29714" name="Rectangle 27">
            <a:extLst>
              <a:ext uri="{FF2B5EF4-FFF2-40B4-BE49-F238E27FC236}">
                <a16:creationId xmlns:a16="http://schemas.microsoft.com/office/drawing/2014/main" id="{205F58E6-BE71-FC46-A9A4-AB4CC3D78235}"/>
              </a:ext>
            </a:extLst>
          </p:cNvPr>
          <p:cNvSpPr>
            <a:spLocks noChangeArrowheads="1"/>
          </p:cNvSpPr>
          <p:nvPr/>
        </p:nvSpPr>
        <p:spPr bwMode="auto">
          <a:xfrm>
            <a:off x="38100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Dan</a:t>
            </a:r>
          </a:p>
        </p:txBody>
      </p:sp>
      <p:sp>
        <p:nvSpPr>
          <p:cNvPr id="29715" name="Rectangle 28">
            <a:extLst>
              <a:ext uri="{FF2B5EF4-FFF2-40B4-BE49-F238E27FC236}">
                <a16:creationId xmlns:a16="http://schemas.microsoft.com/office/drawing/2014/main" id="{23C2C858-E563-6E4A-B2F6-4F89DDF998F5}"/>
              </a:ext>
            </a:extLst>
          </p:cNvPr>
          <p:cNvSpPr>
            <a:spLocks noChangeArrowheads="1"/>
          </p:cNvSpPr>
          <p:nvPr/>
        </p:nvSpPr>
        <p:spPr bwMode="auto">
          <a:xfrm>
            <a:off x="50292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Gad</a:t>
            </a:r>
          </a:p>
        </p:txBody>
      </p:sp>
      <p:sp>
        <p:nvSpPr>
          <p:cNvPr id="29716" name="Rectangle 29">
            <a:extLst>
              <a:ext uri="{FF2B5EF4-FFF2-40B4-BE49-F238E27FC236}">
                <a16:creationId xmlns:a16="http://schemas.microsoft.com/office/drawing/2014/main" id="{30EB2E65-9733-C241-B5E9-4D9B32560877}"/>
              </a:ext>
            </a:extLst>
          </p:cNvPr>
          <p:cNvSpPr>
            <a:spLocks noChangeArrowheads="1"/>
          </p:cNvSpPr>
          <p:nvPr/>
        </p:nvSpPr>
        <p:spPr bwMode="auto">
          <a:xfrm>
            <a:off x="61722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Issachar</a:t>
            </a:r>
          </a:p>
        </p:txBody>
      </p:sp>
      <p:sp>
        <p:nvSpPr>
          <p:cNvPr id="29717" name="Rectangle 31">
            <a:extLst>
              <a:ext uri="{FF2B5EF4-FFF2-40B4-BE49-F238E27FC236}">
                <a16:creationId xmlns:a16="http://schemas.microsoft.com/office/drawing/2014/main" id="{737918BF-CABA-5544-95C3-9B632C0B4C07}"/>
              </a:ext>
            </a:extLst>
          </p:cNvPr>
          <p:cNvSpPr>
            <a:spLocks noChangeArrowheads="1"/>
          </p:cNvSpPr>
          <p:nvPr/>
        </p:nvSpPr>
        <p:spPr bwMode="auto">
          <a:xfrm>
            <a:off x="2057400" y="4114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Simeon</a:t>
            </a:r>
          </a:p>
        </p:txBody>
      </p:sp>
      <p:sp>
        <p:nvSpPr>
          <p:cNvPr id="29718" name="Rectangle 32">
            <a:extLst>
              <a:ext uri="{FF2B5EF4-FFF2-40B4-BE49-F238E27FC236}">
                <a16:creationId xmlns:a16="http://schemas.microsoft.com/office/drawing/2014/main" id="{3F8EFC97-959C-3548-B84A-5F4CA8C5E302}"/>
              </a:ext>
            </a:extLst>
          </p:cNvPr>
          <p:cNvSpPr>
            <a:spLocks noChangeArrowheads="1"/>
          </p:cNvSpPr>
          <p:nvPr/>
        </p:nvSpPr>
        <p:spPr bwMode="auto">
          <a:xfrm>
            <a:off x="3200400" y="4038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Judah</a:t>
            </a:r>
          </a:p>
        </p:txBody>
      </p:sp>
      <p:sp>
        <p:nvSpPr>
          <p:cNvPr id="29719" name="Rectangle 33">
            <a:extLst>
              <a:ext uri="{FF2B5EF4-FFF2-40B4-BE49-F238E27FC236}">
                <a16:creationId xmlns:a16="http://schemas.microsoft.com/office/drawing/2014/main" id="{636BB4A8-D347-834B-8632-27E5E5D2632B}"/>
              </a:ext>
            </a:extLst>
          </p:cNvPr>
          <p:cNvSpPr>
            <a:spLocks noChangeArrowheads="1"/>
          </p:cNvSpPr>
          <p:nvPr/>
        </p:nvSpPr>
        <p:spPr bwMode="auto">
          <a:xfrm>
            <a:off x="4419600" y="4038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Naptali</a:t>
            </a:r>
          </a:p>
        </p:txBody>
      </p:sp>
      <p:sp>
        <p:nvSpPr>
          <p:cNvPr id="29720" name="Rectangle 34">
            <a:extLst>
              <a:ext uri="{FF2B5EF4-FFF2-40B4-BE49-F238E27FC236}">
                <a16:creationId xmlns:a16="http://schemas.microsoft.com/office/drawing/2014/main" id="{F0E6965B-E66E-6547-98FE-374C8BD30062}"/>
              </a:ext>
            </a:extLst>
          </p:cNvPr>
          <p:cNvSpPr>
            <a:spLocks noChangeArrowheads="1"/>
          </p:cNvSpPr>
          <p:nvPr/>
        </p:nvSpPr>
        <p:spPr bwMode="auto">
          <a:xfrm>
            <a:off x="5562600" y="4038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Asher</a:t>
            </a:r>
          </a:p>
        </p:txBody>
      </p:sp>
      <p:sp>
        <p:nvSpPr>
          <p:cNvPr id="29721" name="Rectangle 35">
            <a:extLst>
              <a:ext uri="{FF2B5EF4-FFF2-40B4-BE49-F238E27FC236}">
                <a16:creationId xmlns:a16="http://schemas.microsoft.com/office/drawing/2014/main" id="{A638647A-BAF8-FA47-8E61-A3297D66E4D1}"/>
              </a:ext>
            </a:extLst>
          </p:cNvPr>
          <p:cNvSpPr>
            <a:spLocks noChangeArrowheads="1"/>
          </p:cNvSpPr>
          <p:nvPr/>
        </p:nvSpPr>
        <p:spPr bwMode="auto">
          <a:xfrm>
            <a:off x="6781800" y="4038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Zebulun</a:t>
            </a:r>
          </a:p>
        </p:txBody>
      </p:sp>
      <p:sp>
        <p:nvSpPr>
          <p:cNvPr id="29722" name="Rectangle 36">
            <a:extLst>
              <a:ext uri="{FF2B5EF4-FFF2-40B4-BE49-F238E27FC236}">
                <a16:creationId xmlns:a16="http://schemas.microsoft.com/office/drawing/2014/main" id="{34814CAF-0255-FA4E-B8F4-7BF60C7CA4AB}"/>
              </a:ext>
            </a:extLst>
          </p:cNvPr>
          <p:cNvSpPr>
            <a:spLocks noChangeArrowheads="1"/>
          </p:cNvSpPr>
          <p:nvPr/>
        </p:nvSpPr>
        <p:spPr bwMode="auto">
          <a:xfrm>
            <a:off x="8534400" y="29718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Benjamin</a:t>
            </a:r>
          </a:p>
        </p:txBody>
      </p:sp>
      <p:sp>
        <p:nvSpPr>
          <p:cNvPr id="29723" name="Rectangle 37">
            <a:extLst>
              <a:ext uri="{FF2B5EF4-FFF2-40B4-BE49-F238E27FC236}">
                <a16:creationId xmlns:a16="http://schemas.microsoft.com/office/drawing/2014/main" id="{A352EEAA-D741-6246-82C2-86487FD5D274}"/>
              </a:ext>
            </a:extLst>
          </p:cNvPr>
          <p:cNvSpPr>
            <a:spLocks noChangeArrowheads="1"/>
          </p:cNvSpPr>
          <p:nvPr/>
        </p:nvSpPr>
        <p:spPr bwMode="auto">
          <a:xfrm>
            <a:off x="7924800" y="40386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Joseph</a:t>
            </a:r>
          </a:p>
        </p:txBody>
      </p:sp>
      <p:sp>
        <p:nvSpPr>
          <p:cNvPr id="29724" name="Line 38">
            <a:extLst>
              <a:ext uri="{FF2B5EF4-FFF2-40B4-BE49-F238E27FC236}">
                <a16:creationId xmlns:a16="http://schemas.microsoft.com/office/drawing/2014/main" id="{0373A7E0-9B5D-2140-860A-75E29F7F2AE1}"/>
              </a:ext>
            </a:extLst>
          </p:cNvPr>
          <p:cNvSpPr>
            <a:spLocks noChangeShapeType="1"/>
          </p:cNvSpPr>
          <p:nvPr/>
        </p:nvSpPr>
        <p:spPr bwMode="auto">
          <a:xfrm>
            <a:off x="19812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25" name="Line 39">
            <a:extLst>
              <a:ext uri="{FF2B5EF4-FFF2-40B4-BE49-F238E27FC236}">
                <a16:creationId xmlns:a16="http://schemas.microsoft.com/office/drawing/2014/main" id="{0B85A553-4BAC-F94D-A7D1-B4B0DDDE72DF}"/>
              </a:ext>
            </a:extLst>
          </p:cNvPr>
          <p:cNvSpPr>
            <a:spLocks noChangeShapeType="1"/>
          </p:cNvSpPr>
          <p:nvPr/>
        </p:nvSpPr>
        <p:spPr bwMode="auto">
          <a:xfrm>
            <a:off x="31242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26" name="Line 41">
            <a:extLst>
              <a:ext uri="{FF2B5EF4-FFF2-40B4-BE49-F238E27FC236}">
                <a16:creationId xmlns:a16="http://schemas.microsoft.com/office/drawing/2014/main" id="{B9610DD0-35CF-014D-9E85-430C8EF51169}"/>
              </a:ext>
            </a:extLst>
          </p:cNvPr>
          <p:cNvSpPr>
            <a:spLocks noChangeShapeType="1"/>
          </p:cNvSpPr>
          <p:nvPr/>
        </p:nvSpPr>
        <p:spPr bwMode="auto">
          <a:xfrm>
            <a:off x="54864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27" name="Line 42">
            <a:extLst>
              <a:ext uri="{FF2B5EF4-FFF2-40B4-BE49-F238E27FC236}">
                <a16:creationId xmlns:a16="http://schemas.microsoft.com/office/drawing/2014/main" id="{6E0986BE-26BC-EC4D-BE47-4E9D055448F9}"/>
              </a:ext>
            </a:extLst>
          </p:cNvPr>
          <p:cNvSpPr>
            <a:spLocks noChangeShapeType="1"/>
          </p:cNvSpPr>
          <p:nvPr/>
        </p:nvSpPr>
        <p:spPr bwMode="auto">
          <a:xfrm>
            <a:off x="66294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28" name="Line 43">
            <a:extLst>
              <a:ext uri="{FF2B5EF4-FFF2-40B4-BE49-F238E27FC236}">
                <a16:creationId xmlns:a16="http://schemas.microsoft.com/office/drawing/2014/main" id="{7DE3C89A-4B53-C643-891F-83249E798A97}"/>
              </a:ext>
            </a:extLst>
          </p:cNvPr>
          <p:cNvSpPr>
            <a:spLocks noChangeShapeType="1"/>
          </p:cNvSpPr>
          <p:nvPr/>
        </p:nvSpPr>
        <p:spPr bwMode="auto">
          <a:xfrm>
            <a:off x="77724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29" name="Line 44">
            <a:extLst>
              <a:ext uri="{FF2B5EF4-FFF2-40B4-BE49-F238E27FC236}">
                <a16:creationId xmlns:a16="http://schemas.microsoft.com/office/drawing/2014/main" id="{DE0B747C-A2F8-B240-A5EB-3CA903A03305}"/>
              </a:ext>
            </a:extLst>
          </p:cNvPr>
          <p:cNvSpPr>
            <a:spLocks noChangeShapeType="1"/>
          </p:cNvSpPr>
          <p:nvPr/>
        </p:nvSpPr>
        <p:spPr bwMode="auto">
          <a:xfrm>
            <a:off x="89916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0" name="Line 45">
            <a:extLst>
              <a:ext uri="{FF2B5EF4-FFF2-40B4-BE49-F238E27FC236}">
                <a16:creationId xmlns:a16="http://schemas.microsoft.com/office/drawing/2014/main" id="{69BBFCCD-C04D-274C-887A-2B41607C0E74}"/>
              </a:ext>
            </a:extLst>
          </p:cNvPr>
          <p:cNvSpPr>
            <a:spLocks noChangeShapeType="1"/>
          </p:cNvSpPr>
          <p:nvPr/>
        </p:nvSpPr>
        <p:spPr bwMode="auto">
          <a:xfrm>
            <a:off x="25146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1" name="Line 46">
            <a:extLst>
              <a:ext uri="{FF2B5EF4-FFF2-40B4-BE49-F238E27FC236}">
                <a16:creationId xmlns:a16="http://schemas.microsoft.com/office/drawing/2014/main" id="{D92A0590-9F33-A14F-AC6D-01F55410CBBC}"/>
              </a:ext>
            </a:extLst>
          </p:cNvPr>
          <p:cNvSpPr>
            <a:spLocks noChangeShapeType="1"/>
          </p:cNvSpPr>
          <p:nvPr/>
        </p:nvSpPr>
        <p:spPr bwMode="auto">
          <a:xfrm>
            <a:off x="36576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2" name="Line 47">
            <a:extLst>
              <a:ext uri="{FF2B5EF4-FFF2-40B4-BE49-F238E27FC236}">
                <a16:creationId xmlns:a16="http://schemas.microsoft.com/office/drawing/2014/main" id="{4B8584AD-382F-DB42-A693-8804312C8959}"/>
              </a:ext>
            </a:extLst>
          </p:cNvPr>
          <p:cNvSpPr>
            <a:spLocks noChangeShapeType="1"/>
          </p:cNvSpPr>
          <p:nvPr/>
        </p:nvSpPr>
        <p:spPr bwMode="auto">
          <a:xfrm>
            <a:off x="48768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3" name="Line 48">
            <a:extLst>
              <a:ext uri="{FF2B5EF4-FFF2-40B4-BE49-F238E27FC236}">
                <a16:creationId xmlns:a16="http://schemas.microsoft.com/office/drawing/2014/main" id="{B8C815A6-C8CC-2E49-AD95-8D4BC94B9163}"/>
              </a:ext>
            </a:extLst>
          </p:cNvPr>
          <p:cNvSpPr>
            <a:spLocks noChangeShapeType="1"/>
          </p:cNvSpPr>
          <p:nvPr/>
        </p:nvSpPr>
        <p:spPr bwMode="auto">
          <a:xfrm>
            <a:off x="60960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4" name="Line 49">
            <a:extLst>
              <a:ext uri="{FF2B5EF4-FFF2-40B4-BE49-F238E27FC236}">
                <a16:creationId xmlns:a16="http://schemas.microsoft.com/office/drawing/2014/main" id="{FFF56D19-10E6-DC48-BDBA-AA8DBE2AA8D4}"/>
              </a:ext>
            </a:extLst>
          </p:cNvPr>
          <p:cNvSpPr>
            <a:spLocks noChangeShapeType="1"/>
          </p:cNvSpPr>
          <p:nvPr/>
        </p:nvSpPr>
        <p:spPr bwMode="auto">
          <a:xfrm>
            <a:off x="72390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5" name="Line 50">
            <a:extLst>
              <a:ext uri="{FF2B5EF4-FFF2-40B4-BE49-F238E27FC236}">
                <a16:creationId xmlns:a16="http://schemas.microsoft.com/office/drawing/2014/main" id="{3C6B8343-A527-3243-9EDE-A6568E00B3BC}"/>
              </a:ext>
            </a:extLst>
          </p:cNvPr>
          <p:cNvSpPr>
            <a:spLocks noChangeShapeType="1"/>
          </p:cNvSpPr>
          <p:nvPr/>
        </p:nvSpPr>
        <p:spPr bwMode="auto">
          <a:xfrm>
            <a:off x="8382000" y="2667000"/>
            <a:ext cx="0" cy="1371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6" name="Oval 52">
            <a:extLst>
              <a:ext uri="{FF2B5EF4-FFF2-40B4-BE49-F238E27FC236}">
                <a16:creationId xmlns:a16="http://schemas.microsoft.com/office/drawing/2014/main" id="{98E49D73-9A64-1944-BADF-F95557EA41FB}"/>
              </a:ext>
            </a:extLst>
          </p:cNvPr>
          <p:cNvSpPr>
            <a:spLocks noChangeArrowheads="1"/>
          </p:cNvSpPr>
          <p:nvPr/>
        </p:nvSpPr>
        <p:spPr bwMode="auto">
          <a:xfrm>
            <a:off x="7315200" y="2971800"/>
            <a:ext cx="914400" cy="914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Dinah</a:t>
            </a:r>
          </a:p>
        </p:txBody>
      </p:sp>
      <p:sp>
        <p:nvSpPr>
          <p:cNvPr id="29737" name="Line 53">
            <a:extLst>
              <a:ext uri="{FF2B5EF4-FFF2-40B4-BE49-F238E27FC236}">
                <a16:creationId xmlns:a16="http://schemas.microsoft.com/office/drawing/2014/main" id="{B7E1CA9E-9851-9E46-8B2A-8E594CCE4879}"/>
              </a:ext>
            </a:extLst>
          </p:cNvPr>
          <p:cNvSpPr>
            <a:spLocks noChangeShapeType="1"/>
          </p:cNvSpPr>
          <p:nvPr/>
        </p:nvSpPr>
        <p:spPr bwMode="auto">
          <a:xfrm flipH="1">
            <a:off x="5410200" y="914400"/>
            <a:ext cx="60960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8" name="Line 54">
            <a:extLst>
              <a:ext uri="{FF2B5EF4-FFF2-40B4-BE49-F238E27FC236}">
                <a16:creationId xmlns:a16="http://schemas.microsoft.com/office/drawing/2014/main" id="{1E84EF56-6F01-5947-B0AB-1E94F5CE5E7A}"/>
              </a:ext>
            </a:extLst>
          </p:cNvPr>
          <p:cNvSpPr>
            <a:spLocks noChangeShapeType="1"/>
          </p:cNvSpPr>
          <p:nvPr/>
        </p:nvSpPr>
        <p:spPr bwMode="auto">
          <a:xfrm>
            <a:off x="4191000" y="2667000"/>
            <a:ext cx="0" cy="304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39" name="Line 55">
            <a:extLst>
              <a:ext uri="{FF2B5EF4-FFF2-40B4-BE49-F238E27FC236}">
                <a16:creationId xmlns:a16="http://schemas.microsoft.com/office/drawing/2014/main" id="{CF24C2FF-69FB-BF4F-8D26-8F2B8686C246}"/>
              </a:ext>
            </a:extLst>
          </p:cNvPr>
          <p:cNvSpPr>
            <a:spLocks noChangeShapeType="1"/>
          </p:cNvSpPr>
          <p:nvPr/>
        </p:nvSpPr>
        <p:spPr bwMode="auto">
          <a:xfrm>
            <a:off x="3657600" y="4953000"/>
            <a:ext cx="0" cy="5334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29740" name="Line 56">
            <a:extLst>
              <a:ext uri="{FF2B5EF4-FFF2-40B4-BE49-F238E27FC236}">
                <a16:creationId xmlns:a16="http://schemas.microsoft.com/office/drawing/2014/main" id="{3B0DA166-DEB6-0C47-8E0B-352EFCCA9F59}"/>
              </a:ext>
            </a:extLst>
          </p:cNvPr>
          <p:cNvSpPr>
            <a:spLocks noChangeShapeType="1"/>
          </p:cNvSpPr>
          <p:nvPr/>
        </p:nvSpPr>
        <p:spPr bwMode="auto">
          <a:xfrm flipV="1">
            <a:off x="3657600" y="5486400"/>
            <a:ext cx="6096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18490" name="Rectangle 58">
            <a:extLst>
              <a:ext uri="{FF2B5EF4-FFF2-40B4-BE49-F238E27FC236}">
                <a16:creationId xmlns:a16="http://schemas.microsoft.com/office/drawing/2014/main" id="{2B2453A2-3F96-1241-BFE8-F02809FBDED3}"/>
              </a:ext>
            </a:extLst>
          </p:cNvPr>
          <p:cNvSpPr>
            <a:spLocks noChangeArrowheads="1"/>
          </p:cNvSpPr>
          <p:nvPr/>
        </p:nvSpPr>
        <p:spPr bwMode="auto">
          <a:xfrm>
            <a:off x="4191000" y="5105400"/>
            <a:ext cx="2895600" cy="533400"/>
          </a:xfrm>
          <a:prstGeom prst="rect">
            <a:avLst/>
          </a:prstGeom>
          <a:solidFill>
            <a:schemeClr val="accent1"/>
          </a:solidFill>
          <a:ln w="76200" cmpd="tri">
            <a:solidFill>
              <a:srgbClr val="CCCC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3200" b="1"/>
              <a:t>JESUS CHRIST</a:t>
            </a:r>
            <a:endParaRPr lang="en-US" altLang="en-US" sz="3200"/>
          </a:p>
        </p:txBody>
      </p:sp>
    </p:spTree>
    <p:extLst>
      <p:ext uri="{BB962C8B-B14F-4D97-AF65-F5344CB8AC3E}">
        <p14:creationId xmlns:p14="http://schemas.microsoft.com/office/powerpoint/2010/main" val="308129543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0"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D7726725-6DBD-0445-8352-DC5BC249012B}"/>
              </a:ext>
            </a:extLst>
          </p:cNvPr>
          <p:cNvSpPr>
            <a:spLocks noGrp="1" noChangeArrowheads="1"/>
          </p:cNvSpPr>
          <p:nvPr>
            <p:ph type="title"/>
          </p:nvPr>
        </p:nvSpPr>
        <p:spPr>
          <a:xfrm>
            <a:off x="2209800" y="-76200"/>
            <a:ext cx="7772400" cy="1143000"/>
          </a:xfrm>
        </p:spPr>
        <p:txBody>
          <a:bodyPr/>
          <a:lstStyle/>
          <a:p>
            <a:pPr algn="ctr"/>
            <a:r>
              <a:rPr lang="en-US" altLang="en-US" dirty="0">
                <a:ea typeface="ＭＳ Ｐゴシック" panose="020B0600070205080204" pitchFamily="34" charset="-128"/>
              </a:rPr>
              <a:t>Abraham</a:t>
            </a:r>
            <a:r>
              <a:rPr lang="ja-JP" altLang="en-US">
                <a:ea typeface="ＭＳ Ｐゴシック" panose="020B0600070205080204" pitchFamily="34" charset="-128"/>
              </a:rPr>
              <a:t>’</a:t>
            </a:r>
            <a:r>
              <a:rPr lang="en-US" altLang="ja-JP" dirty="0">
                <a:ea typeface="ＭＳ Ｐゴシック" panose="020B0600070205080204" pitchFamily="34" charset="-128"/>
              </a:rPr>
              <a:t>s Other Children</a:t>
            </a:r>
            <a:endParaRPr lang="en-US" altLang="en-US" dirty="0">
              <a:ea typeface="ＭＳ Ｐゴシック" panose="020B0600070205080204" pitchFamily="34" charset="-128"/>
            </a:endParaRPr>
          </a:p>
        </p:txBody>
      </p:sp>
      <p:sp>
        <p:nvSpPr>
          <p:cNvPr id="30722" name="Rectangle 5">
            <a:extLst>
              <a:ext uri="{FF2B5EF4-FFF2-40B4-BE49-F238E27FC236}">
                <a16:creationId xmlns:a16="http://schemas.microsoft.com/office/drawing/2014/main" id="{C5082F64-677B-994F-915E-51F72B515250}"/>
              </a:ext>
            </a:extLst>
          </p:cNvPr>
          <p:cNvSpPr>
            <a:spLocks noChangeArrowheads="1"/>
          </p:cNvSpPr>
          <p:nvPr/>
        </p:nvSpPr>
        <p:spPr bwMode="auto">
          <a:xfrm>
            <a:off x="1600200" y="990600"/>
            <a:ext cx="1295400" cy="11430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Abraham</a:t>
            </a:r>
          </a:p>
        </p:txBody>
      </p:sp>
      <p:sp>
        <p:nvSpPr>
          <p:cNvPr id="30723" name="Oval 6">
            <a:extLst>
              <a:ext uri="{FF2B5EF4-FFF2-40B4-BE49-F238E27FC236}">
                <a16:creationId xmlns:a16="http://schemas.microsoft.com/office/drawing/2014/main" id="{D10A16CA-7E58-A543-A9B7-7B8D75D7FF97}"/>
              </a:ext>
            </a:extLst>
          </p:cNvPr>
          <p:cNvSpPr>
            <a:spLocks noChangeArrowheads="1"/>
          </p:cNvSpPr>
          <p:nvPr/>
        </p:nvSpPr>
        <p:spPr bwMode="auto">
          <a:xfrm>
            <a:off x="9448800" y="990600"/>
            <a:ext cx="1143000" cy="11430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Keturah</a:t>
            </a:r>
          </a:p>
        </p:txBody>
      </p:sp>
      <p:sp>
        <p:nvSpPr>
          <p:cNvPr id="30724" name="Line 7">
            <a:extLst>
              <a:ext uri="{FF2B5EF4-FFF2-40B4-BE49-F238E27FC236}">
                <a16:creationId xmlns:a16="http://schemas.microsoft.com/office/drawing/2014/main" id="{536EBB51-1290-C444-8125-79D0768B73AF}"/>
              </a:ext>
            </a:extLst>
          </p:cNvPr>
          <p:cNvSpPr>
            <a:spLocks noChangeShapeType="1"/>
          </p:cNvSpPr>
          <p:nvPr/>
        </p:nvSpPr>
        <p:spPr bwMode="auto">
          <a:xfrm>
            <a:off x="2209800" y="2362200"/>
            <a:ext cx="7772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25" name="Line 8">
            <a:extLst>
              <a:ext uri="{FF2B5EF4-FFF2-40B4-BE49-F238E27FC236}">
                <a16:creationId xmlns:a16="http://schemas.microsoft.com/office/drawing/2014/main" id="{F632EB86-AD78-184D-98DB-5815869DEB9F}"/>
              </a:ext>
            </a:extLst>
          </p:cNvPr>
          <p:cNvSpPr>
            <a:spLocks noChangeShapeType="1"/>
          </p:cNvSpPr>
          <p:nvPr/>
        </p:nvSpPr>
        <p:spPr bwMode="auto">
          <a:xfrm>
            <a:off x="2209800" y="21336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26" name="Line 9">
            <a:extLst>
              <a:ext uri="{FF2B5EF4-FFF2-40B4-BE49-F238E27FC236}">
                <a16:creationId xmlns:a16="http://schemas.microsoft.com/office/drawing/2014/main" id="{58F9AA4F-E1F3-214C-A5DF-C20B280C6C5A}"/>
              </a:ext>
            </a:extLst>
          </p:cNvPr>
          <p:cNvSpPr>
            <a:spLocks noChangeShapeType="1"/>
          </p:cNvSpPr>
          <p:nvPr/>
        </p:nvSpPr>
        <p:spPr bwMode="auto">
          <a:xfrm>
            <a:off x="9982200" y="21336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27" name="Rectangle 10">
            <a:extLst>
              <a:ext uri="{FF2B5EF4-FFF2-40B4-BE49-F238E27FC236}">
                <a16:creationId xmlns:a16="http://schemas.microsoft.com/office/drawing/2014/main" id="{5567963B-A10A-1048-906F-67F18CD8BFDE}"/>
              </a:ext>
            </a:extLst>
          </p:cNvPr>
          <p:cNvSpPr>
            <a:spLocks noChangeArrowheads="1"/>
          </p:cNvSpPr>
          <p:nvPr/>
        </p:nvSpPr>
        <p:spPr bwMode="auto">
          <a:xfrm>
            <a:off x="19050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Zimran</a:t>
            </a:r>
          </a:p>
        </p:txBody>
      </p:sp>
      <p:sp>
        <p:nvSpPr>
          <p:cNvPr id="30728" name="Rectangle 12">
            <a:extLst>
              <a:ext uri="{FF2B5EF4-FFF2-40B4-BE49-F238E27FC236}">
                <a16:creationId xmlns:a16="http://schemas.microsoft.com/office/drawing/2014/main" id="{DC6CE8B4-52F0-634F-B80A-F28553A2C545}"/>
              </a:ext>
            </a:extLst>
          </p:cNvPr>
          <p:cNvSpPr>
            <a:spLocks noChangeArrowheads="1"/>
          </p:cNvSpPr>
          <p:nvPr/>
        </p:nvSpPr>
        <p:spPr bwMode="auto">
          <a:xfrm>
            <a:off x="32004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Jokshan</a:t>
            </a:r>
          </a:p>
        </p:txBody>
      </p:sp>
      <p:sp>
        <p:nvSpPr>
          <p:cNvPr id="30729" name="Rectangle 13">
            <a:extLst>
              <a:ext uri="{FF2B5EF4-FFF2-40B4-BE49-F238E27FC236}">
                <a16:creationId xmlns:a16="http://schemas.microsoft.com/office/drawing/2014/main" id="{95BA7D44-1FAB-E041-85A5-BD1EE1A31707}"/>
              </a:ext>
            </a:extLst>
          </p:cNvPr>
          <p:cNvSpPr>
            <a:spLocks noChangeArrowheads="1"/>
          </p:cNvSpPr>
          <p:nvPr/>
        </p:nvSpPr>
        <p:spPr bwMode="auto">
          <a:xfrm>
            <a:off x="51816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Medan</a:t>
            </a:r>
          </a:p>
        </p:txBody>
      </p:sp>
      <p:sp>
        <p:nvSpPr>
          <p:cNvPr id="30730" name="Rectangle 14">
            <a:extLst>
              <a:ext uri="{FF2B5EF4-FFF2-40B4-BE49-F238E27FC236}">
                <a16:creationId xmlns:a16="http://schemas.microsoft.com/office/drawing/2014/main" id="{12B932EE-1AFA-C04F-A2AE-647428664AFC}"/>
              </a:ext>
            </a:extLst>
          </p:cNvPr>
          <p:cNvSpPr>
            <a:spLocks noChangeArrowheads="1"/>
          </p:cNvSpPr>
          <p:nvPr/>
        </p:nvSpPr>
        <p:spPr bwMode="auto">
          <a:xfrm>
            <a:off x="65532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Midian</a:t>
            </a:r>
          </a:p>
        </p:txBody>
      </p:sp>
      <p:sp>
        <p:nvSpPr>
          <p:cNvPr id="30731" name="Rectangle 15">
            <a:extLst>
              <a:ext uri="{FF2B5EF4-FFF2-40B4-BE49-F238E27FC236}">
                <a16:creationId xmlns:a16="http://schemas.microsoft.com/office/drawing/2014/main" id="{68BAE3BE-52C9-A84E-90E4-1333AB5974FC}"/>
              </a:ext>
            </a:extLst>
          </p:cNvPr>
          <p:cNvSpPr>
            <a:spLocks noChangeArrowheads="1"/>
          </p:cNvSpPr>
          <p:nvPr/>
        </p:nvSpPr>
        <p:spPr bwMode="auto">
          <a:xfrm>
            <a:off x="79248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Ishbak</a:t>
            </a:r>
          </a:p>
        </p:txBody>
      </p:sp>
      <p:sp>
        <p:nvSpPr>
          <p:cNvPr id="30732" name="Rectangle 16">
            <a:extLst>
              <a:ext uri="{FF2B5EF4-FFF2-40B4-BE49-F238E27FC236}">
                <a16:creationId xmlns:a16="http://schemas.microsoft.com/office/drawing/2014/main" id="{C93BF833-21C4-A742-A157-1129D4E1F94B}"/>
              </a:ext>
            </a:extLst>
          </p:cNvPr>
          <p:cNvSpPr>
            <a:spLocks noChangeArrowheads="1"/>
          </p:cNvSpPr>
          <p:nvPr/>
        </p:nvSpPr>
        <p:spPr bwMode="auto">
          <a:xfrm>
            <a:off x="9296400" y="2743200"/>
            <a:ext cx="914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Shuah</a:t>
            </a:r>
          </a:p>
        </p:txBody>
      </p:sp>
      <p:sp>
        <p:nvSpPr>
          <p:cNvPr id="19473" name="Rectangle 17">
            <a:extLst>
              <a:ext uri="{FF2B5EF4-FFF2-40B4-BE49-F238E27FC236}">
                <a16:creationId xmlns:a16="http://schemas.microsoft.com/office/drawing/2014/main" id="{0522CF06-FCB2-E842-A2E6-9C1ECD33A094}"/>
              </a:ext>
            </a:extLst>
          </p:cNvPr>
          <p:cNvSpPr>
            <a:spLocks noChangeArrowheads="1"/>
          </p:cNvSpPr>
          <p:nvPr/>
        </p:nvSpPr>
        <p:spPr bwMode="auto">
          <a:xfrm>
            <a:off x="3657600" y="4267200"/>
            <a:ext cx="838200" cy="762000"/>
          </a:xfrm>
          <a:prstGeom prst="rect">
            <a:avLst/>
          </a:prstGeom>
          <a:solidFill>
            <a:schemeClr val="accent1"/>
          </a:solidFill>
          <a:ln w="57150">
            <a:solidFill>
              <a:srgbClr val="CC33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Sheba</a:t>
            </a:r>
          </a:p>
        </p:txBody>
      </p:sp>
      <p:sp>
        <p:nvSpPr>
          <p:cNvPr id="30734" name="Oval 18">
            <a:extLst>
              <a:ext uri="{FF2B5EF4-FFF2-40B4-BE49-F238E27FC236}">
                <a16:creationId xmlns:a16="http://schemas.microsoft.com/office/drawing/2014/main" id="{04F50577-7445-F14E-900D-8B81DB218121}"/>
              </a:ext>
            </a:extLst>
          </p:cNvPr>
          <p:cNvSpPr>
            <a:spLocks noChangeArrowheads="1"/>
          </p:cNvSpPr>
          <p:nvPr/>
        </p:nvSpPr>
        <p:spPr bwMode="auto">
          <a:xfrm>
            <a:off x="4343400" y="3124200"/>
            <a:ext cx="533400" cy="533400"/>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30735" name="Line 21">
            <a:extLst>
              <a:ext uri="{FF2B5EF4-FFF2-40B4-BE49-F238E27FC236}">
                <a16:creationId xmlns:a16="http://schemas.microsoft.com/office/drawing/2014/main" id="{609E3916-B6F1-4640-B322-714D0009D563}"/>
              </a:ext>
            </a:extLst>
          </p:cNvPr>
          <p:cNvSpPr>
            <a:spLocks noChangeShapeType="1"/>
          </p:cNvSpPr>
          <p:nvPr/>
        </p:nvSpPr>
        <p:spPr bwMode="auto">
          <a:xfrm>
            <a:off x="23622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36" name="Line 23">
            <a:extLst>
              <a:ext uri="{FF2B5EF4-FFF2-40B4-BE49-F238E27FC236}">
                <a16:creationId xmlns:a16="http://schemas.microsoft.com/office/drawing/2014/main" id="{CF64BFE4-6FBC-B14E-9ADA-624DBE3A07AD}"/>
              </a:ext>
            </a:extLst>
          </p:cNvPr>
          <p:cNvSpPr>
            <a:spLocks noChangeShapeType="1"/>
          </p:cNvSpPr>
          <p:nvPr/>
        </p:nvSpPr>
        <p:spPr bwMode="auto">
          <a:xfrm>
            <a:off x="36576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37" name="Line 24">
            <a:extLst>
              <a:ext uri="{FF2B5EF4-FFF2-40B4-BE49-F238E27FC236}">
                <a16:creationId xmlns:a16="http://schemas.microsoft.com/office/drawing/2014/main" id="{9E58CA01-AADB-4A47-8088-7459E0A6B80E}"/>
              </a:ext>
            </a:extLst>
          </p:cNvPr>
          <p:cNvSpPr>
            <a:spLocks noChangeShapeType="1"/>
          </p:cNvSpPr>
          <p:nvPr/>
        </p:nvSpPr>
        <p:spPr bwMode="auto">
          <a:xfrm>
            <a:off x="55626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38" name="Line 25">
            <a:extLst>
              <a:ext uri="{FF2B5EF4-FFF2-40B4-BE49-F238E27FC236}">
                <a16:creationId xmlns:a16="http://schemas.microsoft.com/office/drawing/2014/main" id="{714E2DD0-4188-3A44-A68A-5CD6C7C6DD7C}"/>
              </a:ext>
            </a:extLst>
          </p:cNvPr>
          <p:cNvSpPr>
            <a:spLocks noChangeShapeType="1"/>
          </p:cNvSpPr>
          <p:nvPr/>
        </p:nvSpPr>
        <p:spPr bwMode="auto">
          <a:xfrm>
            <a:off x="69342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39" name="Line 26">
            <a:extLst>
              <a:ext uri="{FF2B5EF4-FFF2-40B4-BE49-F238E27FC236}">
                <a16:creationId xmlns:a16="http://schemas.microsoft.com/office/drawing/2014/main" id="{3939C402-35C8-3945-91EB-C719CDD19173}"/>
              </a:ext>
            </a:extLst>
          </p:cNvPr>
          <p:cNvSpPr>
            <a:spLocks noChangeShapeType="1"/>
          </p:cNvSpPr>
          <p:nvPr/>
        </p:nvSpPr>
        <p:spPr bwMode="auto">
          <a:xfrm>
            <a:off x="83820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0" name="Line 27">
            <a:extLst>
              <a:ext uri="{FF2B5EF4-FFF2-40B4-BE49-F238E27FC236}">
                <a16:creationId xmlns:a16="http://schemas.microsoft.com/office/drawing/2014/main" id="{A063362A-4D0D-C74F-AAD9-01A240B853DF}"/>
              </a:ext>
            </a:extLst>
          </p:cNvPr>
          <p:cNvSpPr>
            <a:spLocks noChangeShapeType="1"/>
          </p:cNvSpPr>
          <p:nvPr/>
        </p:nvSpPr>
        <p:spPr bwMode="auto">
          <a:xfrm>
            <a:off x="9753600" y="2362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1" name="Line 28">
            <a:extLst>
              <a:ext uri="{FF2B5EF4-FFF2-40B4-BE49-F238E27FC236}">
                <a16:creationId xmlns:a16="http://schemas.microsoft.com/office/drawing/2014/main" id="{E5611542-32DE-D349-B6DD-C7EF72BE8646}"/>
              </a:ext>
            </a:extLst>
          </p:cNvPr>
          <p:cNvSpPr>
            <a:spLocks noChangeShapeType="1"/>
          </p:cNvSpPr>
          <p:nvPr/>
        </p:nvSpPr>
        <p:spPr bwMode="auto">
          <a:xfrm>
            <a:off x="3657600" y="3886200"/>
            <a:ext cx="914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2" name="Line 29">
            <a:extLst>
              <a:ext uri="{FF2B5EF4-FFF2-40B4-BE49-F238E27FC236}">
                <a16:creationId xmlns:a16="http://schemas.microsoft.com/office/drawing/2014/main" id="{02C4C5E7-EAEB-AA43-BC7B-19FAE96307CF}"/>
              </a:ext>
            </a:extLst>
          </p:cNvPr>
          <p:cNvSpPr>
            <a:spLocks noChangeShapeType="1"/>
          </p:cNvSpPr>
          <p:nvPr/>
        </p:nvSpPr>
        <p:spPr bwMode="auto">
          <a:xfrm>
            <a:off x="3657600" y="36576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3" name="Line 30">
            <a:extLst>
              <a:ext uri="{FF2B5EF4-FFF2-40B4-BE49-F238E27FC236}">
                <a16:creationId xmlns:a16="http://schemas.microsoft.com/office/drawing/2014/main" id="{61D8EABE-A45D-E24D-BF52-FA2B68341505}"/>
              </a:ext>
            </a:extLst>
          </p:cNvPr>
          <p:cNvSpPr>
            <a:spLocks noChangeShapeType="1"/>
          </p:cNvSpPr>
          <p:nvPr/>
        </p:nvSpPr>
        <p:spPr bwMode="auto">
          <a:xfrm>
            <a:off x="4572000" y="3657600"/>
            <a:ext cx="0" cy="2286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4" name="Line 31">
            <a:extLst>
              <a:ext uri="{FF2B5EF4-FFF2-40B4-BE49-F238E27FC236}">
                <a16:creationId xmlns:a16="http://schemas.microsoft.com/office/drawing/2014/main" id="{F229B4CC-BEAA-1548-96D1-C924DDB0F4FA}"/>
              </a:ext>
            </a:extLst>
          </p:cNvPr>
          <p:cNvSpPr>
            <a:spLocks noChangeShapeType="1"/>
          </p:cNvSpPr>
          <p:nvPr/>
        </p:nvSpPr>
        <p:spPr bwMode="auto">
          <a:xfrm>
            <a:off x="4038600" y="3886200"/>
            <a:ext cx="0" cy="3810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19498" name="Rectangle 42">
            <a:extLst>
              <a:ext uri="{FF2B5EF4-FFF2-40B4-BE49-F238E27FC236}">
                <a16:creationId xmlns:a16="http://schemas.microsoft.com/office/drawing/2014/main" id="{044652A7-8222-F049-9B17-C6B62FCFAC9D}"/>
              </a:ext>
            </a:extLst>
          </p:cNvPr>
          <p:cNvSpPr>
            <a:spLocks noChangeArrowheads="1"/>
          </p:cNvSpPr>
          <p:nvPr/>
        </p:nvSpPr>
        <p:spPr bwMode="auto">
          <a:xfrm>
            <a:off x="7162800" y="3733800"/>
            <a:ext cx="762000" cy="762000"/>
          </a:xfrm>
          <a:prstGeom prst="rect">
            <a:avLst/>
          </a:prstGeom>
          <a:solidFill>
            <a:schemeClr val="accent1"/>
          </a:solidFill>
          <a:ln w="57150">
            <a:solidFill>
              <a:srgbClr val="CC33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Jethro</a:t>
            </a:r>
          </a:p>
          <a:p>
            <a:pPr algn="ctr"/>
            <a:r>
              <a:rPr lang="en-US" altLang="en-US"/>
              <a:t>(Reuel)</a:t>
            </a:r>
          </a:p>
        </p:txBody>
      </p:sp>
      <p:sp>
        <p:nvSpPr>
          <p:cNvPr id="30746" name="Line 46">
            <a:extLst>
              <a:ext uri="{FF2B5EF4-FFF2-40B4-BE49-F238E27FC236}">
                <a16:creationId xmlns:a16="http://schemas.microsoft.com/office/drawing/2014/main" id="{2C59203B-9FF0-AD45-8B16-1D5EF0EB41FA}"/>
              </a:ext>
            </a:extLst>
          </p:cNvPr>
          <p:cNvSpPr>
            <a:spLocks noChangeShapeType="1"/>
          </p:cNvSpPr>
          <p:nvPr/>
        </p:nvSpPr>
        <p:spPr bwMode="auto">
          <a:xfrm>
            <a:off x="6934200" y="3657600"/>
            <a:ext cx="0" cy="144780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30747" name="Line 47">
            <a:extLst>
              <a:ext uri="{FF2B5EF4-FFF2-40B4-BE49-F238E27FC236}">
                <a16:creationId xmlns:a16="http://schemas.microsoft.com/office/drawing/2014/main" id="{059BD857-90B3-1D44-81EE-19EA648C8539}"/>
              </a:ext>
            </a:extLst>
          </p:cNvPr>
          <p:cNvSpPr>
            <a:spLocks noChangeShapeType="1"/>
          </p:cNvSpPr>
          <p:nvPr/>
        </p:nvSpPr>
        <p:spPr bwMode="auto">
          <a:xfrm flipV="1">
            <a:off x="6934200" y="4114800"/>
            <a:ext cx="152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19505" name="Rectangle 49">
            <a:extLst>
              <a:ext uri="{FF2B5EF4-FFF2-40B4-BE49-F238E27FC236}">
                <a16:creationId xmlns:a16="http://schemas.microsoft.com/office/drawing/2014/main" id="{D5B0753C-6585-8144-B89C-22E4239A2357}"/>
              </a:ext>
            </a:extLst>
          </p:cNvPr>
          <p:cNvSpPr>
            <a:spLocks noChangeArrowheads="1"/>
          </p:cNvSpPr>
          <p:nvPr/>
        </p:nvSpPr>
        <p:spPr bwMode="auto">
          <a:xfrm>
            <a:off x="7162800" y="4724400"/>
            <a:ext cx="685800" cy="762000"/>
          </a:xfrm>
          <a:prstGeom prst="rect">
            <a:avLst/>
          </a:prstGeom>
          <a:solidFill>
            <a:schemeClr val="accent1"/>
          </a:solidFill>
          <a:ln w="38100">
            <a:solidFill>
              <a:srgbClr val="CC33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Balaam</a:t>
            </a:r>
          </a:p>
        </p:txBody>
      </p:sp>
      <p:sp>
        <p:nvSpPr>
          <p:cNvPr id="30749" name="Line 50">
            <a:extLst>
              <a:ext uri="{FF2B5EF4-FFF2-40B4-BE49-F238E27FC236}">
                <a16:creationId xmlns:a16="http://schemas.microsoft.com/office/drawing/2014/main" id="{9D4F2B5C-7654-0B48-8685-48D059C01B09}"/>
              </a:ext>
            </a:extLst>
          </p:cNvPr>
          <p:cNvSpPr>
            <a:spLocks noChangeShapeType="1"/>
          </p:cNvSpPr>
          <p:nvPr/>
        </p:nvSpPr>
        <p:spPr bwMode="auto">
          <a:xfrm flipV="1">
            <a:off x="6934200" y="5105400"/>
            <a:ext cx="15240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82589649"/>
      </p:ext>
    </p:extLst>
  </p:cSld>
  <p:clrMapOvr>
    <a:masterClrMapping/>
  </p:clrMapOvr>
  <p:transition spd="slow">
    <p:cover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5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3" grpId="0" animBg="1" autoUpdateAnimBg="0"/>
      <p:bldP spid="19498" grpId="0" animBg="1" autoUpdateAnimBg="0"/>
      <p:bldP spid="19505"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8">
            <a:extLst>
              <a:ext uri="{FF2B5EF4-FFF2-40B4-BE49-F238E27FC236}">
                <a16:creationId xmlns:a16="http://schemas.microsoft.com/office/drawing/2014/main" id="{4190911D-26E3-7D4D-ABFD-3FFC0A74FEF6}"/>
              </a:ext>
            </a:extLst>
          </p:cNvPr>
          <p:cNvSpPr>
            <a:spLocks noChangeArrowheads="1"/>
          </p:cNvSpPr>
          <p:nvPr/>
        </p:nvSpPr>
        <p:spPr bwMode="auto">
          <a:xfrm>
            <a:off x="1371600" y="2667000"/>
            <a:ext cx="3429000" cy="838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0"/>
              </a:spcBef>
              <a:buClrTx/>
              <a:buSzTx/>
              <a:buFontTx/>
              <a:buNone/>
            </a:pPr>
            <a:r>
              <a:rPr lang="sv-SE" altLang="en-US" sz="1800" b="1" dirty="0">
                <a:solidFill>
                  <a:srgbClr val="FFFFFF"/>
                </a:solidFill>
              </a:rPr>
              <a:t>Isaka (ilay zanaky ny fahagagana)</a:t>
            </a:r>
          </a:p>
          <a:p>
            <a:pPr algn="ctr">
              <a:lnSpc>
                <a:spcPct val="80000"/>
              </a:lnSpc>
              <a:spcBef>
                <a:spcPct val="0"/>
              </a:spcBef>
              <a:buClrTx/>
              <a:buSzTx/>
              <a:buFontTx/>
              <a:buNone/>
            </a:pPr>
            <a:r>
              <a:rPr lang="sv-SE" altLang="en-US" sz="1800" b="1" dirty="0">
                <a:solidFill>
                  <a:srgbClr val="FFFFFF"/>
                </a:solidFill>
              </a:rPr>
              <a:t>Genesisy 21:2</a:t>
            </a:r>
          </a:p>
        </p:txBody>
      </p:sp>
      <p:sp>
        <p:nvSpPr>
          <p:cNvPr id="16386" name="Rectangle 11">
            <a:extLst>
              <a:ext uri="{FF2B5EF4-FFF2-40B4-BE49-F238E27FC236}">
                <a16:creationId xmlns:a16="http://schemas.microsoft.com/office/drawing/2014/main" id="{081548BD-BFD3-D24B-BF4E-9F44C145904C}"/>
              </a:ext>
            </a:extLst>
          </p:cNvPr>
          <p:cNvSpPr>
            <a:spLocks noChangeArrowheads="1"/>
          </p:cNvSpPr>
          <p:nvPr/>
        </p:nvSpPr>
        <p:spPr bwMode="auto">
          <a:xfrm>
            <a:off x="7162800" y="2743200"/>
            <a:ext cx="3505200" cy="838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2700">
                <a:solidFill>
                  <a:srgbClr val="FFFFFF"/>
                </a:solidFill>
              </a:rPr>
              <a:t>Isimaela (zaza voalohany)</a:t>
            </a:r>
          </a:p>
          <a:p>
            <a:pPr algn="ctr">
              <a:spcBef>
                <a:spcPct val="0"/>
              </a:spcBef>
              <a:buClrTx/>
              <a:buSzTx/>
              <a:buFontTx/>
              <a:buNone/>
            </a:pPr>
            <a:r>
              <a:rPr lang="en-US" altLang="en-US" sz="2700">
                <a:solidFill>
                  <a:srgbClr val="FFFFFF"/>
                </a:solidFill>
              </a:rPr>
              <a:t>Genesisy 16:5</a:t>
            </a:r>
            <a:endParaRPr lang="en-US" altLang="en-US" sz="2700" dirty="0">
              <a:solidFill>
                <a:srgbClr val="FFFFFF"/>
              </a:solidFill>
            </a:endParaRPr>
          </a:p>
        </p:txBody>
      </p:sp>
      <p:sp>
        <p:nvSpPr>
          <p:cNvPr id="16387" name="Rectangle 12">
            <a:extLst>
              <a:ext uri="{FF2B5EF4-FFF2-40B4-BE49-F238E27FC236}">
                <a16:creationId xmlns:a16="http://schemas.microsoft.com/office/drawing/2014/main" id="{59849AD2-C480-F446-B5AF-484893DF1A8D}"/>
              </a:ext>
            </a:extLst>
          </p:cNvPr>
          <p:cNvSpPr>
            <a:spLocks noChangeArrowheads="1"/>
          </p:cNvSpPr>
          <p:nvPr/>
        </p:nvSpPr>
        <p:spPr bwMode="auto">
          <a:xfrm>
            <a:off x="1524000" y="1371600"/>
            <a:ext cx="3276600" cy="838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b="1"/>
              <a:t>Sarai (vady voalohany)</a:t>
            </a:r>
            <a:endParaRPr lang="fr-FR"/>
          </a:p>
          <a:p>
            <a:r>
              <a:rPr lang="en-US" b="1"/>
              <a:t>Genesisy 11:29</a:t>
            </a:r>
            <a:endParaRPr lang="en-US" altLang="en-US" sz="3200" dirty="0">
              <a:solidFill>
                <a:srgbClr val="FFFFFF"/>
              </a:solidFill>
            </a:endParaRPr>
          </a:p>
        </p:txBody>
      </p:sp>
      <p:sp>
        <p:nvSpPr>
          <p:cNvPr id="16388" name="Rectangle 13">
            <a:extLst>
              <a:ext uri="{FF2B5EF4-FFF2-40B4-BE49-F238E27FC236}">
                <a16:creationId xmlns:a16="http://schemas.microsoft.com/office/drawing/2014/main" id="{C6963ED8-F0FA-3942-ADFF-49F010FF254D}"/>
              </a:ext>
            </a:extLst>
          </p:cNvPr>
          <p:cNvSpPr>
            <a:spLocks noChangeArrowheads="1"/>
          </p:cNvSpPr>
          <p:nvPr/>
        </p:nvSpPr>
        <p:spPr bwMode="auto">
          <a:xfrm>
            <a:off x="7162800" y="1371600"/>
            <a:ext cx="3505200" cy="7620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s-ES" altLang="en-US" sz="2800" dirty="0" err="1">
                <a:solidFill>
                  <a:srgbClr val="FFFFFF"/>
                </a:solidFill>
              </a:rPr>
              <a:t>Hagara</a:t>
            </a:r>
            <a:r>
              <a:rPr lang="es-ES" altLang="en-US" sz="2800" dirty="0">
                <a:solidFill>
                  <a:srgbClr val="FFFFFF"/>
                </a:solidFill>
              </a:rPr>
              <a:t> (</a:t>
            </a:r>
            <a:r>
              <a:rPr lang="es-ES" altLang="en-US" sz="2800" dirty="0" err="1">
                <a:solidFill>
                  <a:srgbClr val="FFFFFF"/>
                </a:solidFill>
              </a:rPr>
              <a:t>vady</a:t>
            </a:r>
            <a:r>
              <a:rPr lang="es-ES" altLang="en-US" sz="2800" dirty="0">
                <a:solidFill>
                  <a:srgbClr val="FFFFFF"/>
                </a:solidFill>
              </a:rPr>
              <a:t> </a:t>
            </a:r>
            <a:r>
              <a:rPr lang="es-ES" altLang="en-US" sz="2800" dirty="0" err="1">
                <a:solidFill>
                  <a:srgbClr val="FFFFFF"/>
                </a:solidFill>
              </a:rPr>
              <a:t>faharoa</a:t>
            </a:r>
            <a:r>
              <a:rPr lang="es-ES" altLang="en-US" sz="2800" dirty="0">
                <a:solidFill>
                  <a:srgbClr val="FFFFFF"/>
                </a:solidFill>
              </a:rPr>
              <a:t>)</a:t>
            </a:r>
          </a:p>
          <a:p>
            <a:pPr algn="ctr"/>
            <a:r>
              <a:rPr lang="es-ES" altLang="en-US" sz="2800" dirty="0" err="1">
                <a:solidFill>
                  <a:srgbClr val="FFFFFF"/>
                </a:solidFill>
              </a:rPr>
              <a:t>Genesisy</a:t>
            </a:r>
            <a:r>
              <a:rPr lang="es-ES" altLang="en-US" sz="2800" dirty="0">
                <a:solidFill>
                  <a:srgbClr val="FFFFFF"/>
                </a:solidFill>
              </a:rPr>
              <a:t> 16:3</a:t>
            </a:r>
          </a:p>
        </p:txBody>
      </p:sp>
      <p:sp>
        <p:nvSpPr>
          <p:cNvPr id="16389" name="Rectangle 16">
            <a:extLst>
              <a:ext uri="{FF2B5EF4-FFF2-40B4-BE49-F238E27FC236}">
                <a16:creationId xmlns:a16="http://schemas.microsoft.com/office/drawing/2014/main" id="{5B9869BD-4193-3744-A14B-90561847DBF4}"/>
              </a:ext>
            </a:extLst>
          </p:cNvPr>
          <p:cNvSpPr>
            <a:spLocks noChangeArrowheads="1"/>
          </p:cNvSpPr>
          <p:nvPr/>
        </p:nvSpPr>
        <p:spPr bwMode="auto">
          <a:xfrm>
            <a:off x="4495800" y="76200"/>
            <a:ext cx="27432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3200">
                <a:solidFill>
                  <a:srgbClr val="FFFFFF"/>
                </a:solidFill>
              </a:rPr>
              <a:t>ABRAHAM</a:t>
            </a:r>
          </a:p>
        </p:txBody>
      </p:sp>
      <p:sp>
        <p:nvSpPr>
          <p:cNvPr id="16390" name="Line 30">
            <a:extLst>
              <a:ext uri="{FF2B5EF4-FFF2-40B4-BE49-F238E27FC236}">
                <a16:creationId xmlns:a16="http://schemas.microsoft.com/office/drawing/2014/main" id="{84B49F33-2917-D04F-A3C4-D71ADAF6E54F}"/>
              </a:ext>
            </a:extLst>
          </p:cNvPr>
          <p:cNvSpPr>
            <a:spLocks noChangeShapeType="1"/>
          </p:cNvSpPr>
          <p:nvPr/>
        </p:nvSpPr>
        <p:spPr bwMode="auto">
          <a:xfrm flipH="1">
            <a:off x="2971800" y="609600"/>
            <a:ext cx="1524000" cy="762000"/>
          </a:xfrm>
          <a:prstGeom prst="line">
            <a:avLst/>
          </a:prstGeom>
          <a:noFill/>
          <a:ln w="57150">
            <a:solidFill>
              <a:srgbClr val="CC33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6391" name="Line 32">
            <a:extLst>
              <a:ext uri="{FF2B5EF4-FFF2-40B4-BE49-F238E27FC236}">
                <a16:creationId xmlns:a16="http://schemas.microsoft.com/office/drawing/2014/main" id="{4E35F35A-00B2-5E46-8CA4-2A16694C405B}"/>
              </a:ext>
            </a:extLst>
          </p:cNvPr>
          <p:cNvSpPr>
            <a:spLocks noChangeShapeType="1"/>
          </p:cNvSpPr>
          <p:nvPr/>
        </p:nvSpPr>
        <p:spPr bwMode="auto">
          <a:xfrm>
            <a:off x="7239000" y="533400"/>
            <a:ext cx="1905000" cy="838200"/>
          </a:xfrm>
          <a:prstGeom prst="line">
            <a:avLst/>
          </a:prstGeom>
          <a:noFill/>
          <a:ln w="57150">
            <a:solidFill>
              <a:srgbClr val="CC33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1234" name="Text Box 34">
            <a:extLst>
              <a:ext uri="{FF2B5EF4-FFF2-40B4-BE49-F238E27FC236}">
                <a16:creationId xmlns:a16="http://schemas.microsoft.com/office/drawing/2014/main" id="{01045C51-D875-414B-9A1F-2AC90230B1C5}"/>
              </a:ext>
            </a:extLst>
          </p:cNvPr>
          <p:cNvSpPr txBox="1">
            <a:spLocks noChangeArrowheads="1"/>
          </p:cNvSpPr>
          <p:nvPr/>
        </p:nvSpPr>
        <p:spPr bwMode="auto">
          <a:xfrm>
            <a:off x="4572001" y="1363044"/>
            <a:ext cx="2667000" cy="2308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2400" b="1" dirty="0">
                <a:solidFill>
                  <a:schemeClr val="bg1"/>
                </a:solidFill>
              </a:rPr>
              <a:t>NY TANTARA </a:t>
            </a:r>
            <a:r>
              <a:rPr lang="en-US" altLang="en-US" sz="2400" b="1" dirty="0" smtClean="0">
                <a:solidFill>
                  <a:schemeClr val="bg1"/>
                </a:solidFill>
              </a:rPr>
              <a:t>ARA-BAIBOLY</a:t>
            </a:r>
          </a:p>
          <a:p>
            <a:pPr algn="ctr">
              <a:spcBef>
                <a:spcPct val="0"/>
              </a:spcBef>
              <a:buClrTx/>
              <a:buSzTx/>
              <a:buFontTx/>
              <a:buNone/>
            </a:pPr>
            <a:r>
              <a:rPr lang="en-US" altLang="en-US" sz="2400" b="1" dirty="0" smtClean="0">
                <a:solidFill>
                  <a:schemeClr val="bg1"/>
                </a:solidFill>
              </a:rPr>
              <a:t> </a:t>
            </a:r>
            <a:r>
              <a:rPr lang="en-US" altLang="en-US" sz="2400" b="1" dirty="0">
                <a:solidFill>
                  <a:schemeClr val="bg1"/>
                </a:solidFill>
              </a:rPr>
              <a:t>MAHAKASIKA IREO </a:t>
            </a:r>
            <a:endParaRPr lang="en-US" altLang="en-US" sz="2400" b="1" dirty="0" smtClean="0">
              <a:solidFill>
                <a:schemeClr val="bg1"/>
              </a:solidFill>
            </a:endParaRPr>
          </a:p>
          <a:p>
            <a:pPr algn="ctr">
              <a:spcBef>
                <a:spcPct val="0"/>
              </a:spcBef>
              <a:buClrTx/>
              <a:buSzTx/>
              <a:buFontTx/>
              <a:buNone/>
            </a:pPr>
            <a:r>
              <a:rPr lang="en-US" altLang="en-US" sz="2400" b="1" dirty="0" smtClean="0">
                <a:solidFill>
                  <a:schemeClr val="bg1"/>
                </a:solidFill>
              </a:rPr>
              <a:t>TARANAK’I </a:t>
            </a:r>
            <a:r>
              <a:rPr lang="en-US" altLang="en-US" sz="2400" b="1" dirty="0">
                <a:solidFill>
                  <a:schemeClr val="bg1"/>
                </a:solidFill>
              </a:rPr>
              <a:t>ABRAHAMA</a:t>
            </a:r>
          </a:p>
        </p:txBody>
      </p:sp>
      <p:sp>
        <p:nvSpPr>
          <p:cNvPr id="16393" name="Rectangle 36">
            <a:extLst>
              <a:ext uri="{FF2B5EF4-FFF2-40B4-BE49-F238E27FC236}">
                <a16:creationId xmlns:a16="http://schemas.microsoft.com/office/drawing/2014/main" id="{3BA9CAA6-9C1A-2C45-9FB5-5174A784BCCB}"/>
              </a:ext>
            </a:extLst>
          </p:cNvPr>
          <p:cNvSpPr>
            <a:spLocks noChangeArrowheads="1"/>
          </p:cNvSpPr>
          <p:nvPr/>
        </p:nvSpPr>
        <p:spPr bwMode="auto">
          <a:xfrm>
            <a:off x="1045029" y="4191000"/>
            <a:ext cx="3603171"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dirty="0" err="1">
                <a:solidFill>
                  <a:srgbClr val="FFFFFF"/>
                </a:solidFill>
              </a:rPr>
              <a:t>Josefa</a:t>
            </a:r>
            <a:endParaRPr lang="en-US" altLang="en-US" dirty="0">
              <a:solidFill>
                <a:srgbClr val="FFFFFF"/>
              </a:solidFill>
            </a:endParaRPr>
          </a:p>
          <a:p>
            <a:pPr algn="ctr"/>
            <a:r>
              <a:rPr lang="en-US" altLang="en-US" dirty="0" err="1">
                <a:solidFill>
                  <a:srgbClr val="FFFFFF"/>
                </a:solidFill>
              </a:rPr>
              <a:t>Zanak’i</a:t>
            </a:r>
            <a:r>
              <a:rPr lang="en-US" altLang="en-US" dirty="0">
                <a:solidFill>
                  <a:srgbClr val="FFFFFF"/>
                </a:solidFill>
              </a:rPr>
              <a:t> </a:t>
            </a:r>
            <a:r>
              <a:rPr lang="en-US" altLang="en-US" dirty="0" err="1">
                <a:solidFill>
                  <a:srgbClr val="FFFFFF"/>
                </a:solidFill>
              </a:rPr>
              <a:t>Jakoba</a:t>
            </a:r>
            <a:r>
              <a:rPr lang="en-US" altLang="en-US" dirty="0">
                <a:solidFill>
                  <a:srgbClr val="FFFFFF"/>
                </a:solidFill>
              </a:rPr>
              <a:t> (</a:t>
            </a:r>
            <a:r>
              <a:rPr lang="en-US" altLang="en-US" dirty="0" err="1">
                <a:solidFill>
                  <a:srgbClr val="FFFFFF"/>
                </a:solidFill>
              </a:rPr>
              <a:t>zanak’Isaka</a:t>
            </a:r>
            <a:r>
              <a:rPr lang="en-US" altLang="en-US" dirty="0">
                <a:solidFill>
                  <a:srgbClr val="FFFFFF"/>
                </a:solidFill>
              </a:rPr>
              <a:t>)</a:t>
            </a:r>
          </a:p>
        </p:txBody>
      </p:sp>
      <p:sp>
        <p:nvSpPr>
          <p:cNvPr id="16394" name="Rectangle 37">
            <a:extLst>
              <a:ext uri="{FF2B5EF4-FFF2-40B4-BE49-F238E27FC236}">
                <a16:creationId xmlns:a16="http://schemas.microsoft.com/office/drawing/2014/main" id="{6F743810-B217-E442-813E-BB92F750E2EE}"/>
              </a:ext>
            </a:extLst>
          </p:cNvPr>
          <p:cNvSpPr>
            <a:spLocks noChangeArrowheads="1"/>
          </p:cNvSpPr>
          <p:nvPr/>
        </p:nvSpPr>
        <p:spPr bwMode="auto">
          <a:xfrm>
            <a:off x="7086600" y="4114800"/>
            <a:ext cx="35814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it-IT" altLang="en-US" dirty="0">
                <a:solidFill>
                  <a:srgbClr val="FFFFFF"/>
                </a:solidFill>
              </a:rPr>
              <a:t>Isimaelita sy </a:t>
            </a:r>
            <a:r>
              <a:rPr lang="it-IT" altLang="en-US" dirty="0" smtClean="0">
                <a:solidFill>
                  <a:srgbClr val="FFFFFF"/>
                </a:solidFill>
              </a:rPr>
              <a:t>Midianita</a:t>
            </a:r>
          </a:p>
          <a:p>
            <a:pPr algn="ctr"/>
            <a:r>
              <a:rPr lang="it-IT" altLang="en-US" dirty="0" smtClean="0">
                <a:solidFill>
                  <a:srgbClr val="FFFFFF"/>
                </a:solidFill>
              </a:rPr>
              <a:t> avy </a:t>
            </a:r>
            <a:r>
              <a:rPr lang="it-IT" altLang="en-US" dirty="0">
                <a:solidFill>
                  <a:srgbClr val="FFFFFF"/>
                </a:solidFill>
              </a:rPr>
              <a:t>amin’i Ketora</a:t>
            </a:r>
            <a:r>
              <a:rPr lang="it-IT" altLang="en-US" dirty="0" smtClean="0">
                <a:solidFill>
                  <a:srgbClr val="FFFFFF"/>
                </a:solidFill>
              </a:rPr>
              <a:t>,</a:t>
            </a:r>
          </a:p>
          <a:p>
            <a:pPr algn="ctr"/>
            <a:r>
              <a:rPr lang="it-IT" altLang="en-US" dirty="0" smtClean="0">
                <a:solidFill>
                  <a:srgbClr val="FFFFFF"/>
                </a:solidFill>
              </a:rPr>
              <a:t> Genesisy </a:t>
            </a:r>
            <a:r>
              <a:rPr lang="it-IT" altLang="en-US" dirty="0">
                <a:solidFill>
                  <a:srgbClr val="FFFFFF"/>
                </a:solidFill>
              </a:rPr>
              <a:t>25:2</a:t>
            </a:r>
            <a:endParaRPr lang="en-US" altLang="en-US" dirty="0">
              <a:solidFill>
                <a:srgbClr val="FFFFFF"/>
              </a:solidFill>
            </a:endParaRPr>
          </a:p>
        </p:txBody>
      </p:sp>
      <p:sp>
        <p:nvSpPr>
          <p:cNvPr id="16395" name="Rectangle 38">
            <a:extLst>
              <a:ext uri="{FF2B5EF4-FFF2-40B4-BE49-F238E27FC236}">
                <a16:creationId xmlns:a16="http://schemas.microsoft.com/office/drawing/2014/main" id="{956FC623-75F3-2342-AA67-3B4A574440A6}"/>
              </a:ext>
            </a:extLst>
          </p:cNvPr>
          <p:cNvSpPr>
            <a:spLocks noChangeArrowheads="1"/>
          </p:cNvSpPr>
          <p:nvPr/>
        </p:nvSpPr>
        <p:spPr bwMode="auto">
          <a:xfrm>
            <a:off x="5029200" y="4191000"/>
            <a:ext cx="1524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solidFill>
                  <a:srgbClr val="FFFFFF"/>
                </a:solidFill>
              </a:rPr>
              <a:t>Genesis 37</a:t>
            </a:r>
          </a:p>
        </p:txBody>
      </p:sp>
      <p:sp>
        <p:nvSpPr>
          <p:cNvPr id="16396" name="Rectangle 39">
            <a:extLst>
              <a:ext uri="{FF2B5EF4-FFF2-40B4-BE49-F238E27FC236}">
                <a16:creationId xmlns:a16="http://schemas.microsoft.com/office/drawing/2014/main" id="{DED574F6-5D1B-5B47-9D3B-F9ED1E32A277}"/>
              </a:ext>
            </a:extLst>
          </p:cNvPr>
          <p:cNvSpPr>
            <a:spLocks noChangeArrowheads="1"/>
          </p:cNvSpPr>
          <p:nvPr/>
        </p:nvSpPr>
        <p:spPr bwMode="auto">
          <a:xfrm>
            <a:off x="1524000" y="5562600"/>
            <a:ext cx="29718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b="1" dirty="0" err="1"/>
              <a:t>Mosesy</a:t>
            </a:r>
            <a:endParaRPr lang="fr-FR" dirty="0"/>
          </a:p>
          <a:p>
            <a:r>
              <a:rPr lang="en-US" b="1" dirty="0" err="1"/>
              <a:t>Zanak’i</a:t>
            </a:r>
            <a:r>
              <a:rPr lang="en-US" b="1" dirty="0"/>
              <a:t> </a:t>
            </a:r>
            <a:r>
              <a:rPr lang="en-US" b="1" dirty="0" err="1" smtClean="0"/>
              <a:t>Amrama</a:t>
            </a:r>
            <a:endParaRPr lang="en-US" altLang="en-US" dirty="0">
              <a:solidFill>
                <a:srgbClr val="FFFFFF"/>
              </a:solidFill>
            </a:endParaRPr>
          </a:p>
        </p:txBody>
      </p:sp>
      <p:sp>
        <p:nvSpPr>
          <p:cNvPr id="16397" name="Rectangle 40">
            <a:extLst>
              <a:ext uri="{FF2B5EF4-FFF2-40B4-BE49-F238E27FC236}">
                <a16:creationId xmlns:a16="http://schemas.microsoft.com/office/drawing/2014/main" id="{2CC0B70C-0F40-884F-B36E-48E787192E59}"/>
              </a:ext>
            </a:extLst>
          </p:cNvPr>
          <p:cNvSpPr>
            <a:spLocks noChangeArrowheads="1"/>
          </p:cNvSpPr>
          <p:nvPr/>
        </p:nvSpPr>
        <p:spPr bwMode="auto">
          <a:xfrm>
            <a:off x="5029200" y="5486400"/>
            <a:ext cx="1524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solidFill>
                  <a:srgbClr val="FFFFFF"/>
                </a:solidFill>
              </a:rPr>
              <a:t>Exodus 2</a:t>
            </a:r>
          </a:p>
        </p:txBody>
      </p:sp>
      <p:sp>
        <p:nvSpPr>
          <p:cNvPr id="16398" name="Rectangle 41">
            <a:extLst>
              <a:ext uri="{FF2B5EF4-FFF2-40B4-BE49-F238E27FC236}">
                <a16:creationId xmlns:a16="http://schemas.microsoft.com/office/drawing/2014/main" id="{E1C375AD-FC55-AF47-BFE5-226E7470BF81}"/>
              </a:ext>
            </a:extLst>
          </p:cNvPr>
          <p:cNvSpPr>
            <a:spLocks noChangeArrowheads="1"/>
          </p:cNvSpPr>
          <p:nvPr/>
        </p:nvSpPr>
        <p:spPr bwMode="auto">
          <a:xfrm>
            <a:off x="7239000" y="5486400"/>
            <a:ext cx="3429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solidFill>
                  <a:srgbClr val="FFFFFF"/>
                </a:solidFill>
              </a:rPr>
              <a:t>Jetro sy Joba</a:t>
            </a:r>
          </a:p>
          <a:p>
            <a:pPr algn="ctr"/>
            <a:r>
              <a:rPr lang="en-US" altLang="en-US">
                <a:solidFill>
                  <a:srgbClr val="FFFFFF"/>
                </a:solidFill>
              </a:rPr>
              <a:t>Vahoaka tany Atsinanana</a:t>
            </a:r>
            <a:endParaRPr lang="en-US" altLang="en-US" dirty="0">
              <a:solidFill>
                <a:srgbClr val="FFFFFF"/>
              </a:solidFill>
            </a:endParaRPr>
          </a:p>
        </p:txBody>
      </p:sp>
    </p:spTree>
    <p:extLst>
      <p:ext uri="{BB962C8B-B14F-4D97-AF65-F5344CB8AC3E}">
        <p14:creationId xmlns:p14="http://schemas.microsoft.com/office/powerpoint/2010/main" val="3954892626"/>
      </p:ext>
    </p:extLst>
  </p:cSld>
  <p:clrMapOvr>
    <a:masterClrMapping/>
  </p:clrMapOvr>
  <p:transition spd="slow">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5DDA72-7B5C-AB41-953A-C119CCF54FC3}"/>
              </a:ext>
            </a:extLst>
          </p:cNvPr>
          <p:cNvSpPr>
            <a:spLocks noGrp="1"/>
          </p:cNvSpPr>
          <p:nvPr>
            <p:ph idx="1"/>
          </p:nvPr>
        </p:nvSpPr>
        <p:spPr>
          <a:xfrm>
            <a:off x="554182" y="1155032"/>
            <a:ext cx="11152909" cy="4636169"/>
          </a:xfrm>
        </p:spPr>
        <p:txBody>
          <a:bodyPr>
            <a:normAutofit lnSpcReduction="10000"/>
          </a:bodyPr>
          <a:lstStyle/>
          <a:p>
            <a:r>
              <a:rPr lang="en-US" sz="4400" dirty="0" err="1">
                <a:latin typeface="Arial Black" panose="020B0A04020102020204" pitchFamily="34" charset="0"/>
              </a:rPr>
              <a:t>Ahoana</a:t>
            </a:r>
            <a:r>
              <a:rPr lang="en-US" sz="4400" dirty="0">
                <a:latin typeface="Arial Black" panose="020B0A04020102020204" pitchFamily="34" charset="0"/>
              </a:rPr>
              <a:t> no </a:t>
            </a:r>
            <a:r>
              <a:rPr lang="en-US" sz="4400" dirty="0" err="1">
                <a:latin typeface="Arial Black" panose="020B0A04020102020204" pitchFamily="34" charset="0"/>
              </a:rPr>
              <a:t>fomba</a:t>
            </a:r>
            <a:r>
              <a:rPr lang="en-US" sz="4400" dirty="0">
                <a:latin typeface="Arial Black" panose="020B0A04020102020204" pitchFamily="34" charset="0"/>
              </a:rPr>
              <a:t> </a:t>
            </a:r>
            <a:r>
              <a:rPr lang="en-US" sz="4400" dirty="0" err="1">
                <a:latin typeface="Arial Black" panose="020B0A04020102020204" pitchFamily="34" charset="0"/>
              </a:rPr>
              <a:t>niarahan'ny</a:t>
            </a:r>
            <a:r>
              <a:rPr lang="en-US" sz="4400" dirty="0">
                <a:latin typeface="Arial Black" panose="020B0A04020102020204" pitchFamily="34" charset="0"/>
              </a:rPr>
              <a:t> </a:t>
            </a:r>
            <a:r>
              <a:rPr lang="en-US" sz="4400" dirty="0" err="1">
                <a:latin typeface="Arial Black" panose="020B0A04020102020204" pitchFamily="34" charset="0"/>
              </a:rPr>
              <a:t>zanak'Isimaela</a:t>
            </a:r>
            <a:r>
              <a:rPr lang="en-US" sz="4400" dirty="0">
                <a:latin typeface="Arial Black" panose="020B0A04020102020204" pitchFamily="34" charset="0"/>
              </a:rPr>
              <a:t> (</a:t>
            </a:r>
            <a:r>
              <a:rPr lang="en-US" sz="4400" dirty="0" err="1">
                <a:latin typeface="Arial Black" panose="020B0A04020102020204" pitchFamily="34" charset="0"/>
              </a:rPr>
              <a:t>fantatra</a:t>
            </a:r>
            <a:r>
              <a:rPr lang="en-US" sz="4400" dirty="0">
                <a:latin typeface="Arial Black" panose="020B0A04020102020204" pitchFamily="34" charset="0"/>
              </a:rPr>
              <a:t> </a:t>
            </a:r>
            <a:r>
              <a:rPr lang="en-US" sz="4400" dirty="0" err="1">
                <a:latin typeface="Arial Black" panose="020B0A04020102020204" pitchFamily="34" charset="0"/>
              </a:rPr>
              <a:t>kokoa</a:t>
            </a:r>
            <a:r>
              <a:rPr lang="en-US" sz="4400" dirty="0">
                <a:latin typeface="Arial Black" panose="020B0A04020102020204" pitchFamily="34" charset="0"/>
              </a:rPr>
              <a:t> </a:t>
            </a:r>
            <a:r>
              <a:rPr lang="en-US" sz="4400" dirty="0" err="1">
                <a:latin typeface="Arial Black" panose="020B0A04020102020204" pitchFamily="34" charset="0"/>
              </a:rPr>
              <a:t>amin'ny</a:t>
            </a:r>
            <a:r>
              <a:rPr lang="en-US" sz="4400" dirty="0">
                <a:latin typeface="Arial Black" panose="020B0A04020102020204" pitchFamily="34" charset="0"/>
              </a:rPr>
              <a:t> </a:t>
            </a:r>
            <a:r>
              <a:rPr lang="en-US" sz="4400" dirty="0" err="1">
                <a:latin typeface="Arial Black" panose="020B0A04020102020204" pitchFamily="34" charset="0"/>
              </a:rPr>
              <a:t>anarana</a:t>
            </a:r>
            <a:r>
              <a:rPr lang="en-US" sz="4400" dirty="0">
                <a:latin typeface="Arial Black" panose="020B0A04020102020204" pitchFamily="34" charset="0"/>
              </a:rPr>
              <a:t> hoe </a:t>
            </a:r>
            <a:r>
              <a:rPr lang="en-US" sz="4400" dirty="0" err="1">
                <a:latin typeface="Arial Black" panose="020B0A04020102020204" pitchFamily="34" charset="0"/>
              </a:rPr>
              <a:t>zanaka</a:t>
            </a:r>
            <a:r>
              <a:rPr lang="en-US" sz="4400" dirty="0">
                <a:latin typeface="Arial Black" panose="020B0A04020102020204" pitchFamily="34" charset="0"/>
              </a:rPr>
              <a:t> </a:t>
            </a:r>
            <a:r>
              <a:rPr lang="en-US" sz="4400" dirty="0" err="1">
                <a:latin typeface="Arial Black" panose="020B0A04020102020204" pitchFamily="34" charset="0"/>
              </a:rPr>
              <a:t>tany</a:t>
            </a:r>
            <a:r>
              <a:rPr lang="en-US" sz="4400" dirty="0">
                <a:latin typeface="Arial Black" panose="020B0A04020102020204" pitchFamily="34" charset="0"/>
              </a:rPr>
              <a:t> </a:t>
            </a:r>
            <a:r>
              <a:rPr lang="en-US" sz="4400" dirty="0" err="1">
                <a:latin typeface="Arial Black" panose="020B0A04020102020204" pitchFamily="34" charset="0"/>
              </a:rPr>
              <a:t>Atsinanana</a:t>
            </a:r>
            <a:r>
              <a:rPr lang="en-US" sz="4400" dirty="0">
                <a:latin typeface="Arial Black" panose="020B0A04020102020204" pitchFamily="34" charset="0"/>
              </a:rPr>
              <a:t>) </a:t>
            </a:r>
            <a:r>
              <a:rPr lang="en-US" sz="4400" dirty="0" err="1">
                <a:latin typeface="Arial Black" panose="020B0A04020102020204" pitchFamily="34" charset="0"/>
              </a:rPr>
              <a:t>niasa</a:t>
            </a:r>
            <a:r>
              <a:rPr lang="en-US" sz="4400" dirty="0">
                <a:latin typeface="Arial Black" panose="020B0A04020102020204" pitchFamily="34" charset="0"/>
              </a:rPr>
              <a:t> </a:t>
            </a:r>
            <a:r>
              <a:rPr lang="en-US" sz="4400" dirty="0" err="1">
                <a:latin typeface="Arial Black" panose="020B0A04020102020204" pitchFamily="34" charset="0"/>
              </a:rPr>
              <a:t>tamin'ny</a:t>
            </a:r>
            <a:r>
              <a:rPr lang="en-US" sz="4400" dirty="0">
                <a:latin typeface="Arial Black" panose="020B0A04020102020204" pitchFamily="34" charset="0"/>
              </a:rPr>
              <a:t> </a:t>
            </a:r>
            <a:r>
              <a:rPr lang="en-US" sz="4400" dirty="0" err="1">
                <a:latin typeface="Arial Black" panose="020B0A04020102020204" pitchFamily="34" charset="0"/>
              </a:rPr>
              <a:t>zanak'Isaka</a:t>
            </a:r>
            <a:r>
              <a:rPr lang="en-US" sz="4400" dirty="0">
                <a:latin typeface="Arial Black" panose="020B0A04020102020204" pitchFamily="34" charset="0"/>
              </a:rPr>
              <a:t> </a:t>
            </a:r>
            <a:r>
              <a:rPr lang="en-US" sz="4400" dirty="0" err="1">
                <a:latin typeface="Arial Black" panose="020B0A04020102020204" pitchFamily="34" charset="0"/>
              </a:rPr>
              <a:t>tao</a:t>
            </a:r>
            <a:r>
              <a:rPr lang="en-US" sz="4400" dirty="0">
                <a:latin typeface="Arial Black" panose="020B0A04020102020204" pitchFamily="34" charset="0"/>
              </a:rPr>
              <a:t> </a:t>
            </a:r>
            <a:r>
              <a:rPr lang="en-US" sz="4400" dirty="0" err="1">
                <a:latin typeface="Arial Black" panose="020B0A04020102020204" pitchFamily="34" charset="0"/>
              </a:rPr>
              <a:t>anatin'ny</a:t>
            </a:r>
            <a:r>
              <a:rPr lang="en-US" sz="4400" dirty="0">
                <a:latin typeface="Arial Black" panose="020B0A04020102020204" pitchFamily="34" charset="0"/>
              </a:rPr>
              <a:t> </a:t>
            </a:r>
            <a:r>
              <a:rPr lang="en-US" sz="4400" dirty="0" err="1">
                <a:latin typeface="Arial Black" panose="020B0A04020102020204" pitchFamily="34" charset="0"/>
              </a:rPr>
              <a:t>drafitra</a:t>
            </a:r>
            <a:r>
              <a:rPr lang="en-US" sz="4400" dirty="0">
                <a:latin typeface="Arial Black" panose="020B0A04020102020204" pitchFamily="34" charset="0"/>
              </a:rPr>
              <a:t> </a:t>
            </a:r>
            <a:r>
              <a:rPr lang="en-US" sz="4400" dirty="0" err="1">
                <a:latin typeface="Arial Black" panose="020B0A04020102020204" pitchFamily="34" charset="0"/>
              </a:rPr>
              <a:t>lehibe</a:t>
            </a:r>
            <a:r>
              <a:rPr lang="en-US" sz="4400" dirty="0">
                <a:latin typeface="Arial Black" panose="020B0A04020102020204" pitchFamily="34" charset="0"/>
              </a:rPr>
              <a:t> </a:t>
            </a:r>
            <a:r>
              <a:rPr lang="en-US" sz="4400" dirty="0" err="1">
                <a:latin typeface="Arial Black" panose="020B0A04020102020204" pitchFamily="34" charset="0"/>
              </a:rPr>
              <a:t>napetrak'Andriamanitra</a:t>
            </a:r>
            <a:r>
              <a:rPr lang="en-US" sz="4400" dirty="0">
                <a:latin typeface="Arial Black" panose="020B0A04020102020204" pitchFamily="34" charset="0"/>
              </a:rPr>
              <a:t>?</a:t>
            </a:r>
          </a:p>
        </p:txBody>
      </p:sp>
    </p:spTree>
    <p:extLst>
      <p:ext uri="{BB962C8B-B14F-4D97-AF65-F5344CB8AC3E}">
        <p14:creationId xmlns:p14="http://schemas.microsoft.com/office/powerpoint/2010/main" val="3311137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9D5E519-FFD0-EE49-A920-C0800F45B385}"/>
              </a:ext>
            </a:extLst>
          </p:cNvPr>
          <p:cNvSpPr>
            <a:spLocks noGrp="1" noChangeArrowheads="1"/>
          </p:cNvSpPr>
          <p:nvPr>
            <p:ph type="ctrTitle"/>
          </p:nvPr>
        </p:nvSpPr>
        <p:spPr>
          <a:xfrm>
            <a:off x="1643449" y="2168434"/>
            <a:ext cx="8464378" cy="2403565"/>
          </a:xfrm>
        </p:spPr>
        <p:txBody>
          <a:bodyPr>
            <a:noAutofit/>
          </a:bodyPr>
          <a:lstStyle/>
          <a:p>
            <a:pPr algn="ctr"/>
            <a:r>
              <a:rPr lang="en-US" altLang="en-US" dirty="0" err="1">
                <a:solidFill>
                  <a:srgbClr val="FF0000"/>
                </a:solidFill>
                <a:latin typeface="Arial Black" panose="020B0A04020102020204" pitchFamily="34" charset="0"/>
                <a:ea typeface="ＭＳ Ｐゴシック" panose="020B0600070205080204" pitchFamily="34" charset="-128"/>
              </a:rPr>
              <a:t>Ahoana</a:t>
            </a:r>
            <a:r>
              <a:rPr lang="en-US" altLang="en-US" dirty="0">
                <a:solidFill>
                  <a:srgbClr val="FF0000"/>
                </a:solidFill>
                <a:latin typeface="Arial Black" panose="020B0A04020102020204" pitchFamily="34" charset="0"/>
                <a:ea typeface="ＭＳ Ｐゴシック" panose="020B0600070205080204" pitchFamily="34" charset="-128"/>
              </a:rPr>
              <a:t> no </a:t>
            </a:r>
            <a:r>
              <a:rPr lang="en-US" altLang="en-US" dirty="0" err="1">
                <a:solidFill>
                  <a:srgbClr val="FF0000"/>
                </a:solidFill>
                <a:latin typeface="Arial Black" panose="020B0A04020102020204" pitchFamily="34" charset="0"/>
                <a:ea typeface="ＭＳ Ｐゴシック" panose="020B0600070205080204" pitchFamily="34" charset="-128"/>
              </a:rPr>
              <a:t>nampiasan’Andriamanitra</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a:solidFill>
                  <a:srgbClr val="FF0000"/>
                </a:solidFill>
                <a:latin typeface="Arial Black" panose="020B0A04020102020204" pitchFamily="34" charset="0"/>
                <a:ea typeface="ＭＳ Ｐゴシック" panose="020B0600070205080204" pitchFamily="34" charset="-128"/>
              </a:rPr>
              <a:t>ny</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a:solidFill>
                  <a:srgbClr val="FF0000"/>
                </a:solidFill>
                <a:latin typeface="Arial Black" panose="020B0A04020102020204" pitchFamily="34" charset="0"/>
                <a:ea typeface="ＭＳ Ｐゴシック" panose="020B0600070205080204" pitchFamily="34" charset="-128"/>
              </a:rPr>
              <a:t>taranak’i</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a:solidFill>
                  <a:srgbClr val="FF0000"/>
                </a:solidFill>
                <a:latin typeface="Arial Black" panose="020B0A04020102020204" pitchFamily="34" charset="0"/>
                <a:ea typeface="ＭＳ Ｐゴシック" panose="020B0600070205080204" pitchFamily="34" charset="-128"/>
              </a:rPr>
              <a:t>Ismaela</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a:solidFill>
                  <a:srgbClr val="FF0000"/>
                </a:solidFill>
                <a:latin typeface="Arial Black" panose="020B0A04020102020204" pitchFamily="34" charset="0"/>
                <a:ea typeface="ＭＳ Ｐゴシック" panose="020B0600070205080204" pitchFamily="34" charset="-128"/>
              </a:rPr>
              <a:t>hitahiana</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a:solidFill>
                  <a:srgbClr val="FF0000"/>
                </a:solidFill>
                <a:latin typeface="Arial Black" panose="020B0A04020102020204" pitchFamily="34" charset="0"/>
                <a:ea typeface="ＭＳ Ｐゴシック" panose="020B0600070205080204" pitchFamily="34" charset="-128"/>
              </a:rPr>
              <a:t>ny</a:t>
            </a:r>
            <a:r>
              <a:rPr lang="en-US" altLang="en-US" dirty="0">
                <a:solidFill>
                  <a:srgbClr val="FF0000"/>
                </a:solidFill>
                <a:latin typeface="Arial Black" panose="020B0A04020102020204" pitchFamily="34" charset="0"/>
                <a:ea typeface="ＭＳ Ｐゴシック" panose="020B0600070205080204" pitchFamily="34" charset="-128"/>
              </a:rPr>
              <a:t> </a:t>
            </a:r>
            <a:r>
              <a:rPr lang="en-US" altLang="en-US" dirty="0" err="1" smtClean="0">
                <a:solidFill>
                  <a:srgbClr val="FF0000"/>
                </a:solidFill>
                <a:latin typeface="Arial Black" panose="020B0A04020102020204" pitchFamily="34" charset="0"/>
                <a:ea typeface="ＭＳ Ｐゴシック" panose="020B0600070205080204" pitchFamily="34" charset="-128"/>
              </a:rPr>
              <a:t>Isiraelita</a:t>
            </a:r>
            <a:r>
              <a:rPr lang="en-US" altLang="en-US" dirty="0" smtClean="0">
                <a:solidFill>
                  <a:srgbClr val="FF0000"/>
                </a:solidFill>
                <a:latin typeface="Arial Black" panose="020B0A04020102020204" pitchFamily="34" charset="0"/>
                <a:ea typeface="ＭＳ Ｐゴシック" panose="020B0600070205080204" pitchFamily="34" charset="-128"/>
              </a:rPr>
              <a:t>?</a:t>
            </a:r>
            <a:endParaRPr lang="en-US" altLang="en-US" dirty="0">
              <a:solidFill>
                <a:srgbClr val="FF0000"/>
              </a:solidFill>
              <a:latin typeface="Arial Black" panose="020B0A04020102020204" pitchFamily="34" charset="0"/>
              <a:ea typeface="ＭＳ Ｐゴシック" panose="020B0600070205080204" pitchFamily="34" charset="-128"/>
            </a:endParaRPr>
          </a:p>
        </p:txBody>
      </p:sp>
    </p:spTree>
    <p:extLst>
      <p:ext uri="{BB962C8B-B14F-4D97-AF65-F5344CB8AC3E}">
        <p14:creationId xmlns:p14="http://schemas.microsoft.com/office/powerpoint/2010/main" val="234468675"/>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61"/>
                                        </p:tgtEl>
                                        <p:attrNameLst>
                                          <p:attrName>style.visibility</p:attrName>
                                        </p:attrNameLst>
                                      </p:cBhvr>
                                      <p:to>
                                        <p:strVal val="visible"/>
                                      </p:to>
                                    </p:set>
                                    <p:animEffect transition="in" filter="checkerboard(across)">
                                      <p:cBhvr>
                                        <p:cTn id="7" dur="500"/>
                                        <p:tgtEl>
                                          <p:spTgt spid="15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1256" y="318651"/>
            <a:ext cx="11819907" cy="1529052"/>
          </a:xfrm>
        </p:spPr>
        <p:txBody>
          <a:bodyPr/>
          <a:lstStyle/>
          <a:p>
            <a:pPr algn="ctr"/>
            <a:r>
              <a:rPr lang="fr-FR" dirty="0">
                <a:latin typeface="Arial Black" panose="020B0A04020102020204" pitchFamily="34" charset="0"/>
              </a:rPr>
              <a:t>I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navotan'ny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endParaRPr lang="fr-FR" dirty="0">
              <a:latin typeface="Arial Black" panose="020B0A04020102020204" pitchFamily="34" charset="0"/>
            </a:endParaRPr>
          </a:p>
        </p:txBody>
      </p:sp>
      <p:sp>
        <p:nvSpPr>
          <p:cNvPr id="3" name="Espace réservé du contenu 2"/>
          <p:cNvSpPr>
            <a:spLocks noGrp="1"/>
          </p:cNvSpPr>
          <p:nvPr>
            <p:ph idx="1"/>
          </p:nvPr>
        </p:nvSpPr>
        <p:spPr>
          <a:xfrm>
            <a:off x="1" y="1580606"/>
            <a:ext cx="12192000" cy="5277394"/>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dirty="0" err="1">
                <a:latin typeface="Arial Black" panose="020B0A04020102020204" pitchFamily="34" charset="0"/>
              </a:rPr>
              <a:t>Hitantsika</a:t>
            </a:r>
            <a:r>
              <a:rPr lang="fr-FR" dirty="0">
                <a:latin typeface="Arial Black" panose="020B0A04020102020204" pitchFamily="34" charset="0"/>
              </a:rPr>
              <a:t> fa </a:t>
            </a:r>
            <a:r>
              <a:rPr lang="fr-FR" dirty="0" err="1">
                <a:latin typeface="Arial Black" panose="020B0A04020102020204" pitchFamily="34" charset="0"/>
              </a:rPr>
              <a:t>samy</a:t>
            </a:r>
            <a:r>
              <a:rPr lang="fr-FR" dirty="0">
                <a:latin typeface="Arial Black" panose="020B0A04020102020204" pitchFamily="34" charset="0"/>
              </a:rPr>
              <a:t> </a:t>
            </a:r>
            <a:r>
              <a:rPr lang="fr-FR" dirty="0" err="1">
                <a:latin typeface="Arial Black" panose="020B0A04020102020204" pitchFamily="34" charset="0"/>
              </a:rPr>
              <a:t>nanana</a:t>
            </a:r>
            <a:r>
              <a:rPr lang="fr-FR" dirty="0">
                <a:latin typeface="Arial Black" panose="020B0A04020102020204" pitchFamily="34" charset="0"/>
              </a:rPr>
              <a:t> </a:t>
            </a:r>
            <a:r>
              <a:rPr lang="fr-FR" dirty="0" err="1">
                <a:latin typeface="Arial Black" panose="020B0A04020102020204" pitchFamily="34" charset="0"/>
              </a:rPr>
              <a:t>zanaka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zafikely</a:t>
            </a:r>
            <a:r>
              <a:rPr lang="fr-FR" dirty="0">
                <a:latin typeface="Arial Black" panose="020B0A04020102020204" pitchFamily="34" charset="0"/>
              </a:rPr>
              <a:t> </a:t>
            </a:r>
            <a:r>
              <a:rPr lang="fr-FR" dirty="0" err="1">
                <a:latin typeface="Arial Black" panose="020B0A04020102020204" pitchFamily="34" charset="0"/>
              </a:rPr>
              <a:t>Isaka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Isimaela</a:t>
            </a:r>
            <a:r>
              <a:rPr lang="fr-FR" dirty="0">
                <a:latin typeface="Arial Black" panose="020B0A04020102020204" pitchFamily="34" charset="0"/>
              </a:rPr>
              <a:t>. </a:t>
            </a:r>
            <a:r>
              <a:rPr lang="fr-FR" dirty="0" err="1">
                <a:latin typeface="Arial Black" panose="020B0A04020102020204" pitchFamily="34" charset="0"/>
              </a:rPr>
              <a:t>Isaka</a:t>
            </a:r>
            <a:r>
              <a:rPr lang="fr-FR" dirty="0">
                <a:latin typeface="Arial Black" panose="020B0A04020102020204" pitchFamily="34" charset="0"/>
              </a:rPr>
              <a:t> dia nanan-</a:t>
            </a:r>
            <a:r>
              <a:rPr lang="fr-FR" dirty="0" err="1">
                <a:latin typeface="Arial Black" panose="020B0A04020102020204" pitchFamily="34" charset="0"/>
              </a:rPr>
              <a:t>janakalahy</a:t>
            </a:r>
            <a:r>
              <a:rPr lang="fr-FR" dirty="0">
                <a:latin typeface="Arial Black" panose="020B0A04020102020204" pitchFamily="34" charset="0"/>
              </a:rPr>
              <a:t> </a:t>
            </a:r>
            <a:r>
              <a:rPr lang="fr-FR" dirty="0" err="1">
                <a:latin typeface="Arial Black" panose="020B0A04020102020204" pitchFamily="34" charset="0"/>
              </a:rPr>
              <a:t>nantsoina</a:t>
            </a:r>
            <a:r>
              <a:rPr lang="fr-FR" dirty="0">
                <a:latin typeface="Arial Black" panose="020B0A04020102020204" pitchFamily="34" charset="0"/>
              </a:rPr>
              <a:t> </a:t>
            </a:r>
            <a:r>
              <a:rPr lang="fr-FR" dirty="0" err="1">
                <a:latin typeface="Arial Black" panose="020B0A04020102020204" pitchFamily="34" charset="0"/>
              </a:rPr>
              <a:t>hoe</a:t>
            </a:r>
            <a:r>
              <a:rPr lang="fr-FR" dirty="0">
                <a:latin typeface="Arial Black" panose="020B0A04020102020204" pitchFamily="34" charset="0"/>
              </a:rPr>
              <a:t> </a:t>
            </a:r>
            <a:r>
              <a:rPr lang="fr-FR" dirty="0" err="1">
                <a:latin typeface="Arial Black" panose="020B0A04020102020204" pitchFamily="34" charset="0"/>
              </a:rPr>
              <a:t>Jakoba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niteraka</a:t>
            </a:r>
            <a:r>
              <a:rPr lang="fr-FR" dirty="0">
                <a:latin typeface="Arial Black" panose="020B0A04020102020204" pitchFamily="34" charset="0"/>
              </a:rPr>
              <a:t> </a:t>
            </a:r>
            <a:r>
              <a:rPr lang="fr-FR" dirty="0" err="1">
                <a:latin typeface="Arial Black" panose="020B0A04020102020204" pitchFamily="34" charset="0"/>
              </a:rPr>
              <a:t>roa</a:t>
            </a:r>
            <a:r>
              <a:rPr lang="fr-FR" dirty="0">
                <a:latin typeface="Arial Black" panose="020B0A04020102020204" pitchFamily="34" charset="0"/>
              </a:rPr>
              <a:t> </a:t>
            </a:r>
            <a:r>
              <a:rPr lang="fr-FR" dirty="0" err="1">
                <a:latin typeface="Arial Black" panose="020B0A04020102020204" pitchFamily="34" charset="0"/>
              </a:rPr>
              <a:t>ambin'ny</a:t>
            </a:r>
            <a:r>
              <a:rPr lang="fr-FR" dirty="0">
                <a:latin typeface="Arial Black" panose="020B0A04020102020204" pitchFamily="34" charset="0"/>
              </a:rPr>
              <a:t> </a:t>
            </a:r>
            <a:r>
              <a:rPr lang="fr-FR" dirty="0" err="1">
                <a:latin typeface="Arial Black" panose="020B0A04020102020204" pitchFamily="34" charset="0"/>
              </a:rPr>
              <a:t>folo</a:t>
            </a:r>
            <a:r>
              <a:rPr lang="fr-FR" dirty="0">
                <a:latin typeface="Arial Black" panose="020B0A04020102020204" pitchFamily="34" charset="0"/>
              </a:rPr>
              <a:t> </a:t>
            </a:r>
            <a:r>
              <a:rPr lang="fr-FR" dirty="0" err="1">
                <a:latin typeface="Arial Black" panose="020B0A04020102020204" pitchFamily="34" charset="0"/>
              </a:rPr>
              <a:t>lahy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Josefa</a:t>
            </a:r>
            <a:r>
              <a:rPr lang="fr-FR" dirty="0">
                <a:latin typeface="Arial Black" panose="020B0A04020102020204" pitchFamily="34" charset="0"/>
              </a:rPr>
              <a:t> no </a:t>
            </a:r>
            <a:r>
              <a:rPr lang="fr-FR" dirty="0" err="1">
                <a:latin typeface="Arial Black" panose="020B0A04020102020204" pitchFamily="34" charset="0"/>
              </a:rPr>
              <a:t>anaran'ny</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tamin'ireo</a:t>
            </a:r>
            <a:r>
              <a:rPr lang="fr-FR" dirty="0">
                <a:latin typeface="Arial Black" panose="020B0A04020102020204" pitchFamily="34" charset="0"/>
              </a:rPr>
              <a:t>. I </a:t>
            </a:r>
            <a:r>
              <a:rPr lang="fr-FR" dirty="0" err="1">
                <a:latin typeface="Arial Black" panose="020B0A04020102020204" pitchFamily="34" charset="0"/>
              </a:rPr>
              <a:t>Josefa</a:t>
            </a:r>
            <a:r>
              <a:rPr lang="fr-FR" dirty="0">
                <a:latin typeface="Arial Black" panose="020B0A04020102020204" pitchFamily="34" charset="0"/>
              </a:rPr>
              <a:t> dia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tamin'ireo</a:t>
            </a:r>
            <a:r>
              <a:rPr lang="fr-FR" dirty="0">
                <a:latin typeface="Arial Black" panose="020B0A04020102020204" pitchFamily="34" charset="0"/>
              </a:rPr>
              <a:t> </a:t>
            </a:r>
            <a:r>
              <a:rPr lang="fr-FR" dirty="0" err="1">
                <a:latin typeface="Arial Black" panose="020B0A04020102020204" pitchFamily="34" charset="0"/>
              </a:rPr>
              <a:t>zaza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noheverin'ny</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ho </a:t>
            </a:r>
            <a:r>
              <a:rPr lang="fr-FR" dirty="0" err="1">
                <a:latin typeface="Arial Black" panose="020B0A04020102020204" pitchFamily="34" charset="0"/>
              </a:rPr>
              <a:t>toa</a:t>
            </a:r>
            <a:r>
              <a:rPr lang="fr-FR" dirty="0">
                <a:latin typeface="Arial Black" panose="020B0A04020102020204" pitchFamily="34" charset="0"/>
              </a:rPr>
              <a:t> </a:t>
            </a:r>
            <a:r>
              <a:rPr lang="fr-FR" dirty="0" err="1">
                <a:latin typeface="Arial Black" panose="020B0A04020102020204" pitchFamily="34" charset="0"/>
              </a:rPr>
              <a:t>manafintohina</a:t>
            </a:r>
            <a:r>
              <a:rPr lang="fr-FR" dirty="0">
                <a:latin typeface="Arial Black" panose="020B0A04020102020204" pitchFamily="34" charset="0"/>
              </a:rPr>
              <a:t> </a:t>
            </a:r>
            <a:r>
              <a:rPr lang="fr-FR" dirty="0" err="1">
                <a:latin typeface="Arial Black" panose="020B0A04020102020204" pitchFamily="34" charset="0"/>
              </a:rPr>
              <a:t>azy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Nahazo</a:t>
            </a:r>
            <a:r>
              <a:rPr lang="fr-FR" dirty="0">
                <a:latin typeface="Arial Black" panose="020B0A04020102020204" pitchFamily="34" charset="0"/>
              </a:rPr>
              <a:t> </a:t>
            </a:r>
            <a:r>
              <a:rPr lang="fr-FR" dirty="0" err="1">
                <a:latin typeface="Arial Black" panose="020B0A04020102020204" pitchFamily="34" charset="0"/>
              </a:rPr>
              <a:t>tombom-pitiavana</a:t>
            </a:r>
            <a:r>
              <a:rPr lang="fr-FR" dirty="0">
                <a:latin typeface="Arial Black" panose="020B0A04020102020204" pitchFamily="34" charset="0"/>
              </a:rPr>
              <a:t> </a:t>
            </a:r>
            <a:r>
              <a:rPr lang="fr-FR" dirty="0" err="1">
                <a:latin typeface="Arial Black" panose="020B0A04020102020204" pitchFamily="34" charset="0"/>
              </a:rPr>
              <a:t>manokana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ray aman-</a:t>
            </a:r>
            <a:r>
              <a:rPr lang="fr-FR" dirty="0" err="1">
                <a:latin typeface="Arial Black" panose="020B0A04020102020204" pitchFamily="34" charset="0"/>
              </a:rPr>
              <a:t>dreniny</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tahaka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fahita</a:t>
            </a:r>
            <a:r>
              <a:rPr lang="fr-FR" dirty="0">
                <a:latin typeface="Arial Black" panose="020B0A04020102020204" pitchFamily="34" charset="0"/>
              </a:rPr>
              <a:t> </a:t>
            </a:r>
            <a:r>
              <a:rPr lang="fr-FR" dirty="0" err="1">
                <a:latin typeface="Arial Black" panose="020B0A04020102020204" pitchFamily="34" charset="0"/>
              </a:rPr>
              <a:t>matetika</a:t>
            </a:r>
            <a:r>
              <a:rPr lang="fr-FR" dirty="0">
                <a:latin typeface="Arial Black" panose="020B0A04020102020204" pitchFamily="34" charset="0"/>
              </a:rPr>
              <a:t> </a:t>
            </a:r>
            <a:r>
              <a:rPr lang="fr-FR" dirty="0" err="1">
                <a:latin typeface="Arial Black" panose="020B0A04020102020204" pitchFamily="34" charset="0"/>
              </a:rPr>
              <a:t>eo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zandry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nahatonga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ho </a:t>
            </a:r>
            <a:r>
              <a:rPr lang="fr-FR" dirty="0" err="1">
                <a:latin typeface="Arial Black" panose="020B0A04020102020204" pitchFamily="34" charset="0"/>
              </a:rPr>
              <a:t>tezitra</a:t>
            </a:r>
            <a:r>
              <a:rPr lang="fr-FR" dirty="0">
                <a:latin typeface="Arial Black" panose="020B0A04020102020204" pitchFamily="34" charset="0"/>
              </a:rPr>
              <a:t> </a:t>
            </a:r>
            <a:r>
              <a:rPr lang="fr-FR" dirty="0" err="1">
                <a:latin typeface="Arial Black" panose="020B0A04020102020204" pitchFamily="34" charset="0"/>
              </a:rPr>
              <a:t>taminy</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Etsy</a:t>
            </a:r>
            <a:r>
              <a:rPr lang="fr-FR" dirty="0">
                <a:latin typeface="Arial Black" panose="020B0A04020102020204" pitchFamily="34" charset="0"/>
              </a:rPr>
              <a:t> </a:t>
            </a:r>
            <a:r>
              <a:rPr lang="fr-FR" dirty="0" err="1">
                <a:latin typeface="Arial Black" panose="020B0A04020102020204" pitchFamily="34" charset="0"/>
              </a:rPr>
              <a:t>andanin'izany</a:t>
            </a:r>
            <a:r>
              <a:rPr lang="fr-FR" dirty="0">
                <a:latin typeface="Arial Black" panose="020B0A04020102020204" pitchFamily="34" charset="0"/>
              </a:rPr>
              <a:t> dia </a:t>
            </a:r>
            <a:r>
              <a:rPr lang="fr-FR" dirty="0" err="1">
                <a:latin typeface="Arial Black" panose="020B0A04020102020204" pitchFamily="34" charset="0"/>
              </a:rPr>
              <a:t>nitantara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nofiny</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i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mifono</a:t>
            </a:r>
            <a:r>
              <a:rPr lang="fr-FR" dirty="0">
                <a:latin typeface="Arial Black" panose="020B0A04020102020204" pitchFamily="34" charset="0"/>
              </a:rPr>
              <a:t> </a:t>
            </a:r>
            <a:r>
              <a:rPr lang="fr-FR" dirty="0" err="1">
                <a:latin typeface="Arial Black" panose="020B0A04020102020204" pitchFamily="34" charset="0"/>
              </a:rPr>
              <a:t>hevitra</a:t>
            </a:r>
            <a:r>
              <a:rPr lang="fr-FR" dirty="0">
                <a:latin typeface="Arial Black" panose="020B0A04020102020204" pitchFamily="34" charset="0"/>
              </a:rPr>
              <a:t> </a:t>
            </a:r>
            <a:r>
              <a:rPr lang="fr-FR" dirty="0" err="1">
                <a:latin typeface="Arial Black" panose="020B0A04020102020204" pitchFamily="34" charset="0"/>
              </a:rPr>
              <a:t>toa</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a:t>
            </a:r>
            <a:r>
              <a:rPr lang="fr-FR" dirty="0" err="1">
                <a:latin typeface="Arial Black" panose="020B0A04020102020204" pitchFamily="34" charset="0"/>
              </a:rPr>
              <a:t>rehefa</a:t>
            </a:r>
            <a:r>
              <a:rPr lang="fr-FR" dirty="0">
                <a:latin typeface="Arial Black" panose="020B0A04020102020204" pitchFamily="34" charset="0"/>
              </a:rPr>
              <a:t> </a:t>
            </a:r>
            <a:r>
              <a:rPr lang="fr-FR" dirty="0" err="1">
                <a:latin typeface="Arial Black" panose="020B0A04020102020204" pitchFamily="34" charset="0"/>
              </a:rPr>
              <a:t>nazavaina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a:t>
            </a:r>
            <a:r>
              <a:rPr lang="fr-FR" dirty="0" err="1">
                <a:latin typeface="Arial Black" panose="020B0A04020102020204" pitchFamily="34" charset="0"/>
              </a:rPr>
              <a:t>hafa</a:t>
            </a:r>
            <a:r>
              <a:rPr lang="fr-FR" dirty="0">
                <a:latin typeface="Arial Black" panose="020B0A04020102020204" pitchFamily="34" charset="0"/>
              </a:rPr>
              <a:t>, </a:t>
            </a:r>
            <a:r>
              <a:rPr lang="fr-FR" dirty="0" err="1">
                <a:latin typeface="Arial Black" panose="020B0A04020102020204" pitchFamily="34" charset="0"/>
              </a:rPr>
              <a:t>eny</a:t>
            </a:r>
            <a:r>
              <a:rPr lang="fr-FR" dirty="0">
                <a:latin typeface="Arial Black" panose="020B0A04020102020204" pitchFamily="34" charset="0"/>
              </a:rPr>
              <a:t> </a:t>
            </a:r>
            <a:r>
              <a:rPr lang="fr-FR" dirty="0" err="1">
                <a:latin typeface="Arial Black" panose="020B0A04020102020204" pitchFamily="34" charset="0"/>
              </a:rPr>
              <a:t>hatramin'ny</a:t>
            </a:r>
            <a:r>
              <a:rPr lang="fr-FR" dirty="0">
                <a:latin typeface="Arial Black" panose="020B0A04020102020204" pitchFamily="34" charset="0"/>
              </a:rPr>
              <a:t> ray aman-</a:t>
            </a:r>
            <a:r>
              <a:rPr lang="fr-FR" dirty="0" err="1">
                <a:latin typeface="Arial Black" panose="020B0A04020102020204" pitchFamily="34" charset="0"/>
              </a:rPr>
              <a:t>dreniny</a:t>
            </a:r>
            <a:r>
              <a:rPr lang="fr-FR" dirty="0">
                <a:latin typeface="Arial Black" panose="020B0A04020102020204" pitchFamily="34" charset="0"/>
              </a:rPr>
              <a:t> </a:t>
            </a:r>
            <a:r>
              <a:rPr lang="fr-FR" dirty="0" err="1">
                <a:latin typeface="Arial Black" panose="020B0A04020102020204" pitchFamily="34" charset="0"/>
              </a:rPr>
              <a:t>aza</a:t>
            </a:r>
            <a:r>
              <a:rPr lang="fr-FR" dirty="0">
                <a:latin typeface="Arial Black" panose="020B0A04020102020204" pitchFamily="34" charset="0"/>
              </a:rPr>
              <a:t>, dia </a:t>
            </a:r>
            <a:r>
              <a:rPr lang="fr-FR" dirty="0" err="1">
                <a:latin typeface="Arial Black" panose="020B0A04020102020204" pitchFamily="34" charset="0"/>
              </a:rPr>
              <a:t>hiankohoka</a:t>
            </a:r>
            <a:r>
              <a:rPr lang="fr-FR" dirty="0">
                <a:latin typeface="Arial Black" panose="020B0A04020102020204" pitchFamily="34" charset="0"/>
              </a:rPr>
              <a:t> </a:t>
            </a:r>
            <a:r>
              <a:rPr lang="fr-FR" dirty="0" err="1">
                <a:latin typeface="Arial Black" panose="020B0A04020102020204" pitchFamily="34" charset="0"/>
              </a:rPr>
              <a:t>eo</a:t>
            </a:r>
            <a:r>
              <a:rPr lang="fr-FR" dirty="0">
                <a:latin typeface="Arial Black" panose="020B0A04020102020204" pitchFamily="34" charset="0"/>
              </a:rPr>
              <a:t> </a:t>
            </a:r>
            <a:r>
              <a:rPr lang="fr-FR" dirty="0" err="1">
                <a:latin typeface="Arial Black" panose="020B0A04020102020204" pitchFamily="34" charset="0"/>
              </a:rPr>
              <a:t>anatrehany</a:t>
            </a:r>
            <a:r>
              <a:rPr lang="fr-FR" dirty="0">
                <a:latin typeface="Arial Black" panose="020B0A04020102020204" pitchFamily="34" charset="0"/>
              </a:rPr>
              <a:t>. </a:t>
            </a:r>
            <a:r>
              <a:rPr lang="fr-FR" dirty="0" err="1">
                <a:latin typeface="Arial Black" panose="020B0A04020102020204" pitchFamily="34" charset="0"/>
              </a:rPr>
              <a:t>Indrisy</a:t>
            </a:r>
            <a:r>
              <a:rPr lang="fr-FR" dirty="0">
                <a:latin typeface="Arial Black" panose="020B0A04020102020204" pitchFamily="34" charset="0"/>
              </a:rPr>
              <a:t> fa </a:t>
            </a:r>
            <a:r>
              <a:rPr lang="fr-FR" dirty="0" err="1">
                <a:latin typeface="Arial Black" panose="020B0A04020102020204" pitchFamily="34" charset="0"/>
              </a:rPr>
              <a:t>vao</a:t>
            </a:r>
            <a:r>
              <a:rPr lang="fr-FR" dirty="0">
                <a:latin typeface="Arial Black" panose="020B0A04020102020204" pitchFamily="34" charset="0"/>
              </a:rPr>
              <a:t> </a:t>
            </a:r>
            <a:r>
              <a:rPr lang="fr-FR" dirty="0" err="1">
                <a:latin typeface="Arial Black" panose="020B0A04020102020204" pitchFamily="34" charset="0"/>
              </a:rPr>
              <a:t>niha-nahatezitra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nananatra</a:t>
            </a:r>
            <a:r>
              <a:rPr lang="fr-FR" dirty="0">
                <a:latin typeface="Arial Black" panose="020B0A04020102020204" pitchFamily="34" charset="0"/>
              </a:rPr>
              <a:t> </a:t>
            </a:r>
            <a:r>
              <a:rPr lang="fr-FR" dirty="0" err="1">
                <a:latin typeface="Arial Black" panose="020B0A04020102020204" pitchFamily="34" charset="0"/>
              </a:rPr>
              <a:t>azy</a:t>
            </a:r>
            <a:r>
              <a:rPr lang="fr-FR" dirty="0">
                <a:latin typeface="Arial Black" panose="020B0A04020102020204" pitchFamily="34" charset="0"/>
              </a:rPr>
              <a:t> </a:t>
            </a:r>
            <a:r>
              <a:rPr lang="fr-FR" dirty="0" err="1">
                <a:latin typeface="Arial Black" panose="020B0A04020102020204" pitchFamily="34" charset="0"/>
              </a:rPr>
              <a:t>mihitsy</a:t>
            </a:r>
            <a:r>
              <a:rPr lang="fr-FR" dirty="0">
                <a:latin typeface="Arial Black" panose="020B0A04020102020204" pitchFamily="34" charset="0"/>
              </a:rPr>
              <a:t> </a:t>
            </a:r>
            <a:r>
              <a:rPr lang="fr-FR" dirty="0" err="1">
                <a:latin typeface="Arial Black" panose="020B0A04020102020204" pitchFamily="34" charset="0"/>
              </a:rPr>
              <a:t>aza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ray aman-</a:t>
            </a:r>
            <a:r>
              <a:rPr lang="fr-FR" dirty="0" err="1">
                <a:latin typeface="Arial Black" panose="020B0A04020102020204" pitchFamily="34" charset="0"/>
              </a:rPr>
              <a:t>dreniny</a:t>
            </a:r>
            <a:r>
              <a:rPr lang="fr-FR" dirty="0">
                <a:latin typeface="Arial Black" panose="020B0A04020102020204" pitchFamily="34" charset="0"/>
              </a:rPr>
              <a:t> </a:t>
            </a:r>
            <a:r>
              <a:rPr lang="fr-FR" dirty="0" err="1">
                <a:latin typeface="Arial Black" panose="020B0A04020102020204" pitchFamily="34" charset="0"/>
              </a:rPr>
              <a:t>rehefa</a:t>
            </a:r>
            <a:r>
              <a:rPr lang="fr-FR" dirty="0">
                <a:latin typeface="Arial Black" panose="020B0A04020102020204" pitchFamily="34" charset="0"/>
              </a:rPr>
              <a:t> </a:t>
            </a:r>
            <a:r>
              <a:rPr lang="fr-FR" dirty="0" err="1">
                <a:latin typeface="Arial Black" panose="020B0A04020102020204" pitchFamily="34" charset="0"/>
              </a:rPr>
              <a:t>nitantara</a:t>
            </a:r>
            <a:r>
              <a:rPr lang="fr-FR" dirty="0">
                <a:latin typeface="Arial Black" panose="020B0A04020102020204" pitchFamily="34" charset="0"/>
              </a:rPr>
              <a:t> </a:t>
            </a:r>
            <a:r>
              <a:rPr lang="fr-FR" dirty="0" err="1">
                <a:latin typeface="Arial Black" panose="020B0A04020102020204" pitchFamily="34" charset="0"/>
              </a:rPr>
              <a:t>io</a:t>
            </a:r>
            <a:r>
              <a:rPr lang="fr-FR" dirty="0">
                <a:latin typeface="Arial Black" panose="020B0A04020102020204" pitchFamily="34" charset="0"/>
              </a:rPr>
              <a:t> </a:t>
            </a:r>
            <a:r>
              <a:rPr lang="fr-FR" dirty="0" err="1">
                <a:latin typeface="Arial Black" panose="020B0A04020102020204" pitchFamily="34" charset="0"/>
              </a:rPr>
              <a:t>nofy</a:t>
            </a:r>
            <a:r>
              <a:rPr lang="fr-FR" dirty="0">
                <a:latin typeface="Arial Black" panose="020B0A04020102020204" pitchFamily="34" charset="0"/>
              </a:rPr>
              <a:t> </a:t>
            </a:r>
            <a:r>
              <a:rPr lang="fr-FR" dirty="0" err="1">
                <a:latin typeface="Arial Black" panose="020B0A04020102020204" pitchFamily="34" charset="0"/>
              </a:rPr>
              <a:t>io</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p>
        </p:txBody>
      </p:sp>
    </p:spTree>
    <p:extLst>
      <p:ext uri="{BB962C8B-B14F-4D97-AF65-F5344CB8AC3E}">
        <p14:creationId xmlns:p14="http://schemas.microsoft.com/office/powerpoint/2010/main" val="1014217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1256" y="318651"/>
            <a:ext cx="11819907" cy="1529052"/>
          </a:xfrm>
        </p:spPr>
        <p:txBody>
          <a:bodyPr/>
          <a:lstStyle/>
          <a:p>
            <a:pPr algn="ctr"/>
            <a:r>
              <a:rPr lang="fr-FR" dirty="0">
                <a:latin typeface="Arial Black" panose="020B0A04020102020204" pitchFamily="34" charset="0"/>
              </a:rPr>
              <a:t>I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navotan'ny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endParaRPr lang="fr-FR" dirty="0">
              <a:latin typeface="Arial Black" panose="020B0A04020102020204" pitchFamily="34" charset="0"/>
            </a:endParaRPr>
          </a:p>
        </p:txBody>
      </p:sp>
      <p:sp>
        <p:nvSpPr>
          <p:cNvPr id="3" name="Espace réservé du contenu 2"/>
          <p:cNvSpPr>
            <a:spLocks noGrp="1"/>
          </p:cNvSpPr>
          <p:nvPr>
            <p:ph idx="1"/>
          </p:nvPr>
        </p:nvSpPr>
        <p:spPr>
          <a:xfrm>
            <a:off x="1" y="1580606"/>
            <a:ext cx="12192000" cy="5277394"/>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voatohitry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saina</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teny</a:t>
            </a:r>
            <a:r>
              <a:rPr lang="fr-FR" dirty="0">
                <a:latin typeface="Arial Black" panose="020B0A04020102020204" pitchFamily="34" charset="0"/>
              </a:rPr>
              <a:t> </a:t>
            </a:r>
            <a:r>
              <a:rPr lang="fr-FR" dirty="0" err="1">
                <a:latin typeface="Arial Black" panose="020B0A04020102020204" pitchFamily="34" charset="0"/>
              </a:rPr>
              <a:t>intsony</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hatezerana</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ka dia </a:t>
            </a:r>
            <a:r>
              <a:rPr lang="fr-FR" dirty="0" err="1">
                <a:latin typeface="Arial Black" panose="020B0A04020102020204" pitchFamily="34" charset="0"/>
              </a:rPr>
              <a:t>nikotrika</a:t>
            </a:r>
            <a:r>
              <a:rPr lang="fr-FR" dirty="0">
                <a:latin typeface="Arial Black" panose="020B0A04020102020204" pitchFamily="34" charset="0"/>
              </a:rPr>
              <a:t> </a:t>
            </a:r>
            <a:r>
              <a:rPr lang="fr-FR" dirty="0" err="1">
                <a:latin typeface="Arial Black" panose="020B0A04020102020204" pitchFamily="34" charset="0"/>
              </a:rPr>
              <a:t>hevitra</a:t>
            </a:r>
            <a:r>
              <a:rPr lang="fr-FR" dirty="0">
                <a:latin typeface="Arial Black" panose="020B0A04020102020204" pitchFamily="34" charset="0"/>
              </a:rPr>
              <a:t> </a:t>
            </a:r>
            <a:r>
              <a:rPr lang="fr-FR" dirty="0" err="1">
                <a:latin typeface="Arial Black" panose="020B0A04020102020204" pitchFamily="34" charset="0"/>
              </a:rPr>
              <a:t>hamelezana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a:t>
            </a:r>
            <a:r>
              <a:rPr lang="fr-FR" dirty="0" err="1">
                <a:latin typeface="Arial Black" panose="020B0A04020102020204" pitchFamily="34" charset="0"/>
              </a:rPr>
              <a:t>Rehefa</a:t>
            </a:r>
            <a:r>
              <a:rPr lang="fr-FR" dirty="0">
                <a:latin typeface="Arial Black" panose="020B0A04020102020204" pitchFamily="34" charset="0"/>
              </a:rPr>
              <a:t> </a:t>
            </a:r>
            <a:r>
              <a:rPr lang="fr-FR" dirty="0" err="1">
                <a:latin typeface="Arial Black" panose="020B0A04020102020204" pitchFamily="34" charset="0"/>
              </a:rPr>
              <a:t>hitan'ireo</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fa </a:t>
            </a:r>
            <a:r>
              <a:rPr lang="fr-FR" dirty="0" err="1">
                <a:latin typeface="Arial Black" panose="020B0A04020102020204" pitchFamily="34" charset="0"/>
              </a:rPr>
              <a:t>nanatona</a:t>
            </a:r>
            <a:r>
              <a:rPr lang="fr-FR" dirty="0">
                <a:latin typeface="Arial Black" panose="020B0A04020102020204" pitchFamily="34" charset="0"/>
              </a:rPr>
              <a:t> </a:t>
            </a:r>
            <a:r>
              <a:rPr lang="fr-FR" dirty="0" err="1">
                <a:latin typeface="Arial Black" panose="020B0A04020102020204" pitchFamily="34" charset="0"/>
              </a:rPr>
              <a:t>azy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am-piandrasana</a:t>
            </a:r>
            <a:r>
              <a:rPr lang="fr-FR" dirty="0">
                <a:latin typeface="Arial Black" panose="020B0A04020102020204" pitchFamily="34" charset="0"/>
              </a:rPr>
              <a:t> </a:t>
            </a:r>
            <a:r>
              <a:rPr lang="fr-FR" dirty="0" err="1">
                <a:latin typeface="Arial Black" panose="020B0A04020102020204" pitchFamily="34" charset="0"/>
              </a:rPr>
              <a:t>ondry</a:t>
            </a:r>
            <a:r>
              <a:rPr lang="fr-FR" dirty="0">
                <a:latin typeface="Arial Black" panose="020B0A04020102020204" pitchFamily="34" charset="0"/>
              </a:rPr>
              <a:t> </a:t>
            </a:r>
            <a:r>
              <a:rPr lang="fr-FR" dirty="0" err="1">
                <a:latin typeface="Arial Black" panose="020B0A04020102020204" pitchFamily="34" charset="0"/>
              </a:rPr>
              <a:t>teny</a:t>
            </a:r>
            <a:r>
              <a:rPr lang="fr-FR" dirty="0">
                <a:latin typeface="Arial Black" panose="020B0A04020102020204" pitchFamily="34" charset="0"/>
              </a:rPr>
              <a:t> an-</a:t>
            </a:r>
            <a:r>
              <a:rPr lang="fr-FR" dirty="0" err="1">
                <a:latin typeface="Arial Black" panose="020B0A04020102020204" pitchFamily="34" charset="0"/>
              </a:rPr>
              <a:t>tsaha</a:t>
            </a:r>
            <a:r>
              <a:rPr lang="fr-FR" dirty="0">
                <a:latin typeface="Arial Black" panose="020B0A04020102020204" pitchFamily="34" charset="0"/>
              </a:rPr>
              <a:t> i </a:t>
            </a:r>
            <a:r>
              <a:rPr lang="fr-FR" dirty="0" err="1">
                <a:latin typeface="Arial Black" panose="020B0A04020102020204" pitchFamily="34" charset="0"/>
              </a:rPr>
              <a:t>Josefa</a:t>
            </a:r>
            <a:r>
              <a:rPr lang="fr-FR" dirty="0">
                <a:latin typeface="Arial Black" panose="020B0A04020102020204" pitchFamily="34" charset="0"/>
              </a:rPr>
              <a:t>, dia </a:t>
            </a:r>
            <a:r>
              <a:rPr lang="fr-FR" dirty="0" err="1">
                <a:latin typeface="Arial Black" panose="020B0A04020102020204" pitchFamily="34" charset="0"/>
              </a:rPr>
              <a:t>nanapa-kevitra</a:t>
            </a:r>
            <a:r>
              <a:rPr lang="fr-FR" dirty="0">
                <a:latin typeface="Arial Black" panose="020B0A04020102020204" pitchFamily="34" charset="0"/>
              </a:rPr>
              <a:t> </a:t>
            </a:r>
            <a:r>
              <a:rPr lang="fr-FR" dirty="0" err="1">
                <a:latin typeface="Arial Black" panose="020B0A04020102020204" pitchFamily="34" charset="0"/>
              </a:rPr>
              <a:t>hamarana</a:t>
            </a:r>
            <a:r>
              <a:rPr lang="fr-FR" dirty="0">
                <a:latin typeface="Arial Black" panose="020B0A04020102020204" pitchFamily="34" charset="0"/>
              </a:rPr>
              <a:t>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fahatafintohinana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alalan'ny</a:t>
            </a:r>
            <a:r>
              <a:rPr lang="fr-FR" dirty="0">
                <a:latin typeface="Arial Black" panose="020B0A04020102020204" pitchFamily="34" charset="0"/>
              </a:rPr>
              <a:t> </a:t>
            </a:r>
            <a:r>
              <a:rPr lang="fr-FR" dirty="0" err="1">
                <a:latin typeface="Arial Black" panose="020B0A04020102020204" pitchFamily="34" charset="0"/>
              </a:rPr>
              <a:t>famonoana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zandry</a:t>
            </a:r>
            <a:r>
              <a:rPr lang="fr-FR" dirty="0">
                <a:latin typeface="Arial Black" panose="020B0A04020102020204" pitchFamily="34" charset="0"/>
              </a:rPr>
              <a:t>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Soa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fa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niray</a:t>
            </a:r>
            <a:r>
              <a:rPr lang="fr-FR" dirty="0">
                <a:latin typeface="Arial Black" panose="020B0A04020102020204" pitchFamily="34" charset="0"/>
              </a:rPr>
              <a:t> </a:t>
            </a:r>
            <a:r>
              <a:rPr lang="fr-FR" dirty="0" err="1">
                <a:latin typeface="Arial Black" panose="020B0A04020102020204" pitchFamily="34" charset="0"/>
              </a:rPr>
              <a:t>saina</a:t>
            </a:r>
            <a:r>
              <a:rPr lang="fr-FR" dirty="0">
                <a:latin typeface="Arial Black" panose="020B0A04020102020204" pitchFamily="34" charset="0"/>
              </a:rPr>
              <a:t> </a:t>
            </a:r>
            <a:r>
              <a:rPr lang="fr-FR" dirty="0" err="1">
                <a:latin typeface="Arial Black" panose="020B0A04020102020204" pitchFamily="34" charset="0"/>
              </a:rPr>
              <a:t>avokoa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fa </a:t>
            </a:r>
            <a:r>
              <a:rPr lang="fr-FR" dirty="0" err="1">
                <a:latin typeface="Arial Black" panose="020B0A04020102020204" pitchFamily="34" charset="0"/>
              </a:rPr>
              <a:t>nisy</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tamin'izy</a:t>
            </a:r>
            <a:r>
              <a:rPr lang="fr-FR" dirty="0">
                <a:latin typeface="Arial Black" panose="020B0A04020102020204" pitchFamily="34" charset="0"/>
              </a:rPr>
              <a:t> </a:t>
            </a:r>
            <a:r>
              <a:rPr lang="fr-FR" dirty="0" err="1">
                <a:latin typeface="Arial Black" panose="020B0A04020102020204" pitchFamily="34" charset="0"/>
              </a:rPr>
              <a:t>mirahalahy</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dia </a:t>
            </a:r>
            <a:r>
              <a:rPr lang="fr-FR" dirty="0" err="1">
                <a:latin typeface="Arial Black" panose="020B0A04020102020204" pitchFamily="34" charset="0"/>
              </a:rPr>
              <a:t>Robena</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nandresy</a:t>
            </a:r>
            <a:r>
              <a:rPr lang="fr-FR" dirty="0">
                <a:latin typeface="Arial Black" panose="020B0A04020102020204" pitchFamily="34" charset="0"/>
              </a:rPr>
              <a:t> </a:t>
            </a:r>
            <a:r>
              <a:rPr lang="fr-FR" dirty="0" err="1">
                <a:latin typeface="Arial Black" panose="020B0A04020102020204" pitchFamily="34" charset="0"/>
              </a:rPr>
              <a:t>lahatra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rahalahiny</a:t>
            </a:r>
            <a:r>
              <a:rPr lang="fr-FR" dirty="0">
                <a:latin typeface="Arial Black" panose="020B0A04020102020204" pitchFamily="34" charset="0"/>
              </a:rPr>
              <a:t> </a:t>
            </a:r>
            <a:r>
              <a:rPr lang="fr-FR" dirty="0" err="1">
                <a:latin typeface="Arial Black" panose="020B0A04020102020204" pitchFamily="34" charset="0"/>
              </a:rPr>
              <a:t>mba</a:t>
            </a:r>
            <a:r>
              <a:rPr lang="fr-FR" dirty="0">
                <a:latin typeface="Arial Black" panose="020B0A04020102020204" pitchFamily="34" charset="0"/>
              </a:rPr>
              <a:t>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hamono</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hatrany</a:t>
            </a:r>
            <a:r>
              <a:rPr lang="fr-FR" dirty="0">
                <a:latin typeface="Arial Black" panose="020B0A04020102020204" pitchFamily="34" charset="0"/>
              </a:rPr>
              <a:t> fa </a:t>
            </a:r>
            <a:r>
              <a:rPr lang="fr-FR" dirty="0" err="1">
                <a:latin typeface="Arial Black" panose="020B0A04020102020204" pitchFamily="34" charset="0"/>
              </a:rPr>
              <a:t>hisaintsaina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amin'izay</a:t>
            </a:r>
            <a:r>
              <a:rPr lang="fr-FR" dirty="0">
                <a:latin typeface="Arial Black" panose="020B0A04020102020204" pitchFamily="34" charset="0"/>
              </a:rPr>
              <a:t> </a:t>
            </a:r>
            <a:r>
              <a:rPr lang="fr-FR" dirty="0" err="1">
                <a:latin typeface="Arial Black" panose="020B0A04020102020204" pitchFamily="34" charset="0"/>
              </a:rPr>
              <a:t>tokony</a:t>
            </a:r>
            <a:r>
              <a:rPr lang="fr-FR" dirty="0">
                <a:latin typeface="Arial Black" panose="020B0A04020102020204" pitchFamily="34" charset="0"/>
              </a:rPr>
              <a:t> </a:t>
            </a:r>
            <a:r>
              <a:rPr lang="fr-FR" dirty="0" err="1">
                <a:latin typeface="Arial Black" panose="020B0A04020102020204" pitchFamily="34" charset="0"/>
              </a:rPr>
              <a:t>hanaovana</a:t>
            </a:r>
            <a:r>
              <a:rPr lang="fr-FR" dirty="0">
                <a:latin typeface="Arial Black" panose="020B0A04020102020204" pitchFamily="34" charset="0"/>
              </a:rPr>
              <a:t> </a:t>
            </a:r>
            <a:r>
              <a:rPr lang="fr-FR" dirty="0" err="1">
                <a:latin typeface="Arial Black" panose="020B0A04020102020204" pitchFamily="34" charset="0"/>
              </a:rPr>
              <a:t>azy</a:t>
            </a:r>
            <a:r>
              <a:rPr lang="fr-FR" dirty="0">
                <a:latin typeface="Arial Black" panose="020B0A04020102020204" pitchFamily="34" charset="0"/>
              </a:rPr>
              <a:t> </a:t>
            </a:r>
            <a:r>
              <a:rPr lang="fr-FR" dirty="0" err="1">
                <a:latin typeface="Arial Black" panose="020B0A04020102020204" pitchFamily="34" charset="0"/>
              </a:rPr>
              <a:t>aloha</a:t>
            </a:r>
            <a:r>
              <a:rPr lang="fr-FR" dirty="0">
                <a:latin typeface="Arial Black" panose="020B0A04020102020204" pitchFamily="34" charset="0"/>
              </a:rPr>
              <a:t>. </a:t>
            </a:r>
            <a:r>
              <a:rPr lang="fr-FR" dirty="0" err="1">
                <a:latin typeface="Arial Black" panose="020B0A04020102020204" pitchFamily="34" charset="0"/>
              </a:rPr>
              <a:t>Izao</a:t>
            </a:r>
            <a:r>
              <a:rPr lang="fr-FR" dirty="0">
                <a:latin typeface="Arial Black" panose="020B0A04020102020204" pitchFamily="34" charset="0"/>
              </a:rPr>
              <a:t> no </a:t>
            </a:r>
            <a:r>
              <a:rPr lang="fr-FR" dirty="0" err="1">
                <a:latin typeface="Arial Black" panose="020B0A04020102020204" pitchFamily="34" charset="0"/>
              </a:rPr>
              <a:t>hitantsika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37:</a:t>
            </a:r>
          </a:p>
          <a:p>
            <a:endParaRPr lang="fr-FR" dirty="0">
              <a:latin typeface="Arial Black" panose="020B0A04020102020204" pitchFamily="34" charset="0"/>
            </a:endParaRPr>
          </a:p>
        </p:txBody>
      </p:sp>
    </p:spTree>
    <p:extLst>
      <p:ext uri="{BB962C8B-B14F-4D97-AF65-F5344CB8AC3E}">
        <p14:creationId xmlns:p14="http://schemas.microsoft.com/office/powerpoint/2010/main" val="1203683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7DF61A-CEC6-C348-AF2E-DC89C0D64E4B}"/>
              </a:ext>
            </a:extLst>
          </p:cNvPr>
          <p:cNvSpPr>
            <a:spLocks noGrp="1"/>
          </p:cNvSpPr>
          <p:nvPr>
            <p:ph idx="1"/>
          </p:nvPr>
        </p:nvSpPr>
        <p:spPr>
          <a:xfrm>
            <a:off x="110836" y="575680"/>
            <a:ext cx="11762509" cy="5866684"/>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en-US" sz="2000" dirty="0">
                <a:latin typeface="Arial Black" panose="020B0A04020102020204" pitchFamily="34" charset="0"/>
              </a:rPr>
              <a:t>37:24: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nobetainy</a:t>
            </a:r>
            <a:r>
              <a:rPr lang="en-US" sz="2000" dirty="0">
                <a:latin typeface="Arial Black" panose="020B0A04020102020204" pitchFamily="34" charset="0"/>
              </a:rPr>
              <a:t> </a:t>
            </a:r>
            <a:r>
              <a:rPr lang="en-US" sz="2000" dirty="0" err="1">
                <a:latin typeface="Arial Black" panose="020B0A04020102020204" pitchFamily="34" charset="0"/>
              </a:rPr>
              <a:t>izy</a:t>
            </a:r>
            <a:r>
              <a:rPr lang="en-US" sz="2000" dirty="0">
                <a:latin typeface="Arial Black" panose="020B0A04020102020204" pitchFamily="34" charset="0"/>
              </a:rPr>
              <a:t> </a:t>
            </a:r>
            <a:r>
              <a:rPr lang="en-US" sz="2000" dirty="0" err="1">
                <a:latin typeface="Arial Black" panose="020B0A04020102020204" pitchFamily="34" charset="0"/>
              </a:rPr>
              <a:t>ka</a:t>
            </a:r>
            <a:r>
              <a:rPr lang="en-US" sz="2000" dirty="0">
                <a:latin typeface="Arial Black" panose="020B0A04020102020204" pitchFamily="34" charset="0"/>
              </a:rPr>
              <a:t> </a:t>
            </a:r>
            <a:r>
              <a:rPr lang="en-US" sz="2000" dirty="0" err="1">
                <a:latin typeface="Arial Black" panose="020B0A04020102020204" pitchFamily="34" charset="0"/>
              </a:rPr>
              <a:t>natsipiny</a:t>
            </a:r>
            <a:r>
              <a:rPr lang="en-US" sz="2000" dirty="0">
                <a:latin typeface="Arial Black" panose="020B0A04020102020204" pitchFamily="34" charset="0"/>
              </a:rPr>
              <a:t> </a:t>
            </a:r>
            <a:r>
              <a:rPr lang="en-US" sz="2000" dirty="0" err="1">
                <a:latin typeface="Arial Black" panose="020B0A04020102020204" pitchFamily="34" charset="0"/>
              </a:rPr>
              <a:t>tao</a:t>
            </a:r>
            <a:r>
              <a:rPr lang="en-US" sz="2000" dirty="0">
                <a:latin typeface="Arial Black" panose="020B0A04020102020204" pitchFamily="34" charset="0"/>
              </a:rPr>
              <a:t> an-</a:t>
            </a:r>
            <a:r>
              <a:rPr lang="en-US" sz="2000" dirty="0" err="1">
                <a:latin typeface="Arial Black" panose="020B0A04020102020204" pitchFamily="34" charset="0"/>
              </a:rPr>
              <a:t>davaka</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maina</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lavaka</a:t>
            </a:r>
            <a:r>
              <a:rPr lang="en-US" sz="2000" dirty="0">
                <a:latin typeface="Arial Black" panose="020B0A04020102020204" pitchFamily="34" charset="0"/>
              </a:rPr>
              <a:t> 	</a:t>
            </a:r>
            <a:r>
              <a:rPr lang="en-US" sz="2000" dirty="0" err="1">
                <a:latin typeface="Arial Black" panose="020B0A04020102020204" pitchFamily="34" charset="0"/>
              </a:rPr>
              <a:t>tamin'izay</a:t>
            </a:r>
            <a:r>
              <a:rPr lang="en-US" sz="2000" dirty="0">
                <a:latin typeface="Arial Black" panose="020B0A04020102020204" pitchFamily="34" charset="0"/>
              </a:rPr>
              <a:t>, fa </a:t>
            </a:r>
            <a:r>
              <a:rPr lang="en-US" sz="2000" dirty="0" err="1">
                <a:latin typeface="Arial Black" panose="020B0A04020102020204" pitchFamily="34" charset="0"/>
              </a:rPr>
              <a:t>tsy</a:t>
            </a:r>
            <a:r>
              <a:rPr lang="en-US" sz="2000" dirty="0">
                <a:latin typeface="Arial Black" panose="020B0A04020102020204" pitchFamily="34" charset="0"/>
              </a:rPr>
              <a:t> </a:t>
            </a:r>
            <a:r>
              <a:rPr lang="en-US" sz="2000" dirty="0" err="1">
                <a:latin typeface="Arial Black" panose="020B0A04020102020204" pitchFamily="34" charset="0"/>
              </a:rPr>
              <a:t>nisy</a:t>
            </a:r>
            <a:r>
              <a:rPr lang="en-US" sz="2000" dirty="0">
                <a:latin typeface="Arial Black" panose="020B0A04020102020204" pitchFamily="34" charset="0"/>
              </a:rPr>
              <a:t> </a:t>
            </a:r>
            <a:r>
              <a:rPr lang="en-US" sz="2000" dirty="0" err="1">
                <a:latin typeface="Arial Black" panose="020B0A04020102020204" pitchFamily="34" charset="0"/>
              </a:rPr>
              <a:t>rano</a:t>
            </a:r>
            <a:r>
              <a:rPr lang="en-US" sz="2000" dirty="0">
                <a:latin typeface="Arial Black" panose="020B0A04020102020204" pitchFamily="34" charset="0"/>
              </a:rPr>
              <a:t> </a:t>
            </a:r>
            <a:r>
              <a:rPr lang="en-US" sz="2000" dirty="0" err="1">
                <a:latin typeface="Arial Black" panose="020B0A04020102020204" pitchFamily="34" charset="0"/>
              </a:rPr>
              <a:t>tao</a:t>
            </a:r>
            <a:r>
              <a:rPr lang="en-US" sz="2000" dirty="0">
                <a:latin typeface="Arial Black" panose="020B0A04020102020204" pitchFamily="34" charset="0"/>
              </a:rPr>
              <a:t>. </a:t>
            </a:r>
          </a:p>
          <a:p>
            <a:r>
              <a:rPr lang="en-US" sz="2000" dirty="0" smtClean="0">
                <a:latin typeface="Arial Black" panose="020B0A04020102020204" pitchFamily="34" charset="0"/>
              </a:rPr>
              <a:t>37:25</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nipetraka</a:t>
            </a:r>
            <a:r>
              <a:rPr lang="en-US" sz="2000" dirty="0">
                <a:latin typeface="Arial Black" panose="020B0A04020102020204" pitchFamily="34" charset="0"/>
              </a:rPr>
              <a:t> </a:t>
            </a:r>
            <a:r>
              <a:rPr lang="en-US" sz="2000" dirty="0" err="1">
                <a:latin typeface="Arial Black" panose="020B0A04020102020204" pitchFamily="34" charset="0"/>
              </a:rPr>
              <a:t>nihinan-kanina</a:t>
            </a:r>
            <a:r>
              <a:rPr lang="en-US" sz="2000" dirty="0">
                <a:latin typeface="Arial Black" panose="020B0A04020102020204" pitchFamily="34" charset="0"/>
              </a:rPr>
              <a:t> </a:t>
            </a:r>
            <a:r>
              <a:rPr lang="en-US" sz="2000" dirty="0" err="1">
                <a:latin typeface="Arial Black" panose="020B0A04020102020204" pitchFamily="34" charset="0"/>
              </a:rPr>
              <a:t>izy</a:t>
            </a:r>
            <a:r>
              <a:rPr lang="en-US" sz="2000" dirty="0">
                <a:latin typeface="Arial Black" panose="020B0A04020102020204" pitchFamily="34" charset="0"/>
              </a:rPr>
              <a:t> </a:t>
            </a:r>
            <a:r>
              <a:rPr lang="en-US" sz="2000" dirty="0" err="1">
                <a:latin typeface="Arial Black" panose="020B0A04020102020204" pitchFamily="34" charset="0"/>
              </a:rPr>
              <a:t>ireo</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sendra</a:t>
            </a:r>
            <a:r>
              <a:rPr lang="en-US" sz="2000" dirty="0">
                <a:latin typeface="Arial Black" panose="020B0A04020102020204" pitchFamily="34" charset="0"/>
              </a:rPr>
              <a:t> </a:t>
            </a:r>
            <a:r>
              <a:rPr lang="en-US" sz="2000" dirty="0" err="1">
                <a:latin typeface="Arial Black" panose="020B0A04020102020204" pitchFamily="34" charset="0"/>
              </a:rPr>
              <a:t>nanopy</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masony</a:t>
            </a:r>
            <a:r>
              <a:rPr lang="en-US" sz="2000" dirty="0">
                <a:latin typeface="Arial Black" panose="020B0A04020102020204" pitchFamily="34" charset="0"/>
              </a:rPr>
              <a:t> </a:t>
            </a:r>
            <a:r>
              <a:rPr lang="en-US" sz="2000" dirty="0" err="1">
                <a:latin typeface="Arial Black" panose="020B0A04020102020204" pitchFamily="34" charset="0"/>
              </a:rPr>
              <a:t>ka</a:t>
            </a:r>
            <a:r>
              <a:rPr lang="en-US" sz="2000" dirty="0">
                <a:latin typeface="Arial Black" panose="020B0A04020102020204" pitchFamily="34" charset="0"/>
              </a:rPr>
              <a:t> 	</a:t>
            </a:r>
            <a:r>
              <a:rPr lang="en-US" sz="2000" dirty="0" err="1">
                <a:latin typeface="Arial Black" panose="020B0A04020102020204" pitchFamily="34" charset="0"/>
              </a:rPr>
              <a:t>nahatazana</a:t>
            </a:r>
            <a:r>
              <a:rPr lang="en-US" sz="2000" dirty="0">
                <a:latin typeface="Arial Black" panose="020B0A04020102020204" pitchFamily="34" charset="0"/>
              </a:rPr>
              <a:t> fa, </a:t>
            </a:r>
            <a:r>
              <a:rPr lang="en-US" sz="2000" dirty="0" err="1">
                <a:latin typeface="Arial Black" panose="020B0A04020102020204" pitchFamily="34" charset="0"/>
              </a:rPr>
              <a:t>indreo</a:t>
            </a:r>
            <a:r>
              <a:rPr lang="en-US" sz="2000" dirty="0">
                <a:latin typeface="Arial Black" panose="020B0A04020102020204" pitchFamily="34" charset="0"/>
              </a:rPr>
              <a:t>, </a:t>
            </a:r>
            <a:r>
              <a:rPr lang="en-US" sz="2000" dirty="0" err="1">
                <a:latin typeface="Arial Black" panose="020B0A04020102020204" pitchFamily="34" charset="0"/>
              </a:rPr>
              <a:t>nisy</a:t>
            </a:r>
            <a:r>
              <a:rPr lang="en-US" sz="2000" dirty="0">
                <a:latin typeface="Arial Black" panose="020B0A04020102020204" pitchFamily="34" charset="0"/>
              </a:rPr>
              <a:t> </a:t>
            </a:r>
            <a:r>
              <a:rPr lang="en-US" sz="2000" dirty="0" err="1">
                <a:latin typeface="Arial Black" panose="020B0A04020102020204" pitchFamily="34" charset="0"/>
              </a:rPr>
              <a:t>Isimaelita</a:t>
            </a:r>
            <a:r>
              <a:rPr lang="en-US" sz="2000" dirty="0">
                <a:latin typeface="Arial Black" panose="020B0A04020102020204" pitchFamily="34" charset="0"/>
              </a:rPr>
              <a:t> </a:t>
            </a:r>
            <a:r>
              <a:rPr lang="en-US" sz="2000" dirty="0" err="1">
                <a:latin typeface="Arial Black" panose="020B0A04020102020204" pitchFamily="34" charset="0"/>
              </a:rPr>
              <a:t>niara-dia</a:t>
            </a:r>
            <a:r>
              <a:rPr lang="en-US" sz="2000" dirty="0">
                <a:latin typeface="Arial Black" panose="020B0A04020102020204" pitchFamily="34" charset="0"/>
              </a:rPr>
              <a:t>, </a:t>
            </a:r>
            <a:r>
              <a:rPr lang="en-US" sz="2000" dirty="0" err="1">
                <a:latin typeface="Arial Black" panose="020B0A04020102020204" pitchFamily="34" charset="0"/>
              </a:rPr>
              <a:t>avy</a:t>
            </a:r>
            <a:r>
              <a:rPr lang="en-US" sz="2000" dirty="0">
                <a:latin typeface="Arial Black" panose="020B0A04020102020204" pitchFamily="34" charset="0"/>
              </a:rPr>
              <a:t> </a:t>
            </a:r>
            <a:r>
              <a:rPr lang="en-US" sz="2000" dirty="0" err="1">
                <a:latin typeface="Arial Black" panose="020B0A04020102020204" pitchFamily="34" charset="0"/>
              </a:rPr>
              <a:t>tany</a:t>
            </a:r>
            <a:r>
              <a:rPr lang="en-US" sz="2000" dirty="0">
                <a:latin typeface="Arial Black" panose="020B0A04020102020204" pitchFamily="34" charset="0"/>
              </a:rPr>
              <a:t> </a:t>
            </a:r>
            <a:r>
              <a:rPr lang="en-US" sz="2000" dirty="0" err="1">
                <a:latin typeface="Arial Black" panose="020B0A04020102020204" pitchFamily="34" charset="0"/>
              </a:rPr>
              <a:t>Gileada</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ramevany</a:t>
            </a:r>
            <a:r>
              <a:rPr lang="en-US" sz="2000" dirty="0">
                <a:latin typeface="Arial Black" panose="020B0A04020102020204" pitchFamily="34" charset="0"/>
              </a:rPr>
              <a:t> </a:t>
            </a:r>
            <a:r>
              <a:rPr lang="en-US" sz="2000" dirty="0" err="1">
                <a:latin typeface="Arial Black" panose="020B0A04020102020204" pitchFamily="34" charset="0"/>
              </a:rPr>
              <a:t>nitondra</a:t>
            </a:r>
            <a:r>
              <a:rPr lang="en-US" sz="2000" dirty="0">
                <a:latin typeface="Arial Black" panose="020B0A04020102020204" pitchFamily="34" charset="0"/>
              </a:rPr>
              <a:t> </a:t>
            </a:r>
            <a:r>
              <a:rPr lang="en-US" sz="2000" dirty="0" err="1">
                <a:latin typeface="Arial Black" panose="020B0A04020102020204" pitchFamily="34" charset="0"/>
              </a:rPr>
              <a:t>ditin-kazo</a:t>
            </a:r>
            <a:r>
              <a:rPr lang="en-US" sz="2000" dirty="0">
                <a:latin typeface="Arial Black" panose="020B0A04020102020204" pitchFamily="34" charset="0"/>
              </a:rPr>
              <a:t>,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nekota</a:t>
            </a:r>
            <a:r>
              <a:rPr lang="en-US" sz="2000" dirty="0">
                <a:latin typeface="Arial Black" panose="020B0A04020102020204" pitchFamily="34" charset="0"/>
              </a:rPr>
              <a:t> </a:t>
            </a:r>
            <a:r>
              <a:rPr lang="en-US" sz="2000" dirty="0" err="1">
                <a:latin typeface="Arial Black" panose="020B0A04020102020204" pitchFamily="34" charset="0"/>
              </a:rPr>
              <a:t>sy</a:t>
            </a:r>
            <a:r>
              <a:rPr lang="en-US" sz="2000" dirty="0">
                <a:latin typeface="Arial Black" panose="020B0A04020102020204" pitchFamily="34" charset="0"/>
              </a:rPr>
              <a:t> </a:t>
            </a:r>
            <a:r>
              <a:rPr lang="en-US" sz="2000" dirty="0" err="1">
                <a:latin typeface="Arial Black" panose="020B0A04020102020204" pitchFamily="34" charset="0"/>
              </a:rPr>
              <a:t>balsama</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lota</a:t>
            </a:r>
            <a:r>
              <a:rPr lang="en-US" sz="2000" dirty="0">
                <a:latin typeface="Arial Black" panose="020B0A04020102020204" pitchFamily="34" charset="0"/>
              </a:rPr>
              <a:t>, </a:t>
            </a:r>
            <a:r>
              <a:rPr lang="en-US" sz="2000" dirty="0" err="1">
                <a:latin typeface="Arial Black" panose="020B0A04020102020204" pitchFamily="34" charset="0"/>
              </a:rPr>
              <a:t>izay</a:t>
            </a:r>
            <a:r>
              <a:rPr lang="en-US" sz="2000" dirty="0">
                <a:latin typeface="Arial Black" panose="020B0A04020102020204" pitchFamily="34" charset="0"/>
              </a:rPr>
              <a:t> </a:t>
            </a:r>
            <a:r>
              <a:rPr lang="en-US" sz="2000" dirty="0" err="1">
                <a:latin typeface="Arial Black" panose="020B0A04020102020204" pitchFamily="34" charset="0"/>
              </a:rPr>
              <a:t>nentiny</a:t>
            </a:r>
            <a:r>
              <a:rPr lang="en-US" sz="2000" dirty="0">
                <a:latin typeface="Arial Black" panose="020B0A04020102020204" pitchFamily="34" charset="0"/>
              </a:rPr>
              <a:t> </a:t>
            </a:r>
            <a:r>
              <a:rPr lang="en-US" sz="2000" dirty="0" err="1">
                <a:latin typeface="Arial Black" panose="020B0A04020102020204" pitchFamily="34" charset="0"/>
              </a:rPr>
              <a:t>hidina</a:t>
            </a:r>
            <a:r>
              <a:rPr lang="en-US" sz="2000" dirty="0">
                <a:latin typeface="Arial Black" panose="020B0A04020102020204" pitchFamily="34" charset="0"/>
              </a:rPr>
              <a:t> 	any </a:t>
            </a:r>
            <a:r>
              <a:rPr lang="en-US" sz="2000" dirty="0" err="1">
                <a:latin typeface="Arial Black" panose="020B0A04020102020204" pitchFamily="34" charset="0"/>
              </a:rPr>
              <a:t>Egypta</a:t>
            </a:r>
            <a:r>
              <a:rPr lang="en-US" sz="2000" dirty="0">
                <a:latin typeface="Arial Black" panose="020B0A04020102020204" pitchFamily="34" charset="0"/>
              </a:rPr>
              <a:t>. </a:t>
            </a:r>
          </a:p>
          <a:p>
            <a:r>
              <a:rPr lang="en-US" sz="2000" dirty="0" smtClean="0">
                <a:latin typeface="Arial Black" panose="020B0A04020102020204" pitchFamily="34" charset="0"/>
              </a:rPr>
              <a:t>37:26</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hoy </a:t>
            </a:r>
            <a:r>
              <a:rPr lang="en-US" sz="2000" dirty="0" err="1">
                <a:latin typeface="Arial Black" panose="020B0A04020102020204" pitchFamily="34" charset="0"/>
              </a:rPr>
              <a:t>Joda</a:t>
            </a:r>
            <a:r>
              <a:rPr lang="en-US" sz="2000" dirty="0">
                <a:latin typeface="Arial Black" panose="020B0A04020102020204" pitchFamily="34" charset="0"/>
              </a:rPr>
              <a:t> </a:t>
            </a:r>
            <a:r>
              <a:rPr lang="en-US" sz="2000" dirty="0" err="1">
                <a:latin typeface="Arial Black" panose="020B0A04020102020204" pitchFamily="34" charset="0"/>
              </a:rPr>
              <a:t>tamin'ny</a:t>
            </a:r>
            <a:r>
              <a:rPr lang="en-US" sz="2000" dirty="0">
                <a:latin typeface="Arial Black" panose="020B0A04020102020204" pitchFamily="34" charset="0"/>
              </a:rPr>
              <a:t> </a:t>
            </a:r>
            <a:r>
              <a:rPr lang="en-US" sz="2000" dirty="0" err="1">
                <a:latin typeface="Arial Black" panose="020B0A04020102020204" pitchFamily="34" charset="0"/>
              </a:rPr>
              <a:t>rahalahiny</a:t>
            </a:r>
            <a:r>
              <a:rPr lang="en-US" sz="2000" dirty="0">
                <a:latin typeface="Arial Black" panose="020B0A04020102020204" pitchFamily="34" charset="0"/>
              </a:rPr>
              <a:t>: </a:t>
            </a:r>
            <a:r>
              <a:rPr lang="en-US" sz="2000" dirty="0" err="1">
                <a:latin typeface="Arial Black" panose="020B0A04020102020204" pitchFamily="34" charset="0"/>
              </a:rPr>
              <a:t>Inona</a:t>
            </a:r>
            <a:r>
              <a:rPr lang="en-US" sz="2000" dirty="0">
                <a:latin typeface="Arial Black" panose="020B0A04020102020204" pitchFamily="34" charset="0"/>
              </a:rPr>
              <a:t> no </a:t>
            </a:r>
            <a:r>
              <a:rPr lang="en-US" sz="2000" dirty="0" err="1">
                <a:latin typeface="Arial Black" panose="020B0A04020102020204" pitchFamily="34" charset="0"/>
              </a:rPr>
              <a:t>soa</a:t>
            </a:r>
            <a:r>
              <a:rPr lang="en-US" sz="2000" dirty="0">
                <a:latin typeface="Arial Black" panose="020B0A04020102020204" pitchFamily="34" charset="0"/>
              </a:rPr>
              <a:t> ho </a:t>
            </a:r>
            <a:r>
              <a:rPr lang="en-US" sz="2000" dirty="0" err="1">
                <a:latin typeface="Arial Black" panose="020B0A04020102020204" pitchFamily="34" charset="0"/>
              </a:rPr>
              <a:t>azontsika</a:t>
            </a:r>
            <a:r>
              <a:rPr lang="en-US" sz="2000" dirty="0">
                <a:latin typeface="Arial Black" panose="020B0A04020102020204" pitchFamily="34" charset="0"/>
              </a:rPr>
              <a:t>, </a:t>
            </a:r>
            <a:r>
              <a:rPr lang="en-US" sz="2000" dirty="0" err="1">
                <a:latin typeface="Arial Black" panose="020B0A04020102020204" pitchFamily="34" charset="0"/>
              </a:rPr>
              <a:t>raha</a:t>
            </a:r>
            <a:r>
              <a:rPr lang="en-US" sz="2000" dirty="0">
                <a:latin typeface="Arial Black" panose="020B0A04020102020204" pitchFamily="34" charset="0"/>
              </a:rPr>
              <a:t> 	</a:t>
            </a:r>
            <a:r>
              <a:rPr lang="en-US" sz="2000" dirty="0" err="1">
                <a:latin typeface="Arial Black" panose="020B0A04020102020204" pitchFamily="34" charset="0"/>
              </a:rPr>
              <a:t>hamono</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rahalahintsika</a:t>
            </a:r>
            <a:r>
              <a:rPr lang="en-US" sz="2000" dirty="0">
                <a:latin typeface="Arial Black" panose="020B0A04020102020204" pitchFamily="34" charset="0"/>
              </a:rPr>
              <a:t> </a:t>
            </a:r>
            <a:r>
              <a:rPr lang="en-US" sz="2000" dirty="0" err="1">
                <a:latin typeface="Arial Black" panose="020B0A04020102020204" pitchFamily="34" charset="0"/>
              </a:rPr>
              <a:t>sy</a:t>
            </a:r>
            <a:r>
              <a:rPr lang="en-US" sz="2000" dirty="0">
                <a:latin typeface="Arial Black" panose="020B0A04020102020204" pitchFamily="34" charset="0"/>
              </a:rPr>
              <a:t> </a:t>
            </a:r>
            <a:r>
              <a:rPr lang="en-US" sz="2000" dirty="0" err="1">
                <a:latin typeface="Arial Black" panose="020B0A04020102020204" pitchFamily="34" charset="0"/>
              </a:rPr>
              <a:t>hanafina</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ràny</a:t>
            </a:r>
            <a:r>
              <a:rPr lang="en-US" sz="2000" dirty="0">
                <a:latin typeface="Arial Black" panose="020B0A04020102020204" pitchFamily="34" charset="0"/>
              </a:rPr>
              <a:t> </a:t>
            </a:r>
            <a:r>
              <a:rPr lang="en-US" sz="2000" dirty="0" err="1">
                <a:latin typeface="Arial Black" panose="020B0A04020102020204" pitchFamily="34" charset="0"/>
              </a:rPr>
              <a:t>isika</a:t>
            </a:r>
            <a:r>
              <a:rPr lang="en-US" sz="2000" dirty="0">
                <a:latin typeface="Arial Black" panose="020B0A04020102020204" pitchFamily="34" charset="0"/>
              </a:rPr>
              <a:t>? </a:t>
            </a:r>
          </a:p>
          <a:p>
            <a:r>
              <a:rPr lang="en-US" sz="2000" dirty="0" smtClean="0">
                <a:latin typeface="Arial Black" panose="020B0A04020102020204" pitchFamily="34" charset="0"/>
              </a:rPr>
              <a:t>37:27</a:t>
            </a:r>
            <a:r>
              <a:rPr lang="en-US" sz="2000" dirty="0">
                <a:latin typeface="Arial Black" panose="020B0A04020102020204" pitchFamily="34" charset="0"/>
              </a:rPr>
              <a:t>: </a:t>
            </a:r>
            <a:r>
              <a:rPr lang="en-US" sz="2000" dirty="0" err="1">
                <a:latin typeface="Arial Black" panose="020B0A04020102020204" pitchFamily="34" charset="0"/>
              </a:rPr>
              <a:t>Andeha</a:t>
            </a:r>
            <a:r>
              <a:rPr lang="en-US" sz="2000" dirty="0">
                <a:latin typeface="Arial Black" panose="020B0A04020102020204" pitchFamily="34" charset="0"/>
              </a:rPr>
              <a:t> </a:t>
            </a:r>
            <a:r>
              <a:rPr lang="en-US" sz="2000" dirty="0" err="1">
                <a:latin typeface="Arial Black" panose="020B0A04020102020204" pitchFamily="34" charset="0"/>
              </a:rPr>
              <a:t>hamidintsika</a:t>
            </a:r>
            <a:r>
              <a:rPr lang="en-US" sz="2000" dirty="0">
                <a:latin typeface="Arial Black" panose="020B0A04020102020204" pitchFamily="34" charset="0"/>
              </a:rPr>
              <a:t> </a:t>
            </a:r>
            <a:r>
              <a:rPr lang="en-US" sz="2000" dirty="0" err="1">
                <a:latin typeface="Arial Black" panose="020B0A04020102020204" pitchFamily="34" charset="0"/>
              </a:rPr>
              <a:t>amin'ireo</a:t>
            </a:r>
            <a:r>
              <a:rPr lang="en-US" sz="2000" dirty="0">
                <a:latin typeface="Arial Black" panose="020B0A04020102020204" pitchFamily="34" charset="0"/>
              </a:rPr>
              <a:t> </a:t>
            </a:r>
            <a:r>
              <a:rPr lang="en-US" sz="2000" dirty="0" err="1">
                <a:latin typeface="Arial Black" panose="020B0A04020102020204" pitchFamily="34" charset="0"/>
              </a:rPr>
              <a:t>Isimaelita</a:t>
            </a:r>
            <a:r>
              <a:rPr lang="en-US" sz="2000" dirty="0">
                <a:latin typeface="Arial Black" panose="020B0A04020102020204" pitchFamily="34" charset="0"/>
              </a:rPr>
              <a:t> </a:t>
            </a:r>
            <a:r>
              <a:rPr lang="en-US" sz="2000" dirty="0" err="1">
                <a:latin typeface="Arial Black" panose="020B0A04020102020204" pitchFamily="34" charset="0"/>
              </a:rPr>
              <a:t>ireo</a:t>
            </a:r>
            <a:r>
              <a:rPr lang="en-US" sz="2000" dirty="0">
                <a:latin typeface="Arial Black" panose="020B0A04020102020204" pitchFamily="34" charset="0"/>
              </a:rPr>
              <a:t> </a:t>
            </a:r>
            <a:r>
              <a:rPr lang="en-US" sz="2000" dirty="0" err="1">
                <a:latin typeface="Arial Black" panose="020B0A04020102020204" pitchFamily="34" charset="0"/>
              </a:rPr>
              <a:t>izy</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aoka</a:t>
            </a:r>
            <a:r>
              <a:rPr lang="en-US" sz="2000" dirty="0">
                <a:latin typeface="Arial Black" panose="020B0A04020102020204" pitchFamily="34" charset="0"/>
              </a:rPr>
              <a:t> </a:t>
            </a:r>
            <a:r>
              <a:rPr lang="en-US" sz="2000" dirty="0" err="1">
                <a:latin typeface="Arial Black" panose="020B0A04020102020204" pitchFamily="34" charset="0"/>
              </a:rPr>
              <a:t>tsy</a:t>
            </a:r>
            <a:r>
              <a:rPr lang="en-US" sz="2000" dirty="0">
                <a:latin typeface="Arial Black" panose="020B0A04020102020204" pitchFamily="34" charset="0"/>
              </a:rPr>
              <a:t> </a:t>
            </a:r>
            <a:r>
              <a:rPr lang="en-US" sz="2000" dirty="0" err="1">
                <a:latin typeface="Arial Black" panose="020B0A04020102020204" pitchFamily="34" charset="0"/>
              </a:rPr>
              <a:t>haninona</a:t>
            </a:r>
            <a:r>
              <a:rPr lang="en-US" sz="2000" dirty="0">
                <a:latin typeface="Arial Black" panose="020B0A04020102020204" pitchFamily="34" charset="0"/>
              </a:rPr>
              <a:t> 	</a:t>
            </a:r>
            <a:r>
              <a:rPr lang="en-US" sz="2000" dirty="0" err="1">
                <a:latin typeface="Arial Black" panose="020B0A04020102020204" pitchFamily="34" charset="0"/>
              </a:rPr>
              <a:t>azy</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tanantsika</a:t>
            </a:r>
            <a:r>
              <a:rPr lang="en-US" sz="2000" dirty="0">
                <a:latin typeface="Arial Black" panose="020B0A04020102020204" pitchFamily="34" charset="0"/>
              </a:rPr>
              <a:t>; fa </a:t>
            </a:r>
            <a:r>
              <a:rPr lang="en-US" sz="2000" dirty="0" err="1">
                <a:latin typeface="Arial Black" panose="020B0A04020102020204" pitchFamily="34" charset="0"/>
              </a:rPr>
              <a:t>rahalahintsika</a:t>
            </a:r>
            <a:r>
              <a:rPr lang="en-US" sz="2000" dirty="0">
                <a:latin typeface="Arial Black" panose="020B0A04020102020204" pitchFamily="34" charset="0"/>
              </a:rPr>
              <a:t> </a:t>
            </a:r>
            <a:r>
              <a:rPr lang="en-US" sz="2000" dirty="0" err="1">
                <a:latin typeface="Arial Black" panose="020B0A04020102020204" pitchFamily="34" charset="0"/>
              </a:rPr>
              <a:t>sy</a:t>
            </a:r>
            <a:r>
              <a:rPr lang="en-US" sz="2000" dirty="0">
                <a:latin typeface="Arial Black" panose="020B0A04020102020204" pitchFamily="34" charset="0"/>
              </a:rPr>
              <a:t> </a:t>
            </a:r>
            <a:r>
              <a:rPr lang="en-US" sz="2000" dirty="0" err="1">
                <a:latin typeface="Arial Black" panose="020B0A04020102020204" pitchFamily="34" charset="0"/>
              </a:rPr>
              <a:t>nofontsika</a:t>
            </a:r>
            <a:r>
              <a:rPr lang="en-US" sz="2000" dirty="0">
                <a:latin typeface="Arial Black" panose="020B0A04020102020204" pitchFamily="34" charset="0"/>
              </a:rPr>
              <a:t> </a:t>
            </a:r>
            <a:r>
              <a:rPr lang="en-US" sz="2000" dirty="0" err="1">
                <a:latin typeface="Arial Black" panose="020B0A04020102020204" pitchFamily="34" charset="0"/>
              </a:rPr>
              <a:t>ihany</a:t>
            </a:r>
            <a:r>
              <a:rPr lang="en-US" sz="2000" dirty="0">
                <a:latin typeface="Arial Black" panose="020B0A04020102020204" pitchFamily="34" charset="0"/>
              </a:rPr>
              <a:t> </a:t>
            </a:r>
            <a:r>
              <a:rPr lang="en-US" sz="2000" dirty="0" err="1">
                <a:latin typeface="Arial Black" panose="020B0A04020102020204" pitchFamily="34" charset="0"/>
              </a:rPr>
              <a:t>izy</a:t>
            </a:r>
            <a:r>
              <a:rPr lang="en-US" sz="2000" dirty="0">
                <a:latin typeface="Arial Black" panose="020B0A04020102020204" pitchFamily="34" charset="0"/>
              </a:rPr>
              <a:t>.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nanaiky</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rahalahiny</a:t>
            </a:r>
            <a:r>
              <a:rPr lang="en-US" sz="2000" dirty="0">
                <a:latin typeface="Arial Black" panose="020B0A04020102020204" pitchFamily="34" charset="0"/>
              </a:rPr>
              <a:t>. </a:t>
            </a:r>
          </a:p>
          <a:p>
            <a:r>
              <a:rPr lang="en-US" sz="2000" dirty="0" smtClean="0">
                <a:latin typeface="Arial Black" panose="020B0A04020102020204" pitchFamily="34" charset="0"/>
              </a:rPr>
              <a:t>37:28</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raha</a:t>
            </a:r>
            <a:r>
              <a:rPr lang="en-US" sz="2000" dirty="0">
                <a:latin typeface="Arial Black" panose="020B0A04020102020204" pitchFamily="34" charset="0"/>
              </a:rPr>
              <a:t> </a:t>
            </a:r>
            <a:r>
              <a:rPr lang="en-US" sz="2000" dirty="0" err="1">
                <a:latin typeface="Arial Black" panose="020B0A04020102020204" pitchFamily="34" charset="0"/>
              </a:rPr>
              <a:t>nandalo</a:t>
            </a:r>
            <a:r>
              <a:rPr lang="en-US" sz="2000" dirty="0">
                <a:latin typeface="Arial Black" panose="020B0A04020102020204" pitchFamily="34" charset="0"/>
              </a:rPr>
              <a:t> </a:t>
            </a:r>
            <a:r>
              <a:rPr lang="en-US" sz="2000" dirty="0" err="1">
                <a:latin typeface="Arial Black" panose="020B0A04020102020204" pitchFamily="34" charset="0"/>
              </a:rPr>
              <a:t>teo</a:t>
            </a:r>
            <a:r>
              <a:rPr lang="en-US" sz="2000" dirty="0">
                <a:latin typeface="Arial Black" panose="020B0A04020102020204" pitchFamily="34" charset="0"/>
              </a:rPr>
              <a:t> </a:t>
            </a:r>
            <a:r>
              <a:rPr lang="en-US" sz="2000" dirty="0" err="1">
                <a:latin typeface="Arial Black" panose="020B0A04020102020204" pitchFamily="34" charset="0"/>
              </a:rPr>
              <a:t>ny</a:t>
            </a:r>
            <a:r>
              <a:rPr lang="en-US" sz="2000" dirty="0">
                <a:latin typeface="Arial Black" panose="020B0A04020102020204" pitchFamily="34" charset="0"/>
              </a:rPr>
              <a:t> </a:t>
            </a:r>
            <a:r>
              <a:rPr lang="en-US" sz="2000" dirty="0" err="1">
                <a:latin typeface="Arial Black" panose="020B0A04020102020204" pitchFamily="34" charset="0"/>
              </a:rPr>
              <a:t>Midianita</a:t>
            </a:r>
            <a:r>
              <a:rPr lang="en-US" sz="2000" dirty="0">
                <a:latin typeface="Arial Black" panose="020B0A04020102020204" pitchFamily="34" charset="0"/>
              </a:rPr>
              <a:t> </a:t>
            </a:r>
            <a:r>
              <a:rPr lang="en-US" sz="2000" dirty="0" err="1">
                <a:latin typeface="Arial Black" panose="020B0A04020102020204" pitchFamily="34" charset="0"/>
              </a:rPr>
              <a:t>mpandranto</a:t>
            </a:r>
            <a:r>
              <a:rPr lang="en-US" sz="2000" dirty="0">
                <a:latin typeface="Arial Black" panose="020B0A04020102020204" pitchFamily="34" charset="0"/>
              </a:rPr>
              <a:t>,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nakarin'ny</a:t>
            </a:r>
            <a:r>
              <a:rPr lang="en-US" sz="2000" dirty="0">
                <a:latin typeface="Arial Black" panose="020B0A04020102020204" pitchFamily="34" charset="0"/>
              </a:rPr>
              <a:t> </a:t>
            </a:r>
            <a:r>
              <a:rPr lang="en-US" sz="2000" dirty="0" err="1">
                <a:latin typeface="Arial Black" panose="020B0A04020102020204" pitchFamily="34" charset="0"/>
              </a:rPr>
              <a:t>rahalahiny</a:t>
            </a:r>
            <a:r>
              <a:rPr lang="en-US" sz="2000" dirty="0">
                <a:latin typeface="Arial Black" panose="020B0A04020102020204" pitchFamily="34" charset="0"/>
              </a:rPr>
              <a:t> 	</a:t>
            </a:r>
            <a:r>
              <a:rPr lang="en-US" sz="2000" dirty="0" err="1">
                <a:latin typeface="Arial Black" panose="020B0A04020102020204" pitchFamily="34" charset="0"/>
              </a:rPr>
              <a:t>niala</a:t>
            </a:r>
            <a:r>
              <a:rPr lang="en-US" sz="2000" dirty="0">
                <a:latin typeface="Arial Black" panose="020B0A04020102020204" pitchFamily="34" charset="0"/>
              </a:rPr>
              <a:t> </a:t>
            </a:r>
            <a:r>
              <a:rPr lang="en-US" sz="2000" dirty="0" err="1">
                <a:latin typeface="Arial Black" panose="020B0A04020102020204" pitchFamily="34" charset="0"/>
              </a:rPr>
              <a:t>tao</a:t>
            </a:r>
            <a:r>
              <a:rPr lang="en-US" sz="2000" dirty="0">
                <a:latin typeface="Arial Black" panose="020B0A04020102020204" pitchFamily="34" charset="0"/>
              </a:rPr>
              <a:t> an-</a:t>
            </a:r>
            <a:r>
              <a:rPr lang="en-US" sz="2000" dirty="0" err="1">
                <a:latin typeface="Arial Black" panose="020B0A04020102020204" pitchFamily="34" charset="0"/>
              </a:rPr>
              <a:t>davaka</a:t>
            </a:r>
            <a:r>
              <a:rPr lang="en-US" sz="2000" dirty="0">
                <a:latin typeface="Arial Black" panose="020B0A04020102020204" pitchFamily="34" charset="0"/>
              </a:rPr>
              <a:t> </a:t>
            </a:r>
            <a:r>
              <a:rPr lang="en-US" sz="2000" dirty="0" err="1">
                <a:latin typeface="Arial Black" panose="020B0A04020102020204" pitchFamily="34" charset="0"/>
              </a:rPr>
              <a:t>Josefa</a:t>
            </a:r>
            <a:r>
              <a:rPr lang="en-US" sz="2000" dirty="0">
                <a:latin typeface="Arial Black" panose="020B0A04020102020204" pitchFamily="34" charset="0"/>
              </a:rPr>
              <a:t> </a:t>
            </a:r>
            <a:r>
              <a:rPr lang="en-US" sz="2000" dirty="0" err="1">
                <a:latin typeface="Arial Black" panose="020B0A04020102020204" pitchFamily="34" charset="0"/>
              </a:rPr>
              <a:t>ka</a:t>
            </a:r>
            <a:r>
              <a:rPr lang="en-US" sz="2000" dirty="0">
                <a:latin typeface="Arial Black" panose="020B0A04020102020204" pitchFamily="34" charset="0"/>
              </a:rPr>
              <a:t> </a:t>
            </a:r>
            <a:r>
              <a:rPr lang="en-US" sz="2000" dirty="0" err="1">
                <a:latin typeface="Arial Black" panose="020B0A04020102020204" pitchFamily="34" charset="0"/>
              </a:rPr>
              <a:t>namidiny</a:t>
            </a:r>
            <a:r>
              <a:rPr lang="en-US" sz="2000" dirty="0">
                <a:latin typeface="Arial Black" panose="020B0A04020102020204" pitchFamily="34" charset="0"/>
              </a:rPr>
              <a:t> </a:t>
            </a:r>
            <a:r>
              <a:rPr lang="en-US" sz="2000" dirty="0" err="1">
                <a:latin typeface="Arial Black" panose="020B0A04020102020204" pitchFamily="34" charset="0"/>
              </a:rPr>
              <a:t>sekely</a:t>
            </a:r>
            <a:r>
              <a:rPr lang="en-US" sz="2000" dirty="0">
                <a:latin typeface="Arial Black" panose="020B0A04020102020204" pitchFamily="34" charset="0"/>
              </a:rPr>
              <a:t> </a:t>
            </a:r>
            <a:r>
              <a:rPr lang="en-US" sz="2000" dirty="0" err="1">
                <a:latin typeface="Arial Black" panose="020B0A04020102020204" pitchFamily="34" charset="0"/>
              </a:rPr>
              <a:t>volafotsy</a:t>
            </a:r>
            <a:r>
              <a:rPr lang="en-US" sz="2000" dirty="0">
                <a:latin typeface="Arial Black" panose="020B0A04020102020204" pitchFamily="34" charset="0"/>
              </a:rPr>
              <a:t> </a:t>
            </a:r>
            <a:r>
              <a:rPr lang="en-US" sz="2000" dirty="0" err="1">
                <a:latin typeface="Arial Black" panose="020B0A04020102020204" pitchFamily="34" charset="0"/>
              </a:rPr>
              <a:t>roa</a:t>
            </a:r>
            <a:r>
              <a:rPr lang="en-US" sz="2000" dirty="0">
                <a:latin typeface="Arial Black" panose="020B0A04020102020204" pitchFamily="34" charset="0"/>
              </a:rPr>
              <a:t>-polo </a:t>
            </a:r>
            <a:r>
              <a:rPr lang="en-US" sz="2000" dirty="0" err="1">
                <a:latin typeface="Arial Black" panose="020B0A04020102020204" pitchFamily="34" charset="0"/>
              </a:rPr>
              <a:t>tamin'ny</a:t>
            </a:r>
            <a:r>
              <a:rPr lang="en-US" sz="2000" dirty="0">
                <a:latin typeface="Arial Black" panose="020B0A04020102020204" pitchFamily="34" charset="0"/>
              </a:rPr>
              <a:t> 	</a:t>
            </a:r>
            <a:r>
              <a:rPr lang="en-US" sz="2000" dirty="0" err="1">
                <a:latin typeface="Arial Black" panose="020B0A04020102020204" pitchFamily="34" charset="0"/>
              </a:rPr>
              <a:t>Isimaelita</a:t>
            </a:r>
            <a:r>
              <a:rPr lang="en-US" sz="2000" dirty="0">
                <a:latin typeface="Arial Black" panose="020B0A04020102020204" pitchFamily="34" charset="0"/>
              </a:rPr>
              <a:t>; </a:t>
            </a:r>
            <a:r>
              <a:rPr lang="en-US" sz="2000" dirty="0" err="1">
                <a:latin typeface="Arial Black" panose="020B0A04020102020204" pitchFamily="34" charset="0"/>
              </a:rPr>
              <a:t>ary</a:t>
            </a:r>
            <a:r>
              <a:rPr lang="en-US" sz="2000" dirty="0">
                <a:latin typeface="Arial Black" panose="020B0A04020102020204" pitchFamily="34" charset="0"/>
              </a:rPr>
              <a:t> </a:t>
            </a:r>
            <a:r>
              <a:rPr lang="en-US" sz="2000" dirty="0" err="1">
                <a:latin typeface="Arial Black" panose="020B0A04020102020204" pitchFamily="34" charset="0"/>
              </a:rPr>
              <a:t>dia</a:t>
            </a:r>
            <a:r>
              <a:rPr lang="en-US" sz="2000" dirty="0">
                <a:latin typeface="Arial Black" panose="020B0A04020102020204" pitchFamily="34" charset="0"/>
              </a:rPr>
              <a:t> </a:t>
            </a:r>
            <a:r>
              <a:rPr lang="en-US" sz="2000" dirty="0" err="1">
                <a:latin typeface="Arial Black" panose="020B0A04020102020204" pitchFamily="34" charset="0"/>
              </a:rPr>
              <a:t>nitondra</a:t>
            </a:r>
            <a:r>
              <a:rPr lang="en-US" sz="2000" dirty="0">
                <a:latin typeface="Arial Black" panose="020B0A04020102020204" pitchFamily="34" charset="0"/>
              </a:rPr>
              <a:t> </a:t>
            </a:r>
            <a:r>
              <a:rPr lang="en-US" sz="2000" dirty="0" err="1">
                <a:latin typeface="Arial Black" panose="020B0A04020102020204" pitchFamily="34" charset="0"/>
              </a:rPr>
              <a:t>an'i</a:t>
            </a:r>
            <a:r>
              <a:rPr lang="en-US" sz="2000" dirty="0">
                <a:latin typeface="Arial Black" panose="020B0A04020102020204" pitchFamily="34" charset="0"/>
              </a:rPr>
              <a:t> </a:t>
            </a:r>
            <a:r>
              <a:rPr lang="en-US" sz="2000" dirty="0" err="1">
                <a:latin typeface="Arial Black" panose="020B0A04020102020204" pitchFamily="34" charset="0"/>
              </a:rPr>
              <a:t>Josefa</a:t>
            </a:r>
            <a:r>
              <a:rPr lang="en-US" sz="2000" dirty="0">
                <a:latin typeface="Arial Black" panose="020B0A04020102020204" pitchFamily="34" charset="0"/>
              </a:rPr>
              <a:t> ho any </a:t>
            </a:r>
            <a:r>
              <a:rPr lang="en-US" sz="2000" dirty="0" err="1">
                <a:latin typeface="Arial Black" panose="020B0A04020102020204" pitchFamily="34" charset="0"/>
              </a:rPr>
              <a:t>Egypta</a:t>
            </a:r>
            <a:r>
              <a:rPr lang="en-US" sz="2000" dirty="0">
                <a:latin typeface="Arial Black" panose="020B0A04020102020204" pitchFamily="34" charset="0"/>
              </a:rPr>
              <a:t> </a:t>
            </a:r>
            <a:r>
              <a:rPr lang="en-US" sz="2000" dirty="0" err="1">
                <a:latin typeface="Arial Black" panose="020B0A04020102020204" pitchFamily="34" charset="0"/>
              </a:rPr>
              <a:t>ireo</a:t>
            </a:r>
            <a:r>
              <a:rPr lang="en-US" sz="2000" dirty="0">
                <a:latin typeface="Arial Black" panose="020B0A04020102020204" pitchFamily="34" charset="0"/>
              </a:rPr>
              <a:t>. </a:t>
            </a:r>
          </a:p>
        </p:txBody>
      </p:sp>
    </p:spTree>
    <p:extLst>
      <p:ext uri="{BB962C8B-B14F-4D97-AF65-F5344CB8AC3E}">
        <p14:creationId xmlns:p14="http://schemas.microsoft.com/office/powerpoint/2010/main" val="338127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5130" y="130627"/>
            <a:ext cx="11956869" cy="1031961"/>
          </a:xfrm>
        </p:spPr>
        <p:txBody>
          <a:bodyPr>
            <a:normAutofit fontScale="90000"/>
          </a:bodyPr>
          <a:lstStyle/>
          <a:p>
            <a:r>
              <a:rPr lang="fr-FR" dirty="0">
                <a:latin typeface="Arial Black" panose="020B0A04020102020204" pitchFamily="34" charset="0"/>
              </a:rPr>
              <a:t>I </a:t>
            </a:r>
            <a:r>
              <a:rPr lang="fr-FR" dirty="0" err="1">
                <a:latin typeface="Arial Black" panose="020B0A04020102020204" pitchFamily="34" charset="0"/>
              </a:rPr>
              <a:t>Josefa</a:t>
            </a:r>
            <a:r>
              <a:rPr lang="fr-FR" dirty="0">
                <a:latin typeface="Arial Black" panose="020B0A04020102020204" pitchFamily="34" charset="0"/>
              </a:rPr>
              <a:t>, </a:t>
            </a:r>
            <a:r>
              <a:rPr lang="fr-FR" dirty="0" err="1">
                <a:latin typeface="Arial Black" panose="020B0A04020102020204" pitchFamily="34" charset="0"/>
              </a:rPr>
              <a:t>navotan'ny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endParaRPr lang="fr-FR" dirty="0">
              <a:latin typeface="Arial Black" panose="020B0A04020102020204" pitchFamily="34" charset="0"/>
            </a:endParaRPr>
          </a:p>
        </p:txBody>
      </p:sp>
      <p:sp>
        <p:nvSpPr>
          <p:cNvPr id="3" name="Espace réservé du contenu 2"/>
          <p:cNvSpPr>
            <a:spLocks noGrp="1"/>
          </p:cNvSpPr>
          <p:nvPr>
            <p:ph idx="1"/>
          </p:nvPr>
        </p:nvSpPr>
        <p:spPr>
          <a:xfrm>
            <a:off x="235131" y="927454"/>
            <a:ext cx="11756571" cy="5930546"/>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en-US" dirty="0"/>
              <a:t>Toa </a:t>
            </a:r>
            <a:r>
              <a:rPr lang="en-US" dirty="0" err="1"/>
              <a:t>mampalahelo</a:t>
            </a:r>
            <a:r>
              <a:rPr lang="en-US" dirty="0"/>
              <a:t> </a:t>
            </a:r>
            <a:r>
              <a:rPr lang="en-US" dirty="0" err="1"/>
              <a:t>ilay</a:t>
            </a:r>
            <a:r>
              <a:rPr lang="en-US" dirty="0"/>
              <a:t> </a:t>
            </a:r>
            <a:r>
              <a:rPr lang="en-US" dirty="0" err="1"/>
              <a:t>tantara</a:t>
            </a:r>
            <a:r>
              <a:rPr lang="en-US" dirty="0"/>
              <a:t> </a:t>
            </a:r>
            <a:r>
              <a:rPr lang="en-US" dirty="0" err="1"/>
              <a:t>kanefa</a:t>
            </a:r>
            <a:r>
              <a:rPr lang="en-US" dirty="0"/>
              <a:t> </a:t>
            </a:r>
            <a:r>
              <a:rPr lang="en-US" dirty="0" err="1"/>
              <a:t>raha</a:t>
            </a:r>
            <a:r>
              <a:rPr lang="en-US" dirty="0"/>
              <a:t> </a:t>
            </a:r>
            <a:r>
              <a:rPr lang="en-US" dirty="0" err="1"/>
              <a:t>ny</a:t>
            </a:r>
            <a:r>
              <a:rPr lang="en-US" dirty="0"/>
              <a:t> </a:t>
            </a:r>
            <a:r>
              <a:rPr lang="en-US" dirty="0" err="1"/>
              <a:t>tena</a:t>
            </a:r>
            <a:r>
              <a:rPr lang="en-US" dirty="0"/>
              <a:t> marina </a:t>
            </a:r>
            <a:r>
              <a:rPr lang="en-US" dirty="0" err="1"/>
              <a:t>dia</a:t>
            </a:r>
            <a:r>
              <a:rPr lang="en-US" dirty="0"/>
              <a:t> </a:t>
            </a:r>
            <a:r>
              <a:rPr lang="en-US" dirty="0" err="1"/>
              <a:t>tafiditra</a:t>
            </a:r>
            <a:r>
              <a:rPr lang="en-US" dirty="0"/>
              <a:t> </a:t>
            </a:r>
            <a:r>
              <a:rPr lang="en-US" dirty="0" err="1"/>
              <a:t>ao</a:t>
            </a:r>
            <a:r>
              <a:rPr lang="en-US" dirty="0"/>
              <a:t> </a:t>
            </a:r>
            <a:r>
              <a:rPr lang="en-US" dirty="0" err="1"/>
              <a:t>anatin'ny</a:t>
            </a:r>
            <a:r>
              <a:rPr lang="en-US" dirty="0"/>
              <a:t> </a:t>
            </a:r>
            <a:r>
              <a:rPr lang="en-US" dirty="0" err="1"/>
              <a:t>drafitr'Andriamanitra</a:t>
            </a:r>
            <a:r>
              <a:rPr lang="en-US" dirty="0"/>
              <a:t> </a:t>
            </a:r>
            <a:r>
              <a:rPr lang="en-US" dirty="0" err="1"/>
              <a:t>avokoa</a:t>
            </a:r>
            <a:r>
              <a:rPr lang="en-US" dirty="0"/>
              <a:t> </a:t>
            </a:r>
            <a:r>
              <a:rPr lang="en-US" dirty="0" err="1"/>
              <a:t>izany</a:t>
            </a:r>
            <a:r>
              <a:rPr lang="en-US" dirty="0"/>
              <a:t> </a:t>
            </a:r>
            <a:r>
              <a:rPr lang="en-US" dirty="0" err="1"/>
              <a:t>rehetra</a:t>
            </a:r>
            <a:r>
              <a:rPr lang="en-US" dirty="0"/>
              <a:t> </a:t>
            </a:r>
            <a:r>
              <a:rPr lang="en-US" dirty="0" err="1"/>
              <a:t>izany</a:t>
            </a:r>
            <a:r>
              <a:rPr lang="en-US" dirty="0"/>
              <a:t>, </a:t>
            </a:r>
            <a:r>
              <a:rPr lang="en-US" dirty="0" err="1"/>
              <a:t>izay</a:t>
            </a:r>
            <a:r>
              <a:rPr lang="en-US" dirty="0"/>
              <a:t> </a:t>
            </a:r>
            <a:r>
              <a:rPr lang="en-US" dirty="0" err="1"/>
              <a:t>niafara</a:t>
            </a:r>
            <a:r>
              <a:rPr lang="en-US" dirty="0"/>
              <a:t> </a:t>
            </a:r>
            <a:r>
              <a:rPr lang="en-US" dirty="0" err="1"/>
              <a:t>tamin'ny</a:t>
            </a:r>
            <a:r>
              <a:rPr lang="en-US" dirty="0"/>
              <a:t> </a:t>
            </a:r>
            <a:r>
              <a:rPr lang="en-US" dirty="0" err="1"/>
              <a:t>fifindran'ilay</a:t>
            </a:r>
            <a:r>
              <a:rPr lang="en-US" dirty="0"/>
              <a:t> </a:t>
            </a:r>
            <a:r>
              <a:rPr lang="en-US" dirty="0" err="1"/>
              <a:t>fianakaviana</a:t>
            </a:r>
            <a:r>
              <a:rPr lang="en-US" dirty="0"/>
              <a:t> </a:t>
            </a:r>
            <a:r>
              <a:rPr lang="en-US" dirty="0" err="1"/>
              <a:t>iray</a:t>
            </a:r>
            <a:r>
              <a:rPr lang="en-US" dirty="0"/>
              <a:t> </a:t>
            </a:r>
            <a:r>
              <a:rPr lang="en-US" dirty="0" err="1"/>
              <a:t>manontolo</a:t>
            </a:r>
            <a:r>
              <a:rPr lang="en-US" dirty="0"/>
              <a:t> </a:t>
            </a:r>
            <a:r>
              <a:rPr lang="en-US" dirty="0" err="1"/>
              <a:t>tany</a:t>
            </a:r>
            <a:r>
              <a:rPr lang="en-US" dirty="0"/>
              <a:t> </a:t>
            </a:r>
            <a:r>
              <a:rPr lang="en-US" dirty="0" err="1"/>
              <a:t>Egypta</a:t>
            </a:r>
            <a:r>
              <a:rPr lang="en-US" dirty="0"/>
              <a:t> </a:t>
            </a:r>
            <a:r>
              <a:rPr lang="en-US" dirty="0" err="1"/>
              <a:t>ary</a:t>
            </a:r>
            <a:r>
              <a:rPr lang="en-US" dirty="0"/>
              <a:t> </a:t>
            </a:r>
            <a:r>
              <a:rPr lang="en-US" dirty="0" err="1"/>
              <a:t>nahafaka</a:t>
            </a:r>
            <a:r>
              <a:rPr lang="en-US" dirty="0"/>
              <a:t> </a:t>
            </a:r>
            <a:r>
              <a:rPr lang="en-US" dirty="0" err="1"/>
              <a:t>azy</a:t>
            </a:r>
            <a:r>
              <a:rPr lang="en-US" dirty="0"/>
              <a:t> </a:t>
            </a:r>
            <a:r>
              <a:rPr lang="en-US" dirty="0" err="1"/>
              <a:t>ireo</a:t>
            </a:r>
            <a:r>
              <a:rPr lang="en-US" dirty="0"/>
              <a:t> </a:t>
            </a:r>
            <a:r>
              <a:rPr lang="en-US" dirty="0" err="1"/>
              <a:t>tamin'ny</a:t>
            </a:r>
            <a:r>
              <a:rPr lang="en-US" dirty="0"/>
              <a:t> </a:t>
            </a:r>
            <a:r>
              <a:rPr lang="en-US" dirty="0" err="1"/>
              <a:t>fampahorian'ny</a:t>
            </a:r>
            <a:r>
              <a:rPr lang="en-US" dirty="0"/>
              <a:t> </a:t>
            </a:r>
            <a:r>
              <a:rPr lang="en-US" dirty="0" err="1"/>
              <a:t>mosary</a:t>
            </a:r>
            <a:r>
              <a:rPr lang="en-US" dirty="0"/>
              <a:t> </a:t>
            </a:r>
            <a:r>
              <a:rPr lang="en-US" dirty="0" err="1"/>
              <a:t>izay</a:t>
            </a:r>
            <a:r>
              <a:rPr lang="en-US" dirty="0"/>
              <a:t> </a:t>
            </a:r>
            <a:r>
              <a:rPr lang="en-US" dirty="0" err="1"/>
              <a:t>nitranga</a:t>
            </a:r>
            <a:r>
              <a:rPr lang="en-US" dirty="0"/>
              <a:t> </a:t>
            </a:r>
            <a:r>
              <a:rPr lang="en-US" dirty="0" err="1"/>
              <a:t>tsy</a:t>
            </a:r>
            <a:r>
              <a:rPr lang="en-US" dirty="0"/>
              <a:t> </a:t>
            </a:r>
            <a:r>
              <a:rPr lang="en-US" dirty="0" err="1"/>
              <a:t>ela</a:t>
            </a:r>
            <a:r>
              <a:rPr lang="en-US" dirty="0"/>
              <a:t> </a:t>
            </a:r>
            <a:r>
              <a:rPr lang="en-US" dirty="0" err="1"/>
              <a:t>akory</a:t>
            </a:r>
            <a:r>
              <a:rPr lang="en-US" dirty="0"/>
              <a:t> </a:t>
            </a:r>
            <a:r>
              <a:rPr lang="en-US" dirty="0" err="1"/>
              <a:t>taorian'izany</a:t>
            </a:r>
            <a:r>
              <a:rPr lang="en-US" dirty="0"/>
              <a:t>, </a:t>
            </a:r>
            <a:r>
              <a:rPr lang="en-US" dirty="0" err="1"/>
              <a:t>izay</a:t>
            </a:r>
            <a:r>
              <a:rPr lang="en-US" dirty="0"/>
              <a:t> </a:t>
            </a:r>
            <a:r>
              <a:rPr lang="en-US" dirty="0" err="1"/>
              <a:t>mety</a:t>
            </a:r>
            <a:r>
              <a:rPr lang="en-US" dirty="0"/>
              <a:t> </a:t>
            </a:r>
            <a:r>
              <a:rPr lang="en-US" dirty="0" err="1"/>
              <a:t>nahafaty</a:t>
            </a:r>
            <a:r>
              <a:rPr lang="en-US" dirty="0"/>
              <a:t> </a:t>
            </a:r>
            <a:r>
              <a:rPr lang="en-US" dirty="0" err="1"/>
              <a:t>azy</a:t>
            </a:r>
            <a:r>
              <a:rPr lang="en-US" dirty="0"/>
              <a:t> </a:t>
            </a:r>
            <a:r>
              <a:rPr lang="en-US" dirty="0" err="1"/>
              <a:t>ireo</a:t>
            </a:r>
            <a:r>
              <a:rPr lang="en-US" dirty="0"/>
              <a:t> </a:t>
            </a:r>
            <a:r>
              <a:rPr lang="en-US" dirty="0" err="1"/>
              <a:t>vokatry</a:t>
            </a:r>
            <a:r>
              <a:rPr lang="en-US" dirty="0"/>
              <a:t> </a:t>
            </a:r>
            <a:r>
              <a:rPr lang="en-US" dirty="0" err="1"/>
              <a:t>ny</a:t>
            </a:r>
            <a:r>
              <a:rPr lang="en-US" dirty="0"/>
              <a:t> </a:t>
            </a:r>
            <a:r>
              <a:rPr lang="en-US" dirty="0" err="1"/>
              <a:t>hanoanana</a:t>
            </a:r>
            <a:r>
              <a:rPr lang="en-US" dirty="0"/>
              <a:t>. </a:t>
            </a:r>
            <a:r>
              <a:rPr lang="en-US" dirty="0" err="1"/>
              <a:t>Mariho</a:t>
            </a:r>
            <a:r>
              <a:rPr lang="en-US" dirty="0"/>
              <a:t> fa </a:t>
            </a:r>
            <a:r>
              <a:rPr lang="en-US" dirty="0" err="1"/>
              <a:t>ireo</a:t>
            </a:r>
            <a:r>
              <a:rPr lang="en-US" dirty="0"/>
              <a:t> </a:t>
            </a:r>
            <a:r>
              <a:rPr lang="en-US" dirty="0" err="1"/>
              <a:t>Midianita</a:t>
            </a:r>
            <a:r>
              <a:rPr lang="en-US" dirty="0"/>
              <a:t> </a:t>
            </a:r>
            <a:r>
              <a:rPr lang="en-US" dirty="0" err="1"/>
              <a:t>ao</a:t>
            </a:r>
            <a:r>
              <a:rPr lang="en-US" dirty="0"/>
              <a:t> </a:t>
            </a:r>
            <a:r>
              <a:rPr lang="en-US" dirty="0" err="1"/>
              <a:t>amin'ny</a:t>
            </a:r>
            <a:r>
              <a:rPr lang="en-US" dirty="0"/>
              <a:t> </a:t>
            </a:r>
            <a:r>
              <a:rPr lang="en-US" dirty="0" err="1"/>
              <a:t>andininy</a:t>
            </a:r>
            <a:r>
              <a:rPr lang="en-US" dirty="0"/>
              <a:t> faha-28 </a:t>
            </a:r>
            <a:r>
              <a:rPr lang="en-US" dirty="0" err="1"/>
              <a:t>dia</a:t>
            </a:r>
            <a:r>
              <a:rPr lang="en-US" dirty="0"/>
              <a:t> </a:t>
            </a:r>
            <a:r>
              <a:rPr lang="en-US" dirty="0" err="1"/>
              <a:t>antsoina</a:t>
            </a:r>
            <a:r>
              <a:rPr lang="en-US" dirty="0"/>
              <a:t> hoe </a:t>
            </a:r>
            <a:r>
              <a:rPr lang="en-US" dirty="0" err="1"/>
              <a:t>Isimaelita</a:t>
            </a:r>
            <a:r>
              <a:rPr lang="en-US" dirty="0"/>
              <a:t> </a:t>
            </a:r>
            <a:r>
              <a:rPr lang="en-US" dirty="0" err="1"/>
              <a:t>ihany</a:t>
            </a:r>
            <a:r>
              <a:rPr lang="en-US" dirty="0"/>
              <a:t> </a:t>
            </a:r>
            <a:r>
              <a:rPr lang="en-US" dirty="0" err="1"/>
              <a:t>koa</a:t>
            </a:r>
            <a:r>
              <a:rPr lang="en-US" dirty="0"/>
              <a:t>. </a:t>
            </a:r>
            <a:r>
              <a:rPr lang="en-US" dirty="0" err="1"/>
              <a:t>Izany</a:t>
            </a:r>
            <a:r>
              <a:rPr lang="en-US" dirty="0"/>
              <a:t> no </a:t>
            </a:r>
            <a:r>
              <a:rPr lang="en-US" dirty="0" err="1"/>
              <a:t>niantsoana</a:t>
            </a:r>
            <a:r>
              <a:rPr lang="en-US" dirty="0"/>
              <a:t> </a:t>
            </a:r>
            <a:r>
              <a:rPr lang="en-US" dirty="0" err="1"/>
              <a:t>azy</a:t>
            </a:r>
            <a:r>
              <a:rPr lang="en-US" dirty="0"/>
              <a:t> </a:t>
            </a:r>
            <a:r>
              <a:rPr lang="en-US" dirty="0" err="1"/>
              <a:t>satria</a:t>
            </a:r>
            <a:r>
              <a:rPr lang="en-US" dirty="0"/>
              <a:t> </a:t>
            </a:r>
            <a:r>
              <a:rPr lang="en-US" dirty="0" err="1"/>
              <a:t>ny</a:t>
            </a:r>
            <a:r>
              <a:rPr lang="en-US" dirty="0"/>
              <a:t> </a:t>
            </a:r>
            <a:r>
              <a:rPr lang="en-US" dirty="0" err="1"/>
              <a:t>taranaky</a:t>
            </a:r>
            <a:r>
              <a:rPr lang="en-US" dirty="0"/>
              <a:t> </a:t>
            </a:r>
            <a:r>
              <a:rPr lang="en-US" dirty="0" err="1"/>
              <a:t>ny</a:t>
            </a:r>
            <a:r>
              <a:rPr lang="en-US" dirty="0"/>
              <a:t> </a:t>
            </a:r>
            <a:r>
              <a:rPr lang="en-US" dirty="0" err="1"/>
              <a:t>Midiana</a:t>
            </a:r>
            <a:r>
              <a:rPr lang="en-US" dirty="0"/>
              <a:t> </a:t>
            </a:r>
            <a:r>
              <a:rPr lang="en-US" dirty="0" err="1"/>
              <a:t>dia</a:t>
            </a:r>
            <a:r>
              <a:rPr lang="en-US" dirty="0"/>
              <a:t> </a:t>
            </a:r>
            <a:r>
              <a:rPr lang="en-US" dirty="0" err="1"/>
              <a:t>nandeha</a:t>
            </a:r>
            <a:r>
              <a:rPr lang="en-US" dirty="0"/>
              <a:t> </a:t>
            </a:r>
            <a:r>
              <a:rPr lang="en-US" dirty="0" err="1"/>
              <a:t>nipetraka</a:t>
            </a:r>
            <a:r>
              <a:rPr lang="en-US" dirty="0"/>
              <a:t> </a:t>
            </a:r>
            <a:r>
              <a:rPr lang="en-US" dirty="0" err="1"/>
              <a:t>teo</a:t>
            </a:r>
            <a:r>
              <a:rPr lang="en-US" dirty="0"/>
              <a:t> </a:t>
            </a:r>
            <a:r>
              <a:rPr lang="en-US" dirty="0" err="1"/>
              <a:t>akaikin'ny</a:t>
            </a:r>
            <a:r>
              <a:rPr lang="en-US" dirty="0"/>
              <a:t> </a:t>
            </a:r>
            <a:r>
              <a:rPr lang="en-US" dirty="0" err="1"/>
              <a:t>taranak'Isimaela</a:t>
            </a:r>
            <a:r>
              <a:rPr lang="en-US" dirty="0"/>
              <a:t> </a:t>
            </a:r>
            <a:r>
              <a:rPr lang="en-US" dirty="0" err="1"/>
              <a:t>ary</a:t>
            </a:r>
            <a:r>
              <a:rPr lang="en-US" dirty="0"/>
              <a:t> </a:t>
            </a:r>
            <a:r>
              <a:rPr lang="en-US" dirty="0" err="1"/>
              <a:t>lasa</a:t>
            </a:r>
            <a:r>
              <a:rPr lang="en-US" dirty="0"/>
              <a:t> </a:t>
            </a:r>
            <a:r>
              <a:rPr lang="en-US" dirty="0" err="1"/>
              <a:t>tafaray</a:t>
            </a:r>
            <a:r>
              <a:rPr lang="en-US" dirty="0"/>
              <a:t> </a:t>
            </a:r>
            <a:r>
              <a:rPr lang="en-US" dirty="0" err="1"/>
              <a:t>izy</a:t>
            </a:r>
            <a:r>
              <a:rPr lang="en-US" dirty="0"/>
              <a:t> </a:t>
            </a:r>
            <a:r>
              <a:rPr lang="en-US" dirty="0" err="1"/>
              <a:t>ireo</a:t>
            </a:r>
            <a:r>
              <a:rPr lang="en-US" dirty="0"/>
              <a:t>. </a:t>
            </a:r>
            <a:r>
              <a:rPr lang="en-US" dirty="0" err="1"/>
              <a:t>Ny</a:t>
            </a:r>
            <a:r>
              <a:rPr lang="en-US" dirty="0"/>
              <a:t> </a:t>
            </a:r>
            <a:r>
              <a:rPr lang="en-US" dirty="0" err="1"/>
              <a:t>Isimaelita</a:t>
            </a:r>
            <a:r>
              <a:rPr lang="en-US" dirty="0"/>
              <a:t> </a:t>
            </a:r>
            <a:r>
              <a:rPr lang="en-US" dirty="0" err="1"/>
              <a:t>sy</a:t>
            </a:r>
            <a:r>
              <a:rPr lang="en-US" dirty="0"/>
              <a:t> </a:t>
            </a:r>
            <a:r>
              <a:rPr lang="en-US" dirty="0" err="1"/>
              <a:t>ny</a:t>
            </a:r>
            <a:r>
              <a:rPr lang="en-US" dirty="0"/>
              <a:t> </a:t>
            </a:r>
            <a:r>
              <a:rPr lang="en-US" dirty="0" err="1"/>
              <a:t>Midianita</a:t>
            </a:r>
            <a:r>
              <a:rPr lang="en-US" dirty="0"/>
              <a:t> no </a:t>
            </a:r>
            <a:r>
              <a:rPr lang="en-US" dirty="0" err="1"/>
              <a:t>namonjy</a:t>
            </a:r>
            <a:r>
              <a:rPr lang="en-US" dirty="0"/>
              <a:t> </a:t>
            </a:r>
            <a:r>
              <a:rPr lang="en-US" dirty="0" err="1"/>
              <a:t>ny</a:t>
            </a:r>
            <a:r>
              <a:rPr lang="en-US" dirty="0"/>
              <a:t> </a:t>
            </a:r>
            <a:r>
              <a:rPr lang="en-US" dirty="0" err="1"/>
              <a:t>ain'i</a:t>
            </a:r>
            <a:r>
              <a:rPr lang="en-US" dirty="0"/>
              <a:t> </a:t>
            </a:r>
            <a:r>
              <a:rPr lang="en-US" dirty="0" err="1"/>
              <a:t>Josefa</a:t>
            </a:r>
            <a:r>
              <a:rPr lang="en-US" dirty="0"/>
              <a:t> </a:t>
            </a:r>
            <a:r>
              <a:rPr lang="en-US" dirty="0" err="1"/>
              <a:t>tamin'ny</a:t>
            </a:r>
            <a:r>
              <a:rPr lang="en-US" dirty="0"/>
              <a:t> </a:t>
            </a:r>
            <a:r>
              <a:rPr lang="en-US" dirty="0" err="1"/>
              <a:t>alalan'ny</a:t>
            </a:r>
            <a:r>
              <a:rPr lang="en-US" dirty="0"/>
              <a:t> </a:t>
            </a:r>
            <a:r>
              <a:rPr lang="en-US" dirty="0" err="1"/>
              <a:t>fandraisana</a:t>
            </a:r>
            <a:r>
              <a:rPr lang="en-US" dirty="0"/>
              <a:t> </a:t>
            </a:r>
            <a:r>
              <a:rPr lang="en-US" dirty="0" err="1"/>
              <a:t>anjara</a:t>
            </a:r>
            <a:r>
              <a:rPr lang="en-US" dirty="0"/>
              <a:t> </a:t>
            </a:r>
            <a:r>
              <a:rPr lang="en-US" dirty="0" err="1"/>
              <a:t>tao</a:t>
            </a:r>
            <a:r>
              <a:rPr lang="en-US" dirty="0"/>
              <a:t> </a:t>
            </a:r>
            <a:r>
              <a:rPr lang="en-US" dirty="0" err="1"/>
              <a:t>anatin'ny</a:t>
            </a:r>
            <a:r>
              <a:rPr lang="en-US" dirty="0"/>
              <a:t> </a:t>
            </a:r>
            <a:r>
              <a:rPr lang="en-US" dirty="0" err="1"/>
              <a:t>drafitr'Andriamanitra</a:t>
            </a:r>
            <a:r>
              <a:rPr lang="en-US" dirty="0"/>
              <a:t> </a:t>
            </a:r>
            <a:r>
              <a:rPr lang="en-US" dirty="0" err="1"/>
              <a:t>hitahiry</a:t>
            </a:r>
            <a:r>
              <a:rPr lang="en-US" dirty="0"/>
              <a:t> </a:t>
            </a:r>
            <a:r>
              <a:rPr lang="en-US" dirty="0" err="1"/>
              <a:t>ny</a:t>
            </a:r>
            <a:r>
              <a:rPr lang="en-US" dirty="0"/>
              <a:t> </a:t>
            </a:r>
            <a:r>
              <a:rPr lang="en-US" dirty="0" err="1"/>
              <a:t>fiainan'ireo</a:t>
            </a:r>
            <a:r>
              <a:rPr lang="en-US" dirty="0"/>
              <a:t> </a:t>
            </a:r>
            <a:r>
              <a:rPr lang="en-US" dirty="0" err="1"/>
              <a:t>Isiraelita</a:t>
            </a:r>
            <a:r>
              <a:rPr lang="en-US" dirty="0"/>
              <a:t> </a:t>
            </a:r>
            <a:r>
              <a:rPr lang="en-US" dirty="0" err="1"/>
              <a:t>amin'ny</a:t>
            </a:r>
            <a:r>
              <a:rPr lang="en-US" dirty="0"/>
              <a:t> ho </a:t>
            </a:r>
            <a:r>
              <a:rPr lang="en-US" dirty="0" err="1"/>
              <a:t>avy</a:t>
            </a:r>
            <a:r>
              <a:rPr lang="en-US" dirty="0"/>
              <a:t>. </a:t>
            </a:r>
            <a:r>
              <a:rPr lang="en-US" dirty="0" err="1"/>
              <a:t>Sady</a:t>
            </a:r>
            <a:r>
              <a:rPr lang="en-US" dirty="0"/>
              <a:t> </a:t>
            </a:r>
            <a:r>
              <a:rPr lang="en-US" dirty="0" err="1"/>
              <a:t>raha</a:t>
            </a:r>
            <a:r>
              <a:rPr lang="en-US" dirty="0"/>
              <a:t> </a:t>
            </a:r>
            <a:r>
              <a:rPr lang="en-US" dirty="0" err="1"/>
              <a:t>ringana</a:t>
            </a:r>
            <a:r>
              <a:rPr lang="en-US" dirty="0"/>
              <a:t> </a:t>
            </a:r>
            <a:r>
              <a:rPr lang="en-US" dirty="0" err="1"/>
              <a:t>koa</a:t>
            </a:r>
            <a:r>
              <a:rPr lang="en-US" dirty="0"/>
              <a:t> moa </a:t>
            </a:r>
            <a:r>
              <a:rPr lang="en-US" dirty="0" err="1"/>
              <a:t>io</a:t>
            </a:r>
            <a:r>
              <a:rPr lang="en-US" dirty="0"/>
              <a:t> </a:t>
            </a:r>
            <a:r>
              <a:rPr lang="en-US" dirty="0" err="1"/>
              <a:t>fianakaviana</a:t>
            </a:r>
            <a:r>
              <a:rPr lang="en-US" dirty="0"/>
              <a:t> </a:t>
            </a:r>
            <a:r>
              <a:rPr lang="en-US" dirty="0" err="1"/>
              <a:t>io</a:t>
            </a:r>
            <a:r>
              <a:rPr lang="en-US" dirty="0"/>
              <a:t> </a:t>
            </a:r>
            <a:r>
              <a:rPr lang="en-US" dirty="0" err="1"/>
              <a:t>dia</a:t>
            </a:r>
            <a:r>
              <a:rPr lang="en-US" dirty="0"/>
              <a:t> </a:t>
            </a:r>
            <a:r>
              <a:rPr lang="en-US" dirty="0" err="1"/>
              <a:t>tsy</a:t>
            </a:r>
            <a:r>
              <a:rPr lang="en-US" dirty="0"/>
              <a:t> </a:t>
            </a:r>
            <a:r>
              <a:rPr lang="en-US" dirty="0" err="1"/>
              <a:t>afaka</a:t>
            </a:r>
            <a:r>
              <a:rPr lang="en-US" dirty="0"/>
              <a:t> </a:t>
            </a:r>
            <a:r>
              <a:rPr lang="en-US" dirty="0" err="1"/>
              <a:t>nanatanteraka</a:t>
            </a:r>
            <a:r>
              <a:rPr lang="en-US" dirty="0"/>
              <a:t> </a:t>
            </a:r>
            <a:r>
              <a:rPr lang="en-US" dirty="0" err="1"/>
              <a:t>ny</a:t>
            </a:r>
            <a:r>
              <a:rPr lang="en-US" dirty="0"/>
              <a:t> </a:t>
            </a:r>
            <a:r>
              <a:rPr lang="en-US" dirty="0" err="1"/>
              <a:t>teny</a:t>
            </a:r>
            <a:r>
              <a:rPr lang="en-US" dirty="0"/>
              <a:t> </a:t>
            </a:r>
            <a:r>
              <a:rPr lang="en-US" dirty="0" err="1"/>
              <a:t>fikasany</a:t>
            </a:r>
            <a:r>
              <a:rPr lang="en-US" dirty="0"/>
              <a:t> ho </a:t>
            </a:r>
            <a:r>
              <a:rPr lang="en-US" dirty="0" err="1"/>
              <a:t>an'i</a:t>
            </a:r>
            <a:r>
              <a:rPr lang="en-US" dirty="0"/>
              <a:t> </a:t>
            </a:r>
            <a:r>
              <a:rPr lang="en-US" dirty="0" err="1"/>
              <a:t>Abrahama</a:t>
            </a:r>
            <a:r>
              <a:rPr lang="en-US" dirty="0"/>
              <a:t> </a:t>
            </a:r>
            <a:r>
              <a:rPr lang="en-US" dirty="0" err="1"/>
              <a:t>Andriamanitra</a:t>
            </a:r>
            <a:r>
              <a:rPr lang="en-US" dirty="0"/>
              <a:t>. </a:t>
            </a:r>
            <a:r>
              <a:rPr lang="en-US" dirty="0" err="1"/>
              <a:t>Nampiasain'Andriamanitra</a:t>
            </a:r>
            <a:r>
              <a:rPr lang="en-US" dirty="0"/>
              <a:t> </a:t>
            </a:r>
            <a:r>
              <a:rPr lang="en-US" dirty="0" err="1"/>
              <a:t>hitondra</a:t>
            </a:r>
            <a:r>
              <a:rPr lang="en-US" dirty="0"/>
              <a:t> </a:t>
            </a:r>
            <a:r>
              <a:rPr lang="en-US" dirty="0" err="1"/>
              <a:t>an'i</a:t>
            </a:r>
            <a:r>
              <a:rPr lang="en-US" dirty="0"/>
              <a:t> </a:t>
            </a:r>
            <a:r>
              <a:rPr lang="en-US" dirty="0" err="1"/>
              <a:t>Josefa</a:t>
            </a:r>
            <a:r>
              <a:rPr lang="en-US" dirty="0"/>
              <a:t> </a:t>
            </a:r>
            <a:r>
              <a:rPr lang="en-US" dirty="0" err="1"/>
              <a:t>tany</a:t>
            </a:r>
            <a:r>
              <a:rPr lang="en-US" dirty="0"/>
              <a:t> </a:t>
            </a:r>
            <a:r>
              <a:rPr lang="en-US" dirty="0" err="1"/>
              <a:t>Egypta</a:t>
            </a:r>
            <a:r>
              <a:rPr lang="en-US" dirty="0"/>
              <a:t> </a:t>
            </a:r>
            <a:r>
              <a:rPr lang="en-US" dirty="0" err="1"/>
              <a:t>ny</a:t>
            </a:r>
            <a:r>
              <a:rPr lang="en-US" dirty="0"/>
              <a:t> </a:t>
            </a:r>
            <a:r>
              <a:rPr lang="en-US" dirty="0" err="1"/>
              <a:t>Isimaelita</a:t>
            </a:r>
            <a:r>
              <a:rPr lang="en-US" dirty="0"/>
              <a:t>, </a:t>
            </a:r>
            <a:r>
              <a:rPr lang="en-US" dirty="0" err="1"/>
              <a:t>amin'izay</a:t>
            </a:r>
            <a:r>
              <a:rPr lang="en-US" dirty="0"/>
              <a:t> </a:t>
            </a:r>
            <a:r>
              <a:rPr lang="en-US" dirty="0" err="1"/>
              <a:t>voatahiry</a:t>
            </a:r>
            <a:r>
              <a:rPr lang="en-US" dirty="0"/>
              <a:t> </a:t>
            </a:r>
            <a:r>
              <a:rPr lang="en-US" dirty="0" err="1"/>
              <a:t>ny</a:t>
            </a:r>
            <a:r>
              <a:rPr lang="en-US" dirty="0"/>
              <a:t> </a:t>
            </a:r>
            <a:r>
              <a:rPr lang="en-US" dirty="0" err="1"/>
              <a:t>taranak'Isaka</a:t>
            </a:r>
            <a:r>
              <a:rPr lang="en-US" dirty="0"/>
              <a:t>. </a:t>
            </a:r>
            <a:r>
              <a:rPr lang="en-US" dirty="0" err="1"/>
              <a:t>Tsy</a:t>
            </a:r>
            <a:r>
              <a:rPr lang="en-US" dirty="0"/>
              <a:t> hoe </a:t>
            </a:r>
            <a:r>
              <a:rPr lang="en-US" dirty="0" err="1"/>
              <a:t>voatahiry</a:t>
            </a:r>
            <a:r>
              <a:rPr lang="en-US" dirty="0"/>
              <a:t> </a:t>
            </a:r>
            <a:r>
              <a:rPr lang="en-US" dirty="0" err="1"/>
              <a:t>ihany</a:t>
            </a:r>
            <a:r>
              <a:rPr lang="en-US" dirty="0"/>
              <a:t> </a:t>
            </a:r>
            <a:r>
              <a:rPr lang="en-US" dirty="0" err="1"/>
              <a:t>i</a:t>
            </a:r>
            <a:r>
              <a:rPr lang="en-US" dirty="0"/>
              <a:t> </a:t>
            </a:r>
            <a:r>
              <a:rPr lang="en-US" dirty="0" err="1"/>
              <a:t>Josefa</a:t>
            </a:r>
            <a:r>
              <a:rPr lang="en-US" dirty="0"/>
              <a:t> fa </a:t>
            </a:r>
            <a:r>
              <a:rPr lang="en-US" dirty="0" err="1"/>
              <a:t>lasa</a:t>
            </a:r>
            <a:r>
              <a:rPr lang="en-US" dirty="0"/>
              <a:t> </a:t>
            </a:r>
            <a:r>
              <a:rPr lang="en-US" dirty="0" err="1"/>
              <a:t>nanana</a:t>
            </a:r>
            <a:r>
              <a:rPr lang="en-US" dirty="0"/>
              <a:t> </a:t>
            </a:r>
            <a:r>
              <a:rPr lang="en-US" dirty="0" err="1"/>
              <a:t>ny</a:t>
            </a:r>
            <a:r>
              <a:rPr lang="en-US" dirty="0"/>
              <a:t> </a:t>
            </a:r>
            <a:r>
              <a:rPr lang="en-US" dirty="0" err="1"/>
              <a:t>naha-izy</a:t>
            </a:r>
            <a:r>
              <a:rPr lang="en-US" dirty="0"/>
              <a:t> </a:t>
            </a:r>
            <a:r>
              <a:rPr lang="en-US" dirty="0" err="1"/>
              <a:t>azy</a:t>
            </a:r>
            <a:r>
              <a:rPr lang="en-US" dirty="0"/>
              <a:t> </a:t>
            </a:r>
            <a:r>
              <a:rPr lang="en-US" dirty="0" err="1"/>
              <a:t>tany</a:t>
            </a:r>
            <a:r>
              <a:rPr lang="en-US" dirty="0"/>
              <a:t> </a:t>
            </a:r>
            <a:r>
              <a:rPr lang="en-US" dirty="0" err="1"/>
              <a:t>Egypta</a:t>
            </a:r>
            <a:r>
              <a:rPr lang="en-US" dirty="0"/>
              <a:t> </a:t>
            </a:r>
            <a:r>
              <a:rPr lang="en-US" dirty="0" err="1"/>
              <a:t>ihany</a:t>
            </a:r>
            <a:r>
              <a:rPr lang="en-US" dirty="0"/>
              <a:t> </a:t>
            </a:r>
            <a:r>
              <a:rPr lang="en-US" dirty="0" err="1"/>
              <a:t>koa</a:t>
            </a:r>
            <a:r>
              <a:rPr lang="en-US" dirty="0"/>
              <a:t>, </a:t>
            </a:r>
            <a:r>
              <a:rPr lang="en-US" dirty="0" err="1"/>
              <a:t>ary</a:t>
            </a:r>
            <a:r>
              <a:rPr lang="en-US" dirty="0"/>
              <a:t> </a:t>
            </a:r>
            <a:r>
              <a:rPr lang="en-US" dirty="0" err="1"/>
              <a:t>afaka</a:t>
            </a:r>
            <a:r>
              <a:rPr lang="en-US" dirty="0"/>
              <a:t> </a:t>
            </a:r>
            <a:r>
              <a:rPr lang="en-US" dirty="0" err="1"/>
              <a:t>niaro</a:t>
            </a:r>
            <a:r>
              <a:rPr lang="en-US" dirty="0"/>
              <a:t> </a:t>
            </a:r>
            <a:r>
              <a:rPr lang="en-US" dirty="0" err="1"/>
              <a:t>ny</a:t>
            </a:r>
            <a:r>
              <a:rPr lang="en-US" dirty="0"/>
              <a:t> ho </a:t>
            </a:r>
            <a:r>
              <a:rPr lang="en-US" dirty="0" err="1"/>
              <a:t>avin'ny</a:t>
            </a:r>
            <a:r>
              <a:rPr lang="en-US" dirty="0"/>
              <a:t> </a:t>
            </a:r>
            <a:r>
              <a:rPr lang="en-US" dirty="0" err="1"/>
              <a:t>zanak'Isiraely</a:t>
            </a:r>
            <a:endParaRPr lang="fr-FR" dirty="0"/>
          </a:p>
        </p:txBody>
      </p:sp>
    </p:spTree>
    <p:extLst>
      <p:ext uri="{BB962C8B-B14F-4D97-AF65-F5344CB8AC3E}">
        <p14:creationId xmlns:p14="http://schemas.microsoft.com/office/powerpoint/2010/main" val="2982921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0836" y="96005"/>
            <a:ext cx="12081164" cy="1478570"/>
          </a:xfrm>
        </p:spPr>
        <p:txBody>
          <a:bodyPr/>
          <a:lstStyle/>
          <a:p>
            <a:pPr algn="ctr"/>
            <a:r>
              <a:rPr lang="fr-FR" dirty="0">
                <a:latin typeface="Arial Black" panose="020B0A04020102020204" pitchFamily="34" charset="0"/>
              </a:rPr>
              <a:t>Nanavotra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i </a:t>
            </a:r>
            <a:r>
              <a:rPr lang="fr-FR" dirty="0" err="1">
                <a:latin typeface="Arial Black" panose="020B0A04020102020204" pitchFamily="34" charset="0"/>
              </a:rPr>
              <a:t>Mosesy</a:t>
            </a:r>
            <a:endParaRPr lang="fr-FR" dirty="0">
              <a:latin typeface="Arial Black" panose="020B0A04020102020204" pitchFamily="34" charset="0"/>
            </a:endParaRPr>
          </a:p>
        </p:txBody>
      </p:sp>
      <p:sp>
        <p:nvSpPr>
          <p:cNvPr id="3" name="Espace réservé du contenu 2"/>
          <p:cNvSpPr>
            <a:spLocks noGrp="1"/>
          </p:cNvSpPr>
          <p:nvPr>
            <p:ph idx="1"/>
          </p:nvPr>
        </p:nvSpPr>
        <p:spPr>
          <a:xfrm>
            <a:off x="352698" y="1357745"/>
            <a:ext cx="11839302" cy="5361709"/>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dirty="0" err="1"/>
              <a:t>Tohizantsika</a:t>
            </a:r>
            <a:r>
              <a:rPr lang="fr-FR" dirty="0"/>
              <a:t> </a:t>
            </a:r>
            <a:r>
              <a:rPr lang="fr-FR" dirty="0" err="1"/>
              <a:t>ny</a:t>
            </a:r>
            <a:r>
              <a:rPr lang="fr-FR" dirty="0"/>
              <a:t> </a:t>
            </a:r>
            <a:r>
              <a:rPr lang="fr-FR" dirty="0" err="1"/>
              <a:t>tantarantsika</a:t>
            </a:r>
            <a:r>
              <a:rPr lang="fr-FR" dirty="0"/>
              <a:t>, </a:t>
            </a:r>
            <a:r>
              <a:rPr lang="fr-FR" dirty="0" err="1"/>
              <a:t>mbola</a:t>
            </a:r>
            <a:r>
              <a:rPr lang="fr-FR" dirty="0"/>
              <a:t> </a:t>
            </a:r>
            <a:r>
              <a:rPr lang="fr-FR" dirty="0" err="1"/>
              <a:t>tany</a:t>
            </a:r>
            <a:r>
              <a:rPr lang="fr-FR" dirty="0"/>
              <a:t> </a:t>
            </a:r>
            <a:r>
              <a:rPr lang="fr-FR" dirty="0" err="1"/>
              <a:t>Egypta</a:t>
            </a:r>
            <a:r>
              <a:rPr lang="fr-FR" dirty="0"/>
              <a:t> </a:t>
            </a:r>
            <a:r>
              <a:rPr lang="fr-FR" dirty="0" err="1"/>
              <a:t>ihany</a:t>
            </a:r>
            <a:r>
              <a:rPr lang="fr-FR" dirty="0"/>
              <a:t>, 400 </a:t>
            </a:r>
            <a:r>
              <a:rPr lang="fr-FR" dirty="0" err="1"/>
              <a:t>taona</a:t>
            </a:r>
            <a:r>
              <a:rPr lang="fr-FR" dirty="0"/>
              <a:t> </a:t>
            </a:r>
            <a:r>
              <a:rPr lang="fr-FR" dirty="0" err="1"/>
              <a:t>taty</a:t>
            </a:r>
            <a:r>
              <a:rPr lang="fr-FR" dirty="0"/>
              <a:t> </a:t>
            </a:r>
            <a:r>
              <a:rPr lang="fr-FR" dirty="0" err="1"/>
              <a:t>aoriana</a:t>
            </a:r>
            <a:r>
              <a:rPr lang="fr-FR" dirty="0"/>
              <a:t>. </a:t>
            </a:r>
            <a:r>
              <a:rPr lang="fr-FR" dirty="0" err="1"/>
              <a:t>Nitotongana</a:t>
            </a:r>
            <a:r>
              <a:rPr lang="fr-FR" dirty="0"/>
              <a:t> </a:t>
            </a:r>
            <a:r>
              <a:rPr lang="fr-FR" dirty="0" err="1"/>
              <a:t>ny</a:t>
            </a:r>
            <a:r>
              <a:rPr lang="fr-FR" dirty="0"/>
              <a:t> </a:t>
            </a:r>
            <a:r>
              <a:rPr lang="fr-FR" dirty="0" err="1"/>
              <a:t>haren'ny</a:t>
            </a:r>
            <a:r>
              <a:rPr lang="fr-FR" dirty="0"/>
              <a:t> </a:t>
            </a:r>
            <a:r>
              <a:rPr lang="fr-FR" dirty="0" err="1"/>
              <a:t>Zanak'Isiraely</a:t>
            </a:r>
            <a:r>
              <a:rPr lang="fr-FR" dirty="0"/>
              <a:t> </a:t>
            </a:r>
            <a:r>
              <a:rPr lang="fr-FR" dirty="0" err="1"/>
              <a:t>ary</a:t>
            </a:r>
            <a:r>
              <a:rPr lang="fr-FR" dirty="0"/>
              <a:t> </a:t>
            </a:r>
            <a:r>
              <a:rPr lang="fr-FR" dirty="0" err="1"/>
              <a:t>voageja</a:t>
            </a:r>
            <a:r>
              <a:rPr lang="fr-FR" dirty="0"/>
              <a:t> </a:t>
            </a:r>
            <a:r>
              <a:rPr lang="fr-FR" dirty="0" err="1"/>
              <a:t>izy</a:t>
            </a:r>
            <a:r>
              <a:rPr lang="fr-FR" dirty="0"/>
              <a:t> </a:t>
            </a:r>
            <a:r>
              <a:rPr lang="fr-FR" dirty="0" err="1"/>
              <a:t>ireo</a:t>
            </a:r>
            <a:r>
              <a:rPr lang="fr-FR" dirty="0"/>
              <a:t> </a:t>
            </a:r>
            <a:r>
              <a:rPr lang="fr-FR" dirty="0" err="1"/>
              <a:t>ankehitriny</a:t>
            </a:r>
            <a:r>
              <a:rPr lang="fr-FR" dirty="0"/>
              <a:t>. </a:t>
            </a:r>
            <a:r>
              <a:rPr lang="fr-FR" dirty="0" err="1"/>
              <a:t>Nobeazina</a:t>
            </a:r>
            <a:r>
              <a:rPr lang="fr-FR" dirty="0"/>
              <a:t> tao </a:t>
            </a:r>
            <a:r>
              <a:rPr lang="fr-FR" dirty="0" err="1"/>
              <a:t>amin'ny</a:t>
            </a:r>
            <a:r>
              <a:rPr lang="fr-FR" dirty="0"/>
              <a:t> </a:t>
            </a:r>
            <a:r>
              <a:rPr lang="fr-FR" dirty="0" err="1"/>
              <a:t>lapan'ny</a:t>
            </a:r>
            <a:r>
              <a:rPr lang="fr-FR" dirty="0"/>
              <a:t> </a:t>
            </a:r>
            <a:r>
              <a:rPr lang="fr-FR" dirty="0" err="1"/>
              <a:t>mpanjaka</a:t>
            </a:r>
            <a:r>
              <a:rPr lang="fr-FR" dirty="0"/>
              <a:t> </a:t>
            </a:r>
            <a:r>
              <a:rPr lang="fr-FR" dirty="0" err="1"/>
              <a:t>ny</a:t>
            </a:r>
            <a:r>
              <a:rPr lang="fr-FR" dirty="0"/>
              <a:t> </a:t>
            </a:r>
            <a:r>
              <a:rPr lang="fr-FR" dirty="0" err="1"/>
              <a:t>iray</a:t>
            </a:r>
            <a:r>
              <a:rPr lang="fr-FR" dirty="0"/>
              <a:t> </a:t>
            </a:r>
            <a:r>
              <a:rPr lang="fr-FR" dirty="0" err="1"/>
              <a:t>tamin'ireo</a:t>
            </a:r>
            <a:r>
              <a:rPr lang="fr-FR" dirty="0"/>
              <a:t> </a:t>
            </a:r>
            <a:r>
              <a:rPr lang="fr-FR" dirty="0" err="1"/>
              <a:t>Isiraelita</a:t>
            </a:r>
            <a:r>
              <a:rPr lang="fr-FR" dirty="0"/>
              <a:t>, dia i </a:t>
            </a:r>
            <a:r>
              <a:rPr lang="fr-FR" dirty="0" err="1"/>
              <a:t>Mosesy</a:t>
            </a:r>
            <a:r>
              <a:rPr lang="fr-FR" dirty="0"/>
              <a:t> </a:t>
            </a:r>
            <a:r>
              <a:rPr lang="fr-FR" dirty="0" err="1"/>
              <a:t>izany</a:t>
            </a:r>
            <a:r>
              <a:rPr lang="fr-FR" dirty="0"/>
              <a:t>. </a:t>
            </a:r>
            <a:r>
              <a:rPr lang="fr-FR" dirty="0" err="1"/>
              <a:t>Noho</a:t>
            </a:r>
            <a:r>
              <a:rPr lang="fr-FR" dirty="0"/>
              <a:t> </a:t>
            </a:r>
            <a:r>
              <a:rPr lang="fr-FR" dirty="0" err="1"/>
              <a:t>ny</a:t>
            </a:r>
            <a:r>
              <a:rPr lang="fr-FR" dirty="0"/>
              <a:t> </a:t>
            </a:r>
            <a:r>
              <a:rPr lang="fr-FR" dirty="0" err="1"/>
              <a:t>fikasana</a:t>
            </a:r>
            <a:r>
              <a:rPr lang="fr-FR" dirty="0"/>
              <a:t> </a:t>
            </a:r>
            <a:r>
              <a:rPr lang="fr-FR" dirty="0" err="1"/>
              <a:t>sy</a:t>
            </a:r>
            <a:r>
              <a:rPr lang="fr-FR" dirty="0"/>
              <a:t> </a:t>
            </a:r>
            <a:r>
              <a:rPr lang="fr-FR" dirty="0" err="1"/>
              <a:t>ny</a:t>
            </a:r>
            <a:r>
              <a:rPr lang="fr-FR" dirty="0"/>
              <a:t> </a:t>
            </a:r>
            <a:r>
              <a:rPr lang="fr-FR" dirty="0" err="1"/>
              <a:t>antony</a:t>
            </a:r>
            <a:r>
              <a:rPr lang="fr-FR" dirty="0"/>
              <a:t> </a:t>
            </a:r>
            <a:r>
              <a:rPr lang="fr-FR" dirty="0" err="1"/>
              <a:t>isan-karazany</a:t>
            </a:r>
            <a:r>
              <a:rPr lang="fr-FR" dirty="0"/>
              <a:t> dia </a:t>
            </a:r>
            <a:r>
              <a:rPr lang="fr-FR" dirty="0" err="1"/>
              <a:t>tonga</a:t>
            </a:r>
            <a:r>
              <a:rPr lang="fr-FR" dirty="0"/>
              <a:t> </a:t>
            </a:r>
            <a:r>
              <a:rPr lang="fr-FR" dirty="0" err="1"/>
              <a:t>Egyptiana</a:t>
            </a:r>
            <a:r>
              <a:rPr lang="fr-FR" dirty="0"/>
              <a:t> i </a:t>
            </a:r>
            <a:r>
              <a:rPr lang="fr-FR" dirty="0" err="1"/>
              <a:t>Mosesy</a:t>
            </a:r>
            <a:r>
              <a:rPr lang="fr-FR" dirty="0"/>
              <a:t>, </a:t>
            </a:r>
            <a:r>
              <a:rPr lang="fr-FR" dirty="0" err="1"/>
              <a:t>kanefa</a:t>
            </a:r>
            <a:r>
              <a:rPr lang="fr-FR" dirty="0"/>
              <a:t> </a:t>
            </a:r>
            <a:r>
              <a:rPr lang="fr-FR" dirty="0" err="1"/>
              <a:t>tsy</a:t>
            </a:r>
            <a:r>
              <a:rPr lang="fr-FR" dirty="0"/>
              <a:t> </a:t>
            </a:r>
            <a:r>
              <a:rPr lang="fr-FR" dirty="0" err="1"/>
              <a:t>nanadino</a:t>
            </a:r>
            <a:r>
              <a:rPr lang="fr-FR" dirty="0"/>
              <a:t> </a:t>
            </a:r>
            <a:r>
              <a:rPr lang="fr-FR" dirty="0" err="1"/>
              <a:t>ny</a:t>
            </a:r>
            <a:r>
              <a:rPr lang="fr-FR" dirty="0"/>
              <a:t> </a:t>
            </a:r>
            <a:r>
              <a:rPr lang="fr-FR" dirty="0" err="1"/>
              <a:t>taranaka</a:t>
            </a:r>
            <a:r>
              <a:rPr lang="fr-FR" dirty="0"/>
              <a:t> </a:t>
            </a:r>
            <a:r>
              <a:rPr lang="fr-FR" dirty="0" err="1"/>
              <a:t>nihaviany</a:t>
            </a:r>
            <a:r>
              <a:rPr lang="fr-FR" dirty="0"/>
              <a:t> </a:t>
            </a:r>
            <a:r>
              <a:rPr lang="fr-FR" dirty="0" err="1"/>
              <a:t>izy</a:t>
            </a:r>
            <a:r>
              <a:rPr lang="fr-FR" dirty="0"/>
              <a:t> </a:t>
            </a:r>
            <a:r>
              <a:rPr lang="fr-FR" dirty="0" err="1"/>
              <a:t>ary</a:t>
            </a:r>
            <a:r>
              <a:rPr lang="fr-FR" dirty="0"/>
              <a:t> </a:t>
            </a:r>
            <a:r>
              <a:rPr lang="fr-FR" dirty="0" err="1"/>
              <a:t>nahatsapa</a:t>
            </a:r>
            <a:r>
              <a:rPr lang="fr-FR" dirty="0"/>
              <a:t> </a:t>
            </a:r>
            <a:r>
              <a:rPr lang="fr-FR" dirty="0" err="1"/>
              <a:t>fifandraisana</a:t>
            </a:r>
            <a:r>
              <a:rPr lang="fr-FR" dirty="0"/>
              <a:t> </a:t>
            </a:r>
            <a:r>
              <a:rPr lang="fr-FR" dirty="0" err="1"/>
              <a:t>ety</a:t>
            </a:r>
            <a:r>
              <a:rPr lang="fr-FR" dirty="0"/>
              <a:t> </a:t>
            </a:r>
            <a:r>
              <a:rPr lang="fr-FR" dirty="0" err="1"/>
              <a:t>tamin'ireo</a:t>
            </a:r>
            <a:r>
              <a:rPr lang="fr-FR" dirty="0"/>
              <a:t> </a:t>
            </a:r>
            <a:r>
              <a:rPr lang="fr-FR" dirty="0" err="1"/>
              <a:t>Isiraelita</a:t>
            </a:r>
            <a:r>
              <a:rPr lang="fr-FR" dirty="0"/>
              <a:t> </a:t>
            </a:r>
            <a:r>
              <a:rPr lang="fr-FR" dirty="0" err="1"/>
              <a:t>andevo</a:t>
            </a:r>
            <a:r>
              <a:rPr lang="fr-FR" dirty="0"/>
              <a:t>.</a:t>
            </a:r>
          </a:p>
          <a:p>
            <a:r>
              <a:rPr lang="fr-FR" dirty="0"/>
              <a:t>Rehefa </a:t>
            </a:r>
            <a:r>
              <a:rPr lang="fr-FR" dirty="0" err="1"/>
              <a:t>nahita</a:t>
            </a:r>
            <a:r>
              <a:rPr lang="fr-FR" dirty="0"/>
              <a:t> </a:t>
            </a:r>
            <a:r>
              <a:rPr lang="fr-FR" dirty="0" err="1"/>
              <a:t>mpifehy</a:t>
            </a:r>
            <a:r>
              <a:rPr lang="fr-FR" dirty="0"/>
              <a:t> </a:t>
            </a:r>
            <a:r>
              <a:rPr lang="fr-FR" dirty="0" err="1"/>
              <a:t>iray</a:t>
            </a:r>
            <a:r>
              <a:rPr lang="fr-FR" dirty="0"/>
              <a:t> </a:t>
            </a:r>
            <a:r>
              <a:rPr lang="fr-FR" dirty="0" err="1"/>
              <a:t>nanovokovoka</a:t>
            </a:r>
            <a:r>
              <a:rPr lang="fr-FR" dirty="0"/>
              <a:t> </a:t>
            </a:r>
            <a:r>
              <a:rPr lang="fr-FR" dirty="0" err="1"/>
              <a:t>nively</a:t>
            </a:r>
            <a:r>
              <a:rPr lang="fr-FR" dirty="0"/>
              <a:t> </a:t>
            </a:r>
            <a:r>
              <a:rPr lang="fr-FR" dirty="0" err="1"/>
              <a:t>andevo</a:t>
            </a:r>
            <a:r>
              <a:rPr lang="fr-FR" dirty="0"/>
              <a:t> </a:t>
            </a:r>
            <a:r>
              <a:rPr lang="fr-FR" dirty="0" err="1"/>
              <a:t>iray</a:t>
            </a:r>
            <a:r>
              <a:rPr lang="fr-FR" dirty="0"/>
              <a:t> i </a:t>
            </a:r>
            <a:r>
              <a:rPr lang="fr-FR" dirty="0" err="1"/>
              <a:t>Mosesy</a:t>
            </a:r>
            <a:r>
              <a:rPr lang="fr-FR" dirty="0"/>
              <a:t> dia </a:t>
            </a:r>
            <a:r>
              <a:rPr lang="fr-FR" dirty="0" err="1"/>
              <a:t>niditra</a:t>
            </a:r>
            <a:r>
              <a:rPr lang="fr-FR" dirty="0"/>
              <a:t> an-</a:t>
            </a:r>
            <a:r>
              <a:rPr lang="fr-FR" dirty="0" err="1"/>
              <a:t>tsehatra</a:t>
            </a:r>
            <a:r>
              <a:rPr lang="fr-FR" dirty="0"/>
              <a:t> </a:t>
            </a:r>
            <a:r>
              <a:rPr lang="fr-FR" dirty="0" err="1"/>
              <a:t>ary</a:t>
            </a:r>
            <a:r>
              <a:rPr lang="fr-FR" dirty="0"/>
              <a:t> </a:t>
            </a:r>
            <a:r>
              <a:rPr lang="fr-FR" dirty="0" err="1"/>
              <a:t>matiny</a:t>
            </a:r>
            <a:r>
              <a:rPr lang="fr-FR" dirty="0"/>
              <a:t> </a:t>
            </a:r>
            <a:r>
              <a:rPr lang="fr-FR" dirty="0" err="1"/>
              <a:t>mihitsy</a:t>
            </a:r>
            <a:r>
              <a:rPr lang="fr-FR" dirty="0"/>
              <a:t> </a:t>
            </a:r>
            <a:r>
              <a:rPr lang="fr-FR" dirty="0" err="1"/>
              <a:t>ilay</a:t>
            </a:r>
            <a:r>
              <a:rPr lang="fr-FR" dirty="0"/>
              <a:t> </a:t>
            </a:r>
            <a:r>
              <a:rPr lang="fr-FR" dirty="0" err="1"/>
              <a:t>mpifehy</a:t>
            </a:r>
            <a:r>
              <a:rPr lang="fr-FR" dirty="0"/>
              <a:t> </a:t>
            </a:r>
            <a:r>
              <a:rPr lang="fr-FR" dirty="0" err="1"/>
              <a:t>nony</a:t>
            </a:r>
            <a:r>
              <a:rPr lang="fr-FR" dirty="0"/>
              <a:t> </a:t>
            </a:r>
            <a:r>
              <a:rPr lang="fr-FR" dirty="0" err="1"/>
              <a:t>farany</a:t>
            </a:r>
            <a:r>
              <a:rPr lang="fr-FR" dirty="0"/>
              <a:t>. Tsy </a:t>
            </a:r>
            <a:r>
              <a:rPr lang="fr-FR" dirty="0" err="1"/>
              <a:t>fantany</a:t>
            </a:r>
            <a:r>
              <a:rPr lang="fr-FR" dirty="0"/>
              <a:t> </a:t>
            </a:r>
            <a:r>
              <a:rPr lang="fr-FR" dirty="0" err="1"/>
              <a:t>hoe</a:t>
            </a:r>
            <a:r>
              <a:rPr lang="fr-FR" dirty="0"/>
              <a:t> </a:t>
            </a:r>
            <a:r>
              <a:rPr lang="fr-FR" dirty="0" err="1"/>
              <a:t>nisy</a:t>
            </a:r>
            <a:r>
              <a:rPr lang="fr-FR" dirty="0"/>
              <a:t> </a:t>
            </a:r>
            <a:r>
              <a:rPr lang="fr-FR" dirty="0" err="1"/>
              <a:t>nahita</a:t>
            </a:r>
            <a:r>
              <a:rPr lang="fr-FR" dirty="0"/>
              <a:t> </a:t>
            </a:r>
            <a:r>
              <a:rPr lang="fr-FR" dirty="0" err="1"/>
              <a:t>ny</a:t>
            </a:r>
            <a:r>
              <a:rPr lang="fr-FR" dirty="0"/>
              <a:t> </a:t>
            </a:r>
            <a:r>
              <a:rPr lang="fr-FR" dirty="0" err="1"/>
              <a:t>zavatra</a:t>
            </a:r>
            <a:r>
              <a:rPr lang="fr-FR" dirty="0"/>
              <a:t> </a:t>
            </a:r>
            <a:r>
              <a:rPr lang="fr-FR" dirty="0" err="1"/>
              <a:t>nataony</a:t>
            </a:r>
            <a:r>
              <a:rPr lang="fr-FR" dirty="0"/>
              <a:t>, ka dia </a:t>
            </a:r>
            <a:r>
              <a:rPr lang="fr-FR" dirty="0" err="1"/>
              <a:t>niezaka</a:t>
            </a:r>
            <a:r>
              <a:rPr lang="fr-FR" dirty="0"/>
              <a:t> </a:t>
            </a:r>
            <a:r>
              <a:rPr lang="fr-FR" dirty="0" err="1"/>
              <a:t>nanafina</a:t>
            </a:r>
            <a:r>
              <a:rPr lang="fr-FR" dirty="0"/>
              <a:t> </a:t>
            </a:r>
            <a:r>
              <a:rPr lang="fr-FR" dirty="0" err="1"/>
              <a:t>ny</a:t>
            </a:r>
            <a:r>
              <a:rPr lang="fr-FR" dirty="0"/>
              <a:t> </a:t>
            </a:r>
            <a:r>
              <a:rPr lang="fr-FR" dirty="0" err="1"/>
              <a:t>heloka</a:t>
            </a:r>
            <a:r>
              <a:rPr lang="fr-FR" dirty="0"/>
              <a:t> </a:t>
            </a:r>
            <a:r>
              <a:rPr lang="fr-FR" dirty="0" err="1"/>
              <a:t>vitany</a:t>
            </a:r>
            <a:r>
              <a:rPr lang="fr-FR" dirty="0"/>
              <a:t> </a:t>
            </a:r>
            <a:r>
              <a:rPr lang="fr-FR" dirty="0" err="1"/>
              <a:t>izy</a:t>
            </a:r>
            <a:r>
              <a:rPr lang="fr-FR" dirty="0"/>
              <a:t>, </a:t>
            </a:r>
            <a:r>
              <a:rPr lang="fr-FR" dirty="0" err="1"/>
              <a:t>tamin'ny</a:t>
            </a:r>
            <a:r>
              <a:rPr lang="fr-FR" dirty="0"/>
              <a:t> </a:t>
            </a:r>
            <a:r>
              <a:rPr lang="fr-FR" dirty="0" err="1"/>
              <a:t>alalan'ny</a:t>
            </a:r>
            <a:r>
              <a:rPr lang="fr-FR" dirty="0"/>
              <a:t> </a:t>
            </a:r>
            <a:r>
              <a:rPr lang="fr-FR" dirty="0" err="1"/>
              <a:t>fanitrihana</a:t>
            </a:r>
            <a:r>
              <a:rPr lang="fr-FR" dirty="0"/>
              <a:t> </a:t>
            </a:r>
            <a:r>
              <a:rPr lang="fr-FR" dirty="0" err="1"/>
              <a:t>ilay</a:t>
            </a:r>
            <a:r>
              <a:rPr lang="fr-FR" dirty="0"/>
              <a:t> </a:t>
            </a:r>
            <a:r>
              <a:rPr lang="fr-FR" dirty="0" err="1"/>
              <a:t>faty</a:t>
            </a:r>
            <a:r>
              <a:rPr lang="fr-FR" dirty="0"/>
              <a:t> tao </a:t>
            </a:r>
            <a:r>
              <a:rPr lang="fr-FR" dirty="0" err="1"/>
              <a:t>amin'ny</a:t>
            </a:r>
            <a:r>
              <a:rPr lang="fr-FR" dirty="0"/>
              <a:t> </a:t>
            </a:r>
            <a:r>
              <a:rPr lang="fr-FR" dirty="0" err="1"/>
              <a:t>fasika</a:t>
            </a:r>
            <a:r>
              <a:rPr lang="fr-FR" dirty="0"/>
              <a:t>. </a:t>
            </a:r>
            <a:r>
              <a:rPr lang="fr-FR" dirty="0" err="1"/>
              <a:t>Kanefa</a:t>
            </a:r>
            <a:r>
              <a:rPr lang="fr-FR" dirty="0"/>
              <a:t> </a:t>
            </a:r>
            <a:r>
              <a:rPr lang="fr-FR" dirty="0" err="1"/>
              <a:t>araka</a:t>
            </a:r>
            <a:r>
              <a:rPr lang="fr-FR" dirty="0"/>
              <a:t> </a:t>
            </a:r>
            <a:r>
              <a:rPr lang="fr-FR" dirty="0" err="1"/>
              <a:t>ny</a:t>
            </a:r>
            <a:r>
              <a:rPr lang="fr-FR" dirty="0"/>
              <a:t> </a:t>
            </a:r>
            <a:r>
              <a:rPr lang="fr-FR" dirty="0" err="1"/>
              <a:t>fahita</a:t>
            </a:r>
            <a:r>
              <a:rPr lang="fr-FR" dirty="0"/>
              <a:t> </a:t>
            </a:r>
            <a:r>
              <a:rPr lang="fr-FR" dirty="0" err="1"/>
              <a:t>matetika</a:t>
            </a:r>
            <a:r>
              <a:rPr lang="fr-FR" dirty="0"/>
              <a:t>, </a:t>
            </a:r>
            <a:r>
              <a:rPr lang="fr-FR" dirty="0" err="1"/>
              <a:t>rehefa</a:t>
            </a:r>
            <a:r>
              <a:rPr lang="fr-FR" dirty="0"/>
              <a:t> </a:t>
            </a:r>
            <a:r>
              <a:rPr lang="fr-FR" dirty="0" err="1"/>
              <a:t>nisy</a:t>
            </a:r>
            <a:r>
              <a:rPr lang="fr-FR" dirty="0"/>
              <a:t> </a:t>
            </a:r>
            <a:r>
              <a:rPr lang="fr-FR" dirty="0" err="1"/>
              <a:t>nahita</a:t>
            </a:r>
            <a:r>
              <a:rPr lang="fr-FR" dirty="0"/>
              <a:t> </a:t>
            </a:r>
            <a:r>
              <a:rPr lang="fr-FR" dirty="0" err="1"/>
              <a:t>izy</a:t>
            </a:r>
            <a:r>
              <a:rPr lang="fr-FR" dirty="0"/>
              <a:t> dia </a:t>
            </a:r>
            <a:r>
              <a:rPr lang="fr-FR" dirty="0" err="1"/>
              <a:t>izao</a:t>
            </a:r>
            <a:r>
              <a:rPr lang="fr-FR" dirty="0"/>
              <a:t> no </a:t>
            </a:r>
            <a:r>
              <a:rPr lang="fr-FR" dirty="0" err="1"/>
              <a:t>nitranga</a:t>
            </a:r>
            <a:r>
              <a:rPr lang="fr-FR" dirty="0"/>
              <a:t> </a:t>
            </a:r>
            <a:r>
              <a:rPr lang="fr-FR" dirty="0" err="1"/>
              <a:t>manaraka</a:t>
            </a:r>
            <a:r>
              <a:rPr lang="fr-FR" dirty="0"/>
              <a:t>: </a:t>
            </a:r>
            <a:r>
              <a:rPr lang="fr-FR" dirty="0" err="1"/>
              <a:t>raha</a:t>
            </a:r>
            <a:r>
              <a:rPr lang="fr-FR" dirty="0"/>
              <a:t> </a:t>
            </a:r>
            <a:r>
              <a:rPr lang="fr-FR" dirty="0" err="1"/>
              <a:t>iny</a:t>
            </a:r>
            <a:r>
              <a:rPr lang="fr-FR" dirty="0"/>
              <a:t> </a:t>
            </a:r>
            <a:r>
              <a:rPr lang="fr-FR" dirty="0" err="1"/>
              <a:t>izy</a:t>
            </a:r>
            <a:r>
              <a:rPr lang="fr-FR" dirty="0"/>
              <a:t> </a:t>
            </a:r>
            <a:r>
              <a:rPr lang="fr-FR" dirty="0" err="1"/>
              <a:t>niezaka</a:t>
            </a:r>
            <a:r>
              <a:rPr lang="fr-FR" dirty="0"/>
              <a:t> </a:t>
            </a:r>
            <a:r>
              <a:rPr lang="fr-FR" dirty="0" err="1"/>
              <a:t>nandamina</a:t>
            </a:r>
            <a:r>
              <a:rPr lang="fr-FR" dirty="0"/>
              <a:t> </a:t>
            </a:r>
            <a:r>
              <a:rPr lang="fr-FR" dirty="0" err="1"/>
              <a:t>fifandirana</a:t>
            </a:r>
            <a:r>
              <a:rPr lang="fr-FR" dirty="0"/>
              <a:t> </a:t>
            </a:r>
            <a:r>
              <a:rPr lang="fr-FR" dirty="0" err="1"/>
              <a:t>teo</a:t>
            </a:r>
            <a:r>
              <a:rPr lang="fr-FR" dirty="0"/>
              <a:t> </a:t>
            </a:r>
            <a:r>
              <a:rPr lang="fr-FR" dirty="0" err="1"/>
              <a:t>amin'ny</a:t>
            </a:r>
            <a:r>
              <a:rPr lang="fr-FR" dirty="0"/>
              <a:t> </a:t>
            </a:r>
            <a:r>
              <a:rPr lang="fr-FR" dirty="0" err="1"/>
              <a:t>Isiraelita</a:t>
            </a:r>
            <a:r>
              <a:rPr lang="fr-FR" dirty="0"/>
              <a:t> </a:t>
            </a:r>
            <a:r>
              <a:rPr lang="fr-FR" dirty="0" err="1"/>
              <a:t>anankiroa</a:t>
            </a:r>
            <a:r>
              <a:rPr lang="fr-FR" dirty="0"/>
              <a:t> </a:t>
            </a:r>
            <a:r>
              <a:rPr lang="fr-FR" dirty="0" err="1"/>
              <a:t>iny</a:t>
            </a:r>
            <a:r>
              <a:rPr lang="fr-FR" dirty="0"/>
              <a:t> </a:t>
            </a:r>
            <a:r>
              <a:rPr lang="fr-FR" dirty="0" err="1"/>
              <a:t>indrindra</a:t>
            </a:r>
            <a:r>
              <a:rPr lang="fr-FR" dirty="0"/>
              <a:t> no </a:t>
            </a:r>
            <a:r>
              <a:rPr lang="fr-FR" dirty="0" err="1"/>
              <a:t>notebahan'ilay</a:t>
            </a:r>
            <a:r>
              <a:rPr lang="fr-FR" dirty="0"/>
              <a:t> </a:t>
            </a:r>
            <a:r>
              <a:rPr lang="fr-FR" dirty="0" err="1"/>
              <a:t>Isiraelita</a:t>
            </a:r>
            <a:r>
              <a:rPr lang="fr-FR" dirty="0"/>
              <a:t> </a:t>
            </a:r>
            <a:r>
              <a:rPr lang="fr-FR" dirty="0" err="1"/>
              <a:t>nanao</a:t>
            </a:r>
            <a:r>
              <a:rPr lang="fr-FR" dirty="0"/>
              <a:t> </a:t>
            </a:r>
            <a:r>
              <a:rPr lang="fr-FR" dirty="0" err="1"/>
              <a:t>hoe</a:t>
            </a:r>
            <a:r>
              <a:rPr lang="fr-FR" dirty="0"/>
              <a:t> </a:t>
            </a:r>
            <a:r>
              <a:rPr lang="fr-FR" dirty="0" err="1"/>
              <a:t>moa</a:t>
            </a:r>
            <a:r>
              <a:rPr lang="fr-FR" dirty="0"/>
              <a:t> </a:t>
            </a:r>
            <a:r>
              <a:rPr lang="fr-FR" dirty="0" err="1"/>
              <a:t>mikasa</a:t>
            </a:r>
            <a:r>
              <a:rPr lang="fr-FR" dirty="0"/>
              <a:t> </a:t>
            </a:r>
            <a:r>
              <a:rPr lang="fr-FR" dirty="0" err="1"/>
              <a:t>hamono</a:t>
            </a:r>
            <a:r>
              <a:rPr lang="fr-FR" dirty="0"/>
              <a:t> </a:t>
            </a:r>
            <a:r>
              <a:rPr lang="fr-FR" dirty="0" err="1"/>
              <a:t>azy</a:t>
            </a:r>
            <a:r>
              <a:rPr lang="fr-FR" dirty="0"/>
              <a:t> </a:t>
            </a:r>
            <a:r>
              <a:rPr lang="fr-FR" dirty="0" err="1"/>
              <a:t>tahaka</a:t>
            </a:r>
            <a:r>
              <a:rPr lang="fr-FR" dirty="0"/>
              <a:t> </a:t>
            </a:r>
            <a:r>
              <a:rPr lang="fr-FR" dirty="0" err="1"/>
              <a:t>ny</a:t>
            </a:r>
            <a:r>
              <a:rPr lang="fr-FR" dirty="0"/>
              <a:t> </a:t>
            </a:r>
            <a:r>
              <a:rPr lang="fr-FR" dirty="0" err="1"/>
              <a:t>namonoany</a:t>
            </a:r>
            <a:r>
              <a:rPr lang="fr-FR" dirty="0"/>
              <a:t> </a:t>
            </a:r>
            <a:r>
              <a:rPr lang="fr-FR" dirty="0" err="1"/>
              <a:t>ilay</a:t>
            </a:r>
            <a:r>
              <a:rPr lang="fr-FR" dirty="0"/>
              <a:t> </a:t>
            </a:r>
            <a:r>
              <a:rPr lang="fr-FR" dirty="0" err="1"/>
              <a:t>Egyptiana</a:t>
            </a:r>
            <a:r>
              <a:rPr lang="fr-FR" dirty="0"/>
              <a:t> </a:t>
            </a:r>
            <a:r>
              <a:rPr lang="fr-FR" dirty="0" err="1"/>
              <a:t>ihany</a:t>
            </a:r>
            <a:r>
              <a:rPr lang="fr-FR" dirty="0"/>
              <a:t> </a:t>
            </a:r>
            <a:r>
              <a:rPr lang="fr-FR" dirty="0" err="1"/>
              <a:t>koa</a:t>
            </a:r>
            <a:r>
              <a:rPr lang="fr-FR" dirty="0"/>
              <a:t> </a:t>
            </a:r>
            <a:r>
              <a:rPr lang="fr-FR" dirty="0" err="1"/>
              <a:t>ve</a:t>
            </a:r>
            <a:r>
              <a:rPr lang="fr-FR" dirty="0"/>
              <a:t> i </a:t>
            </a:r>
            <a:r>
              <a:rPr lang="fr-FR" dirty="0" err="1"/>
              <a:t>Mosesy</a:t>
            </a:r>
            <a:r>
              <a:rPr lang="fr-FR" dirty="0"/>
              <a:t>.</a:t>
            </a:r>
          </a:p>
          <a:p>
            <a:endParaRPr lang="fr-FR" dirty="0"/>
          </a:p>
        </p:txBody>
      </p:sp>
    </p:spTree>
    <p:extLst>
      <p:ext uri="{BB962C8B-B14F-4D97-AF65-F5344CB8AC3E}">
        <p14:creationId xmlns:p14="http://schemas.microsoft.com/office/powerpoint/2010/main" val="3211780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1258" y="249379"/>
            <a:ext cx="11930742" cy="1529052"/>
          </a:xfrm>
        </p:spPr>
        <p:txBody>
          <a:bodyPr/>
          <a:lstStyle/>
          <a:p>
            <a:pPr algn="ctr"/>
            <a:r>
              <a:rPr lang="fr-FR" dirty="0">
                <a:latin typeface="Arial Black" panose="020B0A04020102020204" pitchFamily="34" charset="0"/>
              </a:rPr>
              <a:t>Nanavotra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i </a:t>
            </a:r>
            <a:r>
              <a:rPr lang="fr-FR" dirty="0" err="1">
                <a:latin typeface="Arial Black" panose="020B0A04020102020204" pitchFamily="34" charset="0"/>
              </a:rPr>
              <a:t>Mosesy</a:t>
            </a:r>
            <a:endParaRPr lang="fr-FR" dirty="0">
              <a:latin typeface="Arial Black" panose="020B0A04020102020204" pitchFamily="34" charset="0"/>
            </a:endParaRPr>
          </a:p>
        </p:txBody>
      </p:sp>
      <p:sp>
        <p:nvSpPr>
          <p:cNvPr id="3" name="Espace réservé du contenu 2"/>
          <p:cNvSpPr>
            <a:spLocks noGrp="1"/>
          </p:cNvSpPr>
          <p:nvPr>
            <p:ph idx="1"/>
          </p:nvPr>
        </p:nvSpPr>
        <p:spPr>
          <a:xfrm>
            <a:off x="261258" y="1870659"/>
            <a:ext cx="11808822" cy="4363885"/>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dirty="0"/>
              <a:t>Rehefa </a:t>
            </a:r>
            <a:r>
              <a:rPr lang="fr-FR" dirty="0" err="1"/>
              <a:t>tsapan'i</a:t>
            </a:r>
            <a:r>
              <a:rPr lang="fr-FR" dirty="0"/>
              <a:t> </a:t>
            </a:r>
            <a:r>
              <a:rPr lang="fr-FR" dirty="0" err="1"/>
              <a:t>Mosesy</a:t>
            </a:r>
            <a:r>
              <a:rPr lang="fr-FR" dirty="0"/>
              <a:t> </a:t>
            </a:r>
            <a:r>
              <a:rPr lang="fr-FR" dirty="0" err="1"/>
              <a:t>hoe</a:t>
            </a:r>
            <a:r>
              <a:rPr lang="fr-FR" dirty="0"/>
              <a:t> </a:t>
            </a:r>
            <a:r>
              <a:rPr lang="fr-FR" dirty="0" err="1"/>
              <a:t>Hebreo</a:t>
            </a:r>
            <a:r>
              <a:rPr lang="fr-FR" dirty="0"/>
              <a:t> </a:t>
            </a:r>
            <a:r>
              <a:rPr lang="fr-FR" dirty="0" err="1"/>
              <a:t>tsotra</a:t>
            </a:r>
            <a:r>
              <a:rPr lang="fr-FR" dirty="0"/>
              <a:t> </a:t>
            </a:r>
            <a:r>
              <a:rPr lang="fr-FR" dirty="0" err="1"/>
              <a:t>tery</a:t>
            </a:r>
            <a:r>
              <a:rPr lang="fr-FR" dirty="0"/>
              <a:t> </a:t>
            </a:r>
            <a:r>
              <a:rPr lang="fr-FR" dirty="0" err="1"/>
              <a:t>aza</a:t>
            </a:r>
            <a:r>
              <a:rPr lang="fr-FR" dirty="0"/>
              <a:t> </a:t>
            </a:r>
            <a:r>
              <a:rPr lang="fr-FR" dirty="0" err="1"/>
              <a:t>nahalala</a:t>
            </a:r>
            <a:r>
              <a:rPr lang="fr-FR" dirty="0"/>
              <a:t> </a:t>
            </a:r>
            <a:r>
              <a:rPr lang="fr-FR" dirty="0" err="1"/>
              <a:t>ny</a:t>
            </a:r>
            <a:r>
              <a:rPr lang="fr-FR" dirty="0"/>
              <a:t> </a:t>
            </a:r>
            <a:r>
              <a:rPr lang="fr-FR" dirty="0" err="1"/>
              <a:t>zava-nitranga</a:t>
            </a:r>
            <a:r>
              <a:rPr lang="fr-FR" dirty="0"/>
              <a:t> dia </a:t>
            </a:r>
            <a:r>
              <a:rPr lang="fr-FR" dirty="0" err="1"/>
              <a:t>tsy</a:t>
            </a:r>
            <a:r>
              <a:rPr lang="fr-FR" dirty="0"/>
              <a:t> ho </a:t>
            </a:r>
            <a:r>
              <a:rPr lang="fr-FR" dirty="0" err="1"/>
              <a:t>ela</a:t>
            </a:r>
            <a:r>
              <a:rPr lang="fr-FR" dirty="0"/>
              <a:t> </a:t>
            </a:r>
            <a:r>
              <a:rPr lang="fr-FR" dirty="0" err="1"/>
              <a:t>ihany</a:t>
            </a:r>
            <a:r>
              <a:rPr lang="fr-FR" dirty="0"/>
              <a:t> </a:t>
            </a:r>
            <a:r>
              <a:rPr lang="fr-FR" dirty="0" err="1"/>
              <a:t>koa</a:t>
            </a:r>
            <a:r>
              <a:rPr lang="fr-FR" dirty="0"/>
              <a:t> </a:t>
            </a:r>
            <a:r>
              <a:rPr lang="fr-FR" dirty="0" err="1"/>
              <a:t>izany</a:t>
            </a:r>
            <a:r>
              <a:rPr lang="fr-FR" dirty="0"/>
              <a:t> dia ho </a:t>
            </a:r>
            <a:r>
              <a:rPr lang="fr-FR" dirty="0" err="1"/>
              <a:t>fantatr'i</a:t>
            </a:r>
            <a:r>
              <a:rPr lang="fr-FR" dirty="0"/>
              <a:t> </a:t>
            </a:r>
            <a:r>
              <a:rPr lang="fr-FR" dirty="0" err="1"/>
              <a:t>Farao</a:t>
            </a:r>
            <a:r>
              <a:rPr lang="fr-FR" dirty="0"/>
              <a:t> </a:t>
            </a:r>
            <a:r>
              <a:rPr lang="fr-FR" dirty="0" err="1"/>
              <a:t>io</a:t>
            </a:r>
            <a:r>
              <a:rPr lang="fr-FR" dirty="0"/>
              <a:t> </a:t>
            </a:r>
            <a:r>
              <a:rPr lang="fr-FR" dirty="0" err="1"/>
              <a:t>zava-nitranga</a:t>
            </a:r>
            <a:r>
              <a:rPr lang="fr-FR" dirty="0"/>
              <a:t> </a:t>
            </a:r>
            <a:r>
              <a:rPr lang="fr-FR" dirty="0" err="1"/>
              <a:t>io</a:t>
            </a:r>
            <a:r>
              <a:rPr lang="fr-FR" dirty="0"/>
              <a:t>, ka dia </a:t>
            </a:r>
            <a:r>
              <a:rPr lang="fr-FR" dirty="0" err="1"/>
              <a:t>nanapa-kevitra</a:t>
            </a:r>
            <a:r>
              <a:rPr lang="fr-FR" dirty="0"/>
              <a:t> </a:t>
            </a:r>
            <a:r>
              <a:rPr lang="fr-FR" dirty="0" err="1"/>
              <a:t>handositra</a:t>
            </a:r>
            <a:r>
              <a:rPr lang="fr-FR" dirty="0"/>
              <a:t> </a:t>
            </a:r>
            <a:r>
              <a:rPr lang="fr-FR" dirty="0" err="1"/>
              <a:t>hiala</a:t>
            </a:r>
            <a:r>
              <a:rPr lang="fr-FR" dirty="0"/>
              <a:t> tao </a:t>
            </a:r>
            <a:r>
              <a:rPr lang="fr-FR" dirty="0" err="1"/>
              <a:t>Egypta</a:t>
            </a:r>
            <a:r>
              <a:rPr lang="fr-FR" dirty="0"/>
              <a:t> i </a:t>
            </a:r>
            <a:r>
              <a:rPr lang="fr-FR" dirty="0" err="1"/>
              <a:t>Mosesy</a:t>
            </a:r>
            <a:r>
              <a:rPr lang="fr-FR" dirty="0"/>
              <a:t>. </a:t>
            </a:r>
            <a:r>
              <a:rPr lang="fr-FR" dirty="0" err="1"/>
              <a:t>Azonao</a:t>
            </a:r>
            <a:r>
              <a:rPr lang="fr-FR" dirty="0"/>
              <a:t> </a:t>
            </a:r>
            <a:r>
              <a:rPr lang="fr-FR" dirty="0" err="1"/>
              <a:t>vakiana</a:t>
            </a:r>
            <a:r>
              <a:rPr lang="fr-FR" dirty="0"/>
              <a:t> </a:t>
            </a:r>
            <a:r>
              <a:rPr lang="fr-FR" dirty="0" err="1"/>
              <a:t>ao</a:t>
            </a:r>
            <a:r>
              <a:rPr lang="fr-FR" dirty="0"/>
              <a:t> </a:t>
            </a:r>
            <a:r>
              <a:rPr lang="fr-FR" dirty="0" err="1"/>
              <a:t>amin'ny</a:t>
            </a:r>
            <a:r>
              <a:rPr lang="fr-FR" dirty="0"/>
              <a:t> </a:t>
            </a:r>
            <a:r>
              <a:rPr lang="fr-FR" dirty="0" err="1"/>
              <a:t>Eksodosy</a:t>
            </a:r>
            <a:r>
              <a:rPr lang="fr-FR" dirty="0"/>
              <a:t> </a:t>
            </a:r>
            <a:r>
              <a:rPr lang="fr-FR" dirty="0" err="1"/>
              <a:t>toko</a:t>
            </a:r>
            <a:r>
              <a:rPr lang="fr-FR" dirty="0"/>
              <a:t> </a:t>
            </a:r>
            <a:r>
              <a:rPr lang="fr-FR" dirty="0" err="1"/>
              <a:t>faharoa</a:t>
            </a:r>
            <a:r>
              <a:rPr lang="fr-FR" dirty="0"/>
              <a:t> </a:t>
            </a:r>
            <a:r>
              <a:rPr lang="fr-FR" dirty="0" err="1"/>
              <a:t>ny</a:t>
            </a:r>
            <a:r>
              <a:rPr lang="fr-FR" dirty="0"/>
              <a:t> </a:t>
            </a:r>
            <a:r>
              <a:rPr lang="fr-FR" dirty="0" err="1"/>
              <a:t>tantara</a:t>
            </a:r>
            <a:r>
              <a:rPr lang="fr-FR" dirty="0"/>
              <a:t> </a:t>
            </a:r>
            <a:r>
              <a:rPr lang="fr-FR" dirty="0" err="1"/>
              <a:t>momba</a:t>
            </a:r>
            <a:r>
              <a:rPr lang="fr-FR" dirty="0"/>
              <a:t> </a:t>
            </a:r>
            <a:r>
              <a:rPr lang="fr-FR" dirty="0" err="1"/>
              <a:t>izany</a:t>
            </a:r>
            <a:r>
              <a:rPr lang="fr-FR" dirty="0"/>
              <a:t> </a:t>
            </a:r>
            <a:r>
              <a:rPr lang="fr-FR" dirty="0" err="1"/>
              <a:t>tranga</a:t>
            </a:r>
            <a:r>
              <a:rPr lang="fr-FR" dirty="0"/>
              <a:t> </a:t>
            </a:r>
            <a:r>
              <a:rPr lang="fr-FR" dirty="0" err="1"/>
              <a:t>izany</a:t>
            </a:r>
            <a:r>
              <a:rPr lang="fr-FR" dirty="0"/>
              <a:t>:</a:t>
            </a:r>
          </a:p>
          <a:p>
            <a:r>
              <a:rPr lang="fr-FR" dirty="0" smtClean="0"/>
              <a:t>2:15</a:t>
            </a:r>
            <a:r>
              <a:rPr lang="fr-FR" dirty="0"/>
              <a:t>: "</a:t>
            </a:r>
            <a:r>
              <a:rPr lang="fr-FR" dirty="0" err="1"/>
              <a:t>Ary</a:t>
            </a:r>
            <a:r>
              <a:rPr lang="fr-FR" dirty="0"/>
              <a:t> </a:t>
            </a:r>
            <a:r>
              <a:rPr lang="fr-FR" dirty="0" err="1"/>
              <a:t>rehefa</a:t>
            </a:r>
            <a:r>
              <a:rPr lang="fr-FR" dirty="0"/>
              <a:t> </a:t>
            </a:r>
            <a:r>
              <a:rPr lang="fr-FR" dirty="0" err="1"/>
              <a:t>ren'i</a:t>
            </a:r>
            <a:r>
              <a:rPr lang="fr-FR" dirty="0"/>
              <a:t> </a:t>
            </a:r>
            <a:r>
              <a:rPr lang="fr-FR" dirty="0" err="1"/>
              <a:t>Farao</a:t>
            </a:r>
            <a:r>
              <a:rPr lang="fr-FR" dirty="0"/>
              <a:t> </a:t>
            </a:r>
            <a:r>
              <a:rPr lang="fr-FR" dirty="0" err="1"/>
              <a:t>izany</a:t>
            </a:r>
            <a:r>
              <a:rPr lang="fr-FR" dirty="0"/>
              <a:t> </a:t>
            </a:r>
            <a:r>
              <a:rPr lang="fr-FR" dirty="0" err="1"/>
              <a:t>zavatra</a:t>
            </a:r>
            <a:r>
              <a:rPr lang="fr-FR" dirty="0"/>
              <a:t> </a:t>
            </a:r>
            <a:r>
              <a:rPr lang="fr-FR" dirty="0" err="1"/>
              <a:t>izany</a:t>
            </a:r>
            <a:r>
              <a:rPr lang="fr-FR" dirty="0"/>
              <a:t>, dia </a:t>
            </a:r>
            <a:r>
              <a:rPr lang="fr-FR" dirty="0" err="1"/>
              <a:t>nitady</a:t>
            </a:r>
            <a:r>
              <a:rPr lang="fr-FR" dirty="0"/>
              <a:t> </a:t>
            </a:r>
            <a:r>
              <a:rPr lang="fr-FR" dirty="0" err="1"/>
              <a:t>hamono</a:t>
            </a:r>
            <a:r>
              <a:rPr lang="fr-FR" dirty="0"/>
              <a:t> </a:t>
            </a:r>
            <a:r>
              <a:rPr lang="fr-FR" dirty="0" err="1"/>
              <a:t>an'i</a:t>
            </a:r>
            <a:r>
              <a:rPr lang="fr-FR" dirty="0"/>
              <a:t> </a:t>
            </a:r>
            <a:r>
              <a:rPr lang="fr-FR" dirty="0" err="1"/>
              <a:t>Mosesy</a:t>
            </a:r>
            <a:r>
              <a:rPr lang="fr-FR" dirty="0"/>
              <a:t> </a:t>
            </a:r>
            <a:r>
              <a:rPr lang="fr-FR" dirty="0" err="1" smtClean="0"/>
              <a:t>izy</a:t>
            </a:r>
            <a:r>
              <a:rPr lang="fr-FR" dirty="0"/>
              <a:t>. Fa </a:t>
            </a:r>
            <a:r>
              <a:rPr lang="fr-FR" dirty="0" err="1"/>
              <a:t>Mosesy</a:t>
            </a:r>
            <a:r>
              <a:rPr lang="fr-FR" dirty="0"/>
              <a:t> </a:t>
            </a:r>
            <a:r>
              <a:rPr lang="fr-FR" dirty="0" err="1"/>
              <a:t>nandositra</a:t>
            </a:r>
            <a:r>
              <a:rPr lang="fr-FR" dirty="0"/>
              <a:t> </a:t>
            </a:r>
            <a:r>
              <a:rPr lang="fr-FR" dirty="0" err="1"/>
              <a:t>ny</a:t>
            </a:r>
            <a:r>
              <a:rPr lang="fr-FR" dirty="0"/>
              <a:t> </a:t>
            </a:r>
            <a:r>
              <a:rPr lang="fr-FR" dirty="0" err="1"/>
              <a:t>tavan'i</a:t>
            </a:r>
            <a:r>
              <a:rPr lang="fr-FR" dirty="0"/>
              <a:t> </a:t>
            </a:r>
            <a:r>
              <a:rPr lang="fr-FR" dirty="0" err="1"/>
              <a:t>Farao</a:t>
            </a:r>
            <a:r>
              <a:rPr lang="fr-FR" dirty="0"/>
              <a:t> ka </a:t>
            </a:r>
            <a:r>
              <a:rPr lang="fr-FR" dirty="0" err="1"/>
              <a:t>nonina</a:t>
            </a:r>
            <a:r>
              <a:rPr lang="fr-FR" dirty="0"/>
              <a:t> </a:t>
            </a:r>
            <a:r>
              <a:rPr lang="fr-FR" dirty="0" err="1"/>
              <a:t>tany</a:t>
            </a:r>
            <a:r>
              <a:rPr lang="fr-FR" dirty="0"/>
              <a:t> </a:t>
            </a:r>
            <a:r>
              <a:rPr lang="fr-FR" dirty="0" err="1"/>
              <a:t>amin'ny</a:t>
            </a:r>
            <a:r>
              <a:rPr lang="fr-FR" dirty="0"/>
              <a:t> </a:t>
            </a:r>
            <a:r>
              <a:rPr lang="fr-FR" dirty="0" err="1"/>
              <a:t>tany</a:t>
            </a:r>
            <a:r>
              <a:rPr lang="fr-FR" dirty="0"/>
              <a:t> </a:t>
            </a:r>
            <a:r>
              <a:rPr lang="fr-FR" dirty="0" err="1"/>
              <a:t>Midiana</a:t>
            </a:r>
            <a:r>
              <a:rPr lang="fr-FR" dirty="0"/>
              <a:t>; </a:t>
            </a:r>
            <a:r>
              <a:rPr lang="fr-FR" dirty="0" err="1" smtClean="0"/>
              <a:t>ary</a:t>
            </a:r>
            <a:r>
              <a:rPr lang="fr-FR" dirty="0" smtClean="0"/>
              <a:t> </a:t>
            </a:r>
            <a:r>
              <a:rPr lang="fr-FR" dirty="0" err="1"/>
              <a:t>nipetraka</a:t>
            </a:r>
            <a:r>
              <a:rPr lang="fr-FR" dirty="0"/>
              <a:t> </a:t>
            </a:r>
            <a:r>
              <a:rPr lang="fr-FR" dirty="0" err="1"/>
              <a:t>teo</a:t>
            </a:r>
            <a:r>
              <a:rPr lang="fr-FR" dirty="0"/>
              <a:t> </a:t>
            </a:r>
            <a:r>
              <a:rPr lang="fr-FR" dirty="0" err="1"/>
              <a:t>anilan'ny</a:t>
            </a:r>
            <a:r>
              <a:rPr lang="fr-FR" dirty="0"/>
              <a:t> </a:t>
            </a:r>
            <a:r>
              <a:rPr lang="fr-FR" dirty="0" err="1"/>
              <a:t>lavaka</a:t>
            </a:r>
            <a:r>
              <a:rPr lang="fr-FR" dirty="0"/>
              <a:t> </a:t>
            </a:r>
            <a:r>
              <a:rPr lang="fr-FR" dirty="0" err="1"/>
              <a:t>fantsakana</a:t>
            </a:r>
            <a:r>
              <a:rPr lang="fr-FR" dirty="0"/>
              <a:t> </a:t>
            </a:r>
            <a:r>
              <a:rPr lang="fr-FR" dirty="0" err="1"/>
              <a:t>izy</a:t>
            </a:r>
            <a:r>
              <a:rPr lang="fr-FR" dirty="0"/>
              <a:t>." </a:t>
            </a:r>
          </a:p>
          <a:p>
            <a:r>
              <a:rPr lang="fr-FR" dirty="0" smtClean="0"/>
              <a:t>2:16</a:t>
            </a:r>
            <a:r>
              <a:rPr lang="fr-FR" dirty="0"/>
              <a:t>: "</a:t>
            </a:r>
            <a:r>
              <a:rPr lang="fr-FR" dirty="0" err="1"/>
              <a:t>Ary</a:t>
            </a:r>
            <a:r>
              <a:rPr lang="fr-FR" dirty="0"/>
              <a:t> </a:t>
            </a:r>
            <a:r>
              <a:rPr lang="fr-FR" dirty="0" err="1"/>
              <a:t>ny</a:t>
            </a:r>
            <a:r>
              <a:rPr lang="fr-FR" dirty="0"/>
              <a:t> </a:t>
            </a:r>
            <a:r>
              <a:rPr lang="fr-FR" dirty="0" err="1"/>
              <a:t>mpisorona</a:t>
            </a:r>
            <a:r>
              <a:rPr lang="fr-FR" dirty="0"/>
              <a:t> tao </a:t>
            </a:r>
            <a:r>
              <a:rPr lang="fr-FR" dirty="0" err="1"/>
              <a:t>Midiana</a:t>
            </a:r>
            <a:r>
              <a:rPr lang="fr-FR" dirty="0"/>
              <a:t> </a:t>
            </a:r>
            <a:r>
              <a:rPr lang="fr-FR" dirty="0" err="1"/>
              <a:t>nanana</a:t>
            </a:r>
            <a:r>
              <a:rPr lang="fr-FR" dirty="0"/>
              <a:t> </a:t>
            </a:r>
            <a:r>
              <a:rPr lang="fr-FR" dirty="0" err="1"/>
              <a:t>zanaka</a:t>
            </a:r>
            <a:r>
              <a:rPr lang="fr-FR" dirty="0"/>
              <a:t> </a:t>
            </a:r>
            <a:r>
              <a:rPr lang="fr-FR" dirty="0" err="1"/>
              <a:t>fito</a:t>
            </a:r>
            <a:r>
              <a:rPr lang="fr-FR" dirty="0"/>
              <a:t> </a:t>
            </a:r>
            <a:r>
              <a:rPr lang="fr-FR" dirty="0" err="1"/>
              <a:t>mirahavavy</a:t>
            </a:r>
            <a:r>
              <a:rPr lang="fr-FR" dirty="0"/>
              <a:t>; </a:t>
            </a:r>
            <a:r>
              <a:rPr lang="fr-FR" dirty="0" err="1"/>
              <a:t>ary</a:t>
            </a:r>
            <a:r>
              <a:rPr lang="fr-FR" dirty="0"/>
              <a:t> </a:t>
            </a:r>
            <a:r>
              <a:rPr lang="fr-FR" dirty="0" err="1"/>
              <a:t>avy</a:t>
            </a:r>
            <a:r>
              <a:rPr lang="fr-FR" dirty="0"/>
              <a:t> </a:t>
            </a:r>
            <a:r>
              <a:rPr lang="fr-FR" dirty="0" err="1"/>
              <a:t>izy</a:t>
            </a:r>
            <a:r>
              <a:rPr lang="fr-FR" dirty="0"/>
              <a:t> </a:t>
            </a:r>
            <a:r>
              <a:rPr lang="fr-FR" dirty="0" err="1" smtClean="0"/>
              <a:t>ireo</a:t>
            </a:r>
            <a:r>
              <a:rPr lang="fr-FR" dirty="0"/>
              <a:t>, dia </a:t>
            </a:r>
            <a:r>
              <a:rPr lang="fr-FR" dirty="0" err="1"/>
              <a:t>nanovo</a:t>
            </a:r>
            <a:r>
              <a:rPr lang="fr-FR" dirty="0"/>
              <a:t> </a:t>
            </a:r>
            <a:r>
              <a:rPr lang="fr-FR" dirty="0" err="1"/>
              <a:t>rano</a:t>
            </a:r>
            <a:r>
              <a:rPr lang="fr-FR" dirty="0"/>
              <a:t> ka </a:t>
            </a:r>
            <a:r>
              <a:rPr lang="fr-FR" dirty="0" err="1"/>
              <a:t>nameno</a:t>
            </a:r>
            <a:r>
              <a:rPr lang="fr-FR" dirty="0"/>
              <a:t> </a:t>
            </a:r>
            <a:r>
              <a:rPr lang="fr-FR" dirty="0" err="1"/>
              <a:t>ny</a:t>
            </a:r>
            <a:r>
              <a:rPr lang="fr-FR" dirty="0"/>
              <a:t> </a:t>
            </a:r>
            <a:r>
              <a:rPr lang="fr-FR" dirty="0" err="1"/>
              <a:t>tavin-drano</a:t>
            </a:r>
            <a:r>
              <a:rPr lang="fr-FR" dirty="0"/>
              <a:t> </a:t>
            </a:r>
            <a:r>
              <a:rPr lang="fr-FR" dirty="0" err="1"/>
              <a:t>hampisotroany</a:t>
            </a:r>
            <a:r>
              <a:rPr lang="fr-FR" dirty="0"/>
              <a:t> </a:t>
            </a:r>
            <a:r>
              <a:rPr lang="fr-FR" dirty="0" err="1"/>
              <a:t>ny</a:t>
            </a:r>
            <a:r>
              <a:rPr lang="fr-FR" dirty="0"/>
              <a:t> </a:t>
            </a:r>
            <a:r>
              <a:rPr lang="fr-FR" dirty="0" err="1"/>
              <a:t>ondry</a:t>
            </a:r>
            <a:r>
              <a:rPr lang="fr-FR" dirty="0"/>
              <a:t> 	</a:t>
            </a:r>
            <a:r>
              <a:rPr lang="fr-FR" dirty="0" err="1"/>
              <a:t>aman'osin-drainy</a:t>
            </a:r>
            <a:r>
              <a:rPr lang="fr-FR" dirty="0"/>
              <a:t>."</a:t>
            </a:r>
          </a:p>
          <a:p>
            <a:endParaRPr lang="fr-FR" dirty="0"/>
          </a:p>
        </p:txBody>
      </p:sp>
    </p:spTree>
    <p:extLst>
      <p:ext uri="{BB962C8B-B14F-4D97-AF65-F5344CB8AC3E}">
        <p14:creationId xmlns:p14="http://schemas.microsoft.com/office/powerpoint/2010/main" val="3862598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latin typeface="Arial Black" panose="020B0A04020102020204" pitchFamily="34" charset="0"/>
              </a:rPr>
              <a:t>Nanavotra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i </a:t>
            </a:r>
            <a:r>
              <a:rPr lang="fr-FR" dirty="0" err="1">
                <a:latin typeface="Arial Black" panose="020B0A04020102020204" pitchFamily="34" charset="0"/>
              </a:rPr>
              <a:t>Mosesy</a:t>
            </a:r>
            <a:endParaRPr lang="fr-FR" dirty="0">
              <a:latin typeface="Arial Black" panose="020B0A04020102020204" pitchFamily="34" charset="0"/>
            </a:endParaRPr>
          </a:p>
        </p:txBody>
      </p:sp>
      <p:sp>
        <p:nvSpPr>
          <p:cNvPr id="3" name="Espace réservé du contenu 2"/>
          <p:cNvSpPr>
            <a:spLocks noGrp="1"/>
          </p:cNvSpPr>
          <p:nvPr>
            <p:ph idx="1"/>
          </p:nvPr>
        </p:nvSpPr>
        <p:spPr>
          <a:xfrm>
            <a:off x="352697" y="2249486"/>
            <a:ext cx="11456125" cy="4206731"/>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err="1"/>
              <a:t>Mariho</a:t>
            </a:r>
            <a:r>
              <a:rPr lang="fr-FR" sz="2800" dirty="0"/>
              <a:t> fa </a:t>
            </a:r>
            <a:r>
              <a:rPr lang="fr-FR" sz="2800" dirty="0" err="1"/>
              <a:t>nandositra</a:t>
            </a:r>
            <a:r>
              <a:rPr lang="fr-FR" sz="2800" dirty="0"/>
              <a:t> </a:t>
            </a:r>
            <a:r>
              <a:rPr lang="fr-FR" sz="2800" dirty="0" err="1"/>
              <a:t>tany</a:t>
            </a:r>
            <a:r>
              <a:rPr lang="fr-FR" sz="2800" dirty="0"/>
              <a:t> </a:t>
            </a:r>
            <a:r>
              <a:rPr lang="fr-FR" sz="2800" dirty="0" err="1"/>
              <a:t>amin'ny</a:t>
            </a:r>
            <a:r>
              <a:rPr lang="fr-FR" sz="2800" dirty="0"/>
              <a:t> </a:t>
            </a:r>
            <a:r>
              <a:rPr lang="fr-FR" sz="2800" dirty="0" err="1"/>
              <a:t>tanin'ny</a:t>
            </a:r>
            <a:r>
              <a:rPr lang="fr-FR" sz="2800" dirty="0"/>
              <a:t> </a:t>
            </a:r>
            <a:r>
              <a:rPr lang="fr-FR" sz="2800" dirty="0" err="1"/>
              <a:t>Midiana</a:t>
            </a:r>
            <a:r>
              <a:rPr lang="fr-FR" sz="2800" dirty="0"/>
              <a:t> i </a:t>
            </a:r>
            <a:r>
              <a:rPr lang="fr-FR" sz="2800" dirty="0" err="1"/>
              <a:t>Mosesy</a:t>
            </a:r>
            <a:r>
              <a:rPr lang="fr-FR" sz="2800" dirty="0"/>
              <a:t>, </a:t>
            </a:r>
            <a:r>
              <a:rPr lang="fr-FR" sz="2800" dirty="0" err="1"/>
              <a:t>izay</a:t>
            </a:r>
            <a:r>
              <a:rPr lang="fr-FR" sz="2800" dirty="0"/>
              <a:t> </a:t>
            </a:r>
            <a:r>
              <a:rPr lang="fr-FR" sz="2800" dirty="0" err="1"/>
              <a:t>toerana</a:t>
            </a:r>
            <a:r>
              <a:rPr lang="fr-FR" sz="2800" dirty="0"/>
              <a:t> </a:t>
            </a:r>
            <a:r>
              <a:rPr lang="fr-FR" sz="2800" dirty="0" err="1"/>
              <a:t>nonenan'ny</a:t>
            </a:r>
            <a:r>
              <a:rPr lang="fr-FR" sz="2800" dirty="0"/>
              <a:t> </a:t>
            </a:r>
            <a:r>
              <a:rPr lang="fr-FR" sz="2800" dirty="0" err="1"/>
              <a:t>taranaky</a:t>
            </a:r>
            <a:r>
              <a:rPr lang="fr-FR" sz="2800" dirty="0"/>
              <a:t> </a:t>
            </a:r>
            <a:r>
              <a:rPr lang="fr-FR" sz="2800" dirty="0" err="1"/>
              <a:t>ny</a:t>
            </a:r>
            <a:r>
              <a:rPr lang="fr-FR" sz="2800" dirty="0"/>
              <a:t> </a:t>
            </a:r>
            <a:r>
              <a:rPr lang="fr-FR" sz="2800" dirty="0" err="1"/>
              <a:t>Midiana</a:t>
            </a:r>
            <a:r>
              <a:rPr lang="fr-FR" sz="2800" dirty="0"/>
              <a:t>. </a:t>
            </a:r>
            <a:r>
              <a:rPr lang="fr-FR" sz="2800" dirty="0" err="1"/>
              <a:t>Tahaka</a:t>
            </a:r>
            <a:r>
              <a:rPr lang="fr-FR" sz="2800" dirty="0"/>
              <a:t> </a:t>
            </a:r>
            <a:r>
              <a:rPr lang="fr-FR" sz="2800" dirty="0" err="1"/>
              <a:t>ny</a:t>
            </a:r>
            <a:r>
              <a:rPr lang="fr-FR" sz="2800" dirty="0"/>
              <a:t> </a:t>
            </a:r>
            <a:r>
              <a:rPr lang="fr-FR" sz="2800" dirty="0" err="1"/>
              <a:t>teo</a:t>
            </a:r>
            <a:r>
              <a:rPr lang="fr-FR" sz="2800" dirty="0"/>
              <a:t> </a:t>
            </a:r>
            <a:r>
              <a:rPr lang="fr-FR" sz="2800" dirty="0" err="1"/>
              <a:t>aloha</a:t>
            </a:r>
            <a:r>
              <a:rPr lang="fr-FR" sz="2800" dirty="0"/>
              <a:t> </a:t>
            </a:r>
            <a:r>
              <a:rPr lang="fr-FR" sz="2800" dirty="0" err="1"/>
              <a:t>ihany</a:t>
            </a:r>
            <a:r>
              <a:rPr lang="fr-FR" sz="2800" dirty="0"/>
              <a:t> </a:t>
            </a:r>
            <a:r>
              <a:rPr lang="fr-FR" sz="2800" dirty="0" err="1"/>
              <a:t>koa</a:t>
            </a:r>
            <a:r>
              <a:rPr lang="fr-FR" sz="2800" dirty="0"/>
              <a:t>, </a:t>
            </a:r>
            <a:r>
              <a:rPr lang="fr-FR" sz="2800" dirty="0" err="1"/>
              <a:t>hitantsika</a:t>
            </a:r>
            <a:r>
              <a:rPr lang="fr-FR" sz="2800" dirty="0"/>
              <a:t> fa </a:t>
            </a:r>
            <a:r>
              <a:rPr lang="fr-FR" sz="2800" dirty="0" err="1"/>
              <a:t>ireo</a:t>
            </a:r>
            <a:r>
              <a:rPr lang="fr-FR" sz="2800" dirty="0"/>
              <a:t> </a:t>
            </a:r>
            <a:r>
              <a:rPr lang="fr-FR" sz="2800" dirty="0" err="1"/>
              <a:t>olona</a:t>
            </a:r>
            <a:r>
              <a:rPr lang="fr-FR" sz="2800" dirty="0"/>
              <a:t> </a:t>
            </a:r>
            <a:r>
              <a:rPr lang="fr-FR" sz="2800" dirty="0" err="1"/>
              <a:t>izay</a:t>
            </a:r>
            <a:r>
              <a:rPr lang="fr-FR" sz="2800" dirty="0"/>
              <a:t> </a:t>
            </a:r>
            <a:r>
              <a:rPr lang="fr-FR" sz="2800" dirty="0" err="1"/>
              <a:t>nanavotra</a:t>
            </a:r>
            <a:r>
              <a:rPr lang="fr-FR" sz="2800" dirty="0"/>
              <a:t> </a:t>
            </a:r>
            <a:r>
              <a:rPr lang="fr-FR" sz="2800" dirty="0" err="1"/>
              <a:t>ny</a:t>
            </a:r>
            <a:r>
              <a:rPr lang="fr-FR" sz="2800" dirty="0"/>
              <a:t> </a:t>
            </a:r>
            <a:r>
              <a:rPr lang="fr-FR" sz="2800" dirty="0" err="1"/>
              <a:t>ain'i</a:t>
            </a:r>
            <a:r>
              <a:rPr lang="fr-FR" sz="2800" dirty="0"/>
              <a:t> </a:t>
            </a:r>
            <a:r>
              <a:rPr lang="fr-FR" sz="2800" dirty="0" err="1"/>
              <a:t>Mosesy</a:t>
            </a:r>
            <a:r>
              <a:rPr lang="fr-FR" sz="2800" dirty="0"/>
              <a:t> dia </a:t>
            </a:r>
            <a:r>
              <a:rPr lang="fr-FR" sz="2800" dirty="0" err="1"/>
              <a:t>taranaky</a:t>
            </a:r>
            <a:r>
              <a:rPr lang="fr-FR" sz="2800" dirty="0"/>
              <a:t> </a:t>
            </a:r>
            <a:r>
              <a:rPr lang="fr-FR" sz="2800" dirty="0" err="1"/>
              <a:t>ny</a:t>
            </a:r>
            <a:r>
              <a:rPr lang="fr-FR" sz="2800" dirty="0"/>
              <a:t> </a:t>
            </a:r>
            <a:r>
              <a:rPr lang="fr-FR" sz="2800" dirty="0" err="1"/>
              <a:t>Midiana</a:t>
            </a:r>
            <a:r>
              <a:rPr lang="fr-FR" sz="2800" dirty="0"/>
              <a:t>, </a:t>
            </a:r>
            <a:r>
              <a:rPr lang="fr-FR" sz="2800" dirty="0" err="1"/>
              <a:t>izay</a:t>
            </a:r>
            <a:r>
              <a:rPr lang="fr-FR" sz="2800" dirty="0"/>
              <a:t> </a:t>
            </a:r>
            <a:r>
              <a:rPr lang="fr-FR" sz="2800" dirty="0" err="1"/>
              <a:t>taranak'i</a:t>
            </a:r>
            <a:r>
              <a:rPr lang="fr-FR" sz="2800" dirty="0"/>
              <a:t> </a:t>
            </a:r>
            <a:r>
              <a:rPr lang="fr-FR" sz="2800" dirty="0" err="1"/>
              <a:t>Abrahama</a:t>
            </a:r>
            <a:r>
              <a:rPr lang="fr-FR" sz="2800" dirty="0"/>
              <a:t> </a:t>
            </a:r>
            <a:r>
              <a:rPr lang="fr-FR" sz="2800" dirty="0" err="1"/>
              <a:t>ihany</a:t>
            </a:r>
            <a:r>
              <a:rPr lang="fr-FR" sz="2800" dirty="0"/>
              <a:t>. </a:t>
            </a:r>
            <a:r>
              <a:rPr lang="fr-FR" sz="2800" dirty="0" err="1"/>
              <a:t>Nampiasain'Andriamanitra</a:t>
            </a:r>
            <a:r>
              <a:rPr lang="fr-FR" sz="2800" dirty="0"/>
              <a:t> </a:t>
            </a:r>
            <a:r>
              <a:rPr lang="fr-FR" sz="2800" dirty="0" err="1"/>
              <a:t>tamin'ny</a:t>
            </a:r>
            <a:r>
              <a:rPr lang="fr-FR" sz="2800" dirty="0"/>
              <a:t> </a:t>
            </a:r>
            <a:r>
              <a:rPr lang="fr-FR" sz="2800" dirty="0" err="1"/>
              <a:t>fomba</a:t>
            </a:r>
            <a:r>
              <a:rPr lang="fr-FR" sz="2800" dirty="0"/>
              <a:t> </a:t>
            </a:r>
            <a:r>
              <a:rPr lang="fr-FR" sz="2800" dirty="0" err="1"/>
              <a:t>tsy</a:t>
            </a:r>
            <a:r>
              <a:rPr lang="fr-FR" sz="2800" dirty="0"/>
              <a:t> </a:t>
            </a:r>
            <a:r>
              <a:rPr lang="fr-FR" sz="2800" dirty="0" err="1"/>
              <a:t>nampoiziny</a:t>
            </a:r>
            <a:r>
              <a:rPr lang="fr-FR" sz="2800" dirty="0"/>
              <a:t> </a:t>
            </a:r>
            <a:r>
              <a:rPr lang="fr-FR" sz="2800" dirty="0" err="1"/>
              <a:t>akory</a:t>
            </a:r>
            <a:r>
              <a:rPr lang="fr-FR" sz="2800" dirty="0"/>
              <a:t> </a:t>
            </a:r>
            <a:r>
              <a:rPr lang="fr-FR" sz="2800" dirty="0" err="1"/>
              <a:t>izy</a:t>
            </a:r>
            <a:r>
              <a:rPr lang="fr-FR" sz="2800" dirty="0"/>
              <a:t> </a:t>
            </a:r>
            <a:r>
              <a:rPr lang="fr-FR" sz="2800" dirty="0" err="1"/>
              <a:t>ireo</a:t>
            </a:r>
            <a:r>
              <a:rPr lang="fr-FR" sz="2800" dirty="0"/>
              <a:t>, </a:t>
            </a:r>
            <a:r>
              <a:rPr lang="fr-FR" sz="2800" dirty="0" err="1"/>
              <a:t>handray</a:t>
            </a:r>
            <a:r>
              <a:rPr lang="fr-FR" sz="2800" dirty="0"/>
              <a:t> </a:t>
            </a:r>
            <a:r>
              <a:rPr lang="fr-FR" sz="2800" dirty="0" err="1"/>
              <a:t>anjara</a:t>
            </a:r>
            <a:r>
              <a:rPr lang="fr-FR" sz="2800" dirty="0"/>
              <a:t> </a:t>
            </a:r>
            <a:r>
              <a:rPr lang="fr-FR" sz="2800" dirty="0" err="1"/>
              <a:t>tamin'ilay</a:t>
            </a:r>
            <a:r>
              <a:rPr lang="fr-FR" sz="2800" dirty="0"/>
              <a:t> </a:t>
            </a:r>
            <a:r>
              <a:rPr lang="fr-FR" sz="2800" dirty="0" err="1"/>
              <a:t>drafiny</a:t>
            </a:r>
            <a:r>
              <a:rPr lang="fr-FR" sz="2800" dirty="0"/>
              <a:t> </a:t>
            </a:r>
            <a:r>
              <a:rPr lang="fr-FR" sz="2800" dirty="0" err="1"/>
              <a:t>lehibe</a:t>
            </a:r>
            <a:r>
              <a:rPr lang="fr-FR" sz="2800" dirty="0"/>
              <a:t> ho </a:t>
            </a:r>
            <a:r>
              <a:rPr lang="fr-FR" sz="2800" dirty="0" err="1"/>
              <a:t>fitandroana</a:t>
            </a:r>
            <a:r>
              <a:rPr lang="fr-FR" sz="2800" dirty="0"/>
              <a:t> </a:t>
            </a:r>
            <a:r>
              <a:rPr lang="fr-FR" sz="2800" dirty="0" err="1"/>
              <a:t>ny</a:t>
            </a:r>
            <a:r>
              <a:rPr lang="fr-FR" sz="2800" dirty="0"/>
              <a:t> </a:t>
            </a:r>
            <a:r>
              <a:rPr lang="fr-FR" sz="2800" dirty="0" err="1"/>
              <a:t>ain'ilay</a:t>
            </a:r>
            <a:r>
              <a:rPr lang="fr-FR" sz="2800" dirty="0"/>
              <a:t> ho </a:t>
            </a:r>
            <a:r>
              <a:rPr lang="fr-FR" sz="2800" dirty="0" err="1"/>
              <a:t>mpitarika</a:t>
            </a:r>
            <a:r>
              <a:rPr lang="fr-FR" sz="2800" dirty="0"/>
              <a:t> </a:t>
            </a:r>
            <a:r>
              <a:rPr lang="fr-FR" sz="2800" dirty="0" err="1"/>
              <a:t>lehiben'ny</a:t>
            </a:r>
            <a:r>
              <a:rPr lang="fr-FR" sz="2800" dirty="0"/>
              <a:t> </a:t>
            </a:r>
            <a:r>
              <a:rPr lang="fr-FR" sz="2800" dirty="0" err="1"/>
              <a:t>zanak'Isiraely</a:t>
            </a:r>
            <a:r>
              <a:rPr lang="fr-FR" sz="2800" dirty="0"/>
              <a:t>, ka </a:t>
            </a:r>
            <a:r>
              <a:rPr lang="fr-FR" sz="2800" dirty="0" err="1"/>
              <a:t>hanao</a:t>
            </a:r>
            <a:r>
              <a:rPr lang="fr-FR" sz="2800" dirty="0"/>
              <a:t> </a:t>
            </a:r>
            <a:r>
              <a:rPr lang="fr-FR" sz="2800" dirty="0" err="1"/>
              <a:t>izay</a:t>
            </a:r>
            <a:r>
              <a:rPr lang="fr-FR" sz="2800" dirty="0"/>
              <a:t> </a:t>
            </a:r>
            <a:r>
              <a:rPr lang="fr-FR" sz="2800" dirty="0" err="1"/>
              <a:t>ahatanterahan'ilay</a:t>
            </a:r>
            <a:r>
              <a:rPr lang="fr-FR" sz="2800" dirty="0"/>
              <a:t> </a:t>
            </a:r>
            <a:r>
              <a:rPr lang="fr-FR" sz="2800" dirty="0" err="1"/>
              <a:t>fifindramonina</a:t>
            </a:r>
            <a:r>
              <a:rPr lang="fr-FR" sz="2800" dirty="0"/>
              <a:t> </a:t>
            </a:r>
            <a:r>
              <a:rPr lang="fr-FR" sz="2800" dirty="0" err="1"/>
              <a:t>lehibe</a:t>
            </a:r>
            <a:r>
              <a:rPr lang="fr-FR" sz="2800" dirty="0"/>
              <a:t> </a:t>
            </a:r>
            <a:r>
              <a:rPr lang="fr-FR" sz="2800" dirty="0" err="1"/>
              <a:t>sy</a:t>
            </a:r>
            <a:r>
              <a:rPr lang="fr-FR" sz="2800" dirty="0"/>
              <a:t> </a:t>
            </a:r>
            <a:r>
              <a:rPr lang="fr-FR" sz="2800" dirty="0" err="1"/>
              <a:t>nahatalanjona</a:t>
            </a:r>
            <a:r>
              <a:rPr lang="fr-FR" sz="2800" dirty="0"/>
              <a:t> </a:t>
            </a:r>
            <a:r>
              <a:rPr lang="fr-FR" sz="2800" dirty="0" err="1"/>
              <a:t>indrindra</a:t>
            </a:r>
            <a:r>
              <a:rPr lang="fr-FR" sz="2800" dirty="0"/>
              <a:t> na </a:t>
            </a:r>
            <a:r>
              <a:rPr lang="fr-FR" sz="2800" dirty="0" err="1"/>
              <a:t>eksodosy</a:t>
            </a:r>
            <a:r>
              <a:rPr lang="fr-FR" sz="2800" dirty="0"/>
              <a:t>, </a:t>
            </a:r>
            <a:r>
              <a:rPr lang="fr-FR" sz="2800" dirty="0" err="1"/>
              <a:t>izay</a:t>
            </a:r>
            <a:r>
              <a:rPr lang="fr-FR" sz="2800" dirty="0"/>
              <a:t> </a:t>
            </a:r>
            <a:r>
              <a:rPr lang="fr-FR" sz="2800" dirty="0" err="1"/>
              <a:t>tsy</a:t>
            </a:r>
            <a:r>
              <a:rPr lang="fr-FR" sz="2800" dirty="0"/>
              <a:t> </a:t>
            </a:r>
            <a:r>
              <a:rPr lang="fr-FR" sz="2800" dirty="0" err="1"/>
              <a:t>mbola</a:t>
            </a:r>
            <a:r>
              <a:rPr lang="fr-FR" sz="2800" dirty="0"/>
              <a:t> </a:t>
            </a:r>
            <a:r>
              <a:rPr lang="fr-FR" sz="2800" dirty="0" err="1"/>
              <a:t>nisy</a:t>
            </a:r>
            <a:r>
              <a:rPr lang="fr-FR" sz="2800" dirty="0"/>
              <a:t> </a:t>
            </a:r>
            <a:r>
              <a:rPr lang="fr-FR" sz="2800" dirty="0" err="1"/>
              <a:t>toa</a:t>
            </a:r>
            <a:r>
              <a:rPr lang="fr-FR" sz="2800" dirty="0"/>
              <a:t> </a:t>
            </a:r>
            <a:r>
              <a:rPr lang="fr-FR" sz="2800" dirty="0" err="1"/>
              <a:t>izany</a:t>
            </a:r>
            <a:r>
              <a:rPr lang="fr-FR" sz="2800" dirty="0"/>
              <a:t> </a:t>
            </a:r>
            <a:r>
              <a:rPr lang="fr-FR" sz="2800" dirty="0" err="1"/>
              <a:t>teto</a:t>
            </a:r>
            <a:r>
              <a:rPr lang="fr-FR" sz="2800" dirty="0"/>
              <a:t> </a:t>
            </a:r>
            <a:r>
              <a:rPr lang="fr-FR" sz="2800" dirty="0" err="1"/>
              <a:t>ambonin'ity</a:t>
            </a:r>
            <a:r>
              <a:rPr lang="fr-FR" sz="2800" dirty="0"/>
              <a:t> </a:t>
            </a:r>
            <a:r>
              <a:rPr lang="fr-FR" sz="2800" dirty="0" err="1"/>
              <a:t>tany</a:t>
            </a:r>
            <a:r>
              <a:rPr lang="fr-FR" sz="2800" dirty="0"/>
              <a:t> </a:t>
            </a:r>
            <a:r>
              <a:rPr lang="fr-FR" sz="2800" dirty="0" err="1"/>
              <a:t>ity</a:t>
            </a:r>
            <a:r>
              <a:rPr lang="fr-FR" sz="2800" dirty="0"/>
              <a:t>. </a:t>
            </a:r>
          </a:p>
        </p:txBody>
      </p:sp>
    </p:spTree>
    <p:extLst>
      <p:ext uri="{BB962C8B-B14F-4D97-AF65-F5344CB8AC3E}">
        <p14:creationId xmlns:p14="http://schemas.microsoft.com/office/powerpoint/2010/main" val="204867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3964" y="618518"/>
            <a:ext cx="11998036" cy="1478570"/>
          </a:xfrm>
        </p:spPr>
        <p:txBody>
          <a:bodyPr/>
          <a:lstStyle/>
          <a:p>
            <a:r>
              <a:rPr lang="fr-FR" b="1" dirty="0">
                <a:latin typeface="Arial Black" panose="020B0A04020102020204" pitchFamily="34" charset="0"/>
              </a:rPr>
              <a:t>Jetro (</a:t>
            </a:r>
            <a:r>
              <a:rPr lang="fr-FR" b="1" dirty="0" err="1">
                <a:latin typeface="Arial Black" panose="020B0A04020102020204" pitchFamily="34" charset="0"/>
              </a:rPr>
              <a:t>ilay</a:t>
            </a:r>
            <a:r>
              <a:rPr lang="fr-FR" b="1" dirty="0">
                <a:latin typeface="Arial Black" panose="020B0A04020102020204" pitchFamily="34" charset="0"/>
              </a:rPr>
              <a:t> </a:t>
            </a:r>
            <a:r>
              <a:rPr lang="fr-FR" b="1" dirty="0" err="1">
                <a:latin typeface="Arial Black" panose="020B0A04020102020204" pitchFamily="34" charset="0"/>
              </a:rPr>
              <a:t>Midianita</a:t>
            </a:r>
            <a:r>
              <a:rPr lang="fr-FR" b="1" dirty="0">
                <a:latin typeface="Arial Black" panose="020B0A04020102020204" pitchFamily="34" charset="0"/>
              </a:rPr>
              <a:t>) – </a:t>
            </a:r>
            <a:r>
              <a:rPr lang="fr-FR" b="1" dirty="0" err="1">
                <a:latin typeface="Arial Black" panose="020B0A04020102020204" pitchFamily="34" charset="0"/>
              </a:rPr>
              <a:t>olona</a:t>
            </a:r>
            <a:r>
              <a:rPr lang="fr-FR" b="1" dirty="0">
                <a:latin typeface="Arial Black" panose="020B0A04020102020204" pitchFamily="34" charset="0"/>
              </a:rPr>
              <a:t> </a:t>
            </a:r>
            <a:r>
              <a:rPr lang="fr-FR" b="1" dirty="0" err="1">
                <a:latin typeface="Arial Black" panose="020B0A04020102020204" pitchFamily="34" charset="0"/>
              </a:rPr>
              <a:t>iray</a:t>
            </a:r>
            <a:r>
              <a:rPr lang="fr-FR" b="1" dirty="0">
                <a:latin typeface="Arial Black" panose="020B0A04020102020204" pitchFamily="34" charset="0"/>
              </a:rPr>
              <a:t> </a:t>
            </a:r>
            <a:r>
              <a:rPr lang="fr-FR" b="1" dirty="0" err="1">
                <a:latin typeface="Arial Black" panose="020B0A04020102020204" pitchFamily="34" charset="0"/>
              </a:rPr>
              <a:t>mpino</a:t>
            </a:r>
            <a:endParaRPr lang="fr-FR" b="1" dirty="0">
              <a:latin typeface="Arial Black" panose="020B0A04020102020204" pitchFamily="34" charset="0"/>
            </a:endParaRPr>
          </a:p>
        </p:txBody>
      </p:sp>
      <p:sp>
        <p:nvSpPr>
          <p:cNvPr id="3" name="Espace réservé du contenu 2"/>
          <p:cNvSpPr>
            <a:spLocks noGrp="1"/>
          </p:cNvSpPr>
          <p:nvPr>
            <p:ph idx="1"/>
          </p:nvPr>
        </p:nvSpPr>
        <p:spPr>
          <a:xfrm>
            <a:off x="193964" y="2249487"/>
            <a:ext cx="11887200" cy="3791095"/>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dirty="0">
                <a:latin typeface="Arial Black" panose="020B0A04020102020204" pitchFamily="34" charset="0"/>
              </a:rPr>
              <a:t>Nipetraka tao an-</a:t>
            </a:r>
            <a:r>
              <a:rPr lang="fr-FR" dirty="0" err="1">
                <a:latin typeface="Arial Black" panose="020B0A04020102020204" pitchFamily="34" charset="0"/>
              </a:rPr>
              <a:t>tranon'i</a:t>
            </a:r>
            <a:r>
              <a:rPr lang="fr-FR" dirty="0">
                <a:latin typeface="Arial Black" panose="020B0A04020102020204" pitchFamily="34" charset="0"/>
              </a:rPr>
              <a:t> Jetro,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pretran'ny</a:t>
            </a:r>
            <a:r>
              <a:rPr lang="fr-FR" dirty="0">
                <a:latin typeface="Arial Black" panose="020B0A04020102020204" pitchFamily="34" charset="0"/>
              </a:rPr>
              <a:t> </a:t>
            </a:r>
            <a:r>
              <a:rPr lang="fr-FR" dirty="0" err="1">
                <a:latin typeface="Arial Black" panose="020B0A04020102020204" pitchFamily="34" charset="0"/>
              </a:rPr>
              <a:t>Midiana</a:t>
            </a:r>
            <a:r>
              <a:rPr lang="fr-FR" dirty="0">
                <a:latin typeface="Arial Black" panose="020B0A04020102020204" pitchFamily="34" charset="0"/>
              </a:rPr>
              <a:t>, i </a:t>
            </a:r>
            <a:r>
              <a:rPr lang="fr-FR" dirty="0" err="1">
                <a:latin typeface="Arial Black" panose="020B0A04020102020204" pitchFamily="34" charset="0"/>
              </a:rPr>
              <a:t>Mosesy</a:t>
            </a:r>
            <a:r>
              <a:rPr lang="fr-FR" dirty="0">
                <a:latin typeface="Arial Black" panose="020B0A04020102020204" pitchFamily="34" charset="0"/>
              </a:rPr>
              <a:t>. </a:t>
            </a:r>
            <a:r>
              <a:rPr lang="fr-FR" dirty="0" err="1">
                <a:latin typeface="Arial Black" panose="020B0A04020102020204" pitchFamily="34" charset="0"/>
              </a:rPr>
              <a:t>Pretra</a:t>
            </a:r>
            <a:r>
              <a:rPr lang="fr-FR" dirty="0">
                <a:latin typeface="Arial Black" panose="020B0A04020102020204" pitchFamily="34" charset="0"/>
              </a:rPr>
              <a:t> </a:t>
            </a:r>
            <a:r>
              <a:rPr lang="fr-FR" dirty="0" err="1">
                <a:latin typeface="Arial Black" panose="020B0A04020102020204" pitchFamily="34" charset="0"/>
              </a:rPr>
              <a:t>nanao</a:t>
            </a:r>
            <a:r>
              <a:rPr lang="fr-FR" dirty="0">
                <a:latin typeface="Arial Black" panose="020B0A04020102020204" pitchFamily="34" charset="0"/>
              </a:rPr>
              <a:t> ahoana </a:t>
            </a:r>
            <a:r>
              <a:rPr lang="fr-FR" dirty="0" err="1">
                <a:latin typeface="Arial Black" panose="020B0A04020102020204" pitchFamily="34" charset="0"/>
              </a:rPr>
              <a:t>moa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io</a:t>
            </a:r>
            <a:r>
              <a:rPr lang="fr-FR" dirty="0">
                <a:latin typeface="Arial Black" panose="020B0A04020102020204" pitchFamily="34" charset="0"/>
              </a:rPr>
              <a:t>? Ny </a:t>
            </a:r>
            <a:r>
              <a:rPr lang="fr-FR" dirty="0" err="1">
                <a:latin typeface="Arial Black" panose="020B0A04020102020204" pitchFamily="34" charset="0"/>
              </a:rPr>
              <a:t>olona</a:t>
            </a:r>
            <a:r>
              <a:rPr lang="fr-FR" dirty="0">
                <a:latin typeface="Arial Black" panose="020B0A04020102020204" pitchFamily="34" charset="0"/>
              </a:rPr>
              <a:t> </a:t>
            </a:r>
            <a:r>
              <a:rPr lang="fr-FR" dirty="0" err="1">
                <a:latin typeface="Arial Black" panose="020B0A04020102020204" pitchFamily="34" charset="0"/>
              </a:rPr>
              <a:t>sasany</a:t>
            </a:r>
            <a:r>
              <a:rPr lang="fr-FR" dirty="0">
                <a:latin typeface="Arial Black" panose="020B0A04020102020204" pitchFamily="34" charset="0"/>
              </a:rPr>
              <a:t> dia </a:t>
            </a:r>
            <a:r>
              <a:rPr lang="fr-FR" dirty="0" err="1">
                <a:latin typeface="Arial Black" panose="020B0A04020102020204" pitchFamily="34" charset="0"/>
              </a:rPr>
              <a:t>mihevitra</a:t>
            </a:r>
            <a:r>
              <a:rPr lang="fr-FR" dirty="0">
                <a:latin typeface="Arial Black" panose="020B0A04020102020204" pitchFamily="34" charset="0"/>
              </a:rPr>
              <a:t> fa </a:t>
            </a:r>
            <a:r>
              <a:rPr lang="fr-FR" dirty="0" err="1">
                <a:latin typeface="Arial Black" panose="020B0A04020102020204" pitchFamily="34" charset="0"/>
              </a:rPr>
              <a:t>mpanompo</a:t>
            </a:r>
            <a:r>
              <a:rPr lang="fr-FR" dirty="0">
                <a:latin typeface="Arial Black" panose="020B0A04020102020204" pitchFamily="34" charset="0"/>
              </a:rPr>
              <a:t> </a:t>
            </a:r>
            <a:r>
              <a:rPr lang="fr-FR" dirty="0" err="1">
                <a:latin typeface="Arial Black" panose="020B0A04020102020204" pitchFamily="34" charset="0"/>
              </a:rPr>
              <a:t>sampy</a:t>
            </a:r>
            <a:r>
              <a:rPr lang="fr-FR" dirty="0">
                <a:latin typeface="Arial Black" panose="020B0A04020102020204" pitchFamily="34" charset="0"/>
              </a:rPr>
              <a:t> i Jetro, </a:t>
            </a:r>
            <a:r>
              <a:rPr lang="fr-FR" dirty="0" err="1">
                <a:latin typeface="Arial Black" panose="020B0A04020102020204" pitchFamily="34" charset="0"/>
              </a:rPr>
              <a:t>kanefa</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dia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vitan'ny</a:t>
            </a:r>
            <a:r>
              <a:rPr lang="fr-FR" dirty="0">
                <a:latin typeface="Arial Black" panose="020B0A04020102020204" pitchFamily="34" charset="0"/>
              </a:rPr>
              <a:t> </a:t>
            </a:r>
            <a:r>
              <a:rPr lang="fr-FR" dirty="0" err="1">
                <a:latin typeface="Arial Black" panose="020B0A04020102020204" pitchFamily="34" charset="0"/>
              </a:rPr>
              <a:t>hoe</a:t>
            </a:r>
            <a:r>
              <a:rPr lang="fr-FR" dirty="0">
                <a:latin typeface="Arial Black" panose="020B0A04020102020204" pitchFamily="34" charset="0"/>
              </a:rPr>
              <a:t> </a:t>
            </a:r>
            <a:r>
              <a:rPr lang="fr-FR" dirty="0" err="1">
                <a:latin typeface="Arial Black" panose="020B0A04020102020204" pitchFamily="34" charset="0"/>
              </a:rPr>
              <a:t>nampita</a:t>
            </a:r>
            <a:r>
              <a:rPr lang="fr-FR" dirty="0">
                <a:latin typeface="Arial Black" panose="020B0A04020102020204" pitchFamily="34" charset="0"/>
              </a:rPr>
              <a:t> </a:t>
            </a:r>
            <a:r>
              <a:rPr lang="fr-FR" dirty="0" err="1">
                <a:latin typeface="Arial Black" panose="020B0A04020102020204" pitchFamily="34" charset="0"/>
              </a:rPr>
              <a:t>hery</a:t>
            </a:r>
            <a:r>
              <a:rPr lang="fr-FR" dirty="0">
                <a:latin typeface="Arial Black" panose="020B0A04020102020204" pitchFamily="34" charset="0"/>
              </a:rPr>
              <a:t> </a:t>
            </a:r>
            <a:r>
              <a:rPr lang="fr-FR" dirty="0" err="1">
                <a:latin typeface="Arial Black" panose="020B0A04020102020204" pitchFamily="34" charset="0"/>
              </a:rPr>
              <a:t>miasa</a:t>
            </a:r>
            <a:r>
              <a:rPr lang="fr-FR" dirty="0">
                <a:latin typeface="Arial Black" panose="020B0A04020102020204" pitchFamily="34" charset="0"/>
              </a:rPr>
              <a:t> </a:t>
            </a:r>
            <a:r>
              <a:rPr lang="fr-FR" dirty="0" err="1">
                <a:latin typeface="Arial Black" panose="020B0A04020102020204" pitchFamily="34" charset="0"/>
              </a:rPr>
              <a:t>mangina</a:t>
            </a:r>
            <a:r>
              <a:rPr lang="fr-FR" dirty="0">
                <a:latin typeface="Arial Black" panose="020B0A04020102020204" pitchFamily="34" charset="0"/>
              </a:rPr>
              <a:t> ara-</a:t>
            </a:r>
            <a:r>
              <a:rPr lang="fr-FR" dirty="0" err="1">
                <a:latin typeface="Arial Black" panose="020B0A04020102020204" pitchFamily="34" charset="0"/>
              </a:rPr>
              <a:t>panahy</a:t>
            </a:r>
            <a:r>
              <a:rPr lang="fr-FR" dirty="0">
                <a:latin typeface="Arial Black" panose="020B0A04020102020204" pitchFamily="34" charset="0"/>
              </a:rPr>
              <a:t> </a:t>
            </a:r>
            <a:r>
              <a:rPr lang="fr-FR" dirty="0" err="1">
                <a:latin typeface="Arial Black" panose="020B0A04020102020204" pitchFamily="34" charset="0"/>
              </a:rPr>
              <a:t>tamin'i</a:t>
            </a:r>
            <a:r>
              <a:rPr lang="fr-FR" dirty="0">
                <a:latin typeface="Arial Black" panose="020B0A04020102020204" pitchFamily="34" charset="0"/>
              </a:rPr>
              <a:t> </a:t>
            </a:r>
            <a:r>
              <a:rPr lang="fr-FR" dirty="0" err="1">
                <a:latin typeface="Arial Black" panose="020B0A04020102020204" pitchFamily="34" charset="0"/>
              </a:rPr>
              <a:t>Mosesy</a:t>
            </a:r>
            <a:r>
              <a:rPr lang="fr-FR" dirty="0">
                <a:latin typeface="Arial Black" panose="020B0A04020102020204" pitchFamily="34" charset="0"/>
              </a:rPr>
              <a:t> </a:t>
            </a:r>
            <a:r>
              <a:rPr lang="fr-FR" dirty="0" err="1">
                <a:latin typeface="Arial Black" panose="020B0A04020102020204" pitchFamily="34" charset="0"/>
              </a:rPr>
              <a:t>fony</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nipetraka</a:t>
            </a:r>
            <a:r>
              <a:rPr lang="fr-FR" dirty="0">
                <a:latin typeface="Arial Black" panose="020B0A04020102020204" pitchFamily="34" charset="0"/>
              </a:rPr>
              <a:t> tao </a:t>
            </a:r>
            <a:r>
              <a:rPr lang="fr-FR" dirty="0" err="1">
                <a:latin typeface="Arial Black" panose="020B0A04020102020204" pitchFamily="34" charset="0"/>
              </a:rPr>
              <a:t>aminy</a:t>
            </a:r>
            <a:r>
              <a:rPr lang="fr-FR" dirty="0">
                <a:latin typeface="Arial Black" panose="020B0A04020102020204" pitchFamily="34" charset="0"/>
              </a:rPr>
              <a:t> </a:t>
            </a:r>
            <a:r>
              <a:rPr lang="fr-FR" dirty="0" err="1">
                <a:latin typeface="Arial Black" panose="020B0A04020102020204" pitchFamily="34" charset="0"/>
              </a:rPr>
              <a:t>nandritra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40 </a:t>
            </a:r>
            <a:r>
              <a:rPr lang="fr-FR" dirty="0" err="1">
                <a:latin typeface="Arial Black" panose="020B0A04020102020204" pitchFamily="34" charset="0"/>
              </a:rPr>
              <a:t>taona</a:t>
            </a:r>
            <a:r>
              <a:rPr lang="fr-FR" dirty="0">
                <a:latin typeface="Arial Black" panose="020B0A04020102020204" pitchFamily="34" charset="0"/>
              </a:rPr>
              <a:t> </a:t>
            </a:r>
            <a:r>
              <a:rPr lang="fr-FR" dirty="0" err="1">
                <a:latin typeface="Arial Black" panose="020B0A04020102020204" pitchFamily="34" charset="0"/>
              </a:rPr>
              <a:t>fotsiny</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fa </a:t>
            </a:r>
            <a:r>
              <a:rPr lang="fr-FR" dirty="0" err="1">
                <a:latin typeface="Arial Black" panose="020B0A04020102020204" pitchFamily="34" charset="0"/>
              </a:rPr>
              <a:t>rehefa</a:t>
            </a:r>
            <a:r>
              <a:rPr lang="fr-FR" dirty="0">
                <a:latin typeface="Arial Black" panose="020B0A04020102020204" pitchFamily="34" charset="0"/>
              </a:rPr>
              <a:t> </a:t>
            </a:r>
            <a:r>
              <a:rPr lang="fr-FR" dirty="0" err="1">
                <a:latin typeface="Arial Black" panose="020B0A04020102020204" pitchFamily="34" charset="0"/>
              </a:rPr>
              <a:t>nitsidika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Mosesy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an'efitra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i Jetro </a:t>
            </a:r>
            <a:r>
              <a:rPr lang="fr-FR" dirty="0" err="1">
                <a:latin typeface="Arial Black" panose="020B0A04020102020204" pitchFamily="34" charset="0"/>
              </a:rPr>
              <a:t>taty</a:t>
            </a:r>
            <a:r>
              <a:rPr lang="fr-FR" dirty="0">
                <a:latin typeface="Arial Black" panose="020B0A04020102020204" pitchFamily="34" charset="0"/>
              </a:rPr>
              <a:t> </a:t>
            </a:r>
            <a:r>
              <a:rPr lang="fr-FR" dirty="0" err="1">
                <a:latin typeface="Arial Black" panose="020B0A04020102020204" pitchFamily="34" charset="0"/>
              </a:rPr>
              <a:t>aoriana</a:t>
            </a:r>
            <a:r>
              <a:rPr lang="fr-FR" dirty="0">
                <a:latin typeface="Arial Black" panose="020B0A04020102020204" pitchFamily="34" charset="0"/>
              </a:rPr>
              <a:t> dia </a:t>
            </a:r>
            <a:r>
              <a:rPr lang="fr-FR" dirty="0" err="1">
                <a:latin typeface="Arial Black" panose="020B0A04020102020204" pitchFamily="34" charset="0"/>
              </a:rPr>
              <a:t>anisan'ny</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tamin'ireo</a:t>
            </a:r>
            <a:r>
              <a:rPr lang="fr-FR" dirty="0">
                <a:latin typeface="Arial Black" panose="020B0A04020102020204" pitchFamily="34" charset="0"/>
              </a:rPr>
              <a:t> </a:t>
            </a:r>
            <a:r>
              <a:rPr lang="fr-FR" dirty="0" err="1">
                <a:latin typeface="Arial Black" panose="020B0A04020102020204" pitchFamily="34" charset="0"/>
              </a:rPr>
              <a:t>nampianatra</a:t>
            </a:r>
            <a:r>
              <a:rPr lang="fr-FR" dirty="0">
                <a:latin typeface="Arial Black" panose="020B0A04020102020204" pitchFamily="34" charset="0"/>
              </a:rPr>
              <a:t> </a:t>
            </a:r>
            <a:r>
              <a:rPr lang="fr-FR" dirty="0" err="1">
                <a:latin typeface="Arial Black" panose="020B0A04020102020204" pitchFamily="34" charset="0"/>
              </a:rPr>
              <a:t>lesona</a:t>
            </a:r>
            <a:r>
              <a:rPr lang="fr-FR" dirty="0">
                <a:latin typeface="Arial Black" panose="020B0A04020102020204" pitchFamily="34" charset="0"/>
              </a:rPr>
              <a:t> </a:t>
            </a:r>
            <a:r>
              <a:rPr lang="fr-FR" dirty="0" err="1">
                <a:latin typeface="Arial Black" panose="020B0A04020102020204" pitchFamily="34" charset="0"/>
              </a:rPr>
              <a:t>lehibe</a:t>
            </a:r>
            <a:r>
              <a:rPr lang="fr-FR" dirty="0">
                <a:latin typeface="Arial Black" panose="020B0A04020102020204" pitchFamily="34" charset="0"/>
              </a:rPr>
              <a:t> ara-</a:t>
            </a:r>
            <a:r>
              <a:rPr lang="fr-FR" dirty="0" err="1">
                <a:latin typeface="Arial Black" panose="020B0A04020102020204" pitchFamily="34" charset="0"/>
              </a:rPr>
              <a:t>pitantanana</a:t>
            </a:r>
            <a:r>
              <a:rPr lang="fr-FR" dirty="0">
                <a:latin typeface="Arial Black" panose="020B0A04020102020204" pitchFamily="34" charset="0"/>
              </a:rPr>
              <a:t> ho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Mosesy</a:t>
            </a:r>
            <a:r>
              <a:rPr lang="fr-FR" dirty="0">
                <a:latin typeface="Arial Black" panose="020B0A04020102020204" pitchFamily="34" charset="0"/>
              </a:rPr>
              <a:t>,</a:t>
            </a:r>
          </a:p>
        </p:txBody>
      </p:sp>
    </p:spTree>
    <p:extLst>
      <p:ext uri="{BB962C8B-B14F-4D97-AF65-F5344CB8AC3E}">
        <p14:creationId xmlns:p14="http://schemas.microsoft.com/office/powerpoint/2010/main" val="1579167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7818" y="141224"/>
            <a:ext cx="11034946" cy="1478570"/>
          </a:xfrm>
        </p:spPr>
        <p:txBody>
          <a:bodyPr/>
          <a:lstStyle/>
          <a:p>
            <a:pPr algn="ctr"/>
            <a:r>
              <a:rPr lang="fr-FR" dirty="0">
                <a:latin typeface="Arial Black" panose="020B0A04020102020204" pitchFamily="34" charset="0"/>
              </a:rPr>
              <a:t>Jetro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Midianita</a:t>
            </a:r>
            <a:r>
              <a:rPr lang="fr-FR" dirty="0">
                <a:latin typeface="Arial Black" panose="020B0A04020102020204" pitchFamily="34" charset="0"/>
              </a:rPr>
              <a:t>) – </a:t>
            </a:r>
            <a:r>
              <a:rPr lang="fr-FR" dirty="0" err="1">
                <a:latin typeface="Arial Black" panose="020B0A04020102020204" pitchFamily="34" charset="0"/>
              </a:rPr>
              <a:t>olona</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mpino</a:t>
            </a:r>
            <a:endParaRPr lang="fr-FR" dirty="0">
              <a:latin typeface="Arial Black" panose="020B0A04020102020204" pitchFamily="34" charset="0"/>
            </a:endParaRPr>
          </a:p>
        </p:txBody>
      </p:sp>
      <p:sp>
        <p:nvSpPr>
          <p:cNvPr id="3" name="Espace réservé du contenu 2"/>
          <p:cNvSpPr>
            <a:spLocks noGrp="1"/>
          </p:cNvSpPr>
          <p:nvPr>
            <p:ph idx="1"/>
          </p:nvPr>
        </p:nvSpPr>
        <p:spPr>
          <a:xfrm>
            <a:off x="679269" y="1619794"/>
            <a:ext cx="11220993" cy="4919551"/>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err="1"/>
              <a:t>araka</a:t>
            </a:r>
            <a:r>
              <a:rPr lang="fr-FR" sz="2800" dirty="0"/>
              <a:t> </a:t>
            </a:r>
            <a:r>
              <a:rPr lang="fr-FR" sz="2800" dirty="0" err="1"/>
              <a:t>ny</a:t>
            </a:r>
            <a:r>
              <a:rPr lang="fr-FR" sz="2800" dirty="0"/>
              <a:t> </a:t>
            </a:r>
            <a:r>
              <a:rPr lang="fr-FR" sz="2800" dirty="0" err="1"/>
              <a:t>hita</a:t>
            </a:r>
            <a:r>
              <a:rPr lang="fr-FR" sz="2800" dirty="0"/>
              <a:t> </a:t>
            </a:r>
            <a:r>
              <a:rPr lang="fr-FR" sz="2800" dirty="0" err="1"/>
              <a:t>ao</a:t>
            </a:r>
            <a:r>
              <a:rPr lang="fr-FR" sz="2800" dirty="0"/>
              <a:t> </a:t>
            </a:r>
            <a:r>
              <a:rPr lang="fr-FR" sz="2800" dirty="0" err="1"/>
              <a:t>amin'ny</a:t>
            </a:r>
            <a:r>
              <a:rPr lang="fr-FR" sz="2800" dirty="0"/>
              <a:t> </a:t>
            </a:r>
            <a:r>
              <a:rPr lang="fr-FR" sz="2800" dirty="0" err="1"/>
              <a:t>Eksodosy</a:t>
            </a:r>
            <a:r>
              <a:rPr lang="fr-FR" sz="2800" dirty="0"/>
              <a:t> 18, </a:t>
            </a:r>
            <a:r>
              <a:rPr lang="fr-FR" sz="2800" dirty="0" err="1"/>
              <a:t>ary</a:t>
            </a:r>
            <a:r>
              <a:rPr lang="fr-FR" sz="2800" dirty="0"/>
              <a:t> </a:t>
            </a:r>
            <a:r>
              <a:rPr lang="fr-FR" sz="2800" dirty="0" err="1"/>
              <a:t>niresaka</a:t>
            </a:r>
            <a:r>
              <a:rPr lang="fr-FR" sz="2800" dirty="0"/>
              <a:t> </a:t>
            </a:r>
            <a:r>
              <a:rPr lang="fr-FR" sz="2800" dirty="0" err="1"/>
              <a:t>momba</a:t>
            </a:r>
            <a:r>
              <a:rPr lang="fr-FR" sz="2800" dirty="0"/>
              <a:t> </a:t>
            </a:r>
            <a:r>
              <a:rPr lang="fr-FR" sz="2800" dirty="0" err="1"/>
              <a:t>an'Andriamanitra</a:t>
            </a:r>
            <a:r>
              <a:rPr lang="fr-FR" sz="2800" dirty="0"/>
              <a:t> </a:t>
            </a:r>
            <a:r>
              <a:rPr lang="fr-FR" sz="2800" dirty="0" err="1"/>
              <a:t>araka</a:t>
            </a:r>
            <a:r>
              <a:rPr lang="fr-FR" sz="2800" dirty="0"/>
              <a:t> </a:t>
            </a:r>
            <a:r>
              <a:rPr lang="fr-FR" sz="2800" dirty="0" err="1"/>
              <a:t>izao</a:t>
            </a:r>
            <a:r>
              <a:rPr lang="fr-FR" sz="2800" dirty="0"/>
              <a:t> </a:t>
            </a:r>
            <a:r>
              <a:rPr lang="fr-FR" sz="2800" dirty="0" err="1"/>
              <a:t>manaraka</a:t>
            </a:r>
            <a:r>
              <a:rPr lang="fr-FR" sz="2800" dirty="0"/>
              <a:t> </a:t>
            </a:r>
            <a:r>
              <a:rPr lang="fr-FR" sz="2800" dirty="0" err="1"/>
              <a:t>izao</a:t>
            </a:r>
            <a:r>
              <a:rPr lang="fr-FR" sz="2800" dirty="0"/>
              <a:t> </a:t>
            </a:r>
            <a:r>
              <a:rPr lang="fr-FR" sz="2800" dirty="0" err="1"/>
              <a:t>ihany</a:t>
            </a:r>
            <a:r>
              <a:rPr lang="fr-FR" sz="2800" dirty="0"/>
              <a:t> </a:t>
            </a:r>
            <a:r>
              <a:rPr lang="fr-FR" sz="2800" dirty="0" err="1"/>
              <a:t>koa</a:t>
            </a:r>
            <a:r>
              <a:rPr lang="fr-FR" sz="2800" dirty="0"/>
              <a:t>:</a:t>
            </a:r>
          </a:p>
          <a:p>
            <a:r>
              <a:rPr lang="fr-FR" sz="2800" dirty="0" smtClean="0"/>
              <a:t>18:19</a:t>
            </a:r>
            <a:r>
              <a:rPr lang="fr-FR" sz="2800" dirty="0"/>
              <a:t>: "</a:t>
            </a:r>
            <a:r>
              <a:rPr lang="fr-FR" sz="2800" dirty="0" err="1"/>
              <a:t>Ary</a:t>
            </a:r>
            <a:r>
              <a:rPr lang="fr-FR" sz="2800" dirty="0"/>
              <a:t> </a:t>
            </a:r>
            <a:r>
              <a:rPr lang="fr-FR" sz="2800" dirty="0" err="1"/>
              <a:t>ankehitriny</a:t>
            </a:r>
            <a:r>
              <a:rPr lang="fr-FR" sz="2800" dirty="0"/>
              <a:t>, dia </a:t>
            </a:r>
            <a:r>
              <a:rPr lang="fr-FR" sz="2800" dirty="0" err="1"/>
              <a:t>maneke</a:t>
            </a:r>
            <a:r>
              <a:rPr lang="fr-FR" sz="2800" dirty="0"/>
              <a:t> </a:t>
            </a:r>
            <a:r>
              <a:rPr lang="fr-FR" sz="2800" dirty="0" err="1"/>
              <a:t>ny</a:t>
            </a:r>
            <a:r>
              <a:rPr lang="fr-FR" sz="2800" dirty="0"/>
              <a:t> </a:t>
            </a:r>
            <a:r>
              <a:rPr lang="fr-FR" sz="2800" dirty="0" err="1"/>
              <a:t>teniko</a:t>
            </a:r>
            <a:r>
              <a:rPr lang="fr-FR" sz="2800" dirty="0"/>
              <a:t>, fa </a:t>
            </a:r>
            <a:r>
              <a:rPr lang="fr-FR" sz="2800" dirty="0" err="1"/>
              <a:t>hanoro</a:t>
            </a:r>
            <a:r>
              <a:rPr lang="fr-FR" sz="2800" dirty="0"/>
              <a:t> </a:t>
            </a:r>
            <a:r>
              <a:rPr lang="fr-FR" sz="2800" dirty="0" err="1"/>
              <a:t>hevitra</a:t>
            </a:r>
            <a:r>
              <a:rPr lang="fr-FR" sz="2800" dirty="0"/>
              <a:t> </a:t>
            </a:r>
            <a:r>
              <a:rPr lang="fr-FR" sz="2800" dirty="0" err="1"/>
              <a:t>anao</a:t>
            </a:r>
            <a:r>
              <a:rPr lang="fr-FR" sz="2800" dirty="0"/>
              <a:t> Aho, ka 	</a:t>
            </a:r>
            <a:r>
              <a:rPr lang="fr-FR" sz="2800" dirty="0" err="1"/>
              <a:t>Andriamanitra</a:t>
            </a:r>
            <a:r>
              <a:rPr lang="fr-FR" sz="2800" dirty="0"/>
              <a:t> </a:t>
            </a:r>
            <a:r>
              <a:rPr lang="fr-FR" sz="2800" dirty="0" err="1"/>
              <a:t>anie</a:t>
            </a:r>
            <a:r>
              <a:rPr lang="fr-FR" sz="2800" dirty="0"/>
              <a:t> </a:t>
            </a:r>
            <a:r>
              <a:rPr lang="fr-FR" sz="2800" dirty="0" err="1"/>
              <a:t>homba</a:t>
            </a:r>
            <a:r>
              <a:rPr lang="fr-FR" sz="2800" dirty="0"/>
              <a:t> </a:t>
            </a:r>
            <a:r>
              <a:rPr lang="fr-FR" sz="2800" dirty="0" err="1"/>
              <a:t>anao</a:t>
            </a:r>
            <a:r>
              <a:rPr lang="fr-FR" sz="2800" dirty="0"/>
              <a:t>:</a:t>
            </a:r>
          </a:p>
          <a:p>
            <a:r>
              <a:rPr lang="fr-FR" sz="2800" dirty="0" smtClean="0"/>
              <a:t>18:21</a:t>
            </a:r>
            <a:r>
              <a:rPr lang="fr-FR" sz="2800" dirty="0"/>
              <a:t>: "</a:t>
            </a:r>
            <a:r>
              <a:rPr lang="fr-FR" sz="2800" dirty="0" err="1"/>
              <a:t>Ary</a:t>
            </a:r>
            <a:r>
              <a:rPr lang="fr-FR" sz="2800" dirty="0"/>
              <a:t> </a:t>
            </a:r>
            <a:r>
              <a:rPr lang="fr-FR" sz="2800" dirty="0" err="1"/>
              <a:t>mizaha</a:t>
            </a:r>
            <a:r>
              <a:rPr lang="fr-FR" sz="2800" dirty="0"/>
              <a:t> </a:t>
            </a:r>
            <a:r>
              <a:rPr lang="fr-FR" sz="2800" dirty="0" err="1"/>
              <a:t>eo</a:t>
            </a:r>
            <a:r>
              <a:rPr lang="fr-FR" sz="2800" dirty="0"/>
              <a:t> </a:t>
            </a:r>
            <a:r>
              <a:rPr lang="fr-FR" sz="2800" dirty="0" err="1"/>
              <a:t>amin'ny</a:t>
            </a:r>
            <a:r>
              <a:rPr lang="fr-FR" sz="2800" dirty="0"/>
              <a:t> </a:t>
            </a:r>
            <a:r>
              <a:rPr lang="fr-FR" sz="2800" dirty="0" err="1"/>
              <a:t>olona</a:t>
            </a:r>
            <a:r>
              <a:rPr lang="fr-FR" sz="2800" dirty="0"/>
              <a:t> </a:t>
            </a:r>
            <a:r>
              <a:rPr lang="fr-FR" sz="2800" dirty="0" err="1"/>
              <a:t>rehetra</a:t>
            </a:r>
            <a:r>
              <a:rPr lang="fr-FR" sz="2800" dirty="0"/>
              <a:t> </a:t>
            </a:r>
            <a:r>
              <a:rPr lang="fr-FR" sz="2800" dirty="0" err="1"/>
              <a:t>izay</a:t>
            </a:r>
            <a:r>
              <a:rPr lang="fr-FR" sz="2800" dirty="0"/>
              <a:t> </a:t>
            </a:r>
            <a:r>
              <a:rPr lang="fr-FR" sz="2800" dirty="0" err="1"/>
              <a:t>lehilahy</a:t>
            </a:r>
            <a:r>
              <a:rPr lang="fr-FR" sz="2800" dirty="0"/>
              <a:t> </a:t>
            </a:r>
            <a:r>
              <a:rPr lang="fr-FR" sz="2800" dirty="0" err="1"/>
              <a:t>mahay</a:t>
            </a:r>
            <a:r>
              <a:rPr lang="fr-FR" sz="2800" dirty="0"/>
              <a:t> </a:t>
            </a:r>
            <a:r>
              <a:rPr lang="fr-FR" sz="2800" dirty="0" err="1"/>
              <a:t>sy</a:t>
            </a:r>
            <a:r>
              <a:rPr lang="fr-FR" sz="2800" dirty="0"/>
              <a:t> </a:t>
            </a:r>
            <a:r>
              <a:rPr lang="fr-FR" sz="2800" dirty="0" err="1"/>
              <a:t>matahotra</a:t>
            </a:r>
            <a:r>
              <a:rPr lang="fr-FR" sz="2800" dirty="0"/>
              <a:t> 	</a:t>
            </a:r>
            <a:r>
              <a:rPr lang="fr-FR" sz="2800" dirty="0" err="1"/>
              <a:t>an'Andriamanitra</a:t>
            </a:r>
            <a:r>
              <a:rPr lang="fr-FR" sz="2800" dirty="0"/>
              <a:t>, dia </a:t>
            </a:r>
            <a:r>
              <a:rPr lang="fr-FR" sz="2800" dirty="0" err="1"/>
              <a:t>lehilahy</a:t>
            </a:r>
            <a:r>
              <a:rPr lang="fr-FR" sz="2800" dirty="0"/>
              <a:t> marina </a:t>
            </a:r>
            <a:r>
              <a:rPr lang="fr-FR" sz="2800" dirty="0" err="1"/>
              <a:t>izay</a:t>
            </a:r>
            <a:r>
              <a:rPr lang="fr-FR" sz="2800" dirty="0"/>
              <a:t> </a:t>
            </a:r>
            <a:r>
              <a:rPr lang="fr-FR" sz="2800" dirty="0" err="1"/>
              <a:t>tsy</a:t>
            </a:r>
            <a:r>
              <a:rPr lang="fr-FR" sz="2800" dirty="0"/>
              <a:t> </a:t>
            </a:r>
            <a:r>
              <a:rPr lang="fr-FR" sz="2800" dirty="0" err="1"/>
              <a:t>tia</a:t>
            </a:r>
            <a:r>
              <a:rPr lang="fr-FR" sz="2800" dirty="0"/>
              <a:t> </a:t>
            </a:r>
            <a:r>
              <a:rPr lang="fr-FR" sz="2800" dirty="0" err="1"/>
              <a:t>kolikoly</a:t>
            </a:r>
            <a:r>
              <a:rPr lang="fr-FR" sz="2800" dirty="0"/>
              <a:t>; ka </a:t>
            </a:r>
            <a:r>
              <a:rPr lang="fr-FR" sz="2800" dirty="0" err="1"/>
              <a:t>manendre</a:t>
            </a:r>
            <a:r>
              <a:rPr lang="fr-FR" sz="2800" dirty="0"/>
              <a:t> </a:t>
            </a:r>
            <a:r>
              <a:rPr lang="fr-FR" sz="2800" dirty="0" err="1"/>
              <a:t>mpifehy</a:t>
            </a:r>
            <a:r>
              <a:rPr lang="fr-FR" sz="2800" dirty="0"/>
              <a:t> 	</a:t>
            </a:r>
            <a:r>
              <a:rPr lang="fr-FR" sz="2800" dirty="0" err="1"/>
              <a:t>arivo</a:t>
            </a:r>
            <a:r>
              <a:rPr lang="fr-FR" sz="2800" dirty="0"/>
              <a:t> </a:t>
            </a:r>
            <a:r>
              <a:rPr lang="fr-FR" sz="2800" dirty="0" err="1"/>
              <a:t>sy</a:t>
            </a:r>
            <a:r>
              <a:rPr lang="fr-FR" sz="2800" dirty="0"/>
              <a:t> </a:t>
            </a:r>
            <a:r>
              <a:rPr lang="fr-FR" sz="2800" dirty="0" err="1"/>
              <a:t>mpifehy</a:t>
            </a:r>
            <a:r>
              <a:rPr lang="fr-FR" sz="2800" dirty="0"/>
              <a:t> </a:t>
            </a:r>
            <a:r>
              <a:rPr lang="fr-FR" sz="2800" dirty="0" err="1"/>
              <a:t>zato</a:t>
            </a:r>
            <a:r>
              <a:rPr lang="fr-FR" sz="2800" dirty="0"/>
              <a:t> </a:t>
            </a:r>
            <a:r>
              <a:rPr lang="fr-FR" sz="2800" dirty="0" err="1"/>
              <a:t>sy</a:t>
            </a:r>
            <a:r>
              <a:rPr lang="fr-FR" sz="2800" dirty="0"/>
              <a:t> </a:t>
            </a:r>
            <a:r>
              <a:rPr lang="fr-FR" sz="2800" dirty="0" err="1"/>
              <a:t>mpifehy</a:t>
            </a:r>
            <a:r>
              <a:rPr lang="fr-FR" sz="2800" dirty="0"/>
              <a:t> </a:t>
            </a:r>
            <a:r>
              <a:rPr lang="fr-FR" sz="2800" dirty="0" err="1"/>
              <a:t>dimam</a:t>
            </a:r>
            <a:r>
              <a:rPr lang="fr-FR" sz="2800" dirty="0"/>
              <a:t>-polo </a:t>
            </a:r>
            <a:r>
              <a:rPr lang="fr-FR" sz="2800" dirty="0" err="1"/>
              <a:t>ary</a:t>
            </a:r>
            <a:r>
              <a:rPr lang="fr-FR" sz="2800" dirty="0"/>
              <a:t> </a:t>
            </a:r>
            <a:r>
              <a:rPr lang="fr-FR" sz="2800" dirty="0" err="1"/>
              <a:t>mpifehy</a:t>
            </a:r>
            <a:r>
              <a:rPr lang="fr-FR" sz="2800" dirty="0"/>
              <a:t> </a:t>
            </a:r>
            <a:r>
              <a:rPr lang="fr-FR" sz="2800" dirty="0" err="1"/>
              <a:t>folo</a:t>
            </a:r>
            <a:r>
              <a:rPr lang="fr-FR" sz="2800" dirty="0"/>
              <a:t> </a:t>
            </a:r>
            <a:r>
              <a:rPr lang="fr-FR" sz="2800" dirty="0" err="1"/>
              <a:t>hifehy</a:t>
            </a:r>
            <a:r>
              <a:rPr lang="fr-FR" sz="2800" dirty="0"/>
              <a:t> </a:t>
            </a:r>
            <a:r>
              <a:rPr lang="fr-FR" sz="2800" dirty="0" err="1"/>
              <a:t>azy</a:t>
            </a:r>
            <a:r>
              <a:rPr lang="fr-FR" sz="2800" dirty="0"/>
              <a:t>."</a:t>
            </a:r>
          </a:p>
        </p:txBody>
      </p:sp>
    </p:spTree>
    <p:extLst>
      <p:ext uri="{BB962C8B-B14F-4D97-AF65-F5344CB8AC3E}">
        <p14:creationId xmlns:p14="http://schemas.microsoft.com/office/powerpoint/2010/main" val="606619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 y="141224"/>
            <a:ext cx="12053455" cy="1478570"/>
          </a:xfrm>
        </p:spPr>
        <p:txBody>
          <a:bodyPr/>
          <a:lstStyle/>
          <a:p>
            <a:pPr algn="ctr"/>
            <a:r>
              <a:rPr lang="fr-FR" dirty="0">
                <a:latin typeface="Arial Black" panose="020B0A04020102020204" pitchFamily="34" charset="0"/>
              </a:rPr>
              <a:t>Jetro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Midianita</a:t>
            </a:r>
            <a:r>
              <a:rPr lang="fr-FR" dirty="0">
                <a:latin typeface="Arial Black" panose="020B0A04020102020204" pitchFamily="34" charset="0"/>
              </a:rPr>
              <a:t>) – </a:t>
            </a:r>
            <a:r>
              <a:rPr lang="fr-FR" dirty="0" err="1">
                <a:latin typeface="Arial Black" panose="020B0A04020102020204" pitchFamily="34" charset="0"/>
              </a:rPr>
              <a:t>olona</a:t>
            </a:r>
            <a:r>
              <a:rPr lang="fr-FR" dirty="0">
                <a:latin typeface="Arial Black" panose="020B0A04020102020204" pitchFamily="34" charset="0"/>
              </a:rPr>
              <a:t> </a:t>
            </a:r>
            <a:r>
              <a:rPr lang="fr-FR" dirty="0" err="1">
                <a:latin typeface="Arial Black" panose="020B0A04020102020204" pitchFamily="34" charset="0"/>
              </a:rPr>
              <a:t>iray</a:t>
            </a:r>
            <a:r>
              <a:rPr lang="fr-FR" dirty="0">
                <a:latin typeface="Arial Black" panose="020B0A04020102020204" pitchFamily="34" charset="0"/>
              </a:rPr>
              <a:t> </a:t>
            </a:r>
            <a:r>
              <a:rPr lang="fr-FR" dirty="0" err="1">
                <a:latin typeface="Arial Black" panose="020B0A04020102020204" pitchFamily="34" charset="0"/>
              </a:rPr>
              <a:t>mpino</a:t>
            </a:r>
            <a:endParaRPr lang="fr-FR" dirty="0">
              <a:latin typeface="Arial Black" panose="020B0A04020102020204" pitchFamily="34" charset="0"/>
            </a:endParaRPr>
          </a:p>
        </p:txBody>
      </p:sp>
      <p:sp>
        <p:nvSpPr>
          <p:cNvPr id="3" name="Espace réservé du contenu 2"/>
          <p:cNvSpPr>
            <a:spLocks noGrp="1"/>
          </p:cNvSpPr>
          <p:nvPr>
            <p:ph idx="1"/>
          </p:nvPr>
        </p:nvSpPr>
        <p:spPr>
          <a:xfrm>
            <a:off x="679269" y="1619794"/>
            <a:ext cx="11220993" cy="4600897"/>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err="1">
                <a:latin typeface="Arial Black" panose="020B0A04020102020204" pitchFamily="34" charset="0"/>
              </a:rPr>
              <a:t>Nirahan'Andriamanitra</a:t>
            </a:r>
            <a:r>
              <a:rPr lang="fr-FR" sz="2800" dirty="0">
                <a:latin typeface="Arial Black" panose="020B0A04020102020204" pitchFamily="34" charset="0"/>
              </a:rPr>
              <a:t> ho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i </a:t>
            </a:r>
            <a:r>
              <a:rPr lang="fr-FR" sz="2800" dirty="0" err="1">
                <a:latin typeface="Arial Black" panose="020B0A04020102020204" pitchFamily="34" charset="0"/>
              </a:rPr>
              <a:t>Mosesy</a:t>
            </a:r>
            <a:r>
              <a:rPr lang="fr-FR" sz="2800" dirty="0">
                <a:latin typeface="Arial Black" panose="020B0A04020102020204" pitchFamily="34" charset="0"/>
              </a:rPr>
              <a:t>, </a:t>
            </a:r>
            <a:r>
              <a:rPr lang="fr-FR" sz="2800" dirty="0" err="1">
                <a:latin typeface="Arial Black" panose="020B0A04020102020204" pitchFamily="34" charset="0"/>
              </a:rPr>
              <a:t>mba</a:t>
            </a:r>
            <a:r>
              <a:rPr lang="fr-FR" sz="2800" dirty="0">
                <a:latin typeface="Arial Black" panose="020B0A04020102020204" pitchFamily="34" charset="0"/>
              </a:rPr>
              <a:t> </a:t>
            </a:r>
            <a:r>
              <a:rPr lang="fr-FR" sz="2800" dirty="0" err="1">
                <a:latin typeface="Arial Black" panose="020B0A04020102020204" pitchFamily="34" charset="0"/>
              </a:rPr>
              <a:t>hialany</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fampianarana</a:t>
            </a:r>
            <a:r>
              <a:rPr lang="fr-FR" sz="2800" dirty="0">
                <a:latin typeface="Arial Black" panose="020B0A04020102020204" pitchFamily="34" charset="0"/>
              </a:rPr>
              <a:t> </a:t>
            </a:r>
            <a:r>
              <a:rPr lang="fr-FR" sz="2800" dirty="0" err="1">
                <a:latin typeface="Arial Black" panose="020B0A04020102020204" pitchFamily="34" charset="0"/>
              </a:rPr>
              <a:t>rehetra</a:t>
            </a:r>
            <a:r>
              <a:rPr lang="fr-FR" sz="2800" dirty="0">
                <a:latin typeface="Arial Black" panose="020B0A04020102020204" pitchFamily="34" charset="0"/>
              </a:rPr>
              <a:t> </a:t>
            </a:r>
            <a:r>
              <a:rPr lang="fr-FR" sz="2800" dirty="0" err="1">
                <a:latin typeface="Arial Black" panose="020B0A04020102020204" pitchFamily="34" charset="0"/>
              </a:rPr>
              <a:t>mahakasika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zava-panahy</a:t>
            </a:r>
            <a:r>
              <a:rPr lang="fr-FR" sz="2800" dirty="0">
                <a:latin typeface="Arial Black" panose="020B0A04020102020204" pitchFamily="34" charset="0"/>
              </a:rPr>
              <a:t> tao an-</a:t>
            </a:r>
            <a:r>
              <a:rPr lang="fr-FR" sz="2800" dirty="0" err="1">
                <a:latin typeface="Arial Black" panose="020B0A04020102020204" pitchFamily="34" charset="0"/>
              </a:rPr>
              <a:t>dapan'i</a:t>
            </a:r>
            <a:r>
              <a:rPr lang="fr-FR" sz="2800" dirty="0">
                <a:latin typeface="Arial Black" panose="020B0A04020102020204" pitchFamily="34" charset="0"/>
              </a:rPr>
              <a:t> </a:t>
            </a:r>
            <a:r>
              <a:rPr lang="fr-FR" sz="2800" dirty="0" err="1">
                <a:latin typeface="Arial Black" panose="020B0A04020102020204" pitchFamily="34" charset="0"/>
              </a:rPr>
              <a:t>Farao</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hianarany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tena</a:t>
            </a:r>
            <a:r>
              <a:rPr lang="fr-FR" sz="2800" dirty="0">
                <a:latin typeface="Arial Black" panose="020B0A04020102020204" pitchFamily="34" charset="0"/>
              </a:rPr>
              <a:t> </a:t>
            </a:r>
            <a:r>
              <a:rPr lang="fr-FR" sz="2800" dirty="0" err="1">
                <a:latin typeface="Arial Black" panose="020B0A04020102020204" pitchFamily="34" charset="0"/>
              </a:rPr>
              <a:t>teôlôjia</a:t>
            </a:r>
            <a:r>
              <a:rPr lang="fr-FR" sz="2800" dirty="0">
                <a:latin typeface="Arial Black" panose="020B0A04020102020204" pitchFamily="34" charset="0"/>
              </a:rPr>
              <a:t> marina </a:t>
            </a:r>
            <a:r>
              <a:rPr lang="fr-FR" sz="2800" dirty="0" err="1">
                <a:latin typeface="Arial Black" panose="020B0A04020102020204" pitchFamily="34" charset="0"/>
              </a:rPr>
              <a:t>eo</a:t>
            </a:r>
            <a:r>
              <a:rPr lang="fr-FR" sz="2800" dirty="0">
                <a:latin typeface="Arial Black" panose="020B0A04020102020204" pitchFamily="34" charset="0"/>
              </a:rPr>
              <a:t> an-</a:t>
            </a:r>
            <a:r>
              <a:rPr lang="fr-FR" sz="2800" dirty="0" err="1">
                <a:latin typeface="Arial Black" panose="020B0A04020102020204" pitchFamily="34" charset="0"/>
              </a:rPr>
              <a:t>tongotry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pretran'ny</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a:t>
            </a:r>
            <a:r>
              <a:rPr lang="fr-FR" sz="2800" dirty="0" err="1">
                <a:latin typeface="Arial Black" panose="020B0A04020102020204" pitchFamily="34" charset="0"/>
              </a:rPr>
              <a:t>izay</a:t>
            </a:r>
            <a:r>
              <a:rPr lang="fr-FR" sz="2800" dirty="0">
                <a:latin typeface="Arial Black" panose="020B0A04020102020204" pitchFamily="34" charset="0"/>
              </a:rPr>
              <a:t> </a:t>
            </a:r>
            <a:r>
              <a:rPr lang="fr-FR" sz="2800" dirty="0" err="1">
                <a:latin typeface="Arial Black" panose="020B0A04020102020204" pitchFamily="34" charset="0"/>
              </a:rPr>
              <a:t>lasa</a:t>
            </a:r>
            <a:r>
              <a:rPr lang="fr-FR" sz="2800" dirty="0">
                <a:latin typeface="Arial Black" panose="020B0A04020102020204" pitchFamily="34" charset="0"/>
              </a:rPr>
              <a:t> </a:t>
            </a:r>
            <a:r>
              <a:rPr lang="fr-FR" sz="2800" dirty="0" err="1">
                <a:latin typeface="Arial Black" panose="020B0A04020102020204" pitchFamily="34" charset="0"/>
              </a:rPr>
              <a:t>rafozan-dahiny</a:t>
            </a:r>
            <a:r>
              <a:rPr lang="fr-FR" sz="2800" dirty="0">
                <a:latin typeface="Arial Black" panose="020B0A04020102020204" pitchFamily="34" charset="0"/>
              </a:rPr>
              <a:t> </a:t>
            </a:r>
            <a:r>
              <a:rPr lang="fr-FR" sz="2800" dirty="0" err="1">
                <a:latin typeface="Arial Black" panose="020B0A04020102020204" pitchFamily="34" charset="0"/>
              </a:rPr>
              <a:t>rehefa</a:t>
            </a:r>
            <a:r>
              <a:rPr lang="fr-FR" sz="2800" dirty="0">
                <a:latin typeface="Arial Black" panose="020B0A04020102020204" pitchFamily="34" charset="0"/>
              </a:rPr>
              <a:t> </a:t>
            </a:r>
            <a:r>
              <a:rPr lang="fr-FR" sz="2800" dirty="0" err="1">
                <a:latin typeface="Arial Black" panose="020B0A04020102020204" pitchFamily="34" charset="0"/>
              </a:rPr>
              <a:t>nanambady</a:t>
            </a:r>
            <a:r>
              <a:rPr lang="fr-FR" sz="2800" dirty="0">
                <a:latin typeface="Arial Black" panose="020B0A04020102020204" pitchFamily="34" charset="0"/>
              </a:rPr>
              <a:t> </a:t>
            </a:r>
            <a:r>
              <a:rPr lang="fr-FR" sz="2800" dirty="0" err="1">
                <a:latin typeface="Arial Black" panose="020B0A04020102020204" pitchFamily="34" charset="0"/>
              </a:rPr>
              <a:t>an'i</a:t>
            </a:r>
            <a:r>
              <a:rPr lang="fr-FR" sz="2800" dirty="0">
                <a:latin typeface="Arial Black" panose="020B0A04020102020204" pitchFamily="34" charset="0"/>
              </a:rPr>
              <a:t> </a:t>
            </a:r>
            <a:r>
              <a:rPr lang="fr-FR" sz="2800" dirty="0" err="1">
                <a:latin typeface="Arial Black" panose="020B0A04020102020204" pitchFamily="34" charset="0"/>
              </a:rPr>
              <a:t>Zipora</a:t>
            </a:r>
            <a:r>
              <a:rPr lang="fr-FR" sz="2800" dirty="0">
                <a:latin typeface="Arial Black" panose="020B0A04020102020204" pitchFamily="34" charset="0"/>
              </a:rPr>
              <a:t> </a:t>
            </a:r>
            <a:r>
              <a:rPr lang="fr-FR" sz="2800" dirty="0" err="1">
                <a:latin typeface="Arial Black" panose="020B0A04020102020204" pitchFamily="34" charset="0"/>
              </a:rPr>
              <a:t>zanany</a:t>
            </a:r>
            <a:r>
              <a:rPr lang="fr-FR" sz="2800" dirty="0">
                <a:latin typeface="Arial Black" panose="020B0A04020102020204" pitchFamily="34" charset="0"/>
              </a:rPr>
              <a:t> </a:t>
            </a:r>
            <a:r>
              <a:rPr lang="fr-FR" sz="2800" dirty="0" err="1">
                <a:latin typeface="Arial Black" panose="020B0A04020102020204" pitchFamily="34" charset="0"/>
              </a:rPr>
              <a:t>vavy</a:t>
            </a:r>
            <a:r>
              <a:rPr lang="fr-FR" sz="2800" dirty="0">
                <a:latin typeface="Arial Black" panose="020B0A04020102020204" pitchFamily="34" charset="0"/>
              </a:rPr>
              <a:t>, i </a:t>
            </a:r>
            <a:r>
              <a:rPr lang="fr-FR" sz="2800" dirty="0" err="1">
                <a:latin typeface="Arial Black" panose="020B0A04020102020204" pitchFamily="34" charset="0"/>
              </a:rPr>
              <a:t>Mosesy</a:t>
            </a:r>
            <a:r>
              <a:rPr lang="fr-FR" sz="2800" dirty="0">
                <a:latin typeface="Arial Black" panose="020B0A04020102020204" pitchFamily="34" charset="0"/>
              </a:rPr>
              <a:t>. </a:t>
            </a:r>
            <a:r>
              <a:rPr lang="fr-FR" sz="2800" dirty="0" err="1">
                <a:latin typeface="Arial Black" panose="020B0A04020102020204" pitchFamily="34" charset="0"/>
              </a:rPr>
              <a:t>Mariho</a:t>
            </a:r>
            <a:r>
              <a:rPr lang="fr-FR" sz="2800" dirty="0">
                <a:latin typeface="Arial Black" panose="020B0A04020102020204" pitchFamily="34" charset="0"/>
              </a:rPr>
              <a:t> fa i Jetro dia </a:t>
            </a:r>
            <a:r>
              <a:rPr lang="fr-FR" sz="2800" dirty="0" err="1">
                <a:latin typeface="Arial Black" panose="020B0A04020102020204" pitchFamily="34" charset="0"/>
              </a:rPr>
              <a:t>tsy</a:t>
            </a:r>
            <a:r>
              <a:rPr lang="fr-FR" sz="2800" dirty="0">
                <a:latin typeface="Arial Black" panose="020B0A04020102020204" pitchFamily="34" charset="0"/>
              </a:rPr>
              <a:t> </a:t>
            </a:r>
            <a:r>
              <a:rPr lang="fr-FR" sz="2800" dirty="0" err="1">
                <a:latin typeface="Arial Black" panose="020B0A04020102020204" pitchFamily="34" charset="0"/>
              </a:rPr>
              <a:t>pretra</a:t>
            </a:r>
            <a:r>
              <a:rPr lang="fr-FR" sz="2800" dirty="0">
                <a:latin typeface="Arial Black" panose="020B0A04020102020204" pitchFamily="34" charset="0"/>
              </a:rPr>
              <a:t> "</a:t>
            </a:r>
            <a:r>
              <a:rPr lang="fr-FR" sz="2800" dirty="0" err="1">
                <a:latin typeface="Arial Black" panose="020B0A04020102020204" pitchFamily="34" charset="0"/>
              </a:rPr>
              <a:t>iray</a:t>
            </a:r>
            <a:r>
              <a:rPr lang="fr-FR" sz="2800" dirty="0">
                <a:latin typeface="Arial Black" panose="020B0A04020102020204" pitchFamily="34" charset="0"/>
              </a:rPr>
              <a:t>" </a:t>
            </a:r>
            <a:r>
              <a:rPr lang="fr-FR" sz="2800" dirty="0" err="1">
                <a:latin typeface="Arial Black" panose="020B0A04020102020204" pitchFamily="34" charset="0"/>
              </a:rPr>
              <a:t>teo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a:t>
            </a:r>
            <a:r>
              <a:rPr lang="fr-FR" sz="2800" dirty="0" err="1">
                <a:latin typeface="Arial Black" panose="020B0A04020102020204" pitchFamily="34" charset="0"/>
              </a:rPr>
              <a:t>fotsiny</a:t>
            </a:r>
            <a:r>
              <a:rPr lang="fr-FR" sz="2800" dirty="0">
                <a:latin typeface="Arial Black" panose="020B0A04020102020204" pitchFamily="34" charset="0"/>
              </a:rPr>
              <a:t> </a:t>
            </a:r>
            <a:r>
              <a:rPr lang="fr-FR" sz="2800" dirty="0" err="1">
                <a:latin typeface="Arial Black" panose="020B0A04020102020204" pitchFamily="34" charset="0"/>
              </a:rPr>
              <a:t>ihany</a:t>
            </a:r>
            <a:r>
              <a:rPr lang="fr-FR" sz="2800" dirty="0">
                <a:latin typeface="Arial Black" panose="020B0A04020102020204" pitchFamily="34" charset="0"/>
              </a:rPr>
              <a:t>, fa "</a:t>
            </a:r>
            <a:r>
              <a:rPr lang="fr-FR" sz="2800" dirty="0" err="1">
                <a:latin typeface="Arial Black" panose="020B0A04020102020204" pitchFamily="34" charset="0"/>
              </a:rPr>
              <a:t>ilay</a:t>
            </a:r>
            <a:r>
              <a:rPr lang="fr-FR" sz="2800" dirty="0">
                <a:latin typeface="Arial Black" panose="020B0A04020102020204" pitchFamily="34" charset="0"/>
              </a:rPr>
              <a:t>" </a:t>
            </a:r>
            <a:r>
              <a:rPr lang="fr-FR" sz="2800" dirty="0" err="1">
                <a:latin typeface="Arial Black" panose="020B0A04020102020204" pitchFamily="34" charset="0"/>
              </a:rPr>
              <a:t>pretran'ny</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hoe</a:t>
            </a:r>
            <a:r>
              <a:rPr lang="fr-FR" sz="2800" dirty="0">
                <a:latin typeface="Arial Black" panose="020B0A04020102020204" pitchFamily="34" charset="0"/>
              </a:rPr>
              <a:t> </a:t>
            </a:r>
            <a:r>
              <a:rPr lang="fr-FR" sz="2800" dirty="0" err="1">
                <a:latin typeface="Arial Black" panose="020B0A04020102020204" pitchFamily="34" charset="0"/>
              </a:rPr>
              <a:t>nanompo</a:t>
            </a:r>
            <a:r>
              <a:rPr lang="fr-FR" sz="2800" dirty="0">
                <a:latin typeface="Arial Black" panose="020B0A04020102020204" pitchFamily="34" charset="0"/>
              </a:rPr>
              <a:t> </a:t>
            </a:r>
            <a:r>
              <a:rPr lang="fr-FR" sz="2800" dirty="0" err="1">
                <a:latin typeface="Arial Black" panose="020B0A04020102020204" pitchFamily="34" charset="0"/>
              </a:rPr>
              <a:t>ilay</a:t>
            </a:r>
            <a:r>
              <a:rPr lang="fr-FR" sz="2800" dirty="0">
                <a:latin typeface="Arial Black" panose="020B0A04020102020204" pitchFamily="34" charset="0"/>
              </a:rPr>
              <a:t> </a:t>
            </a:r>
            <a:r>
              <a:rPr lang="fr-FR" sz="2800" dirty="0" err="1">
                <a:latin typeface="Arial Black" panose="020B0A04020102020204" pitchFamily="34" charset="0"/>
              </a:rPr>
              <a:t>Andriamanitra</a:t>
            </a:r>
            <a:r>
              <a:rPr lang="fr-FR" sz="2800" dirty="0">
                <a:latin typeface="Arial Black" panose="020B0A04020102020204" pitchFamily="34" charset="0"/>
              </a:rPr>
              <a:t> marina </a:t>
            </a:r>
            <a:r>
              <a:rPr lang="fr-FR" sz="2800" dirty="0" err="1">
                <a:latin typeface="Arial Black" panose="020B0A04020102020204" pitchFamily="34" charset="0"/>
              </a:rPr>
              <a:t>izy</a:t>
            </a:r>
            <a:r>
              <a:rPr lang="fr-FR" sz="2800" dirty="0">
                <a:latin typeface="Arial Black" panose="020B0A04020102020204" pitchFamily="34" charset="0"/>
              </a:rPr>
              <a:t>. </a:t>
            </a:r>
          </a:p>
        </p:txBody>
      </p:sp>
    </p:spTree>
    <p:extLst>
      <p:ext uri="{BB962C8B-B14F-4D97-AF65-F5344CB8AC3E}">
        <p14:creationId xmlns:p14="http://schemas.microsoft.com/office/powerpoint/2010/main" val="283186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4073" y="618518"/>
            <a:ext cx="11651672" cy="1478570"/>
          </a:xfrm>
        </p:spPr>
        <p:txBody>
          <a:bodyPr>
            <a:normAutofit fontScale="90000"/>
          </a:bodyPr>
          <a:lstStyle/>
          <a:p>
            <a:pPr algn="ctr"/>
            <a:r>
              <a:rPr lang="fr-FR" dirty="0">
                <a:latin typeface="Arial Black" panose="020B0A04020102020204" pitchFamily="34" charset="0"/>
              </a:rPr>
              <a:t>I </a:t>
            </a:r>
            <a:r>
              <a:rPr lang="fr-FR" dirty="0" err="1">
                <a:latin typeface="Arial Black" panose="020B0A04020102020204" pitchFamily="34" charset="0"/>
              </a:rPr>
              <a:t>Joba</a:t>
            </a:r>
            <a:r>
              <a:rPr lang="fr-FR" dirty="0">
                <a:latin typeface="Arial Black" panose="020B0A04020102020204" pitchFamily="34" charset="0"/>
              </a:rPr>
              <a:t>,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lehilahy</a:t>
            </a:r>
            <a:r>
              <a:rPr lang="fr-FR" dirty="0">
                <a:latin typeface="Arial Black" panose="020B0A04020102020204" pitchFamily="34" charset="0"/>
              </a:rPr>
              <a:t> </a:t>
            </a:r>
            <a:r>
              <a:rPr lang="fr-FR" dirty="0" err="1">
                <a:latin typeface="Arial Black" panose="020B0A04020102020204" pitchFamily="34" charset="0"/>
              </a:rPr>
              <a:t>lehibe</a:t>
            </a:r>
            <a:r>
              <a:rPr lang="fr-FR" dirty="0">
                <a:latin typeface="Arial Black" panose="020B0A04020102020204" pitchFamily="34" charset="0"/>
              </a:rPr>
              <a:t> </a:t>
            </a:r>
            <a:r>
              <a:rPr lang="fr-FR" dirty="0" err="1">
                <a:latin typeface="Arial Black" panose="020B0A04020102020204" pitchFamily="34" charset="0"/>
              </a:rPr>
              <a:t>indrindra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vahoaka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a:t>
            </a:r>
          </a:p>
        </p:txBody>
      </p:sp>
      <p:sp>
        <p:nvSpPr>
          <p:cNvPr id="3" name="Espace réservé du contenu 2"/>
          <p:cNvSpPr>
            <a:spLocks noGrp="1"/>
          </p:cNvSpPr>
          <p:nvPr>
            <p:ph idx="1"/>
          </p:nvPr>
        </p:nvSpPr>
        <p:spPr>
          <a:xfrm>
            <a:off x="374074" y="2249487"/>
            <a:ext cx="10673338" cy="3541714"/>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err="1">
                <a:latin typeface="Arial Black" panose="020B0A04020102020204" pitchFamily="34" charset="0"/>
              </a:rPr>
              <a:t>Tamin'ny</a:t>
            </a:r>
            <a:r>
              <a:rPr lang="fr-FR" sz="2800" dirty="0">
                <a:latin typeface="Arial Black" panose="020B0A04020102020204" pitchFamily="34" charset="0"/>
              </a:rPr>
              <a:t> </a:t>
            </a:r>
            <a:r>
              <a:rPr lang="fr-FR" sz="2800" dirty="0" err="1">
                <a:latin typeface="Arial Black" panose="020B0A04020102020204" pitchFamily="34" charset="0"/>
              </a:rPr>
              <a:t>fotoana</a:t>
            </a:r>
            <a:r>
              <a:rPr lang="fr-FR" sz="2800" dirty="0">
                <a:latin typeface="Arial Black" panose="020B0A04020102020204" pitchFamily="34" charset="0"/>
              </a:rPr>
              <a:t> </a:t>
            </a:r>
            <a:r>
              <a:rPr lang="fr-FR" sz="2800" dirty="0" err="1">
                <a:latin typeface="Arial Black" panose="020B0A04020102020204" pitchFamily="34" charset="0"/>
              </a:rPr>
              <a:t>nipetrahan'i</a:t>
            </a:r>
            <a:r>
              <a:rPr lang="fr-FR" sz="2800" dirty="0">
                <a:latin typeface="Arial Black" panose="020B0A04020102020204" pitchFamily="34" charset="0"/>
              </a:rPr>
              <a:t> </a:t>
            </a:r>
            <a:r>
              <a:rPr lang="fr-FR" sz="2800" dirty="0" err="1">
                <a:latin typeface="Arial Black" panose="020B0A04020102020204" pitchFamily="34" charset="0"/>
              </a:rPr>
              <a:t>Mosesy</a:t>
            </a:r>
            <a:r>
              <a:rPr lang="fr-FR" sz="2800" dirty="0">
                <a:latin typeface="Arial Black" panose="020B0A04020102020204" pitchFamily="34" charset="0"/>
              </a:rPr>
              <a:t> </a:t>
            </a:r>
            <a:r>
              <a:rPr lang="fr-FR" sz="2800" dirty="0" err="1">
                <a:latin typeface="Arial Black" panose="020B0A04020102020204" pitchFamily="34" charset="0"/>
              </a:rPr>
              <a:t>teo</a:t>
            </a:r>
            <a:r>
              <a:rPr lang="fr-FR" sz="2800" dirty="0">
                <a:latin typeface="Arial Black" panose="020B0A04020102020204" pitchFamily="34" charset="0"/>
              </a:rPr>
              <a:t> </a:t>
            </a:r>
            <a:r>
              <a:rPr lang="fr-FR" sz="2800" dirty="0" err="1">
                <a:latin typeface="Arial Black" panose="020B0A04020102020204" pitchFamily="34" charset="0"/>
              </a:rPr>
              <a:t>anivon'ny</a:t>
            </a:r>
            <a:r>
              <a:rPr lang="fr-FR" sz="2800" dirty="0">
                <a:latin typeface="Arial Black" panose="020B0A04020102020204" pitchFamily="34" charset="0"/>
              </a:rPr>
              <a:t> </a:t>
            </a:r>
            <a:r>
              <a:rPr lang="fr-FR" sz="2800" dirty="0" err="1">
                <a:latin typeface="Arial Black" panose="020B0A04020102020204" pitchFamily="34" charset="0"/>
              </a:rPr>
              <a:t>Midianita</a:t>
            </a:r>
            <a:r>
              <a:rPr lang="fr-FR" sz="2800" dirty="0">
                <a:latin typeface="Arial Black" panose="020B0A04020102020204" pitchFamily="34" charset="0"/>
              </a:rPr>
              <a:t> no </a:t>
            </a:r>
            <a:r>
              <a:rPr lang="fr-FR" sz="2800" dirty="0" err="1">
                <a:latin typeface="Arial Black" panose="020B0A04020102020204" pitchFamily="34" charset="0"/>
              </a:rPr>
              <a:t>nanoratany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bokiny</a:t>
            </a:r>
            <a:r>
              <a:rPr lang="fr-FR" sz="2800" dirty="0">
                <a:latin typeface="Arial Black" panose="020B0A04020102020204" pitchFamily="34" charset="0"/>
              </a:rPr>
              <a:t> </a:t>
            </a:r>
            <a:r>
              <a:rPr lang="fr-FR" sz="2800" dirty="0" err="1">
                <a:latin typeface="Arial Black" panose="020B0A04020102020204" pitchFamily="34" charset="0"/>
              </a:rPr>
              <a:t>voalohany</a:t>
            </a:r>
            <a:r>
              <a:rPr lang="fr-FR" sz="2800" dirty="0">
                <a:latin typeface="Arial Black" panose="020B0A04020102020204" pitchFamily="34" charset="0"/>
              </a:rPr>
              <a:t> </a:t>
            </a:r>
            <a:r>
              <a:rPr lang="fr-FR" sz="2800" dirty="0" err="1">
                <a:latin typeface="Arial Black" panose="020B0A04020102020204" pitchFamily="34" charset="0"/>
              </a:rPr>
              <a:t>indrindra</a:t>
            </a:r>
            <a:r>
              <a:rPr lang="fr-FR" sz="2800" dirty="0">
                <a:latin typeface="Arial Black" panose="020B0A04020102020204" pitchFamily="34" charset="0"/>
              </a:rPr>
              <a:t>, dia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bokin'i</a:t>
            </a:r>
            <a:r>
              <a:rPr lang="fr-FR" sz="2800" dirty="0">
                <a:latin typeface="Arial Black" panose="020B0A04020102020204" pitchFamily="34" charset="0"/>
              </a:rPr>
              <a:t> </a:t>
            </a:r>
            <a:r>
              <a:rPr lang="fr-FR" sz="2800" dirty="0" err="1">
                <a:latin typeface="Arial Black" panose="020B0A04020102020204" pitchFamily="34" charset="0"/>
              </a:rPr>
              <a:t>Joba</a:t>
            </a:r>
            <a:r>
              <a:rPr lang="fr-FR" sz="2800" dirty="0">
                <a:latin typeface="Arial Black" panose="020B0A04020102020204" pitchFamily="34" charset="0"/>
              </a:rPr>
              <a:t>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Azo</a:t>
            </a:r>
            <a:r>
              <a:rPr lang="fr-FR" sz="2800" dirty="0">
                <a:latin typeface="Arial Black" panose="020B0A04020102020204" pitchFamily="34" charset="0"/>
              </a:rPr>
              <a:t> </a:t>
            </a:r>
            <a:r>
              <a:rPr lang="fr-FR" sz="2800" dirty="0" err="1">
                <a:latin typeface="Arial Black" panose="020B0A04020102020204" pitchFamily="34" charset="0"/>
              </a:rPr>
              <a:t>antoka</a:t>
            </a:r>
            <a:r>
              <a:rPr lang="fr-FR" sz="2800" dirty="0">
                <a:latin typeface="Arial Black" panose="020B0A04020102020204" pitchFamily="34" charset="0"/>
              </a:rPr>
              <a:t> fa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tantara</a:t>
            </a:r>
            <a:r>
              <a:rPr lang="fr-FR" sz="2800" dirty="0">
                <a:latin typeface="Arial Black" panose="020B0A04020102020204" pitchFamily="34" charset="0"/>
              </a:rPr>
              <a:t> </a:t>
            </a:r>
            <a:r>
              <a:rPr lang="fr-FR" sz="2800" dirty="0" err="1">
                <a:latin typeface="Arial Black" panose="020B0A04020102020204" pitchFamily="34" charset="0"/>
              </a:rPr>
              <a:t>izany</a:t>
            </a:r>
            <a:r>
              <a:rPr lang="fr-FR" sz="2800" dirty="0">
                <a:latin typeface="Arial Black" panose="020B0A04020102020204" pitchFamily="34" charset="0"/>
              </a:rPr>
              <a:t> dia </a:t>
            </a:r>
            <a:r>
              <a:rPr lang="fr-FR" sz="2800" dirty="0" err="1">
                <a:latin typeface="Arial Black" panose="020B0A04020102020204" pitchFamily="34" charset="0"/>
              </a:rPr>
              <a:t>reny</a:t>
            </a:r>
            <a:r>
              <a:rPr lang="fr-FR" sz="2800" dirty="0">
                <a:latin typeface="Arial Black" panose="020B0A04020102020204" pitchFamily="34" charset="0"/>
              </a:rPr>
              <a:t> </a:t>
            </a:r>
            <a:r>
              <a:rPr lang="fr-FR" sz="2800" dirty="0" err="1">
                <a:latin typeface="Arial Black" panose="020B0A04020102020204" pitchFamily="34" charset="0"/>
              </a:rPr>
              <a:t>avy</a:t>
            </a:r>
            <a:r>
              <a:rPr lang="fr-FR" sz="2800" dirty="0">
                <a:latin typeface="Arial Black" panose="020B0A04020102020204" pitchFamily="34" charset="0"/>
              </a:rPr>
              <a:t> </a:t>
            </a:r>
            <a:r>
              <a:rPr lang="fr-FR" sz="2800" dirty="0" err="1">
                <a:latin typeface="Arial Black" panose="020B0A04020102020204" pitchFamily="34" charset="0"/>
              </a:rPr>
              <a:t>tamin'ireo</a:t>
            </a:r>
            <a:r>
              <a:rPr lang="fr-FR" sz="2800" dirty="0">
                <a:latin typeface="Arial Black" panose="020B0A04020102020204" pitchFamily="34" charset="0"/>
              </a:rPr>
              <a:t> </a:t>
            </a:r>
            <a:r>
              <a:rPr lang="fr-FR" sz="2800" dirty="0" err="1">
                <a:latin typeface="Arial Black" panose="020B0A04020102020204" pitchFamily="34" charset="0"/>
              </a:rPr>
              <a:t>vahoaka</a:t>
            </a:r>
            <a:r>
              <a:rPr lang="fr-FR" sz="2800" dirty="0">
                <a:latin typeface="Arial Black" panose="020B0A04020102020204" pitchFamily="34" charset="0"/>
              </a:rPr>
              <a:t>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dia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Midianita</a:t>
            </a:r>
            <a:r>
              <a:rPr lang="fr-FR" sz="2800" dirty="0">
                <a:latin typeface="Arial Black" panose="020B0A04020102020204" pitchFamily="34" charset="0"/>
              </a:rPr>
              <a:t>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Ambara</a:t>
            </a:r>
            <a:r>
              <a:rPr lang="fr-FR" sz="2800" dirty="0">
                <a:latin typeface="Arial Black" panose="020B0A04020102020204" pitchFamily="34" charset="0"/>
              </a:rPr>
              <a:t> </a:t>
            </a:r>
            <a:r>
              <a:rPr lang="fr-FR" sz="2800" dirty="0" err="1">
                <a:latin typeface="Arial Black" panose="020B0A04020102020204" pitchFamily="34" charset="0"/>
              </a:rPr>
              <a:t>amintsika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Joba</a:t>
            </a:r>
            <a:r>
              <a:rPr lang="fr-FR" sz="2800" dirty="0">
                <a:latin typeface="Arial Black" panose="020B0A04020102020204" pitchFamily="34" charset="0"/>
              </a:rPr>
              <a:t> </a:t>
            </a:r>
            <a:r>
              <a:rPr lang="fr-FR" sz="2800" dirty="0" err="1">
                <a:latin typeface="Arial Black" panose="020B0A04020102020204" pitchFamily="34" charset="0"/>
              </a:rPr>
              <a:t>toko</a:t>
            </a:r>
            <a:r>
              <a:rPr lang="fr-FR" sz="2800" dirty="0">
                <a:latin typeface="Arial Black" panose="020B0A04020102020204" pitchFamily="34" charset="0"/>
              </a:rPr>
              <a:t> </a:t>
            </a:r>
            <a:r>
              <a:rPr lang="fr-FR" sz="2800" dirty="0" err="1">
                <a:latin typeface="Arial Black" panose="020B0A04020102020204" pitchFamily="34" charset="0"/>
              </a:rPr>
              <a:t>voalohany</a:t>
            </a:r>
            <a:endParaRPr lang="fr-FR" sz="2800" dirty="0">
              <a:latin typeface="Arial Black" panose="020B0A04020102020204" pitchFamily="34" charset="0"/>
            </a:endParaRPr>
          </a:p>
        </p:txBody>
      </p:sp>
    </p:spTree>
    <p:extLst>
      <p:ext uri="{BB962C8B-B14F-4D97-AF65-F5344CB8AC3E}">
        <p14:creationId xmlns:p14="http://schemas.microsoft.com/office/powerpoint/2010/main" val="2991381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latin typeface="Arial Black" panose="020B0A04020102020204" pitchFamily="34" charset="0"/>
              </a:rPr>
              <a:t>I </a:t>
            </a:r>
            <a:r>
              <a:rPr lang="fr-FR" dirty="0" err="1">
                <a:latin typeface="Arial Black" panose="020B0A04020102020204" pitchFamily="34" charset="0"/>
              </a:rPr>
              <a:t>Joba</a:t>
            </a:r>
            <a:r>
              <a:rPr lang="fr-FR" dirty="0">
                <a:latin typeface="Arial Black" panose="020B0A04020102020204" pitchFamily="34" charset="0"/>
              </a:rPr>
              <a:t>,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lehilahy</a:t>
            </a:r>
            <a:r>
              <a:rPr lang="fr-FR" dirty="0">
                <a:latin typeface="Arial Black" panose="020B0A04020102020204" pitchFamily="34" charset="0"/>
              </a:rPr>
              <a:t> </a:t>
            </a:r>
            <a:r>
              <a:rPr lang="fr-FR" dirty="0" err="1">
                <a:latin typeface="Arial Black" panose="020B0A04020102020204" pitchFamily="34" charset="0"/>
              </a:rPr>
              <a:t>lehibe</a:t>
            </a:r>
            <a:r>
              <a:rPr lang="fr-FR" dirty="0">
                <a:latin typeface="Arial Black" panose="020B0A04020102020204" pitchFamily="34" charset="0"/>
              </a:rPr>
              <a:t> </a:t>
            </a:r>
            <a:r>
              <a:rPr lang="fr-FR" dirty="0" err="1">
                <a:latin typeface="Arial Black" panose="020B0A04020102020204" pitchFamily="34" charset="0"/>
              </a:rPr>
              <a:t>indrindra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vahoaka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a:t>
            </a:r>
          </a:p>
        </p:txBody>
      </p:sp>
      <p:sp>
        <p:nvSpPr>
          <p:cNvPr id="3" name="Espace réservé du contenu 2"/>
          <p:cNvSpPr>
            <a:spLocks noGrp="1"/>
          </p:cNvSpPr>
          <p:nvPr>
            <p:ph idx="1"/>
          </p:nvPr>
        </p:nvSpPr>
        <p:spPr>
          <a:xfrm>
            <a:off x="318656" y="2249487"/>
            <a:ext cx="11873344" cy="4442258"/>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dirty="0">
                <a:latin typeface="Arial Black" panose="020B0A04020102020204" pitchFamily="34" charset="0"/>
              </a:rPr>
              <a:t>, fa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i </a:t>
            </a:r>
            <a:r>
              <a:rPr lang="fr-FR" dirty="0" err="1">
                <a:latin typeface="Arial Black" panose="020B0A04020102020204" pitchFamily="34" charset="0"/>
              </a:rPr>
              <a:t>Joba</a:t>
            </a:r>
            <a:r>
              <a:rPr lang="fr-FR" dirty="0">
                <a:latin typeface="Arial Black" panose="020B0A04020102020204" pitchFamily="34" charset="0"/>
              </a:rPr>
              <a:t> no </a:t>
            </a:r>
            <a:r>
              <a:rPr lang="fr-FR" dirty="0" err="1">
                <a:latin typeface="Arial Black" panose="020B0A04020102020204" pitchFamily="34" charset="0"/>
              </a:rPr>
              <a:t>nipetraka</a:t>
            </a:r>
            <a:r>
              <a:rPr lang="fr-FR" dirty="0">
                <a:latin typeface="Arial Black" panose="020B0A04020102020204" pitchFamily="34" charset="0"/>
              </a:rPr>
              <a:t>:</a:t>
            </a:r>
          </a:p>
          <a:p>
            <a:r>
              <a:rPr lang="fr-FR" dirty="0" smtClean="0">
                <a:latin typeface="Arial Black" panose="020B0A04020102020204" pitchFamily="34" charset="0"/>
              </a:rPr>
              <a:t>1:1</a:t>
            </a:r>
            <a:r>
              <a:rPr lang="fr-FR" dirty="0">
                <a:latin typeface="Arial Black" panose="020B0A04020102020204" pitchFamily="34" charset="0"/>
              </a:rPr>
              <a:t>: "</a:t>
            </a:r>
            <a:r>
              <a:rPr lang="fr-FR" dirty="0" err="1">
                <a:latin typeface="Arial Black" panose="020B0A04020102020204" pitchFamily="34" charset="0"/>
              </a:rPr>
              <a:t>Nisy</a:t>
            </a:r>
            <a:r>
              <a:rPr lang="fr-FR" dirty="0">
                <a:latin typeface="Arial Black" panose="020B0A04020102020204" pitchFamily="34" charset="0"/>
              </a:rPr>
              <a:t> </a:t>
            </a:r>
            <a:r>
              <a:rPr lang="fr-FR" dirty="0" err="1">
                <a:latin typeface="Arial Black" panose="020B0A04020102020204" pitchFamily="34" charset="0"/>
              </a:rPr>
              <a:t>lehilahy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Oza</a:t>
            </a:r>
            <a:r>
              <a:rPr lang="fr-FR" dirty="0">
                <a:latin typeface="Arial Black" panose="020B0A04020102020204" pitchFamily="34" charset="0"/>
              </a:rPr>
              <a:t> </a:t>
            </a:r>
            <a:r>
              <a:rPr lang="fr-FR" dirty="0" err="1">
                <a:latin typeface="Arial Black" panose="020B0A04020102020204" pitchFamily="34" charset="0"/>
              </a:rPr>
              <a:t>Joba</a:t>
            </a:r>
            <a:r>
              <a:rPr lang="fr-FR" dirty="0">
                <a:latin typeface="Arial Black" panose="020B0A04020102020204" pitchFamily="34" charset="0"/>
              </a:rPr>
              <a:t> no </a:t>
            </a:r>
            <a:r>
              <a:rPr lang="fr-FR" dirty="0" err="1">
                <a:latin typeface="Arial Black" panose="020B0A04020102020204" pitchFamily="34" charset="0"/>
              </a:rPr>
              <a:t>anarany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marina </a:t>
            </a:r>
            <a:r>
              <a:rPr lang="fr-FR" dirty="0" err="1">
                <a:latin typeface="Arial Black" panose="020B0A04020102020204" pitchFamily="34" charset="0"/>
              </a:rPr>
              <a:t>sy</a:t>
            </a:r>
            <a:r>
              <a:rPr lang="fr-FR" dirty="0">
                <a:latin typeface="Arial Black" panose="020B0A04020102020204" pitchFamily="34" charset="0"/>
              </a:rPr>
              <a:t> </a:t>
            </a:r>
            <a:r>
              <a:rPr lang="fr-FR" dirty="0" err="1" smtClean="0">
                <a:latin typeface="Arial Black" panose="020B0A04020102020204" pitchFamily="34" charset="0"/>
              </a:rPr>
              <a:t>mahitsy</a:t>
            </a:r>
            <a:r>
              <a:rPr lang="fr-FR" dirty="0" smtClean="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lehilahy</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sady</a:t>
            </a:r>
            <a:r>
              <a:rPr lang="fr-FR" dirty="0">
                <a:latin typeface="Arial Black" panose="020B0A04020102020204" pitchFamily="34" charset="0"/>
              </a:rPr>
              <a:t> </a:t>
            </a:r>
            <a:r>
              <a:rPr lang="fr-FR" dirty="0" err="1">
                <a:latin typeface="Arial Black" panose="020B0A04020102020204" pitchFamily="34" charset="0"/>
              </a:rPr>
              <a:t>natahotra</a:t>
            </a:r>
            <a:r>
              <a:rPr lang="fr-FR" dirty="0">
                <a:latin typeface="Arial Black" panose="020B0A04020102020204" pitchFamily="34" charset="0"/>
              </a:rPr>
              <a:t> </a:t>
            </a:r>
            <a:r>
              <a:rPr lang="fr-FR" dirty="0" err="1">
                <a:latin typeface="Arial Black" panose="020B0A04020102020204" pitchFamily="34" charset="0"/>
              </a:rPr>
              <a:t>an'Andriamanitra</a:t>
            </a:r>
            <a:r>
              <a:rPr lang="fr-FR" dirty="0">
                <a:latin typeface="Arial Black" panose="020B0A04020102020204" pitchFamily="34" charset="0"/>
              </a:rPr>
              <a:t> ka </a:t>
            </a:r>
            <a:r>
              <a:rPr lang="fr-FR" dirty="0" err="1">
                <a:latin typeface="Arial Black" panose="020B0A04020102020204" pitchFamily="34" charset="0"/>
              </a:rPr>
              <a:t>nifady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ratsy</a:t>
            </a:r>
            <a:r>
              <a:rPr lang="fr-FR" dirty="0">
                <a:latin typeface="Arial Black" panose="020B0A04020102020204" pitchFamily="34" charset="0"/>
              </a:rPr>
              <a:t>." </a:t>
            </a:r>
          </a:p>
          <a:p>
            <a:r>
              <a:rPr lang="fr-FR" dirty="0" smtClean="0">
                <a:latin typeface="Arial Black" panose="020B0A04020102020204" pitchFamily="34" charset="0"/>
              </a:rPr>
              <a:t>1:2</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niteraka</a:t>
            </a:r>
            <a:r>
              <a:rPr lang="fr-FR" dirty="0">
                <a:latin typeface="Arial Black" panose="020B0A04020102020204" pitchFamily="34" charset="0"/>
              </a:rPr>
              <a:t> </a:t>
            </a:r>
            <a:r>
              <a:rPr lang="fr-FR" dirty="0" err="1">
                <a:latin typeface="Arial Black" panose="020B0A04020102020204" pitchFamily="34" charset="0"/>
              </a:rPr>
              <a:t>fito</a:t>
            </a:r>
            <a:r>
              <a:rPr lang="fr-FR" dirty="0">
                <a:latin typeface="Arial Black" panose="020B0A04020102020204" pitchFamily="34" charset="0"/>
              </a:rPr>
              <a:t> </a:t>
            </a:r>
            <a:r>
              <a:rPr lang="fr-FR" dirty="0" err="1">
                <a:latin typeface="Arial Black" panose="020B0A04020102020204" pitchFamily="34" charset="0"/>
              </a:rPr>
              <a:t>lahy</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vavy</a:t>
            </a:r>
            <a:r>
              <a:rPr lang="fr-FR" dirty="0">
                <a:latin typeface="Arial Black" panose="020B0A04020102020204" pitchFamily="34" charset="0"/>
              </a:rPr>
              <a:t> </a:t>
            </a:r>
            <a:r>
              <a:rPr lang="fr-FR" dirty="0" err="1">
                <a:latin typeface="Arial Black" panose="020B0A04020102020204" pitchFamily="34" charset="0"/>
              </a:rPr>
              <a:t>telo</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a:t>
            </a:r>
          </a:p>
          <a:p>
            <a:r>
              <a:rPr lang="fr-FR" dirty="0" smtClean="0">
                <a:latin typeface="Arial Black" panose="020B0A04020102020204" pitchFamily="34" charset="0"/>
              </a:rPr>
              <a:t>1:3</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fananany</a:t>
            </a:r>
            <a:r>
              <a:rPr lang="fr-FR" dirty="0">
                <a:latin typeface="Arial Black" panose="020B0A04020102020204" pitchFamily="34" charset="0"/>
              </a:rPr>
              <a:t> dia </a:t>
            </a:r>
            <a:r>
              <a:rPr lang="fr-FR" dirty="0" err="1">
                <a:latin typeface="Arial Black" panose="020B0A04020102020204" pitchFamily="34" charset="0"/>
              </a:rPr>
              <a:t>ondry</a:t>
            </a:r>
            <a:r>
              <a:rPr lang="fr-FR" dirty="0">
                <a:latin typeface="Arial Black" panose="020B0A04020102020204" pitchFamily="34" charset="0"/>
              </a:rPr>
              <a:t> </a:t>
            </a:r>
            <a:r>
              <a:rPr lang="fr-FR" dirty="0" err="1">
                <a:latin typeface="Arial Black" panose="020B0A04020102020204" pitchFamily="34" charset="0"/>
              </a:rPr>
              <a:t>aman'osy</a:t>
            </a:r>
            <a:r>
              <a:rPr lang="fr-FR" dirty="0">
                <a:latin typeface="Arial Black" panose="020B0A04020102020204" pitchFamily="34" charset="0"/>
              </a:rPr>
              <a:t> </a:t>
            </a:r>
            <a:r>
              <a:rPr lang="fr-FR" dirty="0" err="1">
                <a:latin typeface="Arial Black" panose="020B0A04020102020204" pitchFamily="34" charset="0"/>
              </a:rPr>
              <a:t>fito</a:t>
            </a:r>
            <a:r>
              <a:rPr lang="fr-FR" dirty="0">
                <a:latin typeface="Arial Black" panose="020B0A04020102020204" pitchFamily="34" charset="0"/>
              </a:rPr>
              <a:t> </a:t>
            </a:r>
            <a:r>
              <a:rPr lang="fr-FR" dirty="0" err="1">
                <a:latin typeface="Arial Black" panose="020B0A04020102020204" pitchFamily="34" charset="0"/>
              </a:rPr>
              <a:t>arivo</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rameva</a:t>
            </a:r>
            <a:r>
              <a:rPr lang="fr-FR" dirty="0">
                <a:latin typeface="Arial Black" panose="020B0A04020102020204" pitchFamily="34" charset="0"/>
              </a:rPr>
              <a:t> </a:t>
            </a:r>
            <a:r>
              <a:rPr lang="fr-FR" dirty="0" err="1">
                <a:latin typeface="Arial Black" panose="020B0A04020102020204" pitchFamily="34" charset="0"/>
              </a:rPr>
              <a:t>telo</a:t>
            </a:r>
            <a:r>
              <a:rPr lang="fr-FR" dirty="0">
                <a:latin typeface="Arial Black" panose="020B0A04020102020204" pitchFamily="34" charset="0"/>
              </a:rPr>
              <a:t> </a:t>
            </a:r>
            <a:r>
              <a:rPr lang="fr-FR" dirty="0" err="1">
                <a:latin typeface="Arial Black" panose="020B0A04020102020204" pitchFamily="34" charset="0"/>
              </a:rPr>
              <a:t>arivo</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omby</a:t>
            </a:r>
            <a:r>
              <a:rPr lang="fr-FR" dirty="0">
                <a:latin typeface="Arial Black" panose="020B0A04020102020204" pitchFamily="34" charset="0"/>
              </a:rPr>
              <a:t> 	</a:t>
            </a:r>
            <a:r>
              <a:rPr lang="fr-FR" dirty="0" err="1">
                <a:latin typeface="Arial Black" panose="020B0A04020102020204" pitchFamily="34" charset="0"/>
              </a:rPr>
              <a:t>arivo</a:t>
            </a:r>
            <a:r>
              <a:rPr lang="fr-FR" dirty="0">
                <a:latin typeface="Arial Black" panose="020B0A04020102020204" pitchFamily="34" charset="0"/>
              </a:rPr>
              <a:t> </a:t>
            </a:r>
            <a:r>
              <a:rPr lang="fr-FR" dirty="0" err="1">
                <a:latin typeface="Arial Black" panose="020B0A04020102020204" pitchFamily="34" charset="0"/>
              </a:rPr>
              <a:t>sy</a:t>
            </a:r>
            <a:r>
              <a:rPr lang="fr-FR" dirty="0">
                <a:latin typeface="Arial Black" panose="020B0A04020102020204" pitchFamily="34" charset="0"/>
              </a:rPr>
              <a:t> </a:t>
            </a:r>
            <a:r>
              <a:rPr lang="fr-FR" dirty="0" err="1">
                <a:latin typeface="Arial Black" panose="020B0A04020102020204" pitchFamily="34" charset="0"/>
              </a:rPr>
              <a:t>borikivavy</a:t>
            </a:r>
            <a:r>
              <a:rPr lang="fr-FR" dirty="0">
                <a:latin typeface="Arial Black" panose="020B0A04020102020204" pitchFamily="34" charset="0"/>
              </a:rPr>
              <a:t> </a:t>
            </a:r>
            <a:r>
              <a:rPr lang="fr-FR" dirty="0" err="1">
                <a:latin typeface="Arial Black" panose="020B0A04020102020204" pitchFamily="34" charset="0"/>
              </a:rPr>
              <a:t>diman-jato</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mpanompo</a:t>
            </a:r>
            <a:r>
              <a:rPr lang="fr-FR" dirty="0">
                <a:latin typeface="Arial Black" panose="020B0A04020102020204" pitchFamily="34" charset="0"/>
              </a:rPr>
              <a:t> </a:t>
            </a:r>
            <a:r>
              <a:rPr lang="fr-FR" dirty="0" err="1">
                <a:latin typeface="Arial Black" panose="020B0A04020102020204" pitchFamily="34" charset="0"/>
              </a:rPr>
              <a:t>maro</a:t>
            </a:r>
            <a:r>
              <a:rPr lang="fr-FR" dirty="0">
                <a:latin typeface="Arial Black" panose="020B0A04020102020204" pitchFamily="34" charset="0"/>
              </a:rPr>
              <a:t> </a:t>
            </a:r>
            <a:r>
              <a:rPr lang="fr-FR" dirty="0" err="1">
                <a:latin typeface="Arial Black" panose="020B0A04020102020204" pitchFamily="34" charset="0"/>
              </a:rPr>
              <a:t>be</a:t>
            </a:r>
            <a:r>
              <a:rPr lang="fr-FR" dirty="0">
                <a:latin typeface="Arial Black" panose="020B0A04020102020204" pitchFamily="34" charset="0"/>
              </a:rPr>
              <a:t>; ka dia nanan-</a:t>
            </a:r>
            <a:r>
              <a:rPr lang="fr-FR" dirty="0" err="1">
                <a:latin typeface="Arial Black" panose="020B0A04020102020204" pitchFamily="34" charset="0"/>
              </a:rPr>
              <a:t>karena</a:t>
            </a:r>
            <a:r>
              <a:rPr lang="fr-FR" dirty="0">
                <a:latin typeface="Arial Black" panose="020B0A04020102020204" pitchFamily="34" charset="0"/>
              </a:rPr>
              <a:t> </a:t>
            </a:r>
            <a:r>
              <a:rPr lang="fr-FR" dirty="0" err="1">
                <a:latin typeface="Arial Black" panose="020B0A04020102020204" pitchFamily="34" charset="0"/>
              </a:rPr>
              <a:t>be</a:t>
            </a:r>
            <a:r>
              <a:rPr lang="fr-FR" dirty="0">
                <a:latin typeface="Arial Black" panose="020B0A04020102020204" pitchFamily="34" charset="0"/>
              </a:rPr>
              <a:t> </a:t>
            </a:r>
            <a:r>
              <a:rPr lang="fr-FR" dirty="0" err="1" smtClean="0">
                <a:latin typeface="Arial Black" panose="020B0A04020102020204" pitchFamily="34" charset="0"/>
              </a:rPr>
              <a:t>mihoatra</a:t>
            </a:r>
            <a:r>
              <a:rPr lang="fr-FR" dirty="0" smtClean="0">
                <a:latin typeface="Arial Black" panose="020B0A04020102020204" pitchFamily="34" charset="0"/>
              </a:rPr>
              <a:t> </a:t>
            </a:r>
            <a:r>
              <a:rPr lang="fr-FR" dirty="0" err="1">
                <a:latin typeface="Arial Black" panose="020B0A04020102020204" pitchFamily="34" charset="0"/>
              </a:rPr>
              <a:t>noho</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rehetra</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 </a:t>
            </a:r>
            <a:r>
              <a:rPr lang="fr-FR" dirty="0" err="1">
                <a:latin typeface="Arial Black" panose="020B0A04020102020204" pitchFamily="34" charset="0"/>
              </a:rPr>
              <a:t>lehilahy</a:t>
            </a:r>
            <a:r>
              <a:rPr lang="fr-FR" dirty="0">
                <a:latin typeface="Arial Black" panose="020B0A04020102020204" pitchFamily="34" charset="0"/>
              </a:rPr>
              <a:t> </a:t>
            </a:r>
            <a:r>
              <a:rPr lang="fr-FR" dirty="0" err="1">
                <a:latin typeface="Arial Black" panose="020B0A04020102020204" pitchFamily="34" charset="0"/>
              </a:rPr>
              <a:t>izany</a:t>
            </a:r>
            <a:r>
              <a:rPr lang="fr-FR" dirty="0">
                <a:latin typeface="Arial Black" panose="020B0A04020102020204" pitchFamily="34" charset="0"/>
              </a:rPr>
              <a:t>."</a:t>
            </a:r>
          </a:p>
          <a:p>
            <a:endParaRPr lang="fr-FR" dirty="0">
              <a:latin typeface="Arial Black" panose="020B0A04020102020204" pitchFamily="34" charset="0"/>
            </a:endParaRPr>
          </a:p>
        </p:txBody>
      </p:sp>
    </p:spTree>
    <p:extLst>
      <p:ext uri="{BB962C8B-B14F-4D97-AF65-F5344CB8AC3E}">
        <p14:creationId xmlns:p14="http://schemas.microsoft.com/office/powerpoint/2010/main" val="1955838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77091" y="309851"/>
            <a:ext cx="11707091" cy="5716876"/>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4000" dirty="0" err="1">
                <a:latin typeface="Arial Black" panose="020B0A04020102020204" pitchFamily="34" charset="0"/>
              </a:rPr>
              <a:t>Avy</a:t>
            </a:r>
            <a:r>
              <a:rPr lang="fr-FR" sz="4000" dirty="0">
                <a:latin typeface="Arial Black" panose="020B0A04020102020204" pitchFamily="34" charset="0"/>
              </a:rPr>
              <a:t> </a:t>
            </a:r>
            <a:r>
              <a:rPr lang="fr-FR" sz="4000" dirty="0" err="1">
                <a:latin typeface="Arial Black" panose="020B0A04020102020204" pitchFamily="34" charset="0"/>
              </a:rPr>
              <a:t>any</a:t>
            </a:r>
            <a:r>
              <a:rPr lang="fr-FR" sz="4000" dirty="0">
                <a:latin typeface="Arial Black" panose="020B0A04020102020204" pitchFamily="34" charset="0"/>
              </a:rPr>
              <a:t> </a:t>
            </a:r>
            <a:r>
              <a:rPr lang="fr-FR" sz="4000" dirty="0" err="1">
                <a:latin typeface="Arial Black" panose="020B0A04020102020204" pitchFamily="34" charset="0"/>
              </a:rPr>
              <a:t>Atsinanana</a:t>
            </a:r>
            <a:r>
              <a:rPr lang="fr-FR" sz="4000" dirty="0">
                <a:latin typeface="Arial Black" panose="020B0A04020102020204" pitchFamily="34" charset="0"/>
              </a:rPr>
              <a:t> </a:t>
            </a:r>
            <a:r>
              <a:rPr lang="fr-FR" sz="4000" dirty="0" err="1">
                <a:latin typeface="Arial Black" panose="020B0A04020102020204" pitchFamily="34" charset="0"/>
              </a:rPr>
              <a:t>izy</a:t>
            </a:r>
            <a:r>
              <a:rPr lang="fr-FR" sz="4000" dirty="0">
                <a:latin typeface="Arial Black" panose="020B0A04020102020204" pitchFamily="34" charset="0"/>
              </a:rPr>
              <a:t>, </a:t>
            </a:r>
            <a:r>
              <a:rPr lang="fr-FR" sz="4000" dirty="0" err="1">
                <a:latin typeface="Arial Black" panose="020B0A04020102020204" pitchFamily="34" charset="0"/>
              </a:rPr>
              <a:t>lehibe</a:t>
            </a:r>
            <a:r>
              <a:rPr lang="fr-FR" sz="4000" dirty="0">
                <a:latin typeface="Arial Black" panose="020B0A04020102020204" pitchFamily="34" charset="0"/>
              </a:rPr>
              <a:t> </a:t>
            </a:r>
            <a:r>
              <a:rPr lang="fr-FR" sz="4000" dirty="0" err="1">
                <a:latin typeface="Arial Black" panose="020B0A04020102020204" pitchFamily="34" charset="0"/>
              </a:rPr>
              <a:t>nihoatra</a:t>
            </a:r>
            <a:r>
              <a:rPr lang="fr-FR" sz="4000" dirty="0">
                <a:latin typeface="Arial Black" panose="020B0A04020102020204" pitchFamily="34" charset="0"/>
              </a:rPr>
              <a:t> </a:t>
            </a:r>
            <a:r>
              <a:rPr lang="fr-FR" sz="4000" dirty="0" err="1">
                <a:latin typeface="Arial Black" panose="020B0A04020102020204" pitchFamily="34" charset="0"/>
              </a:rPr>
              <a:t>noho</a:t>
            </a:r>
            <a:r>
              <a:rPr lang="fr-FR" sz="4000" dirty="0">
                <a:latin typeface="Arial Black" panose="020B0A04020102020204" pitchFamily="34" charset="0"/>
              </a:rPr>
              <a:t> </a:t>
            </a:r>
            <a:r>
              <a:rPr lang="fr-FR" sz="4000" dirty="0" err="1">
                <a:latin typeface="Arial Black" panose="020B0A04020102020204" pitchFamily="34" charset="0"/>
              </a:rPr>
              <a:t>ny</a:t>
            </a:r>
            <a:r>
              <a:rPr lang="fr-FR" sz="4000" dirty="0">
                <a:latin typeface="Arial Black" panose="020B0A04020102020204" pitchFamily="34" charset="0"/>
              </a:rPr>
              <a:t> </a:t>
            </a:r>
            <a:r>
              <a:rPr lang="fr-FR" sz="4000" dirty="0" err="1">
                <a:latin typeface="Arial Black" panose="020B0A04020102020204" pitchFamily="34" charset="0"/>
              </a:rPr>
              <a:t>olon-drehetra</a:t>
            </a:r>
            <a:r>
              <a:rPr lang="fr-FR" sz="4000" dirty="0">
                <a:latin typeface="Arial Black" panose="020B0A04020102020204" pitchFamily="34" charset="0"/>
              </a:rPr>
              <a:t> </a:t>
            </a:r>
            <a:r>
              <a:rPr lang="fr-FR" sz="4000" dirty="0" err="1">
                <a:latin typeface="Arial Black" panose="020B0A04020102020204" pitchFamily="34" charset="0"/>
              </a:rPr>
              <a:t>tany</a:t>
            </a:r>
            <a:r>
              <a:rPr lang="fr-FR" sz="4000" dirty="0">
                <a:latin typeface="Arial Black" panose="020B0A04020102020204" pitchFamily="34" charset="0"/>
              </a:rPr>
              <a:t> </a:t>
            </a:r>
            <a:r>
              <a:rPr lang="fr-FR" sz="4000" dirty="0" err="1">
                <a:latin typeface="Arial Black" panose="020B0A04020102020204" pitchFamily="34" charset="0"/>
              </a:rPr>
              <a:t>Atsinanana</a:t>
            </a:r>
            <a:r>
              <a:rPr lang="fr-FR" sz="4000" dirty="0">
                <a:latin typeface="Arial Black" panose="020B0A04020102020204" pitchFamily="34" charset="0"/>
              </a:rPr>
              <a:t>, </a:t>
            </a:r>
            <a:r>
              <a:rPr lang="fr-FR" sz="4000" dirty="0" err="1">
                <a:latin typeface="Arial Black" panose="020B0A04020102020204" pitchFamily="34" charset="0"/>
              </a:rPr>
              <a:t>ary</a:t>
            </a:r>
            <a:r>
              <a:rPr lang="fr-FR" sz="4000" dirty="0">
                <a:latin typeface="Arial Black" panose="020B0A04020102020204" pitchFamily="34" charset="0"/>
              </a:rPr>
              <a:t> </a:t>
            </a:r>
            <a:r>
              <a:rPr lang="fr-FR" sz="4000" dirty="0" err="1">
                <a:latin typeface="Arial Black" panose="020B0A04020102020204" pitchFamily="34" charset="0"/>
              </a:rPr>
              <a:t>ohatry</a:t>
            </a:r>
            <a:r>
              <a:rPr lang="fr-FR" sz="4000" dirty="0">
                <a:latin typeface="Arial Black" panose="020B0A04020102020204" pitchFamily="34" charset="0"/>
              </a:rPr>
              <a:t> </a:t>
            </a:r>
            <a:r>
              <a:rPr lang="fr-FR" sz="4000" dirty="0" err="1">
                <a:latin typeface="Arial Black" panose="020B0A04020102020204" pitchFamily="34" charset="0"/>
              </a:rPr>
              <a:t>ny</a:t>
            </a:r>
            <a:r>
              <a:rPr lang="fr-FR" sz="4000" dirty="0">
                <a:latin typeface="Arial Black" panose="020B0A04020102020204" pitchFamily="34" charset="0"/>
              </a:rPr>
              <a:t> </a:t>
            </a:r>
            <a:r>
              <a:rPr lang="fr-FR" sz="4000" dirty="0" err="1">
                <a:latin typeface="Arial Black" panose="020B0A04020102020204" pitchFamily="34" charset="0"/>
              </a:rPr>
              <a:t>lehilahy</a:t>
            </a:r>
            <a:r>
              <a:rPr lang="fr-FR" sz="4000" dirty="0">
                <a:latin typeface="Arial Black" panose="020B0A04020102020204" pitchFamily="34" charset="0"/>
              </a:rPr>
              <a:t> "marina" </a:t>
            </a:r>
            <a:r>
              <a:rPr lang="fr-FR" sz="4000" dirty="0" err="1">
                <a:latin typeface="Arial Black" panose="020B0A04020102020204" pitchFamily="34" charset="0"/>
              </a:rPr>
              <a:t>sy</a:t>
            </a:r>
            <a:r>
              <a:rPr lang="fr-FR" sz="4000" dirty="0">
                <a:latin typeface="Arial Black" panose="020B0A04020102020204" pitchFamily="34" charset="0"/>
              </a:rPr>
              <a:t> "</a:t>
            </a:r>
            <a:r>
              <a:rPr lang="fr-FR" sz="4000" dirty="0" err="1">
                <a:latin typeface="Arial Black" panose="020B0A04020102020204" pitchFamily="34" charset="0"/>
              </a:rPr>
              <a:t>mahitsy</a:t>
            </a:r>
            <a:r>
              <a:rPr lang="fr-FR" sz="4000" dirty="0">
                <a:latin typeface="Arial Black" panose="020B0A04020102020204" pitchFamily="34" charset="0"/>
              </a:rPr>
              <a:t>" no </a:t>
            </a:r>
            <a:r>
              <a:rPr lang="fr-FR" sz="4000" dirty="0" err="1">
                <a:latin typeface="Arial Black" panose="020B0A04020102020204" pitchFamily="34" charset="0"/>
              </a:rPr>
              <a:t>niantsoan'Andriamanitra</a:t>
            </a:r>
            <a:r>
              <a:rPr lang="fr-FR" sz="4000" dirty="0">
                <a:latin typeface="Arial Black" panose="020B0A04020102020204" pitchFamily="34" charset="0"/>
              </a:rPr>
              <a:t> </a:t>
            </a:r>
            <a:r>
              <a:rPr lang="fr-FR" sz="4000" dirty="0" err="1">
                <a:latin typeface="Arial Black" panose="020B0A04020102020204" pitchFamily="34" charset="0"/>
              </a:rPr>
              <a:t>azy</a:t>
            </a:r>
            <a:r>
              <a:rPr lang="fr-FR" sz="4000" dirty="0">
                <a:latin typeface="Arial Black" panose="020B0A04020102020204" pitchFamily="34" charset="0"/>
              </a:rPr>
              <a:t>, </a:t>
            </a:r>
            <a:r>
              <a:rPr lang="fr-FR" sz="4000" dirty="0" err="1">
                <a:latin typeface="Arial Black" panose="020B0A04020102020204" pitchFamily="34" charset="0"/>
              </a:rPr>
              <a:t>natahotra</a:t>
            </a:r>
            <a:r>
              <a:rPr lang="fr-FR" sz="4000" dirty="0">
                <a:latin typeface="Arial Black" panose="020B0A04020102020204" pitchFamily="34" charset="0"/>
              </a:rPr>
              <a:t> </a:t>
            </a:r>
            <a:r>
              <a:rPr lang="fr-FR" sz="4000" dirty="0" err="1">
                <a:latin typeface="Arial Black" panose="020B0A04020102020204" pitchFamily="34" charset="0"/>
              </a:rPr>
              <a:t>an'Andriamanitra</a:t>
            </a:r>
            <a:r>
              <a:rPr lang="fr-FR" sz="4000" dirty="0">
                <a:latin typeface="Arial Black" panose="020B0A04020102020204" pitchFamily="34" charset="0"/>
              </a:rPr>
              <a:t> </a:t>
            </a:r>
            <a:r>
              <a:rPr lang="fr-FR" sz="4000" dirty="0" err="1">
                <a:latin typeface="Arial Black" panose="020B0A04020102020204" pitchFamily="34" charset="0"/>
              </a:rPr>
              <a:t>ary</a:t>
            </a:r>
            <a:r>
              <a:rPr lang="fr-FR" sz="4000" dirty="0">
                <a:latin typeface="Arial Black" panose="020B0A04020102020204" pitchFamily="34" charset="0"/>
              </a:rPr>
              <a:t> </a:t>
            </a:r>
            <a:r>
              <a:rPr lang="fr-FR" sz="4000" dirty="0" err="1">
                <a:latin typeface="Arial Black" panose="020B0A04020102020204" pitchFamily="34" charset="0"/>
              </a:rPr>
              <a:t>nifady</a:t>
            </a:r>
            <a:r>
              <a:rPr lang="fr-FR" sz="4000" dirty="0">
                <a:latin typeface="Arial Black" panose="020B0A04020102020204" pitchFamily="34" charset="0"/>
              </a:rPr>
              <a:t> </a:t>
            </a:r>
            <a:r>
              <a:rPr lang="fr-FR" sz="4000" dirty="0" err="1">
                <a:latin typeface="Arial Black" panose="020B0A04020102020204" pitchFamily="34" charset="0"/>
              </a:rPr>
              <a:t>ny</a:t>
            </a:r>
            <a:r>
              <a:rPr lang="fr-FR" sz="4000" dirty="0">
                <a:latin typeface="Arial Black" panose="020B0A04020102020204" pitchFamily="34" charset="0"/>
              </a:rPr>
              <a:t> </a:t>
            </a:r>
            <a:r>
              <a:rPr lang="fr-FR" sz="4000" dirty="0" err="1">
                <a:latin typeface="Arial Black" panose="020B0A04020102020204" pitchFamily="34" charset="0"/>
              </a:rPr>
              <a:t>ratsy</a:t>
            </a:r>
            <a:r>
              <a:rPr lang="fr-FR" sz="4000" dirty="0">
                <a:latin typeface="Arial Black" panose="020B0A04020102020204" pitchFamily="34" charset="0"/>
              </a:rPr>
              <a:t>. Tsy </a:t>
            </a:r>
            <a:r>
              <a:rPr lang="fr-FR" sz="4000" dirty="0" err="1">
                <a:latin typeface="Arial Black" panose="020B0A04020102020204" pitchFamily="34" charset="0"/>
              </a:rPr>
              <a:t>avy</a:t>
            </a:r>
            <a:r>
              <a:rPr lang="fr-FR" sz="4000" dirty="0">
                <a:latin typeface="Arial Black" panose="020B0A04020102020204" pitchFamily="34" charset="0"/>
              </a:rPr>
              <a:t> </a:t>
            </a:r>
            <a:r>
              <a:rPr lang="fr-FR" sz="4000" dirty="0" err="1">
                <a:latin typeface="Arial Black" panose="020B0A04020102020204" pitchFamily="34" charset="0"/>
              </a:rPr>
              <a:t>tamin'ny</a:t>
            </a:r>
            <a:r>
              <a:rPr lang="fr-FR" sz="4000" dirty="0">
                <a:latin typeface="Arial Black" panose="020B0A04020102020204" pitchFamily="34" charset="0"/>
              </a:rPr>
              <a:t> </a:t>
            </a:r>
            <a:r>
              <a:rPr lang="fr-FR" sz="4000" dirty="0" err="1">
                <a:latin typeface="Arial Black" panose="020B0A04020102020204" pitchFamily="34" charset="0"/>
              </a:rPr>
              <a:t>fokon'Isiraely</a:t>
            </a:r>
            <a:r>
              <a:rPr lang="fr-FR" sz="4000" dirty="0">
                <a:latin typeface="Arial Black" panose="020B0A04020102020204" pitchFamily="34" charset="0"/>
              </a:rPr>
              <a:t> </a:t>
            </a:r>
            <a:r>
              <a:rPr lang="fr-FR" sz="4000" dirty="0" err="1">
                <a:latin typeface="Arial Black" panose="020B0A04020102020204" pitchFamily="34" charset="0"/>
              </a:rPr>
              <a:t>izy</a:t>
            </a:r>
            <a:r>
              <a:rPr lang="fr-FR" sz="4000" dirty="0">
                <a:latin typeface="Arial Black" panose="020B0A04020102020204" pitchFamily="34" charset="0"/>
              </a:rPr>
              <a:t>. </a:t>
            </a:r>
          </a:p>
        </p:txBody>
      </p:sp>
    </p:spTree>
    <p:extLst>
      <p:ext uri="{BB962C8B-B14F-4D97-AF65-F5344CB8AC3E}">
        <p14:creationId xmlns:p14="http://schemas.microsoft.com/office/powerpoint/2010/main" val="2770112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332506"/>
            <a:ext cx="12192000" cy="1529052"/>
          </a:xfrm>
        </p:spPr>
        <p:txBody>
          <a:bodyPr/>
          <a:lstStyle/>
          <a:p>
            <a:r>
              <a:rPr lang="fr-FR" dirty="0" err="1">
                <a:latin typeface="Arial Black" panose="020B0A04020102020204" pitchFamily="34" charset="0"/>
              </a:rPr>
              <a:t>Kaleba</a:t>
            </a:r>
            <a:r>
              <a:rPr lang="fr-FR" dirty="0">
                <a:latin typeface="Arial Black" panose="020B0A04020102020204" pitchFamily="34" charset="0"/>
              </a:rPr>
              <a:t> - </a:t>
            </a:r>
            <a:r>
              <a:rPr lang="fr-FR" dirty="0" err="1">
                <a:latin typeface="Arial Black" panose="020B0A04020102020204" pitchFamily="34" charset="0"/>
              </a:rPr>
              <a:t>Zanakalahin'ny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ve</a:t>
            </a:r>
            <a:r>
              <a:rPr lang="fr-FR" dirty="0">
                <a:latin typeface="Arial Black" panose="020B0A04020102020204" pitchFamily="34" charset="0"/>
              </a:rPr>
              <a:t>?</a:t>
            </a:r>
          </a:p>
        </p:txBody>
      </p:sp>
      <p:sp>
        <p:nvSpPr>
          <p:cNvPr id="3" name="Espace réservé du contenu 2"/>
          <p:cNvSpPr>
            <a:spLocks noGrp="1"/>
          </p:cNvSpPr>
          <p:nvPr>
            <p:ph idx="1"/>
          </p:nvPr>
        </p:nvSpPr>
        <p:spPr>
          <a:xfrm>
            <a:off x="360218" y="1496291"/>
            <a:ext cx="11610109" cy="5195454"/>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000" dirty="0">
                <a:latin typeface="Arial Black" panose="020B0A04020102020204" pitchFamily="34" charset="0"/>
              </a:rPr>
              <a:t>Rehefa </a:t>
            </a:r>
            <a:r>
              <a:rPr lang="fr-FR" sz="2000" dirty="0" err="1">
                <a:latin typeface="Arial Black" panose="020B0A04020102020204" pitchFamily="34" charset="0"/>
              </a:rPr>
              <a:t>nanamorona</a:t>
            </a:r>
            <a:r>
              <a:rPr lang="fr-FR" sz="2000" dirty="0">
                <a:latin typeface="Arial Black" panose="020B0A04020102020204" pitchFamily="34" charset="0"/>
              </a:rPr>
              <a:t> </a:t>
            </a:r>
            <a:r>
              <a:rPr lang="fr-FR" sz="2000" dirty="0" err="1">
                <a:latin typeface="Arial Black" panose="020B0A04020102020204" pitchFamily="34" charset="0"/>
              </a:rPr>
              <a:t>ny</a:t>
            </a:r>
            <a:r>
              <a:rPr lang="fr-FR" sz="2000" dirty="0">
                <a:latin typeface="Arial Black" panose="020B0A04020102020204" pitchFamily="34" charset="0"/>
              </a:rPr>
              <a:t> </a:t>
            </a:r>
            <a:r>
              <a:rPr lang="fr-FR" sz="2000" dirty="0" err="1">
                <a:latin typeface="Arial Black" panose="020B0A04020102020204" pitchFamily="34" charset="0"/>
              </a:rPr>
              <a:t>Tany</a:t>
            </a:r>
            <a:r>
              <a:rPr lang="fr-FR" sz="2000" dirty="0">
                <a:latin typeface="Arial Black" panose="020B0A04020102020204" pitchFamily="34" charset="0"/>
              </a:rPr>
              <a:t> </a:t>
            </a:r>
            <a:r>
              <a:rPr lang="fr-FR" sz="2000" dirty="0" err="1">
                <a:latin typeface="Arial Black" panose="020B0A04020102020204" pitchFamily="34" charset="0"/>
              </a:rPr>
              <a:t>Nampanantenaina</a:t>
            </a:r>
            <a:r>
              <a:rPr lang="fr-FR" sz="2000" dirty="0">
                <a:latin typeface="Arial Black" panose="020B0A04020102020204" pitchFamily="34" charset="0"/>
              </a:rPr>
              <a:t> </a:t>
            </a:r>
            <a:r>
              <a:rPr lang="fr-FR" sz="2000" dirty="0" err="1">
                <a:latin typeface="Arial Black" panose="020B0A04020102020204" pitchFamily="34" charset="0"/>
              </a:rPr>
              <a:t>ireo</a:t>
            </a:r>
            <a:r>
              <a:rPr lang="fr-FR" sz="2000" dirty="0">
                <a:latin typeface="Arial Black" panose="020B0A04020102020204" pitchFamily="34" charset="0"/>
              </a:rPr>
              <a:t> </a:t>
            </a:r>
            <a:r>
              <a:rPr lang="fr-FR" sz="2000" dirty="0" err="1">
                <a:latin typeface="Arial Black" panose="020B0A04020102020204" pitchFamily="34" charset="0"/>
              </a:rPr>
              <a:t>Zanak'Isiraely</a:t>
            </a:r>
            <a:r>
              <a:rPr lang="fr-FR" sz="2000" dirty="0">
                <a:latin typeface="Arial Black" panose="020B0A04020102020204" pitchFamily="34" charset="0"/>
              </a:rPr>
              <a:t>, dia </a:t>
            </a:r>
            <a:r>
              <a:rPr lang="fr-FR" sz="2000" dirty="0" err="1">
                <a:latin typeface="Arial Black" panose="020B0A04020102020204" pitchFamily="34" charset="0"/>
              </a:rPr>
              <a:t>mpitsongo</a:t>
            </a:r>
            <a:r>
              <a:rPr lang="fr-FR" sz="2000" dirty="0">
                <a:latin typeface="Arial Black" panose="020B0A04020102020204" pitchFamily="34" charset="0"/>
              </a:rPr>
              <a:t> dia </a:t>
            </a:r>
            <a:r>
              <a:rPr lang="fr-FR" sz="2000" dirty="0" err="1">
                <a:latin typeface="Arial Black" panose="020B0A04020102020204" pitchFamily="34" charset="0"/>
              </a:rPr>
              <a:t>roa</a:t>
            </a:r>
            <a:r>
              <a:rPr lang="fr-FR" sz="2000" dirty="0">
                <a:latin typeface="Arial Black" panose="020B0A04020102020204" pitchFamily="34" charset="0"/>
              </a:rPr>
              <a:t> </a:t>
            </a:r>
            <a:r>
              <a:rPr lang="fr-FR" sz="2000" dirty="0" err="1">
                <a:latin typeface="Arial Black" panose="020B0A04020102020204" pitchFamily="34" charset="0"/>
              </a:rPr>
              <a:t>ambin'ny</a:t>
            </a:r>
            <a:r>
              <a:rPr lang="fr-FR" sz="2000" dirty="0">
                <a:latin typeface="Arial Black" panose="020B0A04020102020204" pitchFamily="34" charset="0"/>
              </a:rPr>
              <a:t> </a:t>
            </a:r>
            <a:r>
              <a:rPr lang="fr-FR" sz="2000" dirty="0" err="1">
                <a:latin typeface="Arial Black" panose="020B0A04020102020204" pitchFamily="34" charset="0"/>
              </a:rPr>
              <a:t>folo</a:t>
            </a:r>
            <a:r>
              <a:rPr lang="fr-FR" sz="2000" dirty="0">
                <a:latin typeface="Arial Black" panose="020B0A04020102020204" pitchFamily="34" charset="0"/>
              </a:rPr>
              <a:t> no </a:t>
            </a:r>
            <a:r>
              <a:rPr lang="fr-FR" sz="2000" dirty="0" err="1">
                <a:latin typeface="Arial Black" panose="020B0A04020102020204" pitchFamily="34" charset="0"/>
              </a:rPr>
              <a:t>nirahana</a:t>
            </a:r>
            <a:r>
              <a:rPr lang="fr-FR" sz="2000" dirty="0">
                <a:latin typeface="Arial Black" panose="020B0A04020102020204" pitchFamily="34" charset="0"/>
              </a:rPr>
              <a:t> </a:t>
            </a:r>
            <a:r>
              <a:rPr lang="fr-FR" sz="2000" dirty="0" err="1">
                <a:latin typeface="Arial Black" panose="020B0A04020102020204" pitchFamily="34" charset="0"/>
              </a:rPr>
              <a:t>avy</a:t>
            </a:r>
            <a:r>
              <a:rPr lang="fr-FR" sz="2000" dirty="0">
                <a:latin typeface="Arial Black" panose="020B0A04020102020204" pitchFamily="34" charset="0"/>
              </a:rPr>
              <a:t> </a:t>
            </a:r>
            <a:r>
              <a:rPr lang="fr-FR" sz="2000" dirty="0" err="1">
                <a:latin typeface="Arial Black" panose="020B0A04020102020204" pitchFamily="34" charset="0"/>
              </a:rPr>
              <a:t>tamin'ny</a:t>
            </a:r>
            <a:r>
              <a:rPr lang="fr-FR" sz="2000" dirty="0">
                <a:latin typeface="Arial Black" panose="020B0A04020102020204" pitchFamily="34" charset="0"/>
              </a:rPr>
              <a:t> </a:t>
            </a:r>
            <a:r>
              <a:rPr lang="fr-FR" sz="2000" dirty="0" err="1">
                <a:latin typeface="Arial Black" panose="020B0A04020102020204" pitchFamily="34" charset="0"/>
              </a:rPr>
              <a:t>Isiraely</a:t>
            </a:r>
            <a:r>
              <a:rPr lang="fr-FR" sz="2000" dirty="0">
                <a:latin typeface="Arial Black" panose="020B0A04020102020204" pitchFamily="34" charset="0"/>
              </a:rPr>
              <a:t> </a:t>
            </a:r>
            <a:r>
              <a:rPr lang="fr-FR" sz="2000" dirty="0" err="1">
                <a:latin typeface="Arial Black" panose="020B0A04020102020204" pitchFamily="34" charset="0"/>
              </a:rPr>
              <a:t>ary</a:t>
            </a:r>
            <a:r>
              <a:rPr lang="fr-FR" sz="2000" dirty="0">
                <a:latin typeface="Arial Black" panose="020B0A04020102020204" pitchFamily="34" charset="0"/>
              </a:rPr>
              <a:t> </a:t>
            </a:r>
            <a:r>
              <a:rPr lang="fr-FR" sz="2000" dirty="0" err="1">
                <a:latin typeface="Arial Black" panose="020B0A04020102020204" pitchFamily="34" charset="0"/>
              </a:rPr>
              <a:t>folo</a:t>
            </a:r>
            <a:r>
              <a:rPr lang="fr-FR" sz="2000" dirty="0">
                <a:latin typeface="Arial Black" panose="020B0A04020102020204" pitchFamily="34" charset="0"/>
              </a:rPr>
              <a:t> </a:t>
            </a:r>
            <a:r>
              <a:rPr lang="fr-FR" sz="2000" dirty="0" err="1">
                <a:latin typeface="Arial Black" panose="020B0A04020102020204" pitchFamily="34" charset="0"/>
              </a:rPr>
              <a:t>tamin'ireo</a:t>
            </a:r>
            <a:r>
              <a:rPr lang="fr-FR" sz="2000" dirty="0">
                <a:latin typeface="Arial Black" panose="020B0A04020102020204" pitchFamily="34" charset="0"/>
              </a:rPr>
              <a:t> no </a:t>
            </a:r>
            <a:r>
              <a:rPr lang="fr-FR" sz="2000" dirty="0" err="1">
                <a:latin typeface="Arial Black" panose="020B0A04020102020204" pitchFamily="34" charset="0"/>
              </a:rPr>
              <a:t>niverina</a:t>
            </a:r>
            <a:r>
              <a:rPr lang="fr-FR" sz="2000" dirty="0">
                <a:latin typeface="Arial Black" panose="020B0A04020102020204" pitchFamily="34" charset="0"/>
              </a:rPr>
              <a:t> </a:t>
            </a:r>
            <a:r>
              <a:rPr lang="fr-FR" sz="2000" dirty="0" err="1">
                <a:latin typeface="Arial Black" panose="020B0A04020102020204" pitchFamily="34" charset="0"/>
              </a:rPr>
              <a:t>niaraka</a:t>
            </a:r>
            <a:r>
              <a:rPr lang="fr-FR" sz="2000" dirty="0">
                <a:latin typeface="Arial Black" panose="020B0A04020102020204" pitchFamily="34" charset="0"/>
              </a:rPr>
              <a:t> </a:t>
            </a:r>
            <a:r>
              <a:rPr lang="fr-FR" sz="2000" dirty="0" err="1">
                <a:latin typeface="Arial Black" panose="020B0A04020102020204" pitchFamily="34" charset="0"/>
              </a:rPr>
              <a:t>tamin'ny</a:t>
            </a:r>
            <a:r>
              <a:rPr lang="fr-FR" sz="2000" dirty="0">
                <a:latin typeface="Arial Black" panose="020B0A04020102020204" pitchFamily="34" charset="0"/>
              </a:rPr>
              <a:t> </a:t>
            </a:r>
            <a:r>
              <a:rPr lang="fr-FR" sz="2000" dirty="0" err="1">
                <a:latin typeface="Arial Black" panose="020B0A04020102020204" pitchFamily="34" charset="0"/>
              </a:rPr>
              <a:t>tatitra</a:t>
            </a:r>
            <a:r>
              <a:rPr lang="fr-FR" sz="2000" dirty="0">
                <a:latin typeface="Arial Black" panose="020B0A04020102020204" pitchFamily="34" charset="0"/>
              </a:rPr>
              <a:t> </a:t>
            </a:r>
            <a:r>
              <a:rPr lang="fr-FR" sz="2000" dirty="0" err="1">
                <a:latin typeface="Arial Black" panose="020B0A04020102020204" pitchFamily="34" charset="0"/>
              </a:rPr>
              <a:t>ratsy</a:t>
            </a:r>
            <a:r>
              <a:rPr lang="fr-FR" sz="2000" dirty="0">
                <a:latin typeface="Arial Black" panose="020B0A04020102020204" pitchFamily="34" charset="0"/>
              </a:rPr>
              <a:t>. </a:t>
            </a:r>
            <a:r>
              <a:rPr lang="fr-FR" sz="2000" dirty="0" err="1">
                <a:latin typeface="Arial Black" panose="020B0A04020102020204" pitchFamily="34" charset="0"/>
              </a:rPr>
              <a:t>Nisy</a:t>
            </a:r>
            <a:r>
              <a:rPr lang="fr-FR" sz="2000" dirty="0">
                <a:latin typeface="Arial Black" panose="020B0A04020102020204" pitchFamily="34" charset="0"/>
              </a:rPr>
              <a:t> </a:t>
            </a:r>
            <a:r>
              <a:rPr lang="fr-FR" sz="2000" dirty="0" err="1">
                <a:latin typeface="Arial Black" panose="020B0A04020102020204" pitchFamily="34" charset="0"/>
              </a:rPr>
              <a:t>anankiroa</a:t>
            </a:r>
            <a:r>
              <a:rPr lang="fr-FR" sz="2000" dirty="0">
                <a:latin typeface="Arial Black" panose="020B0A04020102020204" pitchFamily="34" charset="0"/>
              </a:rPr>
              <a:t> </a:t>
            </a:r>
            <a:r>
              <a:rPr lang="fr-FR" sz="2000" dirty="0" err="1">
                <a:latin typeface="Arial Black" panose="020B0A04020102020204" pitchFamily="34" charset="0"/>
              </a:rPr>
              <a:t>nitondra</a:t>
            </a:r>
            <a:r>
              <a:rPr lang="fr-FR" sz="2000" dirty="0">
                <a:latin typeface="Arial Black" panose="020B0A04020102020204" pitchFamily="34" charset="0"/>
              </a:rPr>
              <a:t> </a:t>
            </a:r>
            <a:r>
              <a:rPr lang="fr-FR" sz="2000" dirty="0" err="1">
                <a:latin typeface="Arial Black" panose="020B0A04020102020204" pitchFamily="34" charset="0"/>
              </a:rPr>
              <a:t>vaovao</a:t>
            </a:r>
            <a:r>
              <a:rPr lang="fr-FR" sz="2000" dirty="0">
                <a:latin typeface="Arial Black" panose="020B0A04020102020204" pitchFamily="34" charset="0"/>
              </a:rPr>
              <a:t> </a:t>
            </a:r>
            <a:r>
              <a:rPr lang="fr-FR" sz="2000" dirty="0" err="1">
                <a:latin typeface="Arial Black" panose="020B0A04020102020204" pitchFamily="34" charset="0"/>
              </a:rPr>
              <a:t>tsara</a:t>
            </a:r>
            <a:r>
              <a:rPr lang="fr-FR" sz="2000" dirty="0">
                <a:latin typeface="Arial Black" panose="020B0A04020102020204" pitchFamily="34" charset="0"/>
              </a:rPr>
              <a:t> </a:t>
            </a:r>
            <a:r>
              <a:rPr lang="fr-FR" sz="2000" dirty="0" err="1">
                <a:latin typeface="Arial Black" panose="020B0A04020102020204" pitchFamily="34" charset="0"/>
              </a:rPr>
              <a:t>kosa</a:t>
            </a:r>
            <a:r>
              <a:rPr lang="fr-FR" sz="2000" dirty="0">
                <a:latin typeface="Arial Black" panose="020B0A04020102020204" pitchFamily="34" charset="0"/>
              </a:rPr>
              <a:t> </a:t>
            </a:r>
            <a:r>
              <a:rPr lang="fr-FR" sz="2000" dirty="0" err="1">
                <a:latin typeface="Arial Black" panose="020B0A04020102020204" pitchFamily="34" charset="0"/>
              </a:rPr>
              <a:t>anefa</a:t>
            </a:r>
            <a:r>
              <a:rPr lang="fr-FR" sz="2000" dirty="0">
                <a:latin typeface="Arial Black" panose="020B0A04020102020204" pitchFamily="34" charset="0"/>
              </a:rPr>
              <a:t>: </a:t>
            </a:r>
            <a:r>
              <a:rPr lang="fr-FR" sz="2000" dirty="0" err="1">
                <a:latin typeface="Arial Black" panose="020B0A04020102020204" pitchFamily="34" charset="0"/>
              </a:rPr>
              <a:t>Josoa</a:t>
            </a:r>
            <a:r>
              <a:rPr lang="fr-FR" sz="2000" dirty="0">
                <a:latin typeface="Arial Black" panose="020B0A04020102020204" pitchFamily="34" charset="0"/>
              </a:rPr>
              <a:t> no </a:t>
            </a:r>
            <a:r>
              <a:rPr lang="fr-FR" sz="2000" dirty="0" err="1">
                <a:latin typeface="Arial Black" panose="020B0A04020102020204" pitchFamily="34" charset="0"/>
              </a:rPr>
              <a:t>anaran'ny</a:t>
            </a:r>
            <a:r>
              <a:rPr lang="fr-FR" sz="2000" dirty="0">
                <a:latin typeface="Arial Black" panose="020B0A04020102020204" pitchFamily="34" charset="0"/>
              </a:rPr>
              <a:t> </a:t>
            </a:r>
            <a:r>
              <a:rPr lang="fr-FR" sz="2000" dirty="0" err="1">
                <a:latin typeface="Arial Black" panose="020B0A04020102020204" pitchFamily="34" charset="0"/>
              </a:rPr>
              <a:t>iray</a:t>
            </a:r>
            <a:r>
              <a:rPr lang="fr-FR" sz="2000" dirty="0">
                <a:latin typeface="Arial Black" panose="020B0A04020102020204" pitchFamily="34" charset="0"/>
              </a:rPr>
              <a:t>, </a:t>
            </a:r>
            <a:r>
              <a:rPr lang="fr-FR" sz="2000" dirty="0" err="1">
                <a:latin typeface="Arial Black" panose="020B0A04020102020204" pitchFamily="34" charset="0"/>
              </a:rPr>
              <a:t>ary</a:t>
            </a:r>
            <a:r>
              <a:rPr lang="fr-FR" sz="2000" dirty="0">
                <a:latin typeface="Arial Black" panose="020B0A04020102020204" pitchFamily="34" charset="0"/>
              </a:rPr>
              <a:t> </a:t>
            </a:r>
            <a:r>
              <a:rPr lang="fr-FR" sz="2000" dirty="0" err="1">
                <a:latin typeface="Arial Black" panose="020B0A04020102020204" pitchFamily="34" charset="0"/>
              </a:rPr>
              <a:t>Kaleba</a:t>
            </a:r>
            <a:r>
              <a:rPr lang="fr-FR" sz="2000" dirty="0">
                <a:latin typeface="Arial Black" panose="020B0A04020102020204" pitchFamily="34" charset="0"/>
              </a:rPr>
              <a:t> </a:t>
            </a:r>
            <a:r>
              <a:rPr lang="fr-FR" sz="2000" dirty="0" err="1">
                <a:latin typeface="Arial Black" panose="020B0A04020102020204" pitchFamily="34" charset="0"/>
              </a:rPr>
              <a:t>kosa</a:t>
            </a:r>
            <a:r>
              <a:rPr lang="fr-FR" sz="2000" dirty="0">
                <a:latin typeface="Arial Black" panose="020B0A04020102020204" pitchFamily="34" charset="0"/>
              </a:rPr>
              <a:t> </a:t>
            </a:r>
            <a:r>
              <a:rPr lang="fr-FR" sz="2000" dirty="0" err="1">
                <a:latin typeface="Arial Black" panose="020B0A04020102020204" pitchFamily="34" charset="0"/>
              </a:rPr>
              <a:t>ny</a:t>
            </a:r>
            <a:r>
              <a:rPr lang="fr-FR" sz="2000" dirty="0">
                <a:latin typeface="Arial Black" panose="020B0A04020102020204" pitchFamily="34" charset="0"/>
              </a:rPr>
              <a:t> </a:t>
            </a:r>
            <a:r>
              <a:rPr lang="fr-FR" sz="2000" dirty="0" err="1">
                <a:latin typeface="Arial Black" panose="020B0A04020102020204" pitchFamily="34" charset="0"/>
              </a:rPr>
              <a:t>anankiray</a:t>
            </a:r>
            <a:r>
              <a:rPr lang="fr-FR" sz="2000" dirty="0">
                <a:latin typeface="Arial Black" panose="020B0A04020102020204" pitchFamily="34" charset="0"/>
              </a:rPr>
              <a:t>. </a:t>
            </a:r>
            <a:r>
              <a:rPr lang="fr-FR" sz="2000" dirty="0" err="1">
                <a:latin typeface="Arial Black" panose="020B0A04020102020204" pitchFamily="34" charset="0"/>
              </a:rPr>
              <a:t>Fantatsika</a:t>
            </a:r>
            <a:r>
              <a:rPr lang="fr-FR" sz="2000" dirty="0">
                <a:latin typeface="Arial Black" panose="020B0A04020102020204" pitchFamily="34" charset="0"/>
              </a:rPr>
              <a:t> fa i </a:t>
            </a:r>
            <a:r>
              <a:rPr lang="fr-FR" sz="2000" dirty="0" err="1">
                <a:latin typeface="Arial Black" panose="020B0A04020102020204" pitchFamily="34" charset="0"/>
              </a:rPr>
              <a:t>Josoa</a:t>
            </a:r>
            <a:r>
              <a:rPr lang="fr-FR" sz="2000" dirty="0">
                <a:latin typeface="Arial Black" panose="020B0A04020102020204" pitchFamily="34" charset="0"/>
              </a:rPr>
              <a:t> dia </a:t>
            </a:r>
            <a:r>
              <a:rPr lang="fr-FR" sz="2000" dirty="0" err="1">
                <a:latin typeface="Arial Black" panose="020B0A04020102020204" pitchFamily="34" charset="0"/>
              </a:rPr>
              <a:t>Isiraelita</a:t>
            </a:r>
            <a:r>
              <a:rPr lang="fr-FR" sz="2000" dirty="0">
                <a:latin typeface="Arial Black" panose="020B0A04020102020204" pitchFamily="34" charset="0"/>
              </a:rPr>
              <a:t>, fa ahoana </a:t>
            </a:r>
            <a:r>
              <a:rPr lang="fr-FR" sz="2000" dirty="0" err="1">
                <a:latin typeface="Arial Black" panose="020B0A04020102020204" pitchFamily="34" charset="0"/>
              </a:rPr>
              <a:t>kosa</a:t>
            </a:r>
            <a:r>
              <a:rPr lang="fr-FR" sz="2000" dirty="0">
                <a:latin typeface="Arial Black" panose="020B0A04020102020204" pitchFamily="34" charset="0"/>
              </a:rPr>
              <a:t> </a:t>
            </a:r>
            <a:r>
              <a:rPr lang="fr-FR" sz="2000" dirty="0" err="1">
                <a:latin typeface="Arial Black" panose="020B0A04020102020204" pitchFamily="34" charset="0"/>
              </a:rPr>
              <a:t>ny</a:t>
            </a:r>
            <a:r>
              <a:rPr lang="fr-FR" sz="2000" dirty="0">
                <a:latin typeface="Arial Black" panose="020B0A04020102020204" pitchFamily="34" charset="0"/>
              </a:rPr>
              <a:t> </a:t>
            </a:r>
            <a:r>
              <a:rPr lang="fr-FR" sz="2000" dirty="0" err="1">
                <a:latin typeface="Arial Black" panose="020B0A04020102020204" pitchFamily="34" charset="0"/>
              </a:rPr>
              <a:t>amin'i</a:t>
            </a:r>
            <a:r>
              <a:rPr lang="fr-FR" sz="2000" dirty="0">
                <a:latin typeface="Arial Black" panose="020B0A04020102020204" pitchFamily="34" charset="0"/>
              </a:rPr>
              <a:t> </a:t>
            </a:r>
            <a:r>
              <a:rPr lang="fr-FR" sz="2000" dirty="0" err="1">
                <a:latin typeface="Arial Black" panose="020B0A04020102020204" pitchFamily="34" charset="0"/>
              </a:rPr>
              <a:t>Kaleba</a:t>
            </a:r>
            <a:r>
              <a:rPr lang="fr-FR" sz="2000" dirty="0">
                <a:latin typeface="Arial Black" panose="020B0A04020102020204" pitchFamily="34" charset="0"/>
              </a:rPr>
              <a:t>? </a:t>
            </a:r>
            <a:r>
              <a:rPr lang="fr-FR" sz="2000" dirty="0" err="1">
                <a:latin typeface="Arial Black" panose="020B0A04020102020204" pitchFamily="34" charset="0"/>
              </a:rPr>
              <a:t>Avy</a:t>
            </a:r>
            <a:r>
              <a:rPr lang="fr-FR" sz="2000" dirty="0">
                <a:latin typeface="Arial Black" panose="020B0A04020102020204" pitchFamily="34" charset="0"/>
              </a:rPr>
              <a:t> </a:t>
            </a:r>
            <a:r>
              <a:rPr lang="fr-FR" sz="2000" dirty="0" err="1">
                <a:latin typeface="Arial Black" panose="020B0A04020102020204" pitchFamily="34" charset="0"/>
              </a:rPr>
              <a:t>amin'ny</a:t>
            </a:r>
            <a:r>
              <a:rPr lang="fr-FR" sz="2000" dirty="0">
                <a:latin typeface="Arial Black" panose="020B0A04020102020204" pitchFamily="34" charset="0"/>
              </a:rPr>
              <a:t> </a:t>
            </a:r>
            <a:r>
              <a:rPr lang="fr-FR" sz="2000" dirty="0" err="1">
                <a:latin typeface="Arial Black" panose="020B0A04020102020204" pitchFamily="34" charset="0"/>
              </a:rPr>
              <a:t>foko</a:t>
            </a:r>
            <a:r>
              <a:rPr lang="fr-FR" sz="2000" dirty="0">
                <a:latin typeface="Arial Black" panose="020B0A04020102020204" pitchFamily="34" charset="0"/>
              </a:rPr>
              <a:t> </a:t>
            </a:r>
            <a:r>
              <a:rPr lang="fr-FR" sz="2000" dirty="0" err="1">
                <a:latin typeface="Arial Black" panose="020B0A04020102020204" pitchFamily="34" charset="0"/>
              </a:rPr>
              <a:t>Kenazita</a:t>
            </a:r>
            <a:r>
              <a:rPr lang="fr-FR" sz="2000" dirty="0">
                <a:latin typeface="Arial Black" panose="020B0A04020102020204" pitchFamily="34" charset="0"/>
              </a:rPr>
              <a:t> </a:t>
            </a:r>
            <a:r>
              <a:rPr lang="fr-FR" sz="2000" dirty="0" err="1">
                <a:latin typeface="Arial Black" panose="020B0A04020102020204" pitchFamily="34" charset="0"/>
              </a:rPr>
              <a:t>izy</a:t>
            </a:r>
            <a:r>
              <a:rPr lang="fr-FR" sz="2000" dirty="0">
                <a:latin typeface="Arial Black" panose="020B0A04020102020204" pitchFamily="34" charset="0"/>
              </a:rPr>
              <a:t>, </a:t>
            </a:r>
            <a:r>
              <a:rPr lang="fr-FR" sz="2000" dirty="0" err="1">
                <a:latin typeface="Arial Black" panose="020B0A04020102020204" pitchFamily="34" charset="0"/>
              </a:rPr>
              <a:t>kanefa</a:t>
            </a:r>
            <a:r>
              <a:rPr lang="fr-FR" sz="2000" dirty="0">
                <a:latin typeface="Arial Black" panose="020B0A04020102020204" pitchFamily="34" charset="0"/>
              </a:rPr>
              <a:t> </a:t>
            </a:r>
            <a:r>
              <a:rPr lang="fr-FR" sz="2000" dirty="0" err="1">
                <a:latin typeface="Arial Black" panose="020B0A04020102020204" pitchFamily="34" charset="0"/>
              </a:rPr>
              <a:t>iza</a:t>
            </a:r>
            <a:r>
              <a:rPr lang="fr-FR" sz="2000" dirty="0">
                <a:latin typeface="Arial Black" panose="020B0A04020102020204" pitchFamily="34" charset="0"/>
              </a:rPr>
              <a:t> </a:t>
            </a:r>
            <a:r>
              <a:rPr lang="fr-FR" sz="2000" dirty="0" err="1">
                <a:latin typeface="Arial Black" panose="020B0A04020102020204" pitchFamily="34" charset="0"/>
              </a:rPr>
              <a:t>moa</a:t>
            </a:r>
            <a:r>
              <a:rPr lang="fr-FR" sz="2000" dirty="0">
                <a:latin typeface="Arial Black" panose="020B0A04020102020204" pitchFamily="34" charset="0"/>
              </a:rPr>
              <a:t> </a:t>
            </a:r>
            <a:r>
              <a:rPr lang="fr-FR" sz="2000" dirty="0" err="1">
                <a:latin typeface="Arial Black" panose="020B0A04020102020204" pitchFamily="34" charset="0"/>
              </a:rPr>
              <a:t>izy</a:t>
            </a:r>
            <a:r>
              <a:rPr lang="fr-FR" sz="2000" dirty="0">
                <a:latin typeface="Arial Black" panose="020B0A04020102020204" pitchFamily="34" charset="0"/>
              </a:rPr>
              <a:t> </a:t>
            </a:r>
            <a:r>
              <a:rPr lang="fr-FR" sz="2000" dirty="0" err="1">
                <a:latin typeface="Arial Black" panose="020B0A04020102020204" pitchFamily="34" charset="0"/>
              </a:rPr>
              <a:t>ireo</a:t>
            </a:r>
            <a:r>
              <a:rPr lang="fr-FR" sz="2000" dirty="0">
                <a:latin typeface="Arial Black" panose="020B0A04020102020204" pitchFamily="34" charset="0"/>
              </a:rPr>
              <a:t>? </a:t>
            </a:r>
            <a:r>
              <a:rPr lang="fr-FR" sz="2000" dirty="0" err="1">
                <a:latin typeface="Arial Black" panose="020B0A04020102020204" pitchFamily="34" charset="0"/>
              </a:rPr>
              <a:t>Hitantsika</a:t>
            </a:r>
            <a:r>
              <a:rPr lang="fr-FR" sz="2000" dirty="0">
                <a:latin typeface="Arial Black" panose="020B0A04020102020204" pitchFamily="34" charset="0"/>
              </a:rPr>
              <a:t> </a:t>
            </a:r>
            <a:r>
              <a:rPr lang="fr-FR" sz="2000" dirty="0" err="1">
                <a:latin typeface="Arial Black" panose="020B0A04020102020204" pitchFamily="34" charset="0"/>
              </a:rPr>
              <a:t>ao</a:t>
            </a:r>
            <a:r>
              <a:rPr lang="fr-FR" sz="2000" dirty="0">
                <a:latin typeface="Arial Black" panose="020B0A04020102020204" pitchFamily="34" charset="0"/>
              </a:rPr>
              <a:t> </a:t>
            </a:r>
            <a:r>
              <a:rPr lang="fr-FR" sz="2000" dirty="0" err="1">
                <a:latin typeface="Arial Black" panose="020B0A04020102020204" pitchFamily="34" charset="0"/>
              </a:rPr>
              <a:t>amin'ny</a:t>
            </a:r>
            <a:r>
              <a:rPr lang="fr-FR" sz="2000" dirty="0">
                <a:latin typeface="Arial Black" panose="020B0A04020102020204" pitchFamily="34" charset="0"/>
              </a:rPr>
              <a:t> </a:t>
            </a:r>
            <a:r>
              <a:rPr lang="fr-FR" sz="2000" dirty="0" err="1">
                <a:latin typeface="Arial Black" panose="020B0A04020102020204" pitchFamily="34" charset="0"/>
              </a:rPr>
              <a:t>Genesisy</a:t>
            </a:r>
            <a:r>
              <a:rPr lang="fr-FR" sz="2000" dirty="0">
                <a:latin typeface="Arial Black" panose="020B0A04020102020204" pitchFamily="34" charset="0"/>
              </a:rPr>
              <a:t> 36, </a:t>
            </a:r>
            <a:r>
              <a:rPr lang="fr-FR" sz="2000" dirty="0" err="1">
                <a:latin typeface="Arial Black" panose="020B0A04020102020204" pitchFamily="34" charset="0"/>
              </a:rPr>
              <a:t>andininy</a:t>
            </a:r>
            <a:r>
              <a:rPr lang="fr-FR" sz="2000" dirty="0">
                <a:latin typeface="Arial Black" panose="020B0A04020102020204" pitchFamily="34" charset="0"/>
              </a:rPr>
              <a:t> 10 </a:t>
            </a:r>
            <a:r>
              <a:rPr lang="fr-FR" sz="2000" dirty="0" err="1">
                <a:latin typeface="Arial Black" panose="020B0A04020102020204" pitchFamily="34" charset="0"/>
              </a:rPr>
              <a:t>sy</a:t>
            </a:r>
            <a:r>
              <a:rPr lang="fr-FR" sz="2000" dirty="0">
                <a:latin typeface="Arial Black" panose="020B0A04020102020204" pitchFamily="34" charset="0"/>
              </a:rPr>
              <a:t> 11 </a:t>
            </a:r>
            <a:r>
              <a:rPr lang="fr-FR" sz="2000" dirty="0" err="1">
                <a:latin typeface="Arial Black" panose="020B0A04020102020204" pitchFamily="34" charset="0"/>
              </a:rPr>
              <a:t>ny</a:t>
            </a:r>
            <a:r>
              <a:rPr lang="fr-FR" sz="2000" dirty="0">
                <a:latin typeface="Arial Black" panose="020B0A04020102020204" pitchFamily="34" charset="0"/>
              </a:rPr>
              <a:t> </a:t>
            </a:r>
            <a:r>
              <a:rPr lang="fr-FR" sz="2000" dirty="0" err="1">
                <a:latin typeface="Arial Black" panose="020B0A04020102020204" pitchFamily="34" charset="0"/>
              </a:rPr>
              <a:t>fihavian'izy</a:t>
            </a:r>
            <a:r>
              <a:rPr lang="fr-FR" sz="2000" dirty="0">
                <a:latin typeface="Arial Black" panose="020B0A04020102020204" pitchFamily="34" charset="0"/>
              </a:rPr>
              <a:t> </a:t>
            </a:r>
            <a:r>
              <a:rPr lang="fr-FR" sz="2000" dirty="0" err="1">
                <a:latin typeface="Arial Black" panose="020B0A04020102020204" pitchFamily="34" charset="0"/>
              </a:rPr>
              <a:t>ireo</a:t>
            </a:r>
            <a:r>
              <a:rPr lang="fr-FR" sz="2000" dirty="0">
                <a:latin typeface="Arial Black" panose="020B0A04020102020204" pitchFamily="34" charset="0"/>
              </a:rPr>
              <a:t>: </a:t>
            </a:r>
          </a:p>
          <a:p>
            <a:r>
              <a:rPr lang="fr-FR" sz="2000" dirty="0">
                <a:latin typeface="Arial Black" panose="020B0A04020102020204" pitchFamily="34" charset="0"/>
              </a:rPr>
              <a:t>	36:10: "Ny </a:t>
            </a:r>
            <a:r>
              <a:rPr lang="fr-FR" sz="2000" dirty="0" err="1">
                <a:latin typeface="Arial Black" panose="020B0A04020102020204" pitchFamily="34" charset="0"/>
              </a:rPr>
              <a:t>anaran'ny</a:t>
            </a:r>
            <a:r>
              <a:rPr lang="fr-FR" sz="2000" dirty="0">
                <a:latin typeface="Arial Black" panose="020B0A04020102020204" pitchFamily="34" charset="0"/>
              </a:rPr>
              <a:t> </a:t>
            </a:r>
            <a:r>
              <a:rPr lang="fr-FR" sz="2000" dirty="0" err="1">
                <a:latin typeface="Arial Black" panose="020B0A04020102020204" pitchFamily="34" charset="0"/>
              </a:rPr>
              <a:t>zanakalahin'i</a:t>
            </a:r>
            <a:r>
              <a:rPr lang="fr-FR" sz="2000" dirty="0">
                <a:latin typeface="Arial Black" panose="020B0A04020102020204" pitchFamily="34" charset="0"/>
              </a:rPr>
              <a:t> </a:t>
            </a:r>
            <a:r>
              <a:rPr lang="fr-FR" sz="2000" dirty="0" err="1">
                <a:latin typeface="Arial Black" panose="020B0A04020102020204" pitchFamily="34" charset="0"/>
              </a:rPr>
              <a:t>Esao</a:t>
            </a:r>
            <a:r>
              <a:rPr lang="fr-FR" sz="2000" dirty="0">
                <a:latin typeface="Arial Black" panose="020B0A04020102020204" pitchFamily="34" charset="0"/>
              </a:rPr>
              <a:t> dia </a:t>
            </a:r>
            <a:r>
              <a:rPr lang="fr-FR" sz="2000" dirty="0" err="1">
                <a:latin typeface="Arial Black" panose="020B0A04020102020204" pitchFamily="34" charset="0"/>
              </a:rPr>
              <a:t>izao</a:t>
            </a:r>
            <a:r>
              <a:rPr lang="fr-FR" sz="2000" dirty="0">
                <a:latin typeface="Arial Black" panose="020B0A04020102020204" pitchFamily="34" charset="0"/>
              </a:rPr>
              <a:t>: </a:t>
            </a:r>
            <a:r>
              <a:rPr lang="fr-FR" sz="2000" dirty="0" err="1">
                <a:latin typeface="Arial Black" panose="020B0A04020102020204" pitchFamily="34" charset="0"/>
              </a:rPr>
              <a:t>Elifaza</a:t>
            </a:r>
            <a:r>
              <a:rPr lang="fr-FR" sz="2000" dirty="0">
                <a:latin typeface="Arial Black" panose="020B0A04020102020204" pitchFamily="34" charset="0"/>
              </a:rPr>
              <a:t>, </a:t>
            </a:r>
            <a:r>
              <a:rPr lang="fr-FR" sz="2000" dirty="0" err="1">
                <a:latin typeface="Arial Black" panose="020B0A04020102020204" pitchFamily="34" charset="0"/>
              </a:rPr>
              <a:t>zanak'i</a:t>
            </a:r>
            <a:r>
              <a:rPr lang="fr-FR" sz="2000" dirty="0">
                <a:latin typeface="Arial Black" panose="020B0A04020102020204" pitchFamily="34" charset="0"/>
              </a:rPr>
              <a:t> Ada, </a:t>
            </a:r>
            <a:r>
              <a:rPr lang="fr-FR" sz="2000" dirty="0" err="1">
                <a:latin typeface="Arial Black" panose="020B0A04020102020204" pitchFamily="34" charset="0"/>
              </a:rPr>
              <a:t>vadin'i</a:t>
            </a:r>
            <a:r>
              <a:rPr lang="fr-FR" sz="2000" dirty="0">
                <a:latin typeface="Arial Black" panose="020B0A04020102020204" pitchFamily="34" charset="0"/>
              </a:rPr>
              <a:t> </a:t>
            </a:r>
            <a:r>
              <a:rPr lang="fr-FR" sz="2000" dirty="0" err="1" smtClean="0">
                <a:latin typeface="Arial Black" panose="020B0A04020102020204" pitchFamily="34" charset="0"/>
              </a:rPr>
              <a:t>Esao</a:t>
            </a:r>
            <a:r>
              <a:rPr lang="fr-FR" sz="2000" dirty="0">
                <a:latin typeface="Arial Black" panose="020B0A04020102020204" pitchFamily="34" charset="0"/>
              </a:rPr>
              <a:t>, </a:t>
            </a:r>
            <a:r>
              <a:rPr lang="fr-FR" sz="2000" dirty="0" err="1">
                <a:latin typeface="Arial Black" panose="020B0A04020102020204" pitchFamily="34" charset="0"/>
              </a:rPr>
              <a:t>sy</a:t>
            </a:r>
            <a:r>
              <a:rPr lang="fr-FR" sz="2000" dirty="0">
                <a:latin typeface="Arial Black" panose="020B0A04020102020204" pitchFamily="34" charset="0"/>
              </a:rPr>
              <a:t> </a:t>
            </a:r>
            <a:r>
              <a:rPr lang="fr-FR" sz="2000" dirty="0" err="1">
                <a:latin typeface="Arial Black" panose="020B0A04020102020204" pitchFamily="34" charset="0"/>
              </a:rPr>
              <a:t>Regoela</a:t>
            </a:r>
            <a:r>
              <a:rPr lang="fr-FR" sz="2000" dirty="0">
                <a:latin typeface="Arial Black" panose="020B0A04020102020204" pitchFamily="34" charset="0"/>
              </a:rPr>
              <a:t>, </a:t>
            </a:r>
            <a:r>
              <a:rPr lang="fr-FR" sz="2000" dirty="0" err="1">
                <a:latin typeface="Arial Black" panose="020B0A04020102020204" pitchFamily="34" charset="0"/>
              </a:rPr>
              <a:t>zanak'i</a:t>
            </a:r>
            <a:r>
              <a:rPr lang="fr-FR" sz="2000" dirty="0">
                <a:latin typeface="Arial Black" panose="020B0A04020102020204" pitchFamily="34" charset="0"/>
              </a:rPr>
              <a:t> </a:t>
            </a:r>
            <a:r>
              <a:rPr lang="fr-FR" sz="2000" dirty="0" err="1">
                <a:latin typeface="Arial Black" panose="020B0A04020102020204" pitchFamily="34" charset="0"/>
              </a:rPr>
              <a:t>Basemata</a:t>
            </a:r>
            <a:r>
              <a:rPr lang="fr-FR" sz="2000" dirty="0">
                <a:latin typeface="Arial Black" panose="020B0A04020102020204" pitchFamily="34" charset="0"/>
              </a:rPr>
              <a:t>, </a:t>
            </a:r>
            <a:r>
              <a:rPr lang="fr-FR" sz="2000" dirty="0" err="1">
                <a:latin typeface="Arial Black" panose="020B0A04020102020204" pitchFamily="34" charset="0"/>
              </a:rPr>
              <a:t>vadin'i</a:t>
            </a:r>
            <a:r>
              <a:rPr lang="fr-FR" sz="2000" dirty="0">
                <a:latin typeface="Arial Black" panose="020B0A04020102020204" pitchFamily="34" charset="0"/>
              </a:rPr>
              <a:t> </a:t>
            </a:r>
            <a:r>
              <a:rPr lang="fr-FR" sz="2000" dirty="0" err="1">
                <a:latin typeface="Arial Black" panose="020B0A04020102020204" pitchFamily="34" charset="0"/>
              </a:rPr>
              <a:t>Esao</a:t>
            </a:r>
            <a:r>
              <a:rPr lang="fr-FR" sz="2000" dirty="0">
                <a:latin typeface="Arial Black" panose="020B0A04020102020204" pitchFamily="34" charset="0"/>
              </a:rPr>
              <a:t>. </a:t>
            </a:r>
          </a:p>
          <a:p>
            <a:r>
              <a:rPr lang="fr-FR" sz="2000" dirty="0">
                <a:latin typeface="Arial Black" panose="020B0A04020102020204" pitchFamily="34" charset="0"/>
              </a:rPr>
              <a:t>	36:11: </a:t>
            </a:r>
            <a:r>
              <a:rPr lang="fr-FR" sz="2000" dirty="0" err="1">
                <a:latin typeface="Arial Black" panose="020B0A04020102020204" pitchFamily="34" charset="0"/>
              </a:rPr>
              <a:t>Ary</a:t>
            </a:r>
            <a:r>
              <a:rPr lang="fr-FR" sz="2000" dirty="0">
                <a:latin typeface="Arial Black" panose="020B0A04020102020204" pitchFamily="34" charset="0"/>
              </a:rPr>
              <a:t> </a:t>
            </a:r>
            <a:r>
              <a:rPr lang="fr-FR" sz="2000" dirty="0" err="1">
                <a:latin typeface="Arial Black" panose="020B0A04020102020204" pitchFamily="34" charset="0"/>
              </a:rPr>
              <a:t>ny</a:t>
            </a:r>
            <a:r>
              <a:rPr lang="fr-FR" sz="2000" dirty="0">
                <a:latin typeface="Arial Black" panose="020B0A04020102020204" pitchFamily="34" charset="0"/>
              </a:rPr>
              <a:t> </a:t>
            </a:r>
            <a:r>
              <a:rPr lang="fr-FR" sz="2000" dirty="0" err="1">
                <a:latin typeface="Arial Black" panose="020B0A04020102020204" pitchFamily="34" charset="0"/>
              </a:rPr>
              <a:t>zanakalahin'i</a:t>
            </a:r>
            <a:r>
              <a:rPr lang="fr-FR" sz="2000" dirty="0">
                <a:latin typeface="Arial Black" panose="020B0A04020102020204" pitchFamily="34" charset="0"/>
              </a:rPr>
              <a:t> </a:t>
            </a:r>
            <a:r>
              <a:rPr lang="fr-FR" sz="2000" dirty="0" err="1">
                <a:latin typeface="Arial Black" panose="020B0A04020102020204" pitchFamily="34" charset="0"/>
              </a:rPr>
              <a:t>Elifaza</a:t>
            </a:r>
            <a:r>
              <a:rPr lang="fr-FR" sz="2000" dirty="0">
                <a:latin typeface="Arial Black" panose="020B0A04020102020204" pitchFamily="34" charset="0"/>
              </a:rPr>
              <a:t> dia </a:t>
            </a:r>
            <a:r>
              <a:rPr lang="fr-FR" sz="2000" dirty="0" err="1">
                <a:latin typeface="Arial Black" panose="020B0A04020102020204" pitchFamily="34" charset="0"/>
              </a:rPr>
              <a:t>Temana</a:t>
            </a:r>
            <a:r>
              <a:rPr lang="fr-FR" sz="2000" dirty="0">
                <a:latin typeface="Arial Black" panose="020B0A04020102020204" pitchFamily="34" charset="0"/>
              </a:rPr>
              <a:t> </a:t>
            </a:r>
            <a:r>
              <a:rPr lang="fr-FR" sz="2000" dirty="0" err="1">
                <a:latin typeface="Arial Black" panose="020B0A04020102020204" pitchFamily="34" charset="0"/>
              </a:rPr>
              <a:t>sy</a:t>
            </a:r>
            <a:r>
              <a:rPr lang="fr-FR" sz="2000" dirty="0">
                <a:latin typeface="Arial Black" panose="020B0A04020102020204" pitchFamily="34" charset="0"/>
              </a:rPr>
              <a:t> </a:t>
            </a:r>
            <a:r>
              <a:rPr lang="fr-FR" sz="2000" dirty="0" err="1">
                <a:latin typeface="Arial Black" panose="020B0A04020102020204" pitchFamily="34" charset="0"/>
              </a:rPr>
              <a:t>Omara</a:t>
            </a:r>
            <a:r>
              <a:rPr lang="fr-FR" sz="2000" dirty="0">
                <a:latin typeface="Arial Black" panose="020B0A04020102020204" pitchFamily="34" charset="0"/>
              </a:rPr>
              <a:t> </a:t>
            </a:r>
            <a:r>
              <a:rPr lang="fr-FR" sz="2000" dirty="0" err="1">
                <a:latin typeface="Arial Black" panose="020B0A04020102020204" pitchFamily="34" charset="0"/>
              </a:rPr>
              <a:t>sy</a:t>
            </a:r>
            <a:r>
              <a:rPr lang="fr-FR" sz="2000" dirty="0">
                <a:latin typeface="Arial Black" panose="020B0A04020102020204" pitchFamily="34" charset="0"/>
              </a:rPr>
              <a:t> </a:t>
            </a:r>
            <a:r>
              <a:rPr lang="fr-FR" sz="2000" dirty="0" err="1">
                <a:latin typeface="Arial Black" panose="020B0A04020102020204" pitchFamily="34" charset="0"/>
              </a:rPr>
              <a:t>Zefo</a:t>
            </a:r>
            <a:r>
              <a:rPr lang="fr-FR" sz="2000" dirty="0">
                <a:latin typeface="Arial Black" panose="020B0A04020102020204" pitchFamily="34" charset="0"/>
              </a:rPr>
              <a:t> </a:t>
            </a:r>
            <a:r>
              <a:rPr lang="fr-FR" sz="2000" dirty="0" err="1">
                <a:latin typeface="Arial Black" panose="020B0A04020102020204" pitchFamily="34" charset="0"/>
              </a:rPr>
              <a:t>sy</a:t>
            </a:r>
            <a:r>
              <a:rPr lang="fr-FR" sz="2000" dirty="0">
                <a:latin typeface="Arial Black" panose="020B0A04020102020204" pitchFamily="34" charset="0"/>
              </a:rPr>
              <a:t> </a:t>
            </a:r>
            <a:r>
              <a:rPr lang="fr-FR" sz="2000" dirty="0" err="1">
                <a:latin typeface="Arial Black" panose="020B0A04020102020204" pitchFamily="34" charset="0"/>
              </a:rPr>
              <a:t>Gatama</a:t>
            </a:r>
            <a:r>
              <a:rPr lang="fr-FR" sz="2000" dirty="0">
                <a:latin typeface="Arial Black" panose="020B0A04020102020204" pitchFamily="34" charset="0"/>
              </a:rPr>
              <a:t> </a:t>
            </a:r>
            <a:r>
              <a:rPr lang="fr-FR" sz="2000" dirty="0" err="1">
                <a:latin typeface="Arial Black" panose="020B0A04020102020204" pitchFamily="34" charset="0"/>
              </a:rPr>
              <a:t>ary</a:t>
            </a:r>
            <a:r>
              <a:rPr lang="fr-FR" sz="2000" dirty="0">
                <a:latin typeface="Arial Black" panose="020B0A04020102020204" pitchFamily="34" charset="0"/>
              </a:rPr>
              <a:t> 	</a:t>
            </a:r>
            <a:r>
              <a:rPr lang="fr-FR" sz="2000" dirty="0" err="1">
                <a:latin typeface="Arial Black" panose="020B0A04020102020204" pitchFamily="34" charset="0"/>
              </a:rPr>
              <a:t>Kenaza</a:t>
            </a:r>
            <a:r>
              <a:rPr lang="fr-FR" sz="2000" dirty="0">
                <a:latin typeface="Arial Black" panose="020B0A04020102020204" pitchFamily="34" charset="0"/>
              </a:rPr>
              <a:t>"</a:t>
            </a:r>
          </a:p>
          <a:p>
            <a:endParaRPr lang="fr-FR" sz="2000" dirty="0">
              <a:latin typeface="Arial Black" panose="020B0A04020102020204" pitchFamily="34" charset="0"/>
            </a:endParaRPr>
          </a:p>
        </p:txBody>
      </p:sp>
    </p:spTree>
    <p:extLst>
      <p:ext uri="{BB962C8B-B14F-4D97-AF65-F5344CB8AC3E}">
        <p14:creationId xmlns:p14="http://schemas.microsoft.com/office/powerpoint/2010/main" val="3551698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6982" y="618518"/>
            <a:ext cx="12095017" cy="1478570"/>
          </a:xfrm>
        </p:spPr>
        <p:txBody>
          <a:bodyPr/>
          <a:lstStyle/>
          <a:p>
            <a:r>
              <a:rPr lang="fr-FR" dirty="0" err="1">
                <a:latin typeface="Arial Black" panose="020B0A04020102020204" pitchFamily="34" charset="0"/>
              </a:rPr>
              <a:t>Kaleba</a:t>
            </a:r>
            <a:r>
              <a:rPr lang="fr-FR" dirty="0">
                <a:latin typeface="Arial Black" panose="020B0A04020102020204" pitchFamily="34" charset="0"/>
              </a:rPr>
              <a:t> - </a:t>
            </a:r>
            <a:r>
              <a:rPr lang="fr-FR" dirty="0" err="1">
                <a:latin typeface="Arial Black" panose="020B0A04020102020204" pitchFamily="34" charset="0"/>
              </a:rPr>
              <a:t>Zanakalahin'ny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ve</a:t>
            </a:r>
            <a:r>
              <a:rPr lang="fr-FR" dirty="0">
                <a:latin typeface="Arial Black" panose="020B0A04020102020204" pitchFamily="34" charset="0"/>
              </a:rPr>
              <a:t>?</a:t>
            </a:r>
          </a:p>
        </p:txBody>
      </p:sp>
      <p:sp>
        <p:nvSpPr>
          <p:cNvPr id="3" name="Espace réservé du contenu 2"/>
          <p:cNvSpPr>
            <a:spLocks noGrp="1"/>
          </p:cNvSpPr>
          <p:nvPr>
            <p:ph idx="1"/>
          </p:nvPr>
        </p:nvSpPr>
        <p:spPr>
          <a:xfrm>
            <a:off x="96982" y="2249487"/>
            <a:ext cx="11928763" cy="3541714"/>
          </a:xfrm>
        </p:spPr>
        <p:style>
          <a:lnRef idx="2">
            <a:schemeClr val="accent3">
              <a:shade val="50000"/>
            </a:schemeClr>
          </a:lnRef>
          <a:fillRef idx="1">
            <a:schemeClr val="accent3"/>
          </a:fillRef>
          <a:effectRef idx="0">
            <a:schemeClr val="accent3"/>
          </a:effectRef>
          <a:fontRef idx="minor">
            <a:schemeClr val="lt1"/>
          </a:fontRef>
        </p:style>
        <p:txBody>
          <a:bodyPr>
            <a:normAutofit fontScale="92500" lnSpcReduction="10000"/>
          </a:bodyPr>
          <a:lstStyle/>
          <a:p>
            <a:r>
              <a:rPr lang="fr-FR" dirty="0" err="1">
                <a:latin typeface="Arial Black" panose="020B0A04020102020204" pitchFamily="34" charset="0"/>
              </a:rPr>
              <a:t>Nanambady</a:t>
            </a:r>
            <a:r>
              <a:rPr lang="fr-FR" dirty="0">
                <a:latin typeface="Arial Black" panose="020B0A04020102020204" pitchFamily="34" charset="0"/>
              </a:rPr>
              <a:t> </a:t>
            </a:r>
            <a:r>
              <a:rPr lang="fr-FR" dirty="0" err="1">
                <a:latin typeface="Arial Black" panose="020B0A04020102020204" pitchFamily="34" charset="0"/>
              </a:rPr>
              <a:t>Isimaelita</a:t>
            </a:r>
            <a:r>
              <a:rPr lang="fr-FR" dirty="0">
                <a:latin typeface="Arial Black" panose="020B0A04020102020204" pitchFamily="34" charset="0"/>
              </a:rPr>
              <a:t> i </a:t>
            </a:r>
            <a:r>
              <a:rPr lang="fr-FR" dirty="0" err="1">
                <a:latin typeface="Arial Black" panose="020B0A04020102020204" pitchFamily="34" charset="0"/>
              </a:rPr>
              <a:t>Esao</a:t>
            </a:r>
            <a:r>
              <a:rPr lang="fr-FR" dirty="0">
                <a:latin typeface="Arial Black" panose="020B0A04020102020204" pitchFamily="34" charset="0"/>
              </a:rPr>
              <a:t>. I </a:t>
            </a:r>
            <a:r>
              <a:rPr lang="fr-FR" dirty="0" err="1">
                <a:latin typeface="Arial Black" panose="020B0A04020102020204" pitchFamily="34" charset="0"/>
              </a:rPr>
              <a:t>Basemata</a:t>
            </a:r>
            <a:r>
              <a:rPr lang="fr-FR" dirty="0">
                <a:latin typeface="Arial Black" panose="020B0A04020102020204" pitchFamily="34" charset="0"/>
              </a:rPr>
              <a:t> </a:t>
            </a:r>
            <a:r>
              <a:rPr lang="fr-FR" dirty="0" err="1">
                <a:latin typeface="Arial Black" panose="020B0A04020102020204" pitchFamily="34" charset="0"/>
              </a:rPr>
              <a:t>vadiny</a:t>
            </a:r>
            <a:r>
              <a:rPr lang="fr-FR" dirty="0">
                <a:latin typeface="Arial Black" panose="020B0A04020102020204" pitchFamily="34" charset="0"/>
              </a:rPr>
              <a:t> dia </a:t>
            </a:r>
            <a:r>
              <a:rPr lang="fr-FR" dirty="0" err="1">
                <a:latin typeface="Arial Black" panose="020B0A04020102020204" pitchFamily="34" charset="0"/>
              </a:rPr>
              <a:t>zanakavavin'i</a:t>
            </a:r>
            <a:r>
              <a:rPr lang="fr-FR" dirty="0">
                <a:latin typeface="Arial Black" panose="020B0A04020102020204" pitchFamily="34" charset="0"/>
              </a:rPr>
              <a:t> </a:t>
            </a:r>
            <a:r>
              <a:rPr lang="fr-FR" dirty="0" err="1">
                <a:latin typeface="Arial Black" panose="020B0A04020102020204" pitchFamily="34" charset="0"/>
              </a:rPr>
              <a:t>Isimaela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rahavavin'i</a:t>
            </a:r>
            <a:r>
              <a:rPr lang="fr-FR" dirty="0">
                <a:latin typeface="Arial Black" panose="020B0A04020102020204" pitchFamily="34" charset="0"/>
              </a:rPr>
              <a:t> </a:t>
            </a:r>
            <a:r>
              <a:rPr lang="fr-FR" dirty="0" err="1">
                <a:latin typeface="Arial Black" panose="020B0A04020102020204" pitchFamily="34" charset="0"/>
              </a:rPr>
              <a:t>Nebaiota</a:t>
            </a:r>
            <a:r>
              <a:rPr lang="fr-FR" dirty="0">
                <a:latin typeface="Arial Black" panose="020B0A04020102020204" pitchFamily="34" charset="0"/>
              </a:rPr>
              <a:t> </a:t>
            </a:r>
            <a:r>
              <a:rPr lang="fr-FR" dirty="0" err="1">
                <a:latin typeface="Arial Black" panose="020B0A04020102020204" pitchFamily="34" charset="0"/>
              </a:rPr>
              <a:t>araka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voasoratra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Genesisy</a:t>
            </a:r>
            <a:r>
              <a:rPr lang="fr-FR" dirty="0">
                <a:latin typeface="Arial Black" panose="020B0A04020102020204" pitchFamily="34" charset="0"/>
              </a:rPr>
              <a:t> 36:3. Ny </a:t>
            </a:r>
            <a:r>
              <a:rPr lang="fr-FR" dirty="0" err="1">
                <a:latin typeface="Arial Black" panose="020B0A04020102020204" pitchFamily="34" charset="0"/>
              </a:rPr>
              <a:t>Kenazita</a:t>
            </a:r>
            <a:r>
              <a:rPr lang="fr-FR" dirty="0">
                <a:latin typeface="Arial Black" panose="020B0A04020102020204" pitchFamily="34" charset="0"/>
              </a:rPr>
              <a:t> dia </a:t>
            </a:r>
            <a:r>
              <a:rPr lang="fr-FR" dirty="0" err="1">
                <a:latin typeface="Arial Black" panose="020B0A04020102020204" pitchFamily="34" charset="0"/>
              </a:rPr>
              <a:t>foko</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tsy</a:t>
            </a:r>
            <a:r>
              <a:rPr lang="fr-FR" dirty="0">
                <a:latin typeface="Arial Black" panose="020B0A04020102020204" pitchFamily="34" charset="0"/>
              </a:rPr>
              <a:t> </a:t>
            </a:r>
            <a:r>
              <a:rPr lang="fr-FR" dirty="0" err="1">
                <a:latin typeface="Arial Black" panose="020B0A04020102020204" pitchFamily="34" charset="0"/>
              </a:rPr>
              <a:t>tafiditra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anatin'ny</a:t>
            </a:r>
            <a:r>
              <a:rPr lang="fr-FR" dirty="0">
                <a:latin typeface="Arial Black" panose="020B0A04020102020204" pitchFamily="34" charset="0"/>
              </a:rPr>
              <a:t> </a:t>
            </a:r>
            <a:r>
              <a:rPr lang="fr-FR" dirty="0" err="1">
                <a:latin typeface="Arial Black" panose="020B0A04020102020204" pitchFamily="34" charset="0"/>
              </a:rPr>
              <a:t>Isiraelita</a:t>
            </a:r>
            <a:r>
              <a:rPr lang="fr-FR" dirty="0">
                <a:latin typeface="Arial Black" panose="020B0A04020102020204" pitchFamily="34" charset="0"/>
              </a:rPr>
              <a:t>, </a:t>
            </a:r>
            <a:r>
              <a:rPr lang="fr-FR" dirty="0" err="1">
                <a:latin typeface="Arial Black" panose="020B0A04020102020204" pitchFamily="34" charset="0"/>
              </a:rPr>
              <a:t>saingy</a:t>
            </a:r>
            <a:r>
              <a:rPr lang="fr-FR" dirty="0">
                <a:latin typeface="Arial Black" panose="020B0A04020102020204" pitchFamily="34" charset="0"/>
              </a:rPr>
              <a:t> </a:t>
            </a:r>
            <a:r>
              <a:rPr lang="fr-FR" dirty="0" err="1">
                <a:latin typeface="Arial Black" panose="020B0A04020102020204" pitchFamily="34" charset="0"/>
              </a:rPr>
              <a:t>nampidirina</a:t>
            </a:r>
            <a:r>
              <a:rPr lang="fr-FR" dirty="0">
                <a:latin typeface="Arial Black" panose="020B0A04020102020204" pitchFamily="34" charset="0"/>
              </a:rPr>
              <a:t> tao </a:t>
            </a:r>
            <a:r>
              <a:rPr lang="fr-FR" dirty="0" err="1">
                <a:latin typeface="Arial Black" panose="020B0A04020102020204" pitchFamily="34" charset="0"/>
              </a:rPr>
              <a:t>anatin'ny</a:t>
            </a:r>
            <a:r>
              <a:rPr lang="fr-FR" dirty="0">
                <a:latin typeface="Arial Black" panose="020B0A04020102020204" pitchFamily="34" charset="0"/>
              </a:rPr>
              <a:t> </a:t>
            </a:r>
            <a:r>
              <a:rPr lang="fr-FR" dirty="0" err="1">
                <a:latin typeface="Arial Black" panose="020B0A04020102020204" pitchFamily="34" charset="0"/>
              </a:rPr>
              <a:t>fokon'i</a:t>
            </a:r>
            <a:r>
              <a:rPr lang="fr-FR" dirty="0">
                <a:latin typeface="Arial Black" panose="020B0A04020102020204" pitchFamily="34" charset="0"/>
              </a:rPr>
              <a:t> </a:t>
            </a:r>
            <a:r>
              <a:rPr lang="fr-FR" dirty="0" err="1">
                <a:latin typeface="Arial Black" panose="020B0A04020102020204" pitchFamily="34" charset="0"/>
              </a:rPr>
              <a:t>Joda</a:t>
            </a:r>
            <a:r>
              <a:rPr lang="fr-FR" dirty="0">
                <a:latin typeface="Arial Black" panose="020B0A04020102020204" pitchFamily="34" charset="0"/>
              </a:rPr>
              <a:t> </a:t>
            </a:r>
            <a:r>
              <a:rPr lang="fr-FR" dirty="0" err="1">
                <a:latin typeface="Arial Black" panose="020B0A04020102020204" pitchFamily="34" charset="0"/>
              </a:rPr>
              <a:t>kosa</a:t>
            </a:r>
            <a:r>
              <a:rPr lang="fr-FR" dirty="0">
                <a:latin typeface="Arial Black" panose="020B0A04020102020204" pitchFamily="34" charset="0"/>
              </a:rPr>
              <a:t>. </a:t>
            </a:r>
            <a:r>
              <a:rPr lang="fr-FR" dirty="0" err="1">
                <a:latin typeface="Arial Black" panose="020B0A04020102020204" pitchFamily="34" charset="0"/>
              </a:rPr>
              <a:t>Nisolotena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fokon'i</a:t>
            </a:r>
            <a:r>
              <a:rPr lang="fr-FR" dirty="0">
                <a:latin typeface="Arial Black" panose="020B0A04020102020204" pitchFamily="34" charset="0"/>
              </a:rPr>
              <a:t> </a:t>
            </a:r>
            <a:r>
              <a:rPr lang="fr-FR" dirty="0" err="1">
                <a:latin typeface="Arial Black" panose="020B0A04020102020204" pitchFamily="34" charset="0"/>
              </a:rPr>
              <a:t>Joda</a:t>
            </a:r>
            <a:r>
              <a:rPr lang="fr-FR" dirty="0">
                <a:latin typeface="Arial Black" panose="020B0A04020102020204" pitchFamily="34" charset="0"/>
              </a:rPr>
              <a:t> i </a:t>
            </a:r>
            <a:r>
              <a:rPr lang="fr-FR" dirty="0" err="1">
                <a:latin typeface="Arial Black" panose="020B0A04020102020204" pitchFamily="34" charset="0"/>
              </a:rPr>
              <a:t>Kaleba</a:t>
            </a:r>
            <a:r>
              <a:rPr lang="fr-FR" dirty="0">
                <a:latin typeface="Arial Black" panose="020B0A04020102020204" pitchFamily="34" charset="0"/>
              </a:rPr>
              <a:t> </a:t>
            </a:r>
            <a:r>
              <a:rPr lang="fr-FR" dirty="0" err="1">
                <a:latin typeface="Arial Black" panose="020B0A04020102020204" pitchFamily="34" charset="0"/>
              </a:rPr>
              <a:t>tamin'io</a:t>
            </a:r>
            <a:r>
              <a:rPr lang="fr-FR" dirty="0">
                <a:latin typeface="Arial Black" panose="020B0A04020102020204" pitchFamily="34" charset="0"/>
              </a:rPr>
              <a:t> </a:t>
            </a:r>
            <a:r>
              <a:rPr lang="fr-FR" dirty="0" err="1">
                <a:latin typeface="Arial Black" panose="020B0A04020102020204" pitchFamily="34" charset="0"/>
              </a:rPr>
              <a:t>fotoana</a:t>
            </a:r>
            <a:r>
              <a:rPr lang="fr-FR" dirty="0">
                <a:latin typeface="Arial Black" panose="020B0A04020102020204" pitchFamily="34" charset="0"/>
              </a:rPr>
              <a:t> </a:t>
            </a:r>
            <a:r>
              <a:rPr lang="fr-FR" dirty="0" err="1">
                <a:latin typeface="Arial Black" panose="020B0A04020102020204" pitchFamily="34" charset="0"/>
              </a:rPr>
              <a:t>io</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a:t>
            </a:r>
            <a:r>
              <a:rPr lang="fr-FR" dirty="0" err="1">
                <a:latin typeface="Arial Black" panose="020B0A04020102020204" pitchFamily="34" charset="0"/>
              </a:rPr>
              <a:t>foko</a:t>
            </a:r>
            <a:r>
              <a:rPr lang="fr-FR" dirty="0">
                <a:latin typeface="Arial Black" panose="020B0A04020102020204" pitchFamily="34" charset="0"/>
              </a:rPr>
              <a:t> nanan-</a:t>
            </a:r>
            <a:r>
              <a:rPr lang="fr-FR" dirty="0" err="1">
                <a:latin typeface="Arial Black" panose="020B0A04020102020204" pitchFamily="34" charset="0"/>
              </a:rPr>
              <a:t>danja</a:t>
            </a:r>
            <a:r>
              <a:rPr lang="fr-FR" dirty="0">
                <a:latin typeface="Arial Black" panose="020B0A04020102020204" pitchFamily="34" charset="0"/>
              </a:rPr>
              <a:t> </a:t>
            </a:r>
            <a:r>
              <a:rPr lang="fr-FR" dirty="0" err="1">
                <a:latin typeface="Arial Black" panose="020B0A04020102020204" pitchFamily="34" charset="0"/>
              </a:rPr>
              <a:t>indrindra</a:t>
            </a:r>
            <a:r>
              <a:rPr lang="fr-FR" dirty="0">
                <a:latin typeface="Arial Black" panose="020B0A04020102020204" pitchFamily="34" charset="0"/>
              </a:rPr>
              <a:t> </a:t>
            </a:r>
            <a:r>
              <a:rPr lang="fr-FR" dirty="0" err="1">
                <a:latin typeface="Arial Black" panose="020B0A04020102020204" pitchFamily="34" charset="0"/>
              </a:rPr>
              <a:t>teo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Isiraely</a:t>
            </a:r>
            <a:r>
              <a:rPr lang="fr-FR" dirty="0">
                <a:latin typeface="Arial Black" panose="020B0A04020102020204" pitchFamily="34" charset="0"/>
              </a:rPr>
              <a:t>. Tonga </a:t>
            </a:r>
            <a:r>
              <a:rPr lang="fr-FR" dirty="0" err="1">
                <a:latin typeface="Arial Black" panose="020B0A04020102020204" pitchFamily="34" charset="0"/>
              </a:rPr>
              <a:t>fitaovana</a:t>
            </a:r>
            <a:r>
              <a:rPr lang="fr-FR" dirty="0">
                <a:latin typeface="Arial Black" panose="020B0A04020102020204" pitchFamily="34" charset="0"/>
              </a:rPr>
              <a:t> </a:t>
            </a:r>
            <a:r>
              <a:rPr lang="fr-FR" dirty="0" err="1">
                <a:latin typeface="Arial Black" panose="020B0A04020102020204" pitchFamily="34" charset="0"/>
              </a:rPr>
              <a:t>niteny</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zanak'Isiraely</a:t>
            </a:r>
            <a:r>
              <a:rPr lang="fr-FR" dirty="0">
                <a:latin typeface="Arial Black" panose="020B0A04020102020204" pitchFamily="34" charset="0"/>
              </a:rPr>
              <a:t> </a:t>
            </a:r>
            <a:r>
              <a:rPr lang="fr-FR" dirty="0" err="1">
                <a:latin typeface="Arial Black" panose="020B0A04020102020204" pitchFamily="34" charset="0"/>
              </a:rPr>
              <a:t>izy</a:t>
            </a:r>
            <a:r>
              <a:rPr lang="fr-FR" dirty="0">
                <a:latin typeface="Arial Black" panose="020B0A04020102020204" pitchFamily="34" charset="0"/>
              </a:rPr>
              <a:t> </a:t>
            </a:r>
            <a:r>
              <a:rPr lang="fr-FR" dirty="0" err="1">
                <a:latin typeface="Arial Black" panose="020B0A04020102020204" pitchFamily="34" charset="0"/>
              </a:rPr>
              <a:t>ary</a:t>
            </a:r>
            <a:r>
              <a:rPr lang="fr-FR" dirty="0">
                <a:latin typeface="Arial Black" panose="020B0A04020102020204" pitchFamily="34" charset="0"/>
              </a:rPr>
              <a:t> </a:t>
            </a:r>
            <a:r>
              <a:rPr lang="fr-FR" dirty="0" err="1">
                <a:latin typeface="Arial Black" panose="020B0A04020102020204" pitchFamily="34" charset="0"/>
              </a:rPr>
              <a:t>nampahery</a:t>
            </a:r>
            <a:r>
              <a:rPr lang="fr-FR" dirty="0">
                <a:latin typeface="Arial Black" panose="020B0A04020102020204" pitchFamily="34" charset="0"/>
              </a:rPr>
              <a:t> </a:t>
            </a:r>
            <a:r>
              <a:rPr lang="fr-FR" dirty="0" err="1">
                <a:latin typeface="Arial Black" panose="020B0A04020102020204" pitchFamily="34" charset="0"/>
              </a:rPr>
              <a:t>azy</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hiditra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Nampanantenaina</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no </a:t>
            </a:r>
            <a:r>
              <a:rPr lang="fr-FR" dirty="0" err="1">
                <a:latin typeface="Arial Black" panose="020B0A04020102020204" pitchFamily="34" charset="0"/>
              </a:rPr>
              <a:t>nampahatsiahy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zanaky</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teny</a:t>
            </a:r>
            <a:r>
              <a:rPr lang="fr-FR" dirty="0">
                <a:latin typeface="Arial Black" panose="020B0A04020102020204" pitchFamily="34" charset="0"/>
              </a:rPr>
              <a:t> </a:t>
            </a:r>
            <a:r>
              <a:rPr lang="fr-FR" dirty="0" err="1">
                <a:latin typeface="Arial Black" panose="020B0A04020102020204" pitchFamily="34" charset="0"/>
              </a:rPr>
              <a:t>fikasana</a:t>
            </a:r>
            <a:r>
              <a:rPr lang="fr-FR" dirty="0">
                <a:latin typeface="Arial Black" panose="020B0A04020102020204" pitchFamily="34" charset="0"/>
              </a:rPr>
              <a:t>, </a:t>
            </a:r>
            <a:r>
              <a:rPr lang="fr-FR" dirty="0" err="1">
                <a:latin typeface="Arial Black" panose="020B0A04020102020204" pitchFamily="34" charset="0"/>
              </a:rPr>
              <a:t>mba</a:t>
            </a:r>
            <a:r>
              <a:rPr lang="fr-FR" dirty="0">
                <a:latin typeface="Arial Black" panose="020B0A04020102020204" pitchFamily="34" charset="0"/>
              </a:rPr>
              <a:t> </a:t>
            </a:r>
            <a:r>
              <a:rPr lang="fr-FR" dirty="0" err="1">
                <a:latin typeface="Arial Black" panose="020B0A04020102020204" pitchFamily="34" charset="0"/>
              </a:rPr>
              <a:t>hiditra</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Nampanantenaina</a:t>
            </a:r>
            <a:r>
              <a:rPr lang="fr-FR" dirty="0">
                <a:latin typeface="Arial Black" panose="020B0A04020102020204" pitchFamily="34" charset="0"/>
              </a:rPr>
              <a:t>. </a:t>
            </a:r>
          </a:p>
        </p:txBody>
      </p:sp>
    </p:spTree>
    <p:extLst>
      <p:ext uri="{BB962C8B-B14F-4D97-AF65-F5344CB8AC3E}">
        <p14:creationId xmlns:p14="http://schemas.microsoft.com/office/powerpoint/2010/main" val="536938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4">
            <a:extLst>
              <a:ext uri="{FF2B5EF4-FFF2-40B4-BE49-F238E27FC236}">
                <a16:creationId xmlns:a16="http://schemas.microsoft.com/office/drawing/2014/main" id="{6BB8A7E5-E447-D449-AC97-7CB13408B3EA}"/>
              </a:ext>
            </a:extLst>
          </p:cNvPr>
          <p:cNvSpPr>
            <a:spLocks noChangeArrowheads="1"/>
          </p:cNvSpPr>
          <p:nvPr/>
        </p:nvSpPr>
        <p:spPr bwMode="auto">
          <a:xfrm>
            <a:off x="1524000" y="304800"/>
            <a:ext cx="23622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Hebrew Worship in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Temple</a:t>
            </a:r>
          </a:p>
        </p:txBody>
      </p:sp>
      <p:sp>
        <p:nvSpPr>
          <p:cNvPr id="17410" name="Rectangle 5">
            <a:extLst>
              <a:ext uri="{FF2B5EF4-FFF2-40B4-BE49-F238E27FC236}">
                <a16:creationId xmlns:a16="http://schemas.microsoft.com/office/drawing/2014/main" id="{64829D86-4C05-1A41-B4D7-E7FF1F19A3C5}"/>
              </a:ext>
            </a:extLst>
          </p:cNvPr>
          <p:cNvSpPr>
            <a:spLocks noChangeArrowheads="1"/>
          </p:cNvSpPr>
          <p:nvPr/>
        </p:nvSpPr>
        <p:spPr bwMode="auto">
          <a:xfrm>
            <a:off x="7696200" y="533400"/>
            <a:ext cx="29718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Anointing oil and spices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 Temple Worship</a:t>
            </a:r>
          </a:p>
        </p:txBody>
      </p:sp>
      <p:sp>
        <p:nvSpPr>
          <p:cNvPr id="17411" name="Oval 6">
            <a:extLst>
              <a:ext uri="{FF2B5EF4-FFF2-40B4-BE49-F238E27FC236}">
                <a16:creationId xmlns:a16="http://schemas.microsoft.com/office/drawing/2014/main" id="{C01EAB46-9A78-B549-A446-C59A8188597E}"/>
              </a:ext>
            </a:extLst>
          </p:cNvPr>
          <p:cNvSpPr>
            <a:spLocks noChangeArrowheads="1"/>
          </p:cNvSpPr>
          <p:nvPr/>
        </p:nvSpPr>
        <p:spPr bwMode="auto">
          <a:xfrm>
            <a:off x="3810000" y="0"/>
            <a:ext cx="3886200" cy="2362200"/>
          </a:xfrm>
          <a:prstGeom prst="ellipse">
            <a:avLst/>
          </a:prstGeom>
          <a:solidFill>
            <a:schemeClr val="accent1"/>
          </a:solidFill>
          <a:ln w="12700">
            <a:solidFill>
              <a:schemeClr val="tx1"/>
            </a:solidFill>
            <a:round/>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Eastern Traders provided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Oil and Spices for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Hebrew worship</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Ex 30</a:t>
            </a:r>
          </a:p>
        </p:txBody>
      </p:sp>
      <p:sp>
        <p:nvSpPr>
          <p:cNvPr id="17412" name="Rectangle 7">
            <a:extLst>
              <a:ext uri="{FF2B5EF4-FFF2-40B4-BE49-F238E27FC236}">
                <a16:creationId xmlns:a16="http://schemas.microsoft.com/office/drawing/2014/main" id="{B1456E07-FC7C-B342-82E7-0CAD1455F7C4}"/>
              </a:ext>
            </a:extLst>
          </p:cNvPr>
          <p:cNvSpPr>
            <a:spLocks noChangeArrowheads="1"/>
          </p:cNvSpPr>
          <p:nvPr/>
        </p:nvSpPr>
        <p:spPr bwMode="auto">
          <a:xfrm>
            <a:off x="1524000" y="2438400"/>
            <a:ext cx="2286000" cy="1143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Joshua</a:t>
            </a:r>
          </a:p>
        </p:txBody>
      </p:sp>
      <p:sp>
        <p:nvSpPr>
          <p:cNvPr id="17413" name="Rectangle 8">
            <a:extLst>
              <a:ext uri="{FF2B5EF4-FFF2-40B4-BE49-F238E27FC236}">
                <a16:creationId xmlns:a16="http://schemas.microsoft.com/office/drawing/2014/main" id="{A7497A95-B461-3941-9B3A-9F4614B2A8A9}"/>
              </a:ext>
            </a:extLst>
          </p:cNvPr>
          <p:cNvSpPr>
            <a:spLocks noChangeArrowheads="1"/>
          </p:cNvSpPr>
          <p:nvPr/>
        </p:nvSpPr>
        <p:spPr bwMode="auto">
          <a:xfrm>
            <a:off x="7696200" y="2667000"/>
            <a:ext cx="2971800" cy="1143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Caleb –an Arab name</a:t>
            </a:r>
          </a:p>
        </p:txBody>
      </p:sp>
      <p:sp>
        <p:nvSpPr>
          <p:cNvPr id="17414" name="Rectangle 9">
            <a:extLst>
              <a:ext uri="{FF2B5EF4-FFF2-40B4-BE49-F238E27FC236}">
                <a16:creationId xmlns:a16="http://schemas.microsoft.com/office/drawing/2014/main" id="{D0AEA451-3B92-0443-A9E9-8B763E0360DD}"/>
              </a:ext>
            </a:extLst>
          </p:cNvPr>
          <p:cNvSpPr>
            <a:spLocks noChangeArrowheads="1"/>
          </p:cNvSpPr>
          <p:nvPr/>
        </p:nvSpPr>
        <p:spPr bwMode="auto">
          <a:xfrm>
            <a:off x="4191000" y="2514600"/>
            <a:ext cx="3048000" cy="1905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Son of Isaac and son of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The East led children of</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Israel into Canaan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Numbers 14:30,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Joshua 14</a:t>
            </a:r>
          </a:p>
        </p:txBody>
      </p:sp>
      <p:sp>
        <p:nvSpPr>
          <p:cNvPr id="17415" name="Rectangle 10">
            <a:extLst>
              <a:ext uri="{FF2B5EF4-FFF2-40B4-BE49-F238E27FC236}">
                <a16:creationId xmlns:a16="http://schemas.microsoft.com/office/drawing/2014/main" id="{7AE7D8A7-FECC-A44F-8F55-4D50C997455E}"/>
              </a:ext>
            </a:extLst>
          </p:cNvPr>
          <p:cNvSpPr>
            <a:spLocks noChangeArrowheads="1"/>
          </p:cNvSpPr>
          <p:nvPr/>
        </p:nvSpPr>
        <p:spPr bwMode="auto">
          <a:xfrm>
            <a:off x="1524000" y="4800600"/>
            <a:ext cx="21336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Jews about to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Enter Canaan</a:t>
            </a:r>
          </a:p>
        </p:txBody>
      </p:sp>
      <p:sp>
        <p:nvSpPr>
          <p:cNvPr id="17416" name="Rectangle 11">
            <a:extLst>
              <a:ext uri="{FF2B5EF4-FFF2-40B4-BE49-F238E27FC236}">
                <a16:creationId xmlns:a16="http://schemas.microsoft.com/office/drawing/2014/main" id="{F288DA80-2F1E-0740-918E-349EAB6E978B}"/>
              </a:ext>
            </a:extLst>
          </p:cNvPr>
          <p:cNvSpPr>
            <a:spLocks noChangeArrowheads="1"/>
          </p:cNvSpPr>
          <p:nvPr/>
        </p:nvSpPr>
        <p:spPr bwMode="auto">
          <a:xfrm>
            <a:off x="7620000" y="4953000"/>
            <a:ext cx="3048000" cy="91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 Balaam; son of Eastern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Children</a:t>
            </a:r>
          </a:p>
        </p:txBody>
      </p:sp>
      <p:sp>
        <p:nvSpPr>
          <p:cNvPr id="17417" name="Rectangle 12">
            <a:extLst>
              <a:ext uri="{FF2B5EF4-FFF2-40B4-BE49-F238E27FC236}">
                <a16:creationId xmlns:a16="http://schemas.microsoft.com/office/drawing/2014/main" id="{2ACAAF96-B7EC-C342-BAD8-788E860CE90F}"/>
              </a:ext>
            </a:extLst>
          </p:cNvPr>
          <p:cNvSpPr>
            <a:spLocks noChangeArrowheads="1"/>
          </p:cNvSpPr>
          <p:nvPr/>
        </p:nvSpPr>
        <p:spPr bwMode="auto">
          <a:xfrm>
            <a:off x="4343400" y="4648200"/>
            <a:ext cx="2743200" cy="16002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Balaam blesses Israel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Numbers 22-24</a:t>
            </a:r>
          </a:p>
        </p:txBody>
      </p:sp>
    </p:spTree>
    <p:extLst>
      <p:ext uri="{BB962C8B-B14F-4D97-AF65-F5344CB8AC3E}">
        <p14:creationId xmlns:p14="http://schemas.microsoft.com/office/powerpoint/2010/main" val="3864669023"/>
      </p:ext>
    </p:extLst>
  </p:cSld>
  <p:clrMapOvr>
    <a:masterClrMapping/>
  </p:clrMapOvr>
  <p:transition spd="slow">
    <p:blinds/>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341424"/>
            <a:ext cx="9905998" cy="1478570"/>
          </a:xfrm>
        </p:spPr>
        <p:txBody>
          <a:bodyPr>
            <a:normAutofit fontScale="90000"/>
          </a:bodyPr>
          <a:lstStyle/>
          <a:p>
            <a:pPr algn="ctr"/>
            <a:r>
              <a:rPr lang="fr-FR" dirty="0" err="1">
                <a:latin typeface="Arial Black" panose="020B0A04020102020204" pitchFamily="34" charset="0"/>
              </a:rPr>
              <a:t>Olon-kendry</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andro</a:t>
            </a:r>
            <a:r>
              <a:rPr lang="fr-FR" dirty="0">
                <a:latin typeface="Arial Black" panose="020B0A04020102020204" pitchFamily="34" charset="0"/>
              </a:rPr>
              <a:t> </a:t>
            </a:r>
            <a:r>
              <a:rPr lang="fr-FR" dirty="0" err="1">
                <a:latin typeface="Arial Black" panose="020B0A04020102020204" pitchFamily="34" charset="0"/>
              </a:rPr>
              <a:t>nahaterahan'i</a:t>
            </a:r>
            <a:r>
              <a:rPr lang="fr-FR" dirty="0">
                <a:latin typeface="Arial Black" panose="020B0A04020102020204" pitchFamily="34" charset="0"/>
              </a:rPr>
              <a:t> </a:t>
            </a:r>
            <a:r>
              <a:rPr lang="fr-FR" dirty="0" err="1">
                <a:latin typeface="Arial Black" panose="020B0A04020102020204" pitchFamily="34" charset="0"/>
              </a:rPr>
              <a:t>Jesosy</a:t>
            </a:r>
            <a:endParaRPr lang="fr-FR" dirty="0">
              <a:latin typeface="Arial Black" panose="020B0A04020102020204" pitchFamily="34" charset="0"/>
            </a:endParaRPr>
          </a:p>
        </p:txBody>
      </p:sp>
      <p:sp>
        <p:nvSpPr>
          <p:cNvPr id="3" name="Espace réservé du contenu 2"/>
          <p:cNvSpPr>
            <a:spLocks noGrp="1"/>
          </p:cNvSpPr>
          <p:nvPr>
            <p:ph idx="1"/>
          </p:nvPr>
        </p:nvSpPr>
        <p:spPr>
          <a:xfrm>
            <a:off x="263236" y="2249486"/>
            <a:ext cx="11693237" cy="4608513"/>
          </a:xfrm>
        </p:spPr>
        <p:style>
          <a:lnRef idx="2">
            <a:schemeClr val="accent3">
              <a:shade val="50000"/>
            </a:schemeClr>
          </a:lnRef>
          <a:fillRef idx="1">
            <a:schemeClr val="accent3"/>
          </a:fillRef>
          <a:effectRef idx="0">
            <a:schemeClr val="accent3"/>
          </a:effectRef>
          <a:fontRef idx="minor">
            <a:schemeClr val="lt1"/>
          </a:fontRef>
        </p:style>
        <p:txBody>
          <a:bodyPr>
            <a:normAutofit fontScale="92500" lnSpcReduction="10000"/>
          </a:bodyPr>
          <a:lstStyle/>
          <a:p>
            <a:r>
              <a:rPr lang="fr-FR" dirty="0">
                <a:latin typeface="Arial Black" panose="020B0A04020102020204" pitchFamily="34" charset="0"/>
              </a:rPr>
              <a:t>Tsy </a:t>
            </a:r>
            <a:r>
              <a:rPr lang="fr-FR" dirty="0" err="1">
                <a:latin typeface="Arial Black" panose="020B0A04020102020204" pitchFamily="34" charset="0"/>
              </a:rPr>
              <a:t>maintsy</a:t>
            </a:r>
            <a:r>
              <a:rPr lang="fr-FR" dirty="0">
                <a:latin typeface="Arial Black" panose="020B0A04020102020204" pitchFamily="34" charset="0"/>
              </a:rPr>
              <a:t> </a:t>
            </a:r>
            <a:r>
              <a:rPr lang="fr-FR" dirty="0" err="1">
                <a:latin typeface="Arial Black" panose="020B0A04020102020204" pitchFamily="34" charset="0"/>
              </a:rPr>
              <a:t>tanteraka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faminaniana</a:t>
            </a:r>
            <a:r>
              <a:rPr lang="fr-FR" dirty="0">
                <a:latin typeface="Arial Black" panose="020B0A04020102020204" pitchFamily="34" charset="0"/>
              </a:rPr>
              <a:t> </a:t>
            </a:r>
            <a:r>
              <a:rPr lang="fr-FR" dirty="0" err="1">
                <a:latin typeface="Arial Black" panose="020B0A04020102020204" pitchFamily="34" charset="0"/>
              </a:rPr>
              <a:t>ao</a:t>
            </a:r>
            <a:r>
              <a:rPr lang="fr-FR" dirty="0">
                <a:latin typeface="Arial Black" panose="020B0A04020102020204" pitchFamily="34" charset="0"/>
              </a:rPr>
              <a:t> </a:t>
            </a:r>
            <a:r>
              <a:rPr lang="fr-FR" dirty="0" err="1">
                <a:latin typeface="Arial Black" panose="020B0A04020102020204" pitchFamily="34" charset="0"/>
              </a:rPr>
              <a:t>amin'ny</a:t>
            </a:r>
            <a:r>
              <a:rPr lang="fr-FR" dirty="0">
                <a:latin typeface="Arial Black" panose="020B0A04020102020204" pitchFamily="34" charset="0"/>
              </a:rPr>
              <a:t> </a:t>
            </a:r>
            <a:r>
              <a:rPr lang="fr-FR" dirty="0" err="1">
                <a:latin typeface="Arial Black" panose="020B0A04020102020204" pitchFamily="34" charset="0"/>
              </a:rPr>
              <a:t>Isaia</a:t>
            </a:r>
            <a:r>
              <a:rPr lang="fr-FR" dirty="0">
                <a:latin typeface="Arial Black" panose="020B0A04020102020204" pitchFamily="34" charset="0"/>
              </a:rPr>
              <a:t> 60:6-7. Ny </a:t>
            </a:r>
            <a:r>
              <a:rPr lang="fr-FR" dirty="0" err="1">
                <a:latin typeface="Arial Black" panose="020B0A04020102020204" pitchFamily="34" charset="0"/>
              </a:rPr>
              <a:t>andininy</a:t>
            </a:r>
            <a:r>
              <a:rPr lang="fr-FR" dirty="0">
                <a:latin typeface="Arial Black" panose="020B0A04020102020204" pitchFamily="34" charset="0"/>
              </a:rPr>
              <a:t> </a:t>
            </a:r>
            <a:r>
              <a:rPr lang="fr-FR" dirty="0" err="1">
                <a:latin typeface="Arial Black" panose="020B0A04020102020204" pitchFamily="34" charset="0"/>
              </a:rPr>
              <a:t>fahenina</a:t>
            </a:r>
            <a:r>
              <a:rPr lang="fr-FR" dirty="0">
                <a:latin typeface="Arial Black" panose="020B0A04020102020204" pitchFamily="34" charset="0"/>
              </a:rPr>
              <a:t> dia </a:t>
            </a:r>
            <a:r>
              <a:rPr lang="fr-FR" dirty="0" err="1">
                <a:latin typeface="Arial Black" panose="020B0A04020102020204" pitchFamily="34" charset="0"/>
              </a:rPr>
              <a:t>momba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Ketora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ho </a:t>
            </a:r>
            <a:r>
              <a:rPr lang="fr-FR" dirty="0" err="1">
                <a:latin typeface="Arial Black" panose="020B0A04020102020204" pitchFamily="34" charset="0"/>
              </a:rPr>
              <a:t>tonga</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Ny </a:t>
            </a:r>
            <a:r>
              <a:rPr lang="fr-FR" dirty="0" err="1">
                <a:latin typeface="Arial Black" panose="020B0A04020102020204" pitchFamily="34" charset="0"/>
              </a:rPr>
              <a:t>andininy</a:t>
            </a:r>
            <a:r>
              <a:rPr lang="fr-FR" dirty="0">
                <a:latin typeface="Arial Black" panose="020B0A04020102020204" pitchFamily="34" charset="0"/>
              </a:rPr>
              <a:t> </a:t>
            </a:r>
            <a:r>
              <a:rPr lang="fr-FR" dirty="0" err="1">
                <a:latin typeface="Arial Black" panose="020B0A04020102020204" pitchFamily="34" charset="0"/>
              </a:rPr>
              <a:t>fahafito</a:t>
            </a:r>
            <a:r>
              <a:rPr lang="fr-FR" dirty="0">
                <a:latin typeface="Arial Black" panose="020B0A04020102020204" pitchFamily="34" charset="0"/>
              </a:rPr>
              <a:t> dia </a:t>
            </a:r>
            <a:r>
              <a:rPr lang="fr-FR" dirty="0" err="1">
                <a:latin typeface="Arial Black" panose="020B0A04020102020204" pitchFamily="34" charset="0"/>
              </a:rPr>
              <a:t>momba</a:t>
            </a:r>
            <a:r>
              <a:rPr lang="fr-FR" dirty="0">
                <a:latin typeface="Arial Black" panose="020B0A04020102020204" pitchFamily="34" charset="0"/>
              </a:rPr>
              <a:t> </a:t>
            </a:r>
            <a:r>
              <a:rPr lang="fr-FR" dirty="0" err="1">
                <a:latin typeface="Arial Black" panose="020B0A04020102020204" pitchFamily="34" charset="0"/>
              </a:rPr>
              <a:t>ireo</a:t>
            </a:r>
            <a:r>
              <a:rPr lang="fr-FR" dirty="0">
                <a:latin typeface="Arial Black" panose="020B0A04020102020204" pitchFamily="34" charset="0"/>
              </a:rPr>
              <a:t> </a:t>
            </a:r>
            <a:r>
              <a:rPr lang="fr-FR" dirty="0" err="1">
                <a:latin typeface="Arial Black" panose="020B0A04020102020204" pitchFamily="34" charset="0"/>
              </a:rPr>
              <a:t>zanak'i</a:t>
            </a:r>
            <a:r>
              <a:rPr lang="fr-FR" dirty="0">
                <a:latin typeface="Arial Black" panose="020B0A04020102020204" pitchFamily="34" charset="0"/>
              </a:rPr>
              <a:t> </a:t>
            </a:r>
            <a:r>
              <a:rPr lang="fr-FR" dirty="0" err="1">
                <a:latin typeface="Arial Black" panose="020B0A04020102020204" pitchFamily="34" charset="0"/>
              </a:rPr>
              <a:t>Hagara</a:t>
            </a:r>
            <a:r>
              <a:rPr lang="fr-FR" dirty="0">
                <a:latin typeface="Arial Black" panose="020B0A04020102020204" pitchFamily="34" charset="0"/>
              </a:rPr>
              <a:t> </a:t>
            </a:r>
            <a:r>
              <a:rPr lang="fr-FR" dirty="0" err="1">
                <a:latin typeface="Arial Black" panose="020B0A04020102020204" pitchFamily="34" charset="0"/>
              </a:rPr>
              <a:t>izay</a:t>
            </a:r>
            <a:r>
              <a:rPr lang="fr-FR" dirty="0">
                <a:latin typeface="Arial Black" panose="020B0A04020102020204" pitchFamily="34" charset="0"/>
              </a:rPr>
              <a:t> ho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ihany</a:t>
            </a:r>
            <a:r>
              <a:rPr lang="fr-FR" dirty="0">
                <a:latin typeface="Arial Black" panose="020B0A04020102020204" pitchFamily="34" charset="0"/>
              </a:rPr>
              <a:t> </a:t>
            </a:r>
            <a:r>
              <a:rPr lang="fr-FR" dirty="0" err="1">
                <a:latin typeface="Arial Black" panose="020B0A04020102020204" pitchFamily="34" charset="0"/>
              </a:rPr>
              <a:t>koa</a:t>
            </a:r>
            <a:r>
              <a:rPr lang="fr-FR" dirty="0">
                <a:latin typeface="Arial Black" panose="020B0A04020102020204" pitchFamily="34" charset="0"/>
              </a:rPr>
              <a:t>. </a:t>
            </a:r>
          </a:p>
          <a:p>
            <a:r>
              <a:rPr lang="fr-FR" dirty="0" err="1">
                <a:latin typeface="Arial Black" panose="020B0A04020102020204" pitchFamily="34" charset="0"/>
              </a:rPr>
              <a:t>Voamarika</a:t>
            </a:r>
            <a:r>
              <a:rPr lang="fr-FR" dirty="0">
                <a:latin typeface="Arial Black" panose="020B0A04020102020204" pitchFamily="34" charset="0"/>
              </a:rPr>
              <a:t> fa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fotoana</a:t>
            </a:r>
            <a:r>
              <a:rPr lang="fr-FR" dirty="0">
                <a:latin typeface="Arial Black" panose="020B0A04020102020204" pitchFamily="34" charset="0"/>
              </a:rPr>
              <a:t> </a:t>
            </a:r>
            <a:r>
              <a:rPr lang="fr-FR" dirty="0" err="1">
                <a:latin typeface="Arial Black" panose="020B0A04020102020204" pitchFamily="34" charset="0"/>
              </a:rPr>
              <a:t>nahaterahan'i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dia </a:t>
            </a:r>
            <a:r>
              <a:rPr lang="fr-FR" dirty="0" err="1">
                <a:latin typeface="Arial Black" panose="020B0A04020102020204" pitchFamily="34" charset="0"/>
              </a:rPr>
              <a:t>izao</a:t>
            </a:r>
            <a:r>
              <a:rPr lang="fr-FR" dirty="0">
                <a:latin typeface="Arial Black" panose="020B0A04020102020204" pitchFamily="34" charset="0"/>
              </a:rPr>
              <a:t> no </a:t>
            </a:r>
            <a:r>
              <a:rPr lang="fr-FR" dirty="0" err="1">
                <a:latin typeface="Arial Black" panose="020B0A04020102020204" pitchFamily="34" charset="0"/>
              </a:rPr>
              <a:t>voasoratra</a:t>
            </a:r>
            <a:r>
              <a:rPr lang="fr-FR" dirty="0">
                <a:latin typeface="Arial Black" panose="020B0A04020102020204" pitchFamily="34" charset="0"/>
              </a:rPr>
              <a:t>:</a:t>
            </a:r>
          </a:p>
          <a:p>
            <a:r>
              <a:rPr lang="fr-FR" dirty="0" err="1" smtClean="0">
                <a:latin typeface="Arial Black" panose="020B0A04020102020204" pitchFamily="34" charset="0"/>
              </a:rPr>
              <a:t>Ary</a:t>
            </a:r>
            <a:r>
              <a:rPr lang="fr-FR" dirty="0" smtClean="0">
                <a:latin typeface="Arial Black" panose="020B0A04020102020204" pitchFamily="34" charset="0"/>
              </a:rPr>
              <a:t> </a:t>
            </a:r>
            <a:r>
              <a:rPr lang="fr-FR" dirty="0" err="1">
                <a:latin typeface="Arial Black" panose="020B0A04020102020204" pitchFamily="34" charset="0"/>
              </a:rPr>
              <a:t>rehefa</a:t>
            </a:r>
            <a:r>
              <a:rPr lang="fr-FR" dirty="0">
                <a:latin typeface="Arial Black" panose="020B0A04020102020204" pitchFamily="34" charset="0"/>
              </a:rPr>
              <a:t> </a:t>
            </a:r>
            <a:r>
              <a:rPr lang="fr-FR" dirty="0" err="1">
                <a:latin typeface="Arial Black" panose="020B0A04020102020204" pitchFamily="34" charset="0"/>
              </a:rPr>
              <a:t>teraka</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tao </a:t>
            </a:r>
            <a:r>
              <a:rPr lang="fr-FR" dirty="0" err="1">
                <a:latin typeface="Arial Black" panose="020B0A04020102020204" pitchFamily="34" charset="0"/>
              </a:rPr>
              <a:t>Betlehema</a:t>
            </a:r>
            <a:r>
              <a:rPr lang="fr-FR" dirty="0">
                <a:latin typeface="Arial Black" panose="020B0A04020102020204" pitchFamily="34" charset="0"/>
              </a:rPr>
              <a:t> </a:t>
            </a:r>
            <a:r>
              <a:rPr lang="fr-FR" dirty="0" err="1">
                <a:latin typeface="Arial Black" panose="020B0A04020102020204" pitchFamily="34" charset="0"/>
              </a:rPr>
              <a:t>an'i</a:t>
            </a:r>
            <a:r>
              <a:rPr lang="fr-FR" dirty="0">
                <a:latin typeface="Arial Black" panose="020B0A04020102020204" pitchFamily="34" charset="0"/>
              </a:rPr>
              <a:t> </a:t>
            </a:r>
            <a:r>
              <a:rPr lang="fr-FR" dirty="0" err="1">
                <a:latin typeface="Arial Black" panose="020B0A04020102020204" pitchFamily="34" charset="0"/>
              </a:rPr>
              <a:t>Jodia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andron'i</a:t>
            </a:r>
            <a:r>
              <a:rPr lang="fr-FR" dirty="0">
                <a:latin typeface="Arial Black" panose="020B0A04020102020204" pitchFamily="34" charset="0"/>
              </a:rPr>
              <a:t> </a:t>
            </a:r>
            <a:r>
              <a:rPr lang="fr-FR" dirty="0" err="1">
                <a:latin typeface="Arial Black" panose="020B0A04020102020204" pitchFamily="34" charset="0"/>
              </a:rPr>
              <a:t>Heroda</a:t>
            </a:r>
            <a:r>
              <a:rPr lang="fr-FR" dirty="0">
                <a:latin typeface="Arial Black" panose="020B0A04020102020204" pitchFamily="34" charset="0"/>
              </a:rPr>
              <a:t> 	</a:t>
            </a:r>
            <a:r>
              <a:rPr lang="fr-FR" dirty="0" err="1">
                <a:latin typeface="Arial Black" panose="020B0A04020102020204" pitchFamily="34" charset="0"/>
              </a:rPr>
              <a:t>mpanjaka</a:t>
            </a:r>
            <a:r>
              <a:rPr lang="fr-FR" dirty="0">
                <a:latin typeface="Arial Black" panose="020B0A04020102020204" pitchFamily="34" charset="0"/>
              </a:rPr>
              <a:t>, </a:t>
            </a:r>
            <a:r>
              <a:rPr lang="fr-FR" dirty="0" err="1">
                <a:latin typeface="Arial Black" panose="020B0A04020102020204" pitchFamily="34" charset="0"/>
              </a:rPr>
              <a:t>indreo</a:t>
            </a:r>
            <a:r>
              <a:rPr lang="fr-FR" dirty="0">
                <a:latin typeface="Arial Black" panose="020B0A04020102020204" pitchFamily="34" charset="0"/>
              </a:rPr>
              <a:t>, </a:t>
            </a:r>
            <a:r>
              <a:rPr lang="fr-FR" dirty="0" err="1">
                <a:latin typeface="Arial Black" panose="020B0A04020102020204" pitchFamily="34" charset="0"/>
              </a:rPr>
              <a:t>nisy</a:t>
            </a:r>
            <a:r>
              <a:rPr lang="fr-FR" dirty="0">
                <a:latin typeface="Arial Black" panose="020B0A04020102020204" pitchFamily="34" charset="0"/>
              </a:rPr>
              <a:t> </a:t>
            </a:r>
            <a:r>
              <a:rPr lang="fr-FR" dirty="0" err="1">
                <a:latin typeface="Arial Black" panose="020B0A04020102020204" pitchFamily="34" charset="0"/>
              </a:rPr>
              <a:t>Magy</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tonga</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Jerosalema</a:t>
            </a:r>
            <a:r>
              <a:rPr lang="fr-FR" dirty="0">
                <a:latin typeface="Arial Black" panose="020B0A04020102020204" pitchFamily="34" charset="0"/>
              </a:rPr>
              <a:t> ka 	</a:t>
            </a:r>
            <a:r>
              <a:rPr lang="fr-FR" dirty="0" err="1">
                <a:latin typeface="Arial Black" panose="020B0A04020102020204" pitchFamily="34" charset="0"/>
              </a:rPr>
              <a:t>nanao</a:t>
            </a:r>
            <a:r>
              <a:rPr lang="fr-FR" dirty="0">
                <a:latin typeface="Arial Black" panose="020B0A04020102020204" pitchFamily="34" charset="0"/>
              </a:rPr>
              <a:t> </a:t>
            </a:r>
            <a:r>
              <a:rPr lang="fr-FR" dirty="0" err="1">
                <a:latin typeface="Arial Black" panose="020B0A04020102020204" pitchFamily="34" charset="0"/>
              </a:rPr>
              <a:t>hoe</a:t>
            </a:r>
            <a:r>
              <a:rPr lang="fr-FR" dirty="0">
                <a:latin typeface="Arial Black" panose="020B0A04020102020204" pitchFamily="34" charset="0"/>
              </a:rPr>
              <a:t>: </a:t>
            </a:r>
            <a:r>
              <a:rPr lang="fr-FR" dirty="0" err="1">
                <a:latin typeface="Arial Black" panose="020B0A04020102020204" pitchFamily="34" charset="0"/>
              </a:rPr>
              <a:t>Aiza</a:t>
            </a:r>
            <a:r>
              <a:rPr lang="fr-FR" dirty="0">
                <a:latin typeface="Arial Black" panose="020B0A04020102020204" pitchFamily="34" charset="0"/>
              </a:rPr>
              <a:t> </a:t>
            </a:r>
            <a:r>
              <a:rPr lang="fr-FR" dirty="0" err="1">
                <a:latin typeface="Arial Black" panose="020B0A04020102020204" pitchFamily="34" charset="0"/>
              </a:rPr>
              <a:t>Ilay</a:t>
            </a:r>
            <a:r>
              <a:rPr lang="fr-FR" dirty="0">
                <a:latin typeface="Arial Black" panose="020B0A04020102020204" pitchFamily="34" charset="0"/>
              </a:rPr>
              <a:t> </a:t>
            </a:r>
            <a:r>
              <a:rPr lang="fr-FR" dirty="0" err="1">
                <a:latin typeface="Arial Black" panose="020B0A04020102020204" pitchFamily="34" charset="0"/>
              </a:rPr>
              <a:t>teraka</a:t>
            </a:r>
            <a:r>
              <a:rPr lang="fr-FR" dirty="0">
                <a:latin typeface="Arial Black" panose="020B0A04020102020204" pitchFamily="34" charset="0"/>
              </a:rPr>
              <a:t> ho </a:t>
            </a:r>
            <a:r>
              <a:rPr lang="fr-FR" dirty="0" err="1">
                <a:latin typeface="Arial Black" panose="020B0A04020102020204" pitchFamily="34" charset="0"/>
              </a:rPr>
              <a:t>Mpanjakan'ny</a:t>
            </a:r>
            <a:r>
              <a:rPr lang="fr-FR" dirty="0">
                <a:latin typeface="Arial Black" panose="020B0A04020102020204" pitchFamily="34" charset="0"/>
              </a:rPr>
              <a:t> </a:t>
            </a:r>
            <a:r>
              <a:rPr lang="fr-FR" dirty="0" err="1">
                <a:latin typeface="Arial Black" panose="020B0A04020102020204" pitchFamily="34" charset="0"/>
              </a:rPr>
              <a:t>Jiosy</a:t>
            </a:r>
            <a:r>
              <a:rPr lang="fr-FR" dirty="0">
                <a:latin typeface="Arial Black" panose="020B0A04020102020204" pitchFamily="34" charset="0"/>
              </a:rPr>
              <a:t>? Fa </a:t>
            </a:r>
            <a:r>
              <a:rPr lang="fr-FR" dirty="0" err="1">
                <a:latin typeface="Arial Black" panose="020B0A04020102020204" pitchFamily="34" charset="0"/>
              </a:rPr>
              <a:t>nahita</a:t>
            </a:r>
            <a:r>
              <a:rPr lang="fr-FR" dirty="0">
                <a:latin typeface="Arial Black" panose="020B0A04020102020204" pitchFamily="34" charset="0"/>
              </a:rPr>
              <a:t> </a:t>
            </a:r>
            <a:r>
              <a:rPr lang="fr-FR" dirty="0" err="1">
                <a:latin typeface="Arial Black" panose="020B0A04020102020204" pitchFamily="34" charset="0"/>
              </a:rPr>
              <a:t>ny</a:t>
            </a:r>
            <a:r>
              <a:rPr lang="fr-FR" dirty="0">
                <a:latin typeface="Arial Black" panose="020B0A04020102020204" pitchFamily="34" charset="0"/>
              </a:rPr>
              <a:t> </a:t>
            </a:r>
            <a:r>
              <a:rPr lang="fr-FR" dirty="0" err="1">
                <a:latin typeface="Arial Black" panose="020B0A04020102020204" pitchFamily="34" charset="0"/>
              </a:rPr>
              <a:t>kintany</a:t>
            </a:r>
            <a:r>
              <a:rPr lang="fr-FR" dirty="0">
                <a:latin typeface="Arial Black" panose="020B0A04020102020204" pitchFamily="34" charset="0"/>
              </a:rPr>
              <a:t> </a:t>
            </a:r>
            <a:r>
              <a:rPr lang="fr-FR" dirty="0" err="1">
                <a:latin typeface="Arial Black" panose="020B0A04020102020204" pitchFamily="34" charset="0"/>
              </a:rPr>
              <a:t>teny</a:t>
            </a:r>
            <a:r>
              <a:rPr lang="fr-FR" dirty="0">
                <a:latin typeface="Arial Black" panose="020B0A04020102020204" pitchFamily="34" charset="0"/>
              </a:rPr>
              <a:t> </a:t>
            </a:r>
            <a:r>
              <a:rPr lang="fr-FR" dirty="0" err="1" smtClean="0">
                <a:latin typeface="Arial Black" panose="020B0A04020102020204" pitchFamily="34" charset="0"/>
              </a:rPr>
              <a:t>atsinanana</a:t>
            </a:r>
            <a:r>
              <a:rPr lang="fr-FR" dirty="0" smtClean="0">
                <a:latin typeface="Arial Black" panose="020B0A04020102020204" pitchFamily="34" charset="0"/>
              </a:rPr>
              <a:t> </a:t>
            </a:r>
            <a:r>
              <a:rPr lang="fr-FR" dirty="0" err="1">
                <a:latin typeface="Arial Black" panose="020B0A04020102020204" pitchFamily="34" charset="0"/>
              </a:rPr>
              <a:t>izahay</a:t>
            </a:r>
            <a:r>
              <a:rPr lang="fr-FR" dirty="0">
                <a:latin typeface="Arial Black" panose="020B0A04020102020204" pitchFamily="34" charset="0"/>
              </a:rPr>
              <a:t> ka </a:t>
            </a:r>
            <a:r>
              <a:rPr lang="fr-FR" dirty="0" err="1">
                <a:latin typeface="Arial Black" panose="020B0A04020102020204" pitchFamily="34" charset="0"/>
              </a:rPr>
              <a:t>tonga</a:t>
            </a:r>
            <a:r>
              <a:rPr lang="fr-FR" dirty="0">
                <a:latin typeface="Arial Black" panose="020B0A04020102020204" pitchFamily="34" charset="0"/>
              </a:rPr>
              <a:t> </a:t>
            </a:r>
            <a:r>
              <a:rPr lang="fr-FR" dirty="0" err="1">
                <a:latin typeface="Arial Black" panose="020B0A04020102020204" pitchFamily="34" charset="0"/>
              </a:rPr>
              <a:t>mba</a:t>
            </a:r>
            <a:r>
              <a:rPr lang="fr-FR" dirty="0">
                <a:latin typeface="Arial Black" panose="020B0A04020102020204" pitchFamily="34" charset="0"/>
              </a:rPr>
              <a:t> </a:t>
            </a:r>
            <a:r>
              <a:rPr lang="fr-FR" dirty="0" err="1">
                <a:latin typeface="Arial Black" panose="020B0A04020102020204" pitchFamily="34" charset="0"/>
              </a:rPr>
              <a:t>hiankohoka</a:t>
            </a:r>
            <a:r>
              <a:rPr lang="fr-FR" dirty="0">
                <a:latin typeface="Arial Black" panose="020B0A04020102020204" pitchFamily="34" charset="0"/>
              </a:rPr>
              <a:t> </a:t>
            </a:r>
            <a:r>
              <a:rPr lang="fr-FR" dirty="0" err="1">
                <a:latin typeface="Arial Black" panose="020B0A04020102020204" pitchFamily="34" charset="0"/>
              </a:rPr>
              <a:t>eo</a:t>
            </a:r>
            <a:r>
              <a:rPr lang="fr-FR" dirty="0">
                <a:latin typeface="Arial Black" panose="020B0A04020102020204" pitchFamily="34" charset="0"/>
              </a:rPr>
              <a:t> </a:t>
            </a:r>
            <a:r>
              <a:rPr lang="fr-FR" dirty="0" err="1">
                <a:latin typeface="Arial Black" panose="020B0A04020102020204" pitchFamily="34" charset="0"/>
              </a:rPr>
              <a:t>anatrehany</a:t>
            </a:r>
            <a:r>
              <a:rPr lang="fr-FR" dirty="0">
                <a:latin typeface="Arial Black" panose="020B0A04020102020204" pitchFamily="34" charset="0"/>
              </a:rPr>
              <a:t>." (</a:t>
            </a:r>
            <a:r>
              <a:rPr lang="fr-FR" dirty="0" err="1">
                <a:latin typeface="Arial Black" panose="020B0A04020102020204" pitchFamily="34" charset="0"/>
              </a:rPr>
              <a:t>Matio</a:t>
            </a:r>
            <a:r>
              <a:rPr lang="fr-FR" dirty="0">
                <a:latin typeface="Arial Black" panose="020B0A04020102020204" pitchFamily="34" charset="0"/>
              </a:rPr>
              <a:t> 2:1,2)</a:t>
            </a:r>
          </a:p>
          <a:p>
            <a:endParaRPr lang="fr-FR" dirty="0">
              <a:latin typeface="Arial Black" panose="020B0A04020102020204" pitchFamily="34" charset="0"/>
            </a:endParaRPr>
          </a:p>
        </p:txBody>
      </p:sp>
    </p:spTree>
    <p:extLst>
      <p:ext uri="{BB962C8B-B14F-4D97-AF65-F5344CB8AC3E}">
        <p14:creationId xmlns:p14="http://schemas.microsoft.com/office/powerpoint/2010/main" val="1113832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8654" y="290942"/>
            <a:ext cx="11665527" cy="1445924"/>
          </a:xfrm>
        </p:spPr>
        <p:txBody>
          <a:bodyPr>
            <a:normAutofit/>
          </a:bodyPr>
          <a:lstStyle/>
          <a:p>
            <a:pPr algn="ctr"/>
            <a:r>
              <a:rPr lang="fr-FR" dirty="0" err="1">
                <a:latin typeface="Arial Black" panose="020B0A04020102020204" pitchFamily="34" charset="0"/>
              </a:rPr>
              <a:t>Olon-kendry</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andro</a:t>
            </a:r>
            <a:r>
              <a:rPr lang="fr-FR" dirty="0">
                <a:latin typeface="Arial Black" panose="020B0A04020102020204" pitchFamily="34" charset="0"/>
              </a:rPr>
              <a:t> </a:t>
            </a:r>
            <a:r>
              <a:rPr lang="fr-FR" dirty="0" err="1">
                <a:latin typeface="Arial Black" panose="020B0A04020102020204" pitchFamily="34" charset="0"/>
              </a:rPr>
              <a:t>nahaterahan'i</a:t>
            </a:r>
            <a:r>
              <a:rPr lang="fr-FR" dirty="0">
                <a:latin typeface="Arial Black" panose="020B0A04020102020204" pitchFamily="34" charset="0"/>
              </a:rPr>
              <a:t> </a:t>
            </a:r>
            <a:r>
              <a:rPr lang="fr-FR" dirty="0" err="1">
                <a:latin typeface="Arial Black" panose="020B0A04020102020204" pitchFamily="34" charset="0"/>
              </a:rPr>
              <a:t>Jesosy</a:t>
            </a:r>
            <a:endParaRPr lang="fr-FR" dirty="0">
              <a:latin typeface="Arial Black" panose="020B0A04020102020204" pitchFamily="34" charset="0"/>
            </a:endParaRPr>
          </a:p>
        </p:txBody>
      </p:sp>
      <p:sp>
        <p:nvSpPr>
          <p:cNvPr id="3" name="Espace réservé du contenu 2"/>
          <p:cNvSpPr>
            <a:spLocks noGrp="1"/>
          </p:cNvSpPr>
          <p:nvPr>
            <p:ph idx="1"/>
          </p:nvPr>
        </p:nvSpPr>
        <p:spPr>
          <a:xfrm>
            <a:off x="595745" y="2249486"/>
            <a:ext cx="11152909" cy="4359131"/>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fr-FR" sz="2800" dirty="0">
                <a:latin typeface="Arial Black" panose="020B0A04020102020204" pitchFamily="34" charset="0"/>
              </a:rPr>
              <a:t>Tonga </a:t>
            </a:r>
            <a:r>
              <a:rPr lang="fr-FR" sz="2800" dirty="0" err="1">
                <a:latin typeface="Arial Black" panose="020B0A04020102020204" pitchFamily="34" charset="0"/>
              </a:rPr>
              <a:t>avy</a:t>
            </a:r>
            <a:r>
              <a:rPr lang="fr-FR" sz="2800" dirty="0">
                <a:latin typeface="Arial Black" panose="020B0A04020102020204" pitchFamily="34" charset="0"/>
              </a:rPr>
              <a:t>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olon-kendry</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araka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faminaniana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Isaia</a:t>
            </a:r>
            <a:r>
              <a:rPr lang="fr-FR" sz="2800" dirty="0">
                <a:latin typeface="Arial Black" panose="020B0A04020102020204" pitchFamily="34" charset="0"/>
              </a:rPr>
              <a:t> 60:6:</a:t>
            </a:r>
          </a:p>
          <a:p>
            <a:r>
              <a:rPr lang="fr-FR" sz="2800" dirty="0" smtClean="0">
                <a:latin typeface="Arial Black" panose="020B0A04020102020204" pitchFamily="34" charset="0"/>
              </a:rPr>
              <a:t>"</a:t>
            </a:r>
            <a:r>
              <a:rPr lang="fr-FR" sz="2800" dirty="0">
                <a:latin typeface="Arial Black" panose="020B0A04020102020204" pitchFamily="34" charset="0"/>
              </a:rPr>
              <a:t>Ho </a:t>
            </a:r>
            <a:r>
              <a:rPr lang="fr-FR" sz="2800" dirty="0" err="1">
                <a:latin typeface="Arial Black" panose="020B0A04020102020204" pitchFamily="34" charset="0"/>
              </a:rPr>
              <a:t>feno</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rameva</a:t>
            </a:r>
            <a:r>
              <a:rPr lang="fr-FR" sz="2800" dirty="0">
                <a:latin typeface="Arial Black" panose="020B0A04020102020204" pitchFamily="34" charset="0"/>
              </a:rPr>
              <a:t> </a:t>
            </a:r>
            <a:r>
              <a:rPr lang="fr-FR" sz="2800" dirty="0" err="1">
                <a:latin typeface="Arial Black" panose="020B0A04020102020204" pitchFamily="34" charset="0"/>
              </a:rPr>
              <a:t>betsaka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aminao</a:t>
            </a:r>
            <a:r>
              <a:rPr lang="fr-FR" sz="2800" dirty="0">
                <a:latin typeface="Arial Black" panose="020B0A04020102020204" pitchFamily="34" charset="0"/>
              </a:rPr>
              <a:t>, dia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rameva</a:t>
            </a:r>
            <a:r>
              <a:rPr lang="fr-FR" sz="2800" dirty="0">
                <a:latin typeface="Arial Black" panose="020B0A04020102020204" pitchFamily="34" charset="0"/>
              </a:rPr>
              <a:t> </a:t>
            </a:r>
            <a:r>
              <a:rPr lang="fr-FR" sz="2800" dirty="0" err="1">
                <a:latin typeface="Arial Black" panose="020B0A04020102020204" pitchFamily="34" charset="0"/>
              </a:rPr>
              <a:t>tanora</a:t>
            </a:r>
            <a:r>
              <a:rPr lang="fr-FR" sz="2800" dirty="0">
                <a:latin typeface="Arial Black" panose="020B0A04020102020204" pitchFamily="34" charset="0"/>
              </a:rPr>
              <a:t> </a:t>
            </a:r>
            <a:r>
              <a:rPr lang="fr-FR" sz="2800" dirty="0" err="1">
                <a:latin typeface="Arial Black" panose="020B0A04020102020204" pitchFamily="34" charset="0"/>
              </a:rPr>
              <a:t>avy</a:t>
            </a:r>
            <a:r>
              <a:rPr lang="fr-FR" sz="2800" dirty="0">
                <a:latin typeface="Arial Black" panose="020B0A04020102020204" pitchFamily="34" charset="0"/>
              </a:rPr>
              <a:t>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a:t>
            </a:r>
            <a:r>
              <a:rPr lang="fr-FR" sz="2800" dirty="0" err="1" smtClean="0">
                <a:latin typeface="Arial Black" panose="020B0A04020102020204" pitchFamily="34" charset="0"/>
              </a:rPr>
              <a:t>sy</a:t>
            </a:r>
            <a:r>
              <a:rPr lang="fr-FR" sz="2800" dirty="0" smtClean="0">
                <a:latin typeface="Arial Black" panose="020B0A04020102020204" pitchFamily="34" charset="0"/>
              </a:rPr>
              <a:t> </a:t>
            </a:r>
            <a:r>
              <a:rPr lang="fr-FR" sz="2800" dirty="0" err="1">
                <a:latin typeface="Arial Black" panose="020B0A04020102020204" pitchFamily="34" charset="0"/>
              </a:rPr>
              <a:t>Efaha</a:t>
            </a:r>
            <a:r>
              <a:rPr lang="fr-FR" sz="2800" dirty="0">
                <a:latin typeface="Arial Black" panose="020B0A04020102020204" pitchFamily="34" charset="0"/>
              </a:rPr>
              <a:t>, </a:t>
            </a:r>
            <a:r>
              <a:rPr lang="fr-FR" sz="2800" dirty="0" err="1">
                <a:latin typeface="Arial Black" panose="020B0A04020102020204" pitchFamily="34" charset="0"/>
              </a:rPr>
              <a:t>samy</a:t>
            </a:r>
            <a:r>
              <a:rPr lang="fr-FR" sz="2800" dirty="0">
                <a:latin typeface="Arial Black" panose="020B0A04020102020204" pitchFamily="34" charset="0"/>
              </a:rPr>
              <a:t> </a:t>
            </a:r>
            <a:r>
              <a:rPr lang="fr-FR" sz="2800" dirty="0" err="1">
                <a:latin typeface="Arial Black" panose="020B0A04020102020204" pitchFamily="34" charset="0"/>
              </a:rPr>
              <a:t>avy</a:t>
            </a:r>
            <a:r>
              <a:rPr lang="fr-FR" sz="2800" dirty="0">
                <a:latin typeface="Arial Black" panose="020B0A04020102020204" pitchFamily="34" charset="0"/>
              </a:rPr>
              <a:t>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Sheba</a:t>
            </a:r>
            <a:r>
              <a:rPr lang="fr-FR" sz="2800" dirty="0">
                <a:latin typeface="Arial Black" panose="020B0A04020102020204" pitchFamily="34" charset="0"/>
              </a:rPr>
              <a:t> </a:t>
            </a:r>
            <a:r>
              <a:rPr lang="fr-FR" sz="2800" dirty="0" err="1">
                <a:latin typeface="Arial Black" panose="020B0A04020102020204" pitchFamily="34" charset="0"/>
              </a:rPr>
              <a:t>izy</a:t>
            </a:r>
            <a:r>
              <a:rPr lang="fr-FR" sz="2800" dirty="0">
                <a:latin typeface="Arial Black" panose="020B0A04020102020204" pitchFamily="34" charset="0"/>
              </a:rPr>
              <a:t> </a:t>
            </a:r>
            <a:r>
              <a:rPr lang="fr-FR" sz="2800" dirty="0" err="1">
                <a:latin typeface="Arial Black" panose="020B0A04020102020204" pitchFamily="34" charset="0"/>
              </a:rPr>
              <a:t>rehetra</a:t>
            </a:r>
            <a:r>
              <a:rPr lang="fr-FR" sz="2800" dirty="0">
                <a:latin typeface="Arial Black" panose="020B0A04020102020204" pitchFamily="34" charset="0"/>
              </a:rPr>
              <a:t>; </a:t>
            </a:r>
            <a:r>
              <a:rPr lang="fr-FR" sz="2800" dirty="0" err="1">
                <a:latin typeface="Arial Black" panose="020B0A04020102020204" pitchFamily="34" charset="0"/>
              </a:rPr>
              <a:t>volamena</a:t>
            </a:r>
            <a:r>
              <a:rPr lang="fr-FR" sz="2800" dirty="0">
                <a:latin typeface="Arial Black" panose="020B0A04020102020204" pitchFamily="34" charset="0"/>
              </a:rPr>
              <a:t> </a:t>
            </a:r>
            <a:r>
              <a:rPr lang="fr-FR" sz="2800" dirty="0" err="1">
                <a:latin typeface="Arial Black" panose="020B0A04020102020204" pitchFamily="34" charset="0"/>
              </a:rPr>
              <a:t>sy</a:t>
            </a:r>
            <a:r>
              <a:rPr lang="fr-FR" sz="2800" dirty="0">
                <a:latin typeface="Arial Black" panose="020B0A04020102020204" pitchFamily="34" charset="0"/>
              </a:rPr>
              <a:t> </a:t>
            </a:r>
            <a:r>
              <a:rPr lang="fr-FR" sz="2800" dirty="0" err="1">
                <a:latin typeface="Arial Black" panose="020B0A04020102020204" pitchFamily="34" charset="0"/>
              </a:rPr>
              <a:t>ditin-kazo</a:t>
            </a:r>
            <a:r>
              <a:rPr lang="fr-FR" sz="2800" dirty="0">
                <a:latin typeface="Arial Black" panose="020B0A04020102020204" pitchFamily="34" charset="0"/>
              </a:rPr>
              <a:t> </a:t>
            </a:r>
            <a:r>
              <a:rPr lang="fr-FR" sz="2800" dirty="0" err="1">
                <a:latin typeface="Arial Black" panose="020B0A04020102020204" pitchFamily="34" charset="0"/>
              </a:rPr>
              <a:t>mani-pofona</a:t>
            </a:r>
            <a:r>
              <a:rPr lang="fr-FR" sz="2800" dirty="0">
                <a:latin typeface="Arial Black" panose="020B0A04020102020204" pitchFamily="34" charset="0"/>
              </a:rPr>
              <a:t> </a:t>
            </a:r>
            <a:r>
              <a:rPr lang="fr-FR" sz="2800" dirty="0" smtClean="0">
                <a:latin typeface="Arial Black" panose="020B0A04020102020204" pitchFamily="34" charset="0"/>
              </a:rPr>
              <a:t>no </a:t>
            </a:r>
            <a:r>
              <a:rPr lang="fr-FR" sz="2800" dirty="0">
                <a:latin typeface="Arial Black" panose="020B0A04020102020204" pitchFamily="34" charset="0"/>
              </a:rPr>
              <a:t>ho </a:t>
            </a:r>
            <a:r>
              <a:rPr lang="fr-FR" sz="2800" dirty="0" err="1">
                <a:latin typeface="Arial Black" panose="020B0A04020102020204" pitchFamily="34" charset="0"/>
              </a:rPr>
              <a:t>entiny</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fiderana</a:t>
            </a:r>
            <a:r>
              <a:rPr lang="fr-FR" sz="2800" dirty="0">
                <a:latin typeface="Arial Black" panose="020B0A04020102020204" pitchFamily="34" charset="0"/>
              </a:rPr>
              <a:t> </a:t>
            </a:r>
            <a:r>
              <a:rPr lang="fr-FR" sz="2800" dirty="0" err="1">
                <a:latin typeface="Arial Black" panose="020B0A04020102020204" pitchFamily="34" charset="0"/>
              </a:rPr>
              <a:t>an'i</a:t>
            </a:r>
            <a:r>
              <a:rPr lang="fr-FR" sz="2800" dirty="0">
                <a:latin typeface="Arial Black" panose="020B0A04020102020204" pitchFamily="34" charset="0"/>
              </a:rPr>
              <a:t> </a:t>
            </a:r>
            <a:r>
              <a:rPr lang="fr-FR" sz="2800" dirty="0" err="1">
                <a:latin typeface="Arial Black" panose="020B0A04020102020204" pitchFamily="34" charset="0"/>
              </a:rPr>
              <a:t>Jehovah</a:t>
            </a:r>
            <a:r>
              <a:rPr lang="fr-FR" sz="2800" dirty="0">
                <a:latin typeface="Arial Black" panose="020B0A04020102020204" pitchFamily="34" charset="0"/>
              </a:rPr>
              <a:t> no </a:t>
            </a:r>
            <a:r>
              <a:rPr lang="fr-FR" sz="2800" dirty="0" err="1">
                <a:latin typeface="Arial Black" panose="020B0A04020102020204" pitchFamily="34" charset="0"/>
              </a:rPr>
              <a:t>teny</a:t>
            </a:r>
            <a:r>
              <a:rPr lang="fr-FR" sz="2800" dirty="0">
                <a:latin typeface="Arial Black" panose="020B0A04020102020204" pitchFamily="34" charset="0"/>
              </a:rPr>
              <a:t> </a:t>
            </a:r>
            <a:r>
              <a:rPr lang="fr-FR" sz="2800" dirty="0" err="1">
                <a:latin typeface="Arial Black" panose="020B0A04020102020204" pitchFamily="34" charset="0"/>
              </a:rPr>
              <a:t>mahafaly</a:t>
            </a:r>
            <a:r>
              <a:rPr lang="fr-FR" sz="2800" dirty="0">
                <a:latin typeface="Arial Black" panose="020B0A04020102020204" pitchFamily="34" charset="0"/>
              </a:rPr>
              <a:t> </a:t>
            </a:r>
            <a:r>
              <a:rPr lang="fr-FR" sz="2800" dirty="0" err="1">
                <a:latin typeface="Arial Black" panose="020B0A04020102020204" pitchFamily="34" charset="0"/>
              </a:rPr>
              <a:t>hambarany</a:t>
            </a:r>
            <a:r>
              <a:rPr lang="fr-FR" sz="2800" dirty="0">
                <a:latin typeface="Arial Black" panose="020B0A04020102020204" pitchFamily="34" charset="0"/>
              </a:rPr>
              <a:t>." </a:t>
            </a:r>
            <a:r>
              <a:rPr lang="fr-FR" sz="2800" dirty="0" err="1">
                <a:latin typeface="Arial Black" panose="020B0A04020102020204" pitchFamily="34" charset="0"/>
              </a:rPr>
              <a:t>Isaia</a:t>
            </a:r>
            <a:r>
              <a:rPr lang="fr-FR" sz="2800" dirty="0">
                <a:latin typeface="Arial Black" panose="020B0A04020102020204" pitchFamily="34" charset="0"/>
              </a:rPr>
              <a:t> </a:t>
            </a:r>
            <a:r>
              <a:rPr lang="fr-FR" sz="2800" dirty="0" smtClean="0">
                <a:latin typeface="Arial Black" panose="020B0A04020102020204" pitchFamily="34" charset="0"/>
              </a:rPr>
              <a:t>60:6</a:t>
            </a:r>
            <a:endParaRPr lang="fr-FR" sz="2800" dirty="0">
              <a:latin typeface="Arial Black" panose="020B0A04020102020204" pitchFamily="34" charset="0"/>
            </a:endParaRPr>
          </a:p>
        </p:txBody>
      </p:sp>
    </p:spTree>
    <p:extLst>
      <p:ext uri="{BB962C8B-B14F-4D97-AF65-F5344CB8AC3E}">
        <p14:creationId xmlns:p14="http://schemas.microsoft.com/office/powerpoint/2010/main" val="3760596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err="1">
                <a:latin typeface="Arial Black" panose="020B0A04020102020204" pitchFamily="34" charset="0"/>
              </a:rPr>
              <a:t>Olon-kendry</a:t>
            </a:r>
            <a:r>
              <a:rPr lang="fr-FR" dirty="0">
                <a:latin typeface="Arial Black" panose="020B0A04020102020204" pitchFamily="34" charset="0"/>
              </a:rPr>
              <a:t> </a:t>
            </a:r>
            <a:r>
              <a:rPr lang="fr-FR" dirty="0" err="1">
                <a:latin typeface="Arial Black" panose="020B0A04020102020204" pitchFamily="34" charset="0"/>
              </a:rPr>
              <a:t>avy</a:t>
            </a:r>
            <a:r>
              <a:rPr lang="fr-FR" dirty="0">
                <a:latin typeface="Arial Black" panose="020B0A04020102020204" pitchFamily="34" charset="0"/>
              </a:rPr>
              <a:t> </a:t>
            </a:r>
            <a:r>
              <a:rPr lang="fr-FR" dirty="0" err="1">
                <a:latin typeface="Arial Black" panose="020B0A04020102020204" pitchFamily="34" charset="0"/>
              </a:rPr>
              <a:t>tany</a:t>
            </a:r>
            <a:r>
              <a:rPr lang="fr-FR" dirty="0">
                <a:latin typeface="Arial Black" panose="020B0A04020102020204" pitchFamily="34" charset="0"/>
              </a:rPr>
              <a:t> </a:t>
            </a:r>
            <a:r>
              <a:rPr lang="fr-FR" dirty="0" err="1">
                <a:latin typeface="Arial Black" panose="020B0A04020102020204" pitchFamily="34" charset="0"/>
              </a:rPr>
              <a:t>Atsinanana</a:t>
            </a:r>
            <a:r>
              <a:rPr lang="fr-FR" dirty="0">
                <a:latin typeface="Arial Black" panose="020B0A04020102020204" pitchFamily="34" charset="0"/>
              </a:rPr>
              <a:t> </a:t>
            </a:r>
            <a:r>
              <a:rPr lang="fr-FR" dirty="0" err="1">
                <a:latin typeface="Arial Black" panose="020B0A04020102020204" pitchFamily="34" charset="0"/>
              </a:rPr>
              <a:t>tamin'ny</a:t>
            </a:r>
            <a:r>
              <a:rPr lang="fr-FR" dirty="0">
                <a:latin typeface="Arial Black" panose="020B0A04020102020204" pitchFamily="34" charset="0"/>
              </a:rPr>
              <a:t> </a:t>
            </a:r>
            <a:r>
              <a:rPr lang="fr-FR" dirty="0" err="1">
                <a:latin typeface="Arial Black" panose="020B0A04020102020204" pitchFamily="34" charset="0"/>
              </a:rPr>
              <a:t>andro</a:t>
            </a:r>
            <a:r>
              <a:rPr lang="fr-FR" dirty="0">
                <a:latin typeface="Arial Black" panose="020B0A04020102020204" pitchFamily="34" charset="0"/>
              </a:rPr>
              <a:t> </a:t>
            </a:r>
            <a:r>
              <a:rPr lang="fr-FR" dirty="0" err="1">
                <a:latin typeface="Arial Black" panose="020B0A04020102020204" pitchFamily="34" charset="0"/>
              </a:rPr>
              <a:t>nahaterahan'i</a:t>
            </a:r>
            <a:r>
              <a:rPr lang="fr-FR" dirty="0">
                <a:latin typeface="Arial Black" panose="020B0A04020102020204" pitchFamily="34" charset="0"/>
              </a:rPr>
              <a:t> </a:t>
            </a:r>
            <a:r>
              <a:rPr lang="fr-FR" dirty="0" err="1">
                <a:latin typeface="Arial Black" panose="020B0A04020102020204" pitchFamily="34" charset="0"/>
              </a:rPr>
              <a:t>Jesosy</a:t>
            </a:r>
            <a:endParaRPr lang="fr-FR" dirty="0">
              <a:latin typeface="Arial Black" panose="020B0A04020102020204" pitchFamily="34" charset="0"/>
            </a:endParaRPr>
          </a:p>
        </p:txBody>
      </p:sp>
      <p:sp>
        <p:nvSpPr>
          <p:cNvPr id="3" name="Espace réservé du contenu 2"/>
          <p:cNvSpPr>
            <a:spLocks noGrp="1"/>
          </p:cNvSpPr>
          <p:nvPr>
            <p:ph idx="1"/>
          </p:nvPr>
        </p:nvSpPr>
        <p:spPr>
          <a:xfrm>
            <a:off x="484909" y="2249486"/>
            <a:ext cx="11236035" cy="4192877"/>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a:latin typeface="Arial Black" panose="020B0A04020102020204" pitchFamily="34" charset="0"/>
              </a:rPr>
              <a:t>Io </a:t>
            </a:r>
            <a:r>
              <a:rPr lang="fr-FR" sz="2800" dirty="0" err="1">
                <a:latin typeface="Arial Black" panose="020B0A04020102020204" pitchFamily="34" charset="0"/>
              </a:rPr>
              <a:t>faminaniana</a:t>
            </a:r>
            <a:r>
              <a:rPr lang="fr-FR" sz="2800" dirty="0">
                <a:latin typeface="Arial Black" panose="020B0A04020102020204" pitchFamily="34" charset="0"/>
              </a:rPr>
              <a:t> </a:t>
            </a:r>
            <a:r>
              <a:rPr lang="fr-FR" sz="2800" dirty="0" err="1">
                <a:latin typeface="Arial Black" panose="020B0A04020102020204" pitchFamily="34" charset="0"/>
              </a:rPr>
              <a:t>io</a:t>
            </a:r>
            <a:r>
              <a:rPr lang="fr-FR" sz="2800" dirty="0">
                <a:latin typeface="Arial Black" panose="020B0A04020102020204" pitchFamily="34" charset="0"/>
              </a:rPr>
              <a:t> dia </a:t>
            </a:r>
            <a:r>
              <a:rPr lang="fr-FR" sz="2800" dirty="0" err="1">
                <a:latin typeface="Arial Black" panose="020B0A04020102020204" pitchFamily="34" charset="0"/>
              </a:rPr>
              <a:t>tanteraka</a:t>
            </a:r>
            <a:r>
              <a:rPr lang="fr-FR" sz="2800" dirty="0">
                <a:latin typeface="Arial Black" panose="020B0A04020102020204" pitchFamily="34" charset="0"/>
              </a:rPr>
              <a:t> </a:t>
            </a:r>
            <a:r>
              <a:rPr lang="fr-FR" sz="2800" dirty="0" err="1">
                <a:latin typeface="Arial Black" panose="020B0A04020102020204" pitchFamily="34" charset="0"/>
              </a:rPr>
              <a:t>tamin'ny</a:t>
            </a:r>
            <a:r>
              <a:rPr lang="fr-FR" sz="2800" dirty="0">
                <a:latin typeface="Arial Black" panose="020B0A04020102020204" pitchFamily="34" charset="0"/>
              </a:rPr>
              <a:t> </a:t>
            </a:r>
            <a:r>
              <a:rPr lang="fr-FR" sz="2800" dirty="0" err="1">
                <a:latin typeface="Arial Black" panose="020B0A04020102020204" pitchFamily="34" charset="0"/>
              </a:rPr>
              <a:t>fihavian'i</a:t>
            </a:r>
            <a:r>
              <a:rPr lang="fr-FR" sz="2800" dirty="0">
                <a:latin typeface="Arial Black" panose="020B0A04020102020204" pitchFamily="34" charset="0"/>
              </a:rPr>
              <a:t> </a:t>
            </a:r>
            <a:r>
              <a:rPr lang="fr-FR" sz="2800" dirty="0" err="1">
                <a:latin typeface="Arial Black" panose="020B0A04020102020204" pitchFamily="34" charset="0"/>
              </a:rPr>
              <a:t>Jesosy</a:t>
            </a:r>
            <a:r>
              <a:rPr lang="fr-FR" sz="2800" dirty="0">
                <a:latin typeface="Arial Black" panose="020B0A04020102020204" pitchFamily="34" charset="0"/>
              </a:rPr>
              <a:t> </a:t>
            </a:r>
            <a:r>
              <a:rPr lang="fr-FR" sz="2800" dirty="0" err="1">
                <a:latin typeface="Arial Black" panose="020B0A04020102020204" pitchFamily="34" charset="0"/>
              </a:rPr>
              <a:t>voalohany</a:t>
            </a:r>
            <a:r>
              <a:rPr lang="fr-FR" sz="2800" dirty="0">
                <a:latin typeface="Arial Black" panose="020B0A04020102020204" pitchFamily="34" charset="0"/>
              </a:rPr>
              <a:t>, </a:t>
            </a:r>
            <a:r>
              <a:rPr lang="fr-FR" sz="2800" dirty="0" err="1">
                <a:latin typeface="Arial Black" panose="020B0A04020102020204" pitchFamily="34" charset="0"/>
              </a:rPr>
              <a:t>rehefa</a:t>
            </a:r>
            <a:r>
              <a:rPr lang="fr-FR" sz="2800" dirty="0">
                <a:latin typeface="Arial Black" panose="020B0A04020102020204" pitchFamily="34" charset="0"/>
              </a:rPr>
              <a:t> </a:t>
            </a:r>
            <a:r>
              <a:rPr lang="fr-FR" sz="2800" dirty="0" err="1">
                <a:latin typeface="Arial Black" panose="020B0A04020102020204" pitchFamily="34" charset="0"/>
              </a:rPr>
              <a:t>tonga</a:t>
            </a:r>
            <a:r>
              <a:rPr lang="fr-FR" sz="2800" dirty="0">
                <a:latin typeface="Arial Black" panose="020B0A04020102020204" pitchFamily="34" charset="0"/>
              </a:rPr>
              <a:t> </a:t>
            </a:r>
            <a:r>
              <a:rPr lang="fr-FR" sz="2800" dirty="0" err="1">
                <a:latin typeface="Arial Black" panose="020B0A04020102020204" pitchFamily="34" charset="0"/>
              </a:rPr>
              <a:t>avy</a:t>
            </a:r>
            <a:r>
              <a:rPr lang="fr-FR" sz="2800" dirty="0">
                <a:latin typeface="Arial Black" panose="020B0A04020102020204" pitchFamily="34" charset="0"/>
              </a:rPr>
              <a:t>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latin typeface="Arial Black" panose="020B0A04020102020204" pitchFamily="34" charset="0"/>
              </a:rPr>
              <a:t>Midiana</a:t>
            </a:r>
            <a:r>
              <a:rPr lang="fr-FR" sz="2800" dirty="0">
                <a:latin typeface="Arial Black" panose="020B0A04020102020204" pitchFamily="34" charset="0"/>
              </a:rPr>
              <a:t>, </a:t>
            </a:r>
            <a:r>
              <a:rPr lang="fr-FR" sz="2800" dirty="0" err="1">
                <a:latin typeface="Arial Black" panose="020B0A04020102020204" pitchFamily="34" charset="0"/>
              </a:rPr>
              <a:t>Efaha</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Seba</a:t>
            </a:r>
            <a:r>
              <a:rPr lang="fr-FR" sz="2800" dirty="0">
                <a:latin typeface="Arial Black" panose="020B0A04020102020204" pitchFamily="34" charset="0"/>
              </a:rPr>
              <a:t> no </a:t>
            </a:r>
            <a:r>
              <a:rPr lang="fr-FR" sz="2800" dirty="0" err="1">
                <a:latin typeface="Arial Black" panose="020B0A04020102020204" pitchFamily="34" charset="0"/>
              </a:rPr>
              <a:t>tany</a:t>
            </a:r>
            <a:r>
              <a:rPr lang="fr-FR" sz="2800" dirty="0">
                <a:latin typeface="Arial Black" panose="020B0A04020102020204" pitchFamily="34" charset="0"/>
              </a:rPr>
              <a:t> </a:t>
            </a:r>
            <a:r>
              <a:rPr lang="fr-FR" sz="2800" dirty="0" err="1">
                <a:latin typeface="Arial Black" panose="020B0A04020102020204" pitchFamily="34" charset="0"/>
              </a:rPr>
              <a:t>Atsinanana</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olon-kendry</a:t>
            </a:r>
            <a:r>
              <a:rPr lang="fr-FR" sz="2800" dirty="0">
                <a:latin typeface="Arial Black" panose="020B0A04020102020204" pitchFamily="34" charset="0"/>
              </a:rPr>
              <a:t>. </a:t>
            </a:r>
            <a:r>
              <a:rPr lang="fr-FR" sz="2800" dirty="0" err="1">
                <a:latin typeface="Arial Black" panose="020B0A04020102020204" pitchFamily="34" charset="0"/>
              </a:rPr>
              <a:t>Nitaingina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ramevany</a:t>
            </a:r>
            <a:r>
              <a:rPr lang="fr-FR" sz="2800" dirty="0">
                <a:latin typeface="Arial Black" panose="020B0A04020102020204" pitchFamily="34" charset="0"/>
              </a:rPr>
              <a:t> </a:t>
            </a:r>
            <a:r>
              <a:rPr lang="fr-FR" sz="2800" dirty="0" err="1">
                <a:latin typeface="Arial Black" panose="020B0A04020102020204" pitchFamily="34" charset="0"/>
              </a:rPr>
              <a:t>izy</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araka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voasoratra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amin'io</a:t>
            </a:r>
            <a:r>
              <a:rPr lang="fr-FR" sz="2800" dirty="0">
                <a:latin typeface="Arial Black" panose="020B0A04020102020204" pitchFamily="34" charset="0"/>
              </a:rPr>
              <a:t> </a:t>
            </a:r>
            <a:r>
              <a:rPr lang="fr-FR" sz="2800" dirty="0" err="1">
                <a:latin typeface="Arial Black" panose="020B0A04020102020204" pitchFamily="34" charset="0"/>
              </a:rPr>
              <a:t>andininy</a:t>
            </a:r>
            <a:r>
              <a:rPr lang="fr-FR" sz="2800" dirty="0">
                <a:latin typeface="Arial Black" panose="020B0A04020102020204" pitchFamily="34" charset="0"/>
              </a:rPr>
              <a:t> </a:t>
            </a:r>
            <a:r>
              <a:rPr lang="fr-FR" sz="2800" dirty="0" err="1">
                <a:latin typeface="Arial Black" panose="020B0A04020102020204" pitchFamily="34" charset="0"/>
              </a:rPr>
              <a:t>io</a:t>
            </a:r>
            <a:r>
              <a:rPr lang="fr-FR" sz="2800" dirty="0">
                <a:latin typeface="Arial Black" panose="020B0A04020102020204" pitchFamily="34" charset="0"/>
              </a:rPr>
              <a:t>. </a:t>
            </a:r>
            <a:r>
              <a:rPr lang="fr-FR" sz="2800" dirty="0" err="1">
                <a:latin typeface="Arial Black" panose="020B0A04020102020204" pitchFamily="34" charset="0"/>
              </a:rPr>
              <a:t>Nitondra</a:t>
            </a:r>
            <a:r>
              <a:rPr lang="fr-FR" sz="2800" dirty="0">
                <a:latin typeface="Arial Black" panose="020B0A04020102020204" pitchFamily="34" charset="0"/>
              </a:rPr>
              <a:t> </a:t>
            </a:r>
            <a:r>
              <a:rPr lang="fr-FR" sz="2800" dirty="0" err="1">
                <a:latin typeface="Arial Black" panose="020B0A04020102020204" pitchFamily="34" charset="0"/>
              </a:rPr>
              <a:t>volamena</a:t>
            </a:r>
            <a:r>
              <a:rPr lang="fr-FR" sz="2800" dirty="0">
                <a:latin typeface="Arial Black" panose="020B0A04020102020204" pitchFamily="34" charset="0"/>
              </a:rPr>
              <a:t> </a:t>
            </a:r>
            <a:r>
              <a:rPr lang="fr-FR" sz="2800" dirty="0" err="1">
                <a:latin typeface="Arial Black" panose="020B0A04020102020204" pitchFamily="34" charset="0"/>
              </a:rPr>
              <a:t>sy</a:t>
            </a:r>
            <a:r>
              <a:rPr lang="fr-FR" sz="2800" dirty="0">
                <a:latin typeface="Arial Black" panose="020B0A04020102020204" pitchFamily="34" charset="0"/>
              </a:rPr>
              <a:t> </a:t>
            </a:r>
            <a:r>
              <a:rPr lang="fr-FR" sz="2800" dirty="0" err="1">
                <a:latin typeface="Arial Black" panose="020B0A04020102020204" pitchFamily="34" charset="0"/>
              </a:rPr>
              <a:t>zava-manitra</a:t>
            </a:r>
            <a:r>
              <a:rPr lang="fr-FR" sz="2800" dirty="0">
                <a:latin typeface="Arial Black" panose="020B0A04020102020204" pitchFamily="34" charset="0"/>
              </a:rPr>
              <a:t> </a:t>
            </a:r>
            <a:r>
              <a:rPr lang="fr-FR" sz="2800" dirty="0" err="1">
                <a:latin typeface="Arial Black" panose="020B0A04020102020204" pitchFamily="34" charset="0"/>
              </a:rPr>
              <a:t>izy</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nanao</a:t>
            </a:r>
            <a:r>
              <a:rPr lang="fr-FR" sz="2800" dirty="0">
                <a:latin typeface="Arial Black" panose="020B0A04020102020204" pitchFamily="34" charset="0"/>
              </a:rPr>
              <a:t> </a:t>
            </a:r>
            <a:r>
              <a:rPr lang="fr-FR" sz="2800" dirty="0" err="1">
                <a:latin typeface="Arial Black" panose="020B0A04020102020204" pitchFamily="34" charset="0"/>
              </a:rPr>
              <a:t>fiderana</a:t>
            </a:r>
            <a:r>
              <a:rPr lang="fr-FR" sz="2800" dirty="0">
                <a:latin typeface="Arial Black" panose="020B0A04020102020204" pitchFamily="34" charset="0"/>
              </a:rPr>
              <a:t> </a:t>
            </a:r>
            <a:r>
              <a:rPr lang="fr-FR" sz="2800" dirty="0" err="1">
                <a:latin typeface="Arial Black" panose="020B0A04020102020204" pitchFamily="34" charset="0"/>
              </a:rPr>
              <a:t>an'i</a:t>
            </a:r>
            <a:r>
              <a:rPr lang="fr-FR" sz="2800" dirty="0">
                <a:latin typeface="Arial Black" panose="020B0A04020102020204" pitchFamily="34" charset="0"/>
              </a:rPr>
              <a:t> </a:t>
            </a:r>
            <a:r>
              <a:rPr lang="fr-FR" sz="2800" dirty="0" err="1">
                <a:latin typeface="Arial Black" panose="020B0A04020102020204" pitchFamily="34" charset="0"/>
              </a:rPr>
              <a:t>Jehovah</a:t>
            </a:r>
            <a:r>
              <a:rPr lang="fr-FR" sz="2800" dirty="0">
                <a:latin typeface="Arial Black" panose="020B0A04020102020204" pitchFamily="34" charset="0"/>
              </a:rPr>
              <a:t>. </a:t>
            </a:r>
            <a:r>
              <a:rPr lang="fr-FR" sz="2800" dirty="0" err="1">
                <a:latin typeface="Arial Black" panose="020B0A04020102020204" pitchFamily="34" charset="0"/>
              </a:rPr>
              <a:t>Tanteraka</a:t>
            </a:r>
            <a:r>
              <a:rPr lang="fr-FR" sz="2800" dirty="0">
                <a:latin typeface="Arial Black" panose="020B0A04020102020204" pitchFamily="34" charset="0"/>
              </a:rPr>
              <a:t> </a:t>
            </a:r>
            <a:r>
              <a:rPr lang="fr-FR" sz="2800" dirty="0" err="1">
                <a:latin typeface="Arial Black" panose="020B0A04020102020204" pitchFamily="34" charset="0"/>
              </a:rPr>
              <a:t>avokoa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teny</a:t>
            </a:r>
            <a:r>
              <a:rPr lang="fr-FR" sz="2800" dirty="0">
                <a:latin typeface="Arial Black" panose="020B0A04020102020204" pitchFamily="34" charset="0"/>
              </a:rPr>
              <a:t> </a:t>
            </a:r>
            <a:r>
              <a:rPr lang="fr-FR" sz="2800" dirty="0" err="1">
                <a:latin typeface="Arial Black" panose="020B0A04020102020204" pitchFamily="34" charset="0"/>
              </a:rPr>
              <a:t>rehetra</a:t>
            </a:r>
            <a:r>
              <a:rPr lang="fr-FR" sz="2800" dirty="0">
                <a:latin typeface="Arial Black" panose="020B0A04020102020204" pitchFamily="34" charset="0"/>
              </a:rPr>
              <a:t> </a:t>
            </a:r>
            <a:r>
              <a:rPr lang="fr-FR" sz="2800" dirty="0" err="1">
                <a:latin typeface="Arial Black" panose="020B0A04020102020204" pitchFamily="34" charset="0"/>
              </a:rPr>
              <a:t>tamin'ny</a:t>
            </a:r>
            <a:r>
              <a:rPr lang="fr-FR" sz="2800" dirty="0">
                <a:latin typeface="Arial Black" panose="020B0A04020102020204" pitchFamily="34" charset="0"/>
              </a:rPr>
              <a:t> </a:t>
            </a:r>
            <a:r>
              <a:rPr lang="fr-FR" sz="2800" dirty="0" err="1">
                <a:latin typeface="Arial Black" panose="020B0A04020102020204" pitchFamily="34" charset="0"/>
              </a:rPr>
              <a:t>fihavian'i</a:t>
            </a:r>
            <a:r>
              <a:rPr lang="fr-FR" sz="2800" dirty="0">
                <a:latin typeface="Arial Black" panose="020B0A04020102020204" pitchFamily="34" charset="0"/>
              </a:rPr>
              <a:t> </a:t>
            </a:r>
            <a:r>
              <a:rPr lang="fr-FR" sz="2800" dirty="0" err="1">
                <a:latin typeface="Arial Black" panose="020B0A04020102020204" pitchFamily="34" charset="0"/>
              </a:rPr>
              <a:t>Jesosy</a:t>
            </a:r>
            <a:r>
              <a:rPr lang="fr-FR" sz="2800" dirty="0">
                <a:latin typeface="Arial Black" panose="020B0A04020102020204" pitchFamily="34" charset="0"/>
              </a:rPr>
              <a:t> </a:t>
            </a:r>
            <a:r>
              <a:rPr lang="fr-FR" sz="2800" dirty="0" err="1">
                <a:latin typeface="Arial Black" panose="020B0A04020102020204" pitchFamily="34" charset="0"/>
              </a:rPr>
              <a:t>voalohany</a:t>
            </a:r>
            <a:r>
              <a:rPr lang="fr-FR" sz="2800" dirty="0">
                <a:latin typeface="Arial Black" panose="020B0A04020102020204" pitchFamily="34" charset="0"/>
              </a:rPr>
              <a:t>. </a:t>
            </a:r>
          </a:p>
        </p:txBody>
      </p:sp>
    </p:spTree>
    <p:extLst>
      <p:ext uri="{BB962C8B-B14F-4D97-AF65-F5344CB8AC3E}">
        <p14:creationId xmlns:p14="http://schemas.microsoft.com/office/powerpoint/2010/main" val="640427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Black" panose="020B0A04020102020204" pitchFamily="34" charset="0"/>
              </a:rPr>
              <a:t>Ny </a:t>
            </a:r>
            <a:r>
              <a:rPr lang="fr-FR" dirty="0" err="1">
                <a:latin typeface="Arial Black" panose="020B0A04020102020204" pitchFamily="34" charset="0"/>
              </a:rPr>
              <a:t>Zanak'Isimaela</a:t>
            </a:r>
            <a:r>
              <a:rPr lang="fr-FR" dirty="0">
                <a:latin typeface="Arial Black" panose="020B0A04020102020204" pitchFamily="34" charset="0"/>
              </a:rPr>
              <a:t> </a:t>
            </a:r>
            <a:r>
              <a:rPr lang="fr-FR" dirty="0" err="1">
                <a:latin typeface="Arial Black" panose="020B0A04020102020204" pitchFamily="34" charset="0"/>
              </a:rPr>
              <a:t>alohan'ny</a:t>
            </a:r>
            <a:r>
              <a:rPr lang="fr-FR" dirty="0">
                <a:latin typeface="Arial Black" panose="020B0A04020102020204" pitchFamily="34" charset="0"/>
              </a:rPr>
              <a:t> </a:t>
            </a:r>
            <a:r>
              <a:rPr lang="fr-FR" dirty="0" err="1">
                <a:latin typeface="Arial Black" panose="020B0A04020102020204" pitchFamily="34" charset="0"/>
              </a:rPr>
              <a:t>Fihavian'i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Fanindroany</a:t>
            </a:r>
            <a:endParaRPr lang="fr-FR" dirty="0">
              <a:latin typeface="Arial Black" panose="020B0A04020102020204" pitchFamily="34" charset="0"/>
            </a:endParaRPr>
          </a:p>
        </p:txBody>
      </p:sp>
      <p:sp>
        <p:nvSpPr>
          <p:cNvPr id="3" name="Espace réservé du contenu 2"/>
          <p:cNvSpPr>
            <a:spLocks noGrp="1"/>
          </p:cNvSpPr>
          <p:nvPr>
            <p:ph idx="1"/>
          </p:nvPr>
        </p:nvSpPr>
        <p:spPr>
          <a:xfrm>
            <a:off x="0" y="2249487"/>
            <a:ext cx="11762509" cy="4276004"/>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a:latin typeface="Arial Black" panose="020B0A04020102020204" pitchFamily="34" charset="0"/>
              </a:rPr>
              <a:t>Na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aza</a:t>
            </a:r>
            <a:r>
              <a:rPr lang="fr-FR" sz="2800" dirty="0">
                <a:latin typeface="Arial Black" panose="020B0A04020102020204" pitchFamily="34" charset="0"/>
              </a:rPr>
              <a:t> </a:t>
            </a:r>
            <a:r>
              <a:rPr lang="fr-FR" sz="2800" dirty="0" err="1">
                <a:latin typeface="Arial Black" panose="020B0A04020102020204" pitchFamily="34" charset="0"/>
              </a:rPr>
              <a:t>anefa</a:t>
            </a:r>
            <a:r>
              <a:rPr lang="fr-FR" sz="2800" dirty="0">
                <a:latin typeface="Arial Black" panose="020B0A04020102020204" pitchFamily="34" charset="0"/>
              </a:rPr>
              <a:t> dia </a:t>
            </a:r>
            <a:r>
              <a:rPr lang="fr-FR" sz="2800" dirty="0" err="1">
                <a:latin typeface="Arial Black" panose="020B0A04020102020204" pitchFamily="34" charset="0"/>
              </a:rPr>
              <a:t>tsy</a:t>
            </a:r>
            <a:r>
              <a:rPr lang="fr-FR" sz="2800" dirty="0">
                <a:latin typeface="Arial Black" panose="020B0A04020102020204" pitchFamily="34" charset="0"/>
              </a:rPr>
              <a:t> </a:t>
            </a:r>
            <a:r>
              <a:rPr lang="fr-FR" sz="2800" dirty="0" err="1">
                <a:latin typeface="Arial Black" panose="020B0A04020102020204" pitchFamily="34" charset="0"/>
              </a:rPr>
              <a:t>tanteraka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faminaniana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Isaia</a:t>
            </a:r>
            <a:r>
              <a:rPr lang="fr-FR" sz="2800" dirty="0">
                <a:latin typeface="Arial Black" panose="020B0A04020102020204" pitchFamily="34" charset="0"/>
              </a:rPr>
              <a:t> 60:7. Izao no </a:t>
            </a:r>
            <a:r>
              <a:rPr lang="fr-FR" sz="2800" dirty="0" err="1">
                <a:latin typeface="Arial Black" panose="020B0A04020102020204" pitchFamily="34" charset="0"/>
              </a:rPr>
              <a:t>voalaza</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amin'io</a:t>
            </a:r>
            <a:r>
              <a:rPr lang="fr-FR" sz="2800" dirty="0">
                <a:latin typeface="Arial Black" panose="020B0A04020102020204" pitchFamily="34" charset="0"/>
              </a:rPr>
              <a:t> </a:t>
            </a:r>
            <a:r>
              <a:rPr lang="fr-FR" sz="2800" dirty="0" err="1">
                <a:latin typeface="Arial Black" panose="020B0A04020102020204" pitchFamily="34" charset="0"/>
              </a:rPr>
              <a:t>andininy</a:t>
            </a:r>
            <a:r>
              <a:rPr lang="fr-FR" sz="2800" dirty="0">
                <a:latin typeface="Arial Black" panose="020B0A04020102020204" pitchFamily="34" charset="0"/>
              </a:rPr>
              <a:t> </a:t>
            </a:r>
            <a:r>
              <a:rPr lang="fr-FR" sz="2800" dirty="0" err="1">
                <a:latin typeface="Arial Black" panose="020B0A04020102020204" pitchFamily="34" charset="0"/>
              </a:rPr>
              <a:t>io</a:t>
            </a:r>
            <a:r>
              <a:rPr lang="fr-FR" sz="2800" dirty="0">
                <a:latin typeface="Arial Black" panose="020B0A04020102020204" pitchFamily="34" charset="0"/>
              </a:rPr>
              <a:t>:</a:t>
            </a:r>
          </a:p>
          <a:p>
            <a:r>
              <a:rPr lang="fr-FR" sz="2800" dirty="0" smtClean="0">
                <a:latin typeface="Arial Black" panose="020B0A04020102020204" pitchFamily="34" charset="0"/>
              </a:rPr>
              <a:t>"</a:t>
            </a:r>
            <a:r>
              <a:rPr lang="fr-FR" sz="2800" dirty="0">
                <a:latin typeface="Arial Black" panose="020B0A04020102020204" pitchFamily="34" charset="0"/>
              </a:rPr>
              <a:t>Ny </a:t>
            </a:r>
            <a:r>
              <a:rPr lang="fr-FR" sz="2800" dirty="0" err="1">
                <a:latin typeface="Arial Black" panose="020B0A04020102020204" pitchFamily="34" charset="0"/>
              </a:rPr>
              <a:t>ondry</a:t>
            </a:r>
            <a:r>
              <a:rPr lang="fr-FR" sz="2800" dirty="0">
                <a:latin typeface="Arial Black" panose="020B0A04020102020204" pitchFamily="34" charset="0"/>
              </a:rPr>
              <a:t> </a:t>
            </a:r>
            <a:r>
              <a:rPr lang="fr-FR" sz="2800" dirty="0" err="1">
                <a:latin typeface="Arial Black" panose="020B0A04020102020204" pitchFamily="34" charset="0"/>
              </a:rPr>
              <a:t>aman'osy</a:t>
            </a:r>
            <a:r>
              <a:rPr lang="fr-FR" sz="2800" dirty="0">
                <a:latin typeface="Arial Black" panose="020B0A04020102020204" pitchFamily="34" charset="0"/>
              </a:rPr>
              <a:t> </a:t>
            </a:r>
            <a:r>
              <a:rPr lang="fr-FR" sz="2800" dirty="0" err="1">
                <a:latin typeface="Arial Black" panose="020B0A04020102020204" pitchFamily="34" charset="0"/>
              </a:rPr>
              <a:t>rehetra</a:t>
            </a:r>
            <a:r>
              <a:rPr lang="fr-FR" sz="2800" dirty="0">
                <a:latin typeface="Arial Black" panose="020B0A04020102020204" pitchFamily="34" charset="0"/>
              </a:rPr>
              <a:t>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Kedara</a:t>
            </a:r>
            <a:r>
              <a:rPr lang="fr-FR" sz="2800" dirty="0">
                <a:latin typeface="Arial Black" panose="020B0A04020102020204" pitchFamily="34" charset="0"/>
              </a:rPr>
              <a:t> dia </a:t>
            </a:r>
            <a:r>
              <a:rPr lang="fr-FR" sz="2800" dirty="0" err="1">
                <a:latin typeface="Arial Black" panose="020B0A04020102020204" pitchFamily="34" charset="0"/>
              </a:rPr>
              <a:t>hangonina</a:t>
            </a:r>
            <a:r>
              <a:rPr lang="fr-FR" sz="2800" dirty="0">
                <a:latin typeface="Arial Black" panose="020B0A04020102020204" pitchFamily="34" charset="0"/>
              </a:rPr>
              <a:t> ho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aminao</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smtClean="0">
                <a:latin typeface="Arial Black" panose="020B0A04020102020204" pitchFamily="34" charset="0"/>
              </a:rPr>
              <a:t>ondrilahin'i</a:t>
            </a:r>
            <a:r>
              <a:rPr lang="fr-FR" sz="2800" dirty="0" smtClean="0">
                <a:latin typeface="Arial Black" panose="020B0A04020102020204" pitchFamily="34" charset="0"/>
              </a:rPr>
              <a:t> </a:t>
            </a:r>
            <a:r>
              <a:rPr lang="fr-FR" sz="2800" dirty="0" err="1">
                <a:latin typeface="Arial Black" panose="020B0A04020102020204" pitchFamily="34" charset="0"/>
              </a:rPr>
              <a:t>Nebaiota</a:t>
            </a:r>
            <a:r>
              <a:rPr lang="fr-FR" sz="2800" dirty="0">
                <a:latin typeface="Arial Black" panose="020B0A04020102020204" pitchFamily="34" charset="0"/>
              </a:rPr>
              <a:t> </a:t>
            </a:r>
            <a:r>
              <a:rPr lang="fr-FR" sz="2800" dirty="0" err="1">
                <a:latin typeface="Arial Black" panose="020B0A04020102020204" pitchFamily="34" charset="0"/>
              </a:rPr>
              <a:t>hanompo</a:t>
            </a:r>
            <a:r>
              <a:rPr lang="fr-FR" sz="2800" dirty="0">
                <a:latin typeface="Arial Black" panose="020B0A04020102020204" pitchFamily="34" charset="0"/>
              </a:rPr>
              <a:t> </a:t>
            </a:r>
            <a:r>
              <a:rPr lang="fr-FR" sz="2800" dirty="0" err="1">
                <a:latin typeface="Arial Black" panose="020B0A04020102020204" pitchFamily="34" charset="0"/>
              </a:rPr>
              <a:t>anao</a:t>
            </a:r>
            <a:r>
              <a:rPr lang="fr-FR" sz="2800" dirty="0">
                <a:latin typeface="Arial Black" panose="020B0A04020102020204" pitchFamily="34" charset="0"/>
              </a:rPr>
              <a:t>; </a:t>
            </a:r>
            <a:r>
              <a:rPr lang="fr-FR" sz="2800" dirty="0" err="1">
                <a:latin typeface="Arial Black" panose="020B0A04020102020204" pitchFamily="34" charset="0"/>
              </a:rPr>
              <a:t>hiakatra</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fankasitrahana</a:t>
            </a:r>
            <a:r>
              <a:rPr lang="fr-FR" sz="2800" dirty="0">
                <a:latin typeface="Arial Black" panose="020B0A04020102020204" pitchFamily="34" charset="0"/>
              </a:rPr>
              <a:t> ho </a:t>
            </a:r>
            <a:r>
              <a:rPr lang="fr-FR" sz="2800" dirty="0" err="1">
                <a:latin typeface="Arial Black" panose="020B0A04020102020204" pitchFamily="34" charset="0"/>
              </a:rPr>
              <a:t>eo</a:t>
            </a:r>
            <a:r>
              <a:rPr lang="fr-FR" sz="2800" dirty="0">
                <a:latin typeface="Arial Black" panose="020B0A04020102020204" pitchFamily="34" charset="0"/>
              </a:rPr>
              <a:t> </a:t>
            </a:r>
            <a:r>
              <a:rPr lang="fr-FR" sz="2800" dirty="0" err="1" smtClean="0">
                <a:latin typeface="Arial Black" panose="020B0A04020102020204" pitchFamily="34" charset="0"/>
              </a:rPr>
              <a:t>ambonin'ny</a:t>
            </a:r>
            <a:r>
              <a:rPr lang="fr-FR" sz="2800" dirty="0" smtClean="0">
                <a:latin typeface="Arial Black" panose="020B0A04020102020204" pitchFamily="34" charset="0"/>
              </a:rPr>
              <a:t> </a:t>
            </a:r>
            <a:r>
              <a:rPr lang="fr-FR" sz="2800" dirty="0" err="1">
                <a:latin typeface="Arial Black" panose="020B0A04020102020204" pitchFamily="34" charset="0"/>
              </a:rPr>
              <a:t>alitarako</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ary</a:t>
            </a:r>
            <a:r>
              <a:rPr lang="fr-FR" sz="2800" dirty="0">
                <a:latin typeface="Arial Black" panose="020B0A04020102020204" pitchFamily="34" charset="0"/>
              </a:rPr>
              <a:t> </a:t>
            </a:r>
            <a:r>
              <a:rPr lang="fr-FR" sz="2800" dirty="0" err="1">
                <a:latin typeface="Arial Black" panose="020B0A04020102020204" pitchFamily="34" charset="0"/>
              </a:rPr>
              <a:t>hataoko</a:t>
            </a:r>
            <a:r>
              <a:rPr lang="fr-FR" sz="2800" dirty="0">
                <a:latin typeface="Arial Black" panose="020B0A04020102020204" pitchFamily="34" charset="0"/>
              </a:rPr>
              <a:t> </a:t>
            </a:r>
            <a:r>
              <a:rPr lang="fr-FR" sz="2800" dirty="0" err="1">
                <a:latin typeface="Arial Black" panose="020B0A04020102020204" pitchFamily="34" charset="0"/>
              </a:rPr>
              <a:t>be</a:t>
            </a:r>
            <a:r>
              <a:rPr lang="fr-FR" sz="2800" dirty="0">
                <a:latin typeface="Arial Black" panose="020B0A04020102020204" pitchFamily="34" charset="0"/>
              </a:rPr>
              <a:t> </a:t>
            </a:r>
            <a:r>
              <a:rPr lang="fr-FR" sz="2800" dirty="0" err="1">
                <a:latin typeface="Arial Black" panose="020B0A04020102020204" pitchFamily="34" charset="0"/>
              </a:rPr>
              <a:t>voninahitra</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tranon'ny</a:t>
            </a:r>
            <a:r>
              <a:rPr lang="fr-FR" sz="2800" dirty="0">
                <a:latin typeface="Arial Black" panose="020B0A04020102020204" pitchFamily="34" charset="0"/>
              </a:rPr>
              <a:t> </a:t>
            </a:r>
            <a:r>
              <a:rPr lang="fr-FR" sz="2800" dirty="0" err="1">
                <a:latin typeface="Arial Black" panose="020B0A04020102020204" pitchFamily="34" charset="0"/>
              </a:rPr>
              <a:t>voninahitro</a:t>
            </a:r>
            <a:r>
              <a:rPr lang="fr-FR" sz="2800" dirty="0">
                <a:latin typeface="Arial Black" panose="020B0A04020102020204" pitchFamily="34" charset="0"/>
              </a:rPr>
              <a:t>." </a:t>
            </a:r>
            <a:r>
              <a:rPr lang="fr-FR" sz="2800" dirty="0" err="1" smtClean="0">
                <a:latin typeface="Arial Black" panose="020B0A04020102020204" pitchFamily="34" charset="0"/>
              </a:rPr>
              <a:t>Isaia</a:t>
            </a:r>
            <a:r>
              <a:rPr lang="fr-FR" sz="2800" dirty="0" smtClean="0">
                <a:latin typeface="Arial Black" panose="020B0A04020102020204" pitchFamily="34" charset="0"/>
              </a:rPr>
              <a:t> </a:t>
            </a:r>
            <a:r>
              <a:rPr lang="fr-FR" sz="2800" dirty="0">
                <a:latin typeface="Arial Black" panose="020B0A04020102020204" pitchFamily="34" charset="0"/>
              </a:rPr>
              <a:t>60:7</a:t>
            </a:r>
          </a:p>
          <a:p>
            <a:endParaRPr lang="fr-FR" sz="2800" dirty="0">
              <a:latin typeface="Arial Black" panose="020B0A04020102020204" pitchFamily="34" charset="0"/>
            </a:endParaRPr>
          </a:p>
        </p:txBody>
      </p:sp>
    </p:spTree>
    <p:extLst>
      <p:ext uri="{BB962C8B-B14F-4D97-AF65-F5344CB8AC3E}">
        <p14:creationId xmlns:p14="http://schemas.microsoft.com/office/powerpoint/2010/main" val="4292285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110834"/>
            <a:ext cx="9905998" cy="1487488"/>
          </a:xfrm>
        </p:spPr>
        <p:txBody>
          <a:bodyPr/>
          <a:lstStyle/>
          <a:p>
            <a:pPr algn="ctr"/>
            <a:r>
              <a:rPr lang="fr-FR" dirty="0">
                <a:latin typeface="Arial Black" panose="020B0A04020102020204" pitchFamily="34" charset="0"/>
              </a:rPr>
              <a:t>Ny </a:t>
            </a:r>
            <a:r>
              <a:rPr lang="fr-FR" dirty="0" err="1">
                <a:latin typeface="Arial Black" panose="020B0A04020102020204" pitchFamily="34" charset="0"/>
              </a:rPr>
              <a:t>Zanak'Isimaela</a:t>
            </a:r>
            <a:r>
              <a:rPr lang="fr-FR" dirty="0">
                <a:latin typeface="Arial Black" panose="020B0A04020102020204" pitchFamily="34" charset="0"/>
              </a:rPr>
              <a:t> </a:t>
            </a:r>
            <a:r>
              <a:rPr lang="fr-FR" dirty="0" err="1">
                <a:latin typeface="Arial Black" panose="020B0A04020102020204" pitchFamily="34" charset="0"/>
              </a:rPr>
              <a:t>alohan'ny</a:t>
            </a:r>
            <a:r>
              <a:rPr lang="fr-FR" dirty="0">
                <a:latin typeface="Arial Black" panose="020B0A04020102020204" pitchFamily="34" charset="0"/>
              </a:rPr>
              <a:t> </a:t>
            </a:r>
            <a:r>
              <a:rPr lang="fr-FR" dirty="0" err="1">
                <a:latin typeface="Arial Black" panose="020B0A04020102020204" pitchFamily="34" charset="0"/>
              </a:rPr>
              <a:t>Fihavian'i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Fanindroany</a:t>
            </a:r>
            <a:endParaRPr lang="fr-FR" dirty="0">
              <a:latin typeface="Arial Black" panose="020B0A04020102020204" pitchFamily="34" charset="0"/>
            </a:endParaRPr>
          </a:p>
        </p:txBody>
      </p:sp>
      <p:sp>
        <p:nvSpPr>
          <p:cNvPr id="3" name="Espace réservé du contenu 2"/>
          <p:cNvSpPr>
            <a:spLocks noGrp="1"/>
          </p:cNvSpPr>
          <p:nvPr>
            <p:ph idx="1"/>
          </p:nvPr>
        </p:nvSpPr>
        <p:spPr>
          <a:xfrm>
            <a:off x="152400" y="1482436"/>
            <a:ext cx="12039600" cy="5029199"/>
          </a:xfrm>
        </p:spPr>
        <p:style>
          <a:lnRef idx="2">
            <a:schemeClr val="accent3">
              <a:shade val="50000"/>
            </a:schemeClr>
          </a:lnRef>
          <a:fillRef idx="1">
            <a:schemeClr val="accent3"/>
          </a:fillRef>
          <a:effectRef idx="0">
            <a:schemeClr val="accent3"/>
          </a:effectRef>
          <a:fontRef idx="minor">
            <a:schemeClr val="lt1"/>
          </a:fontRef>
        </p:style>
        <p:txBody>
          <a:bodyPr>
            <a:normAutofit fontScale="85000" lnSpcReduction="10000"/>
          </a:bodyPr>
          <a:lstStyle/>
          <a:p>
            <a:r>
              <a:rPr lang="fr-FR" dirty="0" err="1"/>
              <a:t>Voalaza</a:t>
            </a:r>
            <a:r>
              <a:rPr lang="fr-FR" dirty="0"/>
              <a:t> </a:t>
            </a:r>
            <a:r>
              <a:rPr lang="fr-FR" dirty="0" err="1"/>
              <a:t>eto</a:t>
            </a:r>
            <a:r>
              <a:rPr lang="fr-FR" dirty="0"/>
              <a:t> fa ho </a:t>
            </a:r>
            <a:r>
              <a:rPr lang="fr-FR" dirty="0" err="1"/>
              <a:t>tonga</a:t>
            </a:r>
            <a:r>
              <a:rPr lang="fr-FR" dirty="0"/>
              <a:t> </a:t>
            </a:r>
            <a:r>
              <a:rPr lang="fr-FR" dirty="0" err="1"/>
              <a:t>ao</a:t>
            </a:r>
            <a:r>
              <a:rPr lang="fr-FR" dirty="0"/>
              <a:t> an-</a:t>
            </a:r>
            <a:r>
              <a:rPr lang="fr-FR" dirty="0" err="1"/>
              <a:t>tranon'Andriamanitra</a:t>
            </a:r>
            <a:r>
              <a:rPr lang="fr-FR" dirty="0"/>
              <a:t> </a:t>
            </a:r>
            <a:r>
              <a:rPr lang="fr-FR" dirty="0" err="1"/>
              <a:t>ny</a:t>
            </a:r>
            <a:r>
              <a:rPr lang="fr-FR" dirty="0"/>
              <a:t> </a:t>
            </a:r>
            <a:r>
              <a:rPr lang="fr-FR" dirty="0" err="1"/>
              <a:t>zanak'Isiraely</a:t>
            </a:r>
            <a:r>
              <a:rPr lang="fr-FR" dirty="0"/>
              <a:t>. Rehefa </a:t>
            </a:r>
            <a:r>
              <a:rPr lang="fr-FR" dirty="0" err="1"/>
              <a:t>nanomboka</a:t>
            </a:r>
            <a:r>
              <a:rPr lang="fr-FR" dirty="0"/>
              <a:t> </a:t>
            </a:r>
            <a:r>
              <a:rPr lang="fr-FR" dirty="0" err="1"/>
              <a:t>nisy</a:t>
            </a:r>
            <a:r>
              <a:rPr lang="fr-FR" dirty="0"/>
              <a:t> </a:t>
            </a:r>
            <a:r>
              <a:rPr lang="fr-FR" dirty="0" err="1"/>
              <a:t>Fiangonana</a:t>
            </a:r>
            <a:r>
              <a:rPr lang="fr-FR" dirty="0"/>
              <a:t> </a:t>
            </a:r>
            <a:r>
              <a:rPr lang="fr-FR" dirty="0" err="1"/>
              <a:t>Kristiana</a:t>
            </a:r>
            <a:r>
              <a:rPr lang="fr-FR" dirty="0"/>
              <a:t> dia </a:t>
            </a:r>
            <a:r>
              <a:rPr lang="fr-FR" dirty="0" err="1"/>
              <a:t>nisy</a:t>
            </a:r>
            <a:r>
              <a:rPr lang="fr-FR" dirty="0"/>
              <a:t> </a:t>
            </a:r>
            <a:r>
              <a:rPr lang="fr-FR" dirty="0" err="1"/>
              <a:t>olona</a:t>
            </a:r>
            <a:r>
              <a:rPr lang="fr-FR" dirty="0"/>
              <a:t> </a:t>
            </a:r>
            <a:r>
              <a:rPr lang="fr-FR" dirty="0" err="1"/>
              <a:t>sasany</a:t>
            </a:r>
            <a:r>
              <a:rPr lang="fr-FR" dirty="0"/>
              <a:t> </a:t>
            </a:r>
            <a:r>
              <a:rPr lang="fr-FR" dirty="0" err="1"/>
              <a:t>avy</a:t>
            </a:r>
            <a:r>
              <a:rPr lang="fr-FR" dirty="0"/>
              <a:t> </a:t>
            </a:r>
            <a:r>
              <a:rPr lang="fr-FR" dirty="0" err="1"/>
              <a:t>tany</a:t>
            </a:r>
            <a:r>
              <a:rPr lang="fr-FR" dirty="0"/>
              <a:t> </a:t>
            </a:r>
            <a:r>
              <a:rPr lang="fr-FR" dirty="0" err="1"/>
              <a:t>Atsinanana</a:t>
            </a:r>
            <a:r>
              <a:rPr lang="fr-FR" dirty="0"/>
              <a:t> tao </a:t>
            </a:r>
            <a:r>
              <a:rPr lang="fr-FR" dirty="0" err="1"/>
              <a:t>amin'izany</a:t>
            </a:r>
            <a:r>
              <a:rPr lang="fr-FR" dirty="0"/>
              <a:t> </a:t>
            </a:r>
            <a:r>
              <a:rPr lang="fr-FR" dirty="0" err="1"/>
              <a:t>fiangonana</a:t>
            </a:r>
            <a:r>
              <a:rPr lang="fr-FR" dirty="0"/>
              <a:t> </a:t>
            </a:r>
            <a:r>
              <a:rPr lang="fr-FR" dirty="0" err="1"/>
              <a:t>izany</a:t>
            </a:r>
            <a:r>
              <a:rPr lang="fr-FR" dirty="0"/>
              <a:t>. </a:t>
            </a:r>
            <a:r>
              <a:rPr lang="fr-FR" dirty="0" err="1"/>
              <a:t>Ambara</a:t>
            </a:r>
            <a:r>
              <a:rPr lang="fr-FR" dirty="0"/>
              <a:t> </a:t>
            </a:r>
            <a:r>
              <a:rPr lang="fr-FR" dirty="0" err="1"/>
              <a:t>amintsika</a:t>
            </a:r>
            <a:r>
              <a:rPr lang="fr-FR" dirty="0"/>
              <a:t> </a:t>
            </a:r>
            <a:r>
              <a:rPr lang="fr-FR" dirty="0" err="1"/>
              <a:t>ao</a:t>
            </a:r>
            <a:r>
              <a:rPr lang="fr-FR" dirty="0"/>
              <a:t> </a:t>
            </a:r>
            <a:r>
              <a:rPr lang="fr-FR" dirty="0" err="1"/>
              <a:t>amin'ny</a:t>
            </a:r>
            <a:r>
              <a:rPr lang="fr-FR" dirty="0"/>
              <a:t> Asa 2. </a:t>
            </a:r>
            <a:r>
              <a:rPr lang="fr-FR" dirty="0" err="1"/>
              <a:t>ohatra</a:t>
            </a:r>
            <a:r>
              <a:rPr lang="fr-FR" dirty="0"/>
              <a:t> </a:t>
            </a:r>
            <a:r>
              <a:rPr lang="fr-FR" dirty="0" err="1"/>
              <a:t>ny</a:t>
            </a:r>
            <a:r>
              <a:rPr lang="fr-FR" dirty="0"/>
              <a:t> </a:t>
            </a:r>
            <a:r>
              <a:rPr lang="fr-FR" dirty="0" err="1"/>
              <a:t>amin'ireo</a:t>
            </a:r>
            <a:r>
              <a:rPr lang="fr-FR" dirty="0"/>
              <a:t> </a:t>
            </a:r>
            <a:r>
              <a:rPr lang="fr-FR" dirty="0" err="1"/>
              <a:t>vahoaka</a:t>
            </a:r>
            <a:r>
              <a:rPr lang="fr-FR" dirty="0"/>
              <a:t> </a:t>
            </a:r>
            <a:r>
              <a:rPr lang="fr-FR" dirty="0" err="1"/>
              <a:t>isan-karazany</a:t>
            </a:r>
            <a:r>
              <a:rPr lang="fr-FR" dirty="0"/>
              <a:t> </a:t>
            </a:r>
            <a:r>
              <a:rPr lang="fr-FR" dirty="0" err="1"/>
              <a:t>izay</a:t>
            </a:r>
            <a:r>
              <a:rPr lang="fr-FR" dirty="0"/>
              <a:t> </a:t>
            </a:r>
            <a:r>
              <a:rPr lang="fr-FR" dirty="0" err="1"/>
              <a:t>tonga</a:t>
            </a:r>
            <a:r>
              <a:rPr lang="fr-FR" dirty="0"/>
              <a:t> </a:t>
            </a:r>
            <a:r>
              <a:rPr lang="fr-FR" dirty="0" err="1"/>
              <a:t>nanatrika</a:t>
            </a:r>
            <a:r>
              <a:rPr lang="fr-FR" dirty="0"/>
              <a:t>, </a:t>
            </a:r>
            <a:r>
              <a:rPr lang="fr-FR" dirty="0" err="1"/>
              <a:t>rehefa</a:t>
            </a:r>
            <a:r>
              <a:rPr lang="fr-FR" dirty="0"/>
              <a:t> </a:t>
            </a:r>
            <a:r>
              <a:rPr lang="fr-FR" dirty="0" err="1"/>
              <a:t>niresaka</a:t>
            </a:r>
            <a:r>
              <a:rPr lang="fr-FR" dirty="0"/>
              <a:t> </a:t>
            </a:r>
            <a:r>
              <a:rPr lang="fr-FR" dirty="0" err="1"/>
              <a:t>tamin'ny</a:t>
            </a:r>
            <a:r>
              <a:rPr lang="fr-FR" dirty="0"/>
              <a:t> </a:t>
            </a:r>
            <a:r>
              <a:rPr lang="fr-FR" dirty="0" err="1"/>
              <a:t>vahoaka</a:t>
            </a:r>
            <a:r>
              <a:rPr lang="fr-FR" dirty="0"/>
              <a:t> </a:t>
            </a:r>
            <a:r>
              <a:rPr lang="fr-FR" dirty="0" err="1"/>
              <a:t>teo</a:t>
            </a:r>
            <a:r>
              <a:rPr lang="fr-FR" dirty="0"/>
              <a:t> </a:t>
            </a:r>
            <a:r>
              <a:rPr lang="fr-FR" dirty="0" err="1"/>
              <a:t>ambanin'ny</a:t>
            </a:r>
            <a:r>
              <a:rPr lang="fr-FR" dirty="0"/>
              <a:t> </a:t>
            </a:r>
            <a:r>
              <a:rPr lang="fr-FR" dirty="0" err="1"/>
              <a:t>fitarihan'ny</a:t>
            </a:r>
            <a:r>
              <a:rPr lang="fr-FR" dirty="0"/>
              <a:t> </a:t>
            </a:r>
            <a:r>
              <a:rPr lang="fr-FR" dirty="0" err="1"/>
              <a:t>Fanahy</a:t>
            </a:r>
            <a:r>
              <a:rPr lang="fr-FR" dirty="0"/>
              <a:t> </a:t>
            </a:r>
            <a:r>
              <a:rPr lang="fr-FR" dirty="0" err="1"/>
              <a:t>Masina</a:t>
            </a:r>
            <a:r>
              <a:rPr lang="fr-FR" dirty="0"/>
              <a:t> </a:t>
            </a:r>
            <a:r>
              <a:rPr lang="fr-FR" dirty="0" err="1"/>
              <a:t>ireo</a:t>
            </a:r>
            <a:r>
              <a:rPr lang="fr-FR" dirty="0"/>
              <a:t> </a:t>
            </a:r>
            <a:r>
              <a:rPr lang="fr-FR" dirty="0" err="1"/>
              <a:t>Apostoly</a:t>
            </a:r>
            <a:r>
              <a:rPr lang="fr-FR" dirty="0"/>
              <a:t>.  </a:t>
            </a:r>
          </a:p>
          <a:p>
            <a:r>
              <a:rPr lang="fr-FR" dirty="0" smtClean="0"/>
              <a:t>2:7</a:t>
            </a:r>
            <a:r>
              <a:rPr lang="fr-FR" dirty="0"/>
              <a:t>: "Dia </a:t>
            </a:r>
            <a:r>
              <a:rPr lang="fr-FR" dirty="0" err="1"/>
              <a:t>talanjona</a:t>
            </a:r>
            <a:r>
              <a:rPr lang="fr-FR" dirty="0"/>
              <a:t> </a:t>
            </a:r>
            <a:r>
              <a:rPr lang="fr-FR" dirty="0" err="1"/>
              <a:t>sady</a:t>
            </a:r>
            <a:r>
              <a:rPr lang="fr-FR" dirty="0"/>
              <a:t> gaga </a:t>
            </a:r>
            <a:r>
              <a:rPr lang="fr-FR" dirty="0" err="1"/>
              <a:t>izy</a:t>
            </a:r>
            <a:r>
              <a:rPr lang="fr-FR" dirty="0"/>
              <a:t> </a:t>
            </a:r>
            <a:r>
              <a:rPr lang="fr-FR" dirty="0" err="1"/>
              <a:t>rehetra</a:t>
            </a:r>
            <a:r>
              <a:rPr lang="fr-FR" dirty="0"/>
              <a:t> ka </a:t>
            </a:r>
            <a:r>
              <a:rPr lang="fr-FR" dirty="0" err="1"/>
              <a:t>nanao</a:t>
            </a:r>
            <a:r>
              <a:rPr lang="fr-FR" dirty="0"/>
              <a:t> </a:t>
            </a:r>
            <a:r>
              <a:rPr lang="fr-FR" dirty="0" err="1"/>
              <a:t>hoe</a:t>
            </a:r>
            <a:r>
              <a:rPr lang="fr-FR" dirty="0"/>
              <a:t>: </a:t>
            </a:r>
            <a:r>
              <a:rPr lang="fr-FR" dirty="0" err="1"/>
              <a:t>Indreo</a:t>
            </a:r>
            <a:r>
              <a:rPr lang="fr-FR" dirty="0"/>
              <a:t>, </a:t>
            </a:r>
            <a:r>
              <a:rPr lang="fr-FR" dirty="0" err="1"/>
              <a:t>tsy</a:t>
            </a:r>
            <a:r>
              <a:rPr lang="fr-FR" dirty="0"/>
              <a:t> </a:t>
            </a:r>
            <a:r>
              <a:rPr lang="fr-FR" dirty="0" err="1"/>
              <a:t>Galiliana</a:t>
            </a:r>
            <a:r>
              <a:rPr lang="fr-FR" dirty="0"/>
              <a:t> va </a:t>
            </a:r>
            <a:r>
              <a:rPr lang="fr-FR" dirty="0" err="1" smtClean="0"/>
              <a:t>ireo</a:t>
            </a:r>
            <a:r>
              <a:rPr lang="fr-FR" dirty="0" smtClean="0"/>
              <a:t> </a:t>
            </a:r>
            <a:r>
              <a:rPr lang="fr-FR" dirty="0" err="1"/>
              <a:t>rehetra</a:t>
            </a:r>
            <a:r>
              <a:rPr lang="fr-FR" dirty="0"/>
              <a:t> </a:t>
            </a:r>
            <a:r>
              <a:rPr lang="fr-FR" dirty="0" err="1"/>
              <a:t>miteny</a:t>
            </a:r>
            <a:r>
              <a:rPr lang="fr-FR" dirty="0"/>
              <a:t> </a:t>
            </a:r>
            <a:r>
              <a:rPr lang="fr-FR" dirty="0" err="1"/>
              <a:t>ireo</a:t>
            </a:r>
            <a:r>
              <a:rPr lang="fr-FR" dirty="0"/>
              <a:t>? </a:t>
            </a:r>
          </a:p>
          <a:p>
            <a:r>
              <a:rPr lang="fr-FR" dirty="0" smtClean="0"/>
              <a:t>2:8</a:t>
            </a:r>
            <a:r>
              <a:rPr lang="fr-FR" dirty="0"/>
              <a:t>: </a:t>
            </a:r>
            <a:r>
              <a:rPr lang="fr-FR" dirty="0" err="1"/>
              <a:t>Koa</a:t>
            </a:r>
            <a:r>
              <a:rPr lang="fr-FR" dirty="0"/>
              <a:t> ahoana no </a:t>
            </a:r>
            <a:r>
              <a:rPr lang="fr-FR" dirty="0" err="1"/>
              <a:t>andrenesantsika</a:t>
            </a:r>
            <a:r>
              <a:rPr lang="fr-FR" dirty="0"/>
              <a:t> </a:t>
            </a:r>
            <a:r>
              <a:rPr lang="fr-FR" dirty="0" err="1"/>
              <a:t>amin'ny</a:t>
            </a:r>
            <a:r>
              <a:rPr lang="fr-FR" dirty="0"/>
              <a:t> </a:t>
            </a:r>
            <a:r>
              <a:rPr lang="fr-FR" dirty="0" err="1"/>
              <a:t>fitenintsika</a:t>
            </a:r>
            <a:r>
              <a:rPr lang="fr-FR" dirty="0"/>
              <a:t> </a:t>
            </a:r>
            <a:r>
              <a:rPr lang="fr-FR" dirty="0" err="1"/>
              <a:t>avy</a:t>
            </a:r>
            <a:r>
              <a:rPr lang="fr-FR" dirty="0"/>
              <a:t> </a:t>
            </a:r>
            <a:r>
              <a:rPr lang="fr-FR" dirty="0" err="1"/>
              <a:t>izay</a:t>
            </a:r>
            <a:r>
              <a:rPr lang="fr-FR" dirty="0"/>
              <a:t> </a:t>
            </a:r>
            <a:r>
              <a:rPr lang="fr-FR" dirty="0" err="1"/>
              <a:t>nahabe</a:t>
            </a:r>
            <a:r>
              <a:rPr lang="fr-FR" dirty="0"/>
              <a:t> </a:t>
            </a:r>
            <a:r>
              <a:rPr lang="fr-FR" dirty="0" err="1"/>
              <a:t>antsika</a:t>
            </a:r>
            <a:r>
              <a:rPr lang="fr-FR" dirty="0"/>
              <a:t> </a:t>
            </a:r>
          </a:p>
          <a:p>
            <a:r>
              <a:rPr lang="fr-FR" dirty="0" smtClean="0"/>
              <a:t>2:9</a:t>
            </a:r>
            <a:r>
              <a:rPr lang="fr-FR" dirty="0"/>
              <a:t>: dia </a:t>
            </a:r>
            <a:r>
              <a:rPr lang="fr-FR" dirty="0" err="1"/>
              <a:t>Partiana</a:t>
            </a:r>
            <a:r>
              <a:rPr lang="fr-FR" dirty="0"/>
              <a:t> </a:t>
            </a:r>
            <a:r>
              <a:rPr lang="fr-FR" dirty="0" err="1"/>
              <a:t>sy</a:t>
            </a:r>
            <a:r>
              <a:rPr lang="fr-FR" dirty="0"/>
              <a:t> </a:t>
            </a:r>
            <a:r>
              <a:rPr lang="fr-FR" dirty="0" err="1"/>
              <a:t>Mediana</a:t>
            </a:r>
            <a:r>
              <a:rPr lang="fr-FR" dirty="0"/>
              <a:t> </a:t>
            </a:r>
            <a:r>
              <a:rPr lang="fr-FR" dirty="0" err="1"/>
              <a:t>sy</a:t>
            </a:r>
            <a:r>
              <a:rPr lang="fr-FR" dirty="0"/>
              <a:t> </a:t>
            </a:r>
            <a:r>
              <a:rPr lang="fr-FR" dirty="0" err="1"/>
              <a:t>Elamita</a:t>
            </a:r>
            <a:r>
              <a:rPr lang="fr-FR" dirty="0"/>
              <a:t>, </a:t>
            </a:r>
            <a:r>
              <a:rPr lang="fr-FR" dirty="0" err="1"/>
              <a:t>ary</a:t>
            </a:r>
            <a:r>
              <a:rPr lang="fr-FR" dirty="0"/>
              <a:t> </a:t>
            </a:r>
            <a:r>
              <a:rPr lang="fr-FR" dirty="0" err="1"/>
              <a:t>mponina</a:t>
            </a:r>
            <a:r>
              <a:rPr lang="fr-FR" dirty="0"/>
              <a:t> </a:t>
            </a:r>
            <a:r>
              <a:rPr lang="fr-FR" dirty="0" err="1"/>
              <a:t>any</a:t>
            </a:r>
            <a:r>
              <a:rPr lang="fr-FR" dirty="0"/>
              <a:t> </a:t>
            </a:r>
            <a:r>
              <a:rPr lang="fr-FR" dirty="0" err="1"/>
              <a:t>Mesopotamia</a:t>
            </a:r>
            <a:r>
              <a:rPr lang="fr-FR" dirty="0"/>
              <a:t>, </a:t>
            </a:r>
            <a:r>
              <a:rPr lang="fr-FR" dirty="0" err="1"/>
              <a:t>sy</a:t>
            </a:r>
            <a:r>
              <a:rPr lang="fr-FR" dirty="0"/>
              <a:t> 	</a:t>
            </a:r>
            <a:r>
              <a:rPr lang="fr-FR" dirty="0" err="1"/>
              <a:t>Jodia</a:t>
            </a:r>
            <a:r>
              <a:rPr lang="fr-FR" dirty="0"/>
              <a:t> </a:t>
            </a:r>
            <a:r>
              <a:rPr lang="fr-FR" dirty="0" err="1"/>
              <a:t>sy</a:t>
            </a:r>
            <a:r>
              <a:rPr lang="fr-FR" dirty="0"/>
              <a:t> </a:t>
            </a:r>
            <a:r>
              <a:rPr lang="fr-FR" dirty="0" err="1"/>
              <a:t>Kapadokia</a:t>
            </a:r>
            <a:r>
              <a:rPr lang="fr-FR" dirty="0"/>
              <a:t> </a:t>
            </a:r>
            <a:r>
              <a:rPr lang="fr-FR" dirty="0" err="1"/>
              <a:t>sy</a:t>
            </a:r>
            <a:r>
              <a:rPr lang="fr-FR" dirty="0"/>
              <a:t> Ponto </a:t>
            </a:r>
            <a:r>
              <a:rPr lang="fr-FR" dirty="0" err="1"/>
              <a:t>sy</a:t>
            </a:r>
            <a:r>
              <a:rPr lang="fr-FR" dirty="0"/>
              <a:t> Asia </a:t>
            </a:r>
          </a:p>
          <a:p>
            <a:r>
              <a:rPr lang="fr-FR" dirty="0" smtClean="0"/>
              <a:t>2:10</a:t>
            </a:r>
            <a:r>
              <a:rPr lang="fr-FR" dirty="0"/>
              <a:t>: </a:t>
            </a:r>
            <a:r>
              <a:rPr lang="fr-FR" dirty="0" err="1"/>
              <a:t>sy</a:t>
            </a:r>
            <a:r>
              <a:rPr lang="fr-FR" dirty="0"/>
              <a:t> </a:t>
            </a:r>
            <a:r>
              <a:rPr lang="fr-FR" dirty="0" err="1"/>
              <a:t>Frygia</a:t>
            </a:r>
            <a:r>
              <a:rPr lang="fr-FR" dirty="0"/>
              <a:t> </a:t>
            </a:r>
            <a:r>
              <a:rPr lang="fr-FR" dirty="0" err="1"/>
              <a:t>sy</a:t>
            </a:r>
            <a:r>
              <a:rPr lang="fr-FR" dirty="0"/>
              <a:t> </a:t>
            </a:r>
            <a:r>
              <a:rPr lang="fr-FR" dirty="0" err="1"/>
              <a:t>Pamfylia</a:t>
            </a:r>
            <a:r>
              <a:rPr lang="fr-FR" dirty="0"/>
              <a:t>, </a:t>
            </a:r>
            <a:r>
              <a:rPr lang="fr-FR" dirty="0" err="1"/>
              <a:t>sy</a:t>
            </a:r>
            <a:r>
              <a:rPr lang="fr-FR" dirty="0"/>
              <a:t> </a:t>
            </a:r>
            <a:r>
              <a:rPr lang="fr-FR" dirty="0" err="1"/>
              <a:t>Egypta</a:t>
            </a:r>
            <a:r>
              <a:rPr lang="fr-FR" dirty="0"/>
              <a:t> </a:t>
            </a:r>
            <a:r>
              <a:rPr lang="fr-FR" dirty="0" err="1"/>
              <a:t>sy</a:t>
            </a:r>
            <a:r>
              <a:rPr lang="fr-FR" dirty="0"/>
              <a:t> </a:t>
            </a:r>
            <a:r>
              <a:rPr lang="fr-FR" dirty="0" err="1"/>
              <a:t>ny</a:t>
            </a:r>
            <a:r>
              <a:rPr lang="fr-FR" dirty="0"/>
              <a:t> </a:t>
            </a:r>
            <a:r>
              <a:rPr lang="fr-FR" dirty="0" err="1"/>
              <a:t>tany</a:t>
            </a:r>
            <a:r>
              <a:rPr lang="fr-FR" dirty="0"/>
              <a:t> </a:t>
            </a:r>
            <a:r>
              <a:rPr lang="fr-FR" dirty="0" err="1"/>
              <a:t>Libya</a:t>
            </a:r>
            <a:r>
              <a:rPr lang="fr-FR" dirty="0"/>
              <a:t> </a:t>
            </a:r>
            <a:r>
              <a:rPr lang="fr-FR" dirty="0" err="1"/>
              <a:t>izay</a:t>
            </a:r>
            <a:r>
              <a:rPr lang="fr-FR" dirty="0"/>
              <a:t> </a:t>
            </a:r>
            <a:r>
              <a:rPr lang="fr-FR" dirty="0" err="1"/>
              <a:t>manodidina</a:t>
            </a:r>
            <a:r>
              <a:rPr lang="fr-FR" dirty="0"/>
              <a:t> </a:t>
            </a:r>
            <a:r>
              <a:rPr lang="fr-FR" dirty="0" err="1"/>
              <a:t>an'i</a:t>
            </a:r>
            <a:r>
              <a:rPr lang="fr-FR" dirty="0"/>
              <a:t> 	</a:t>
            </a:r>
            <a:r>
              <a:rPr lang="fr-FR" dirty="0" err="1"/>
              <a:t>Kyrena</a:t>
            </a:r>
            <a:r>
              <a:rPr lang="fr-FR" dirty="0"/>
              <a:t>, </a:t>
            </a:r>
            <a:r>
              <a:rPr lang="fr-FR" dirty="0" err="1"/>
              <a:t>ary</a:t>
            </a:r>
            <a:r>
              <a:rPr lang="fr-FR" dirty="0"/>
              <a:t> </a:t>
            </a:r>
            <a:r>
              <a:rPr lang="fr-FR" dirty="0" err="1"/>
              <a:t>vahiny</a:t>
            </a:r>
            <a:r>
              <a:rPr lang="fr-FR" dirty="0"/>
              <a:t> </a:t>
            </a:r>
            <a:r>
              <a:rPr lang="fr-FR" dirty="0" err="1"/>
              <a:t>avy</a:t>
            </a:r>
            <a:r>
              <a:rPr lang="fr-FR" dirty="0"/>
              <a:t> </a:t>
            </a:r>
            <a:r>
              <a:rPr lang="fr-FR" dirty="0" err="1"/>
              <a:t>any</a:t>
            </a:r>
            <a:r>
              <a:rPr lang="fr-FR" dirty="0"/>
              <a:t> Roma, na </a:t>
            </a:r>
            <a:r>
              <a:rPr lang="fr-FR" dirty="0" err="1"/>
              <a:t>Jiosy</a:t>
            </a:r>
            <a:r>
              <a:rPr lang="fr-FR" dirty="0"/>
              <a:t> na </a:t>
            </a:r>
            <a:r>
              <a:rPr lang="fr-FR" dirty="0" err="1"/>
              <a:t>proselyta</a:t>
            </a:r>
            <a:r>
              <a:rPr lang="fr-FR" dirty="0"/>
              <a:t>, </a:t>
            </a:r>
          </a:p>
          <a:p>
            <a:r>
              <a:rPr lang="fr-FR" dirty="0" smtClean="0"/>
              <a:t>2:11</a:t>
            </a:r>
            <a:r>
              <a:rPr lang="fr-FR" dirty="0"/>
              <a:t>: </a:t>
            </a:r>
            <a:r>
              <a:rPr lang="fr-FR" dirty="0" err="1"/>
              <a:t>Kretana</a:t>
            </a:r>
            <a:r>
              <a:rPr lang="fr-FR" dirty="0"/>
              <a:t> </a:t>
            </a:r>
            <a:r>
              <a:rPr lang="fr-FR" dirty="0" err="1"/>
              <a:t>sy</a:t>
            </a:r>
            <a:r>
              <a:rPr lang="fr-FR" dirty="0"/>
              <a:t> Arabo - </a:t>
            </a:r>
            <a:r>
              <a:rPr lang="fr-FR" dirty="0" err="1"/>
              <a:t>koa</a:t>
            </a:r>
            <a:r>
              <a:rPr lang="fr-FR" dirty="0"/>
              <a:t> ahoana no </a:t>
            </a:r>
            <a:r>
              <a:rPr lang="fr-FR" dirty="0" err="1"/>
              <a:t>andrenesantsika</a:t>
            </a:r>
            <a:r>
              <a:rPr lang="fr-FR" dirty="0"/>
              <a:t> </a:t>
            </a:r>
            <a:r>
              <a:rPr lang="fr-FR" dirty="0" err="1"/>
              <a:t>ireo</a:t>
            </a:r>
            <a:r>
              <a:rPr lang="fr-FR" dirty="0"/>
              <a:t> </a:t>
            </a:r>
            <a:r>
              <a:rPr lang="fr-FR" dirty="0" err="1"/>
              <a:t>miteny</a:t>
            </a:r>
            <a:r>
              <a:rPr lang="fr-FR" dirty="0"/>
              <a:t> </a:t>
            </a:r>
            <a:r>
              <a:rPr lang="fr-FR" dirty="0" err="1"/>
              <a:t>amin'ny</a:t>
            </a:r>
            <a:r>
              <a:rPr lang="fr-FR" dirty="0"/>
              <a:t> 	</a:t>
            </a:r>
            <a:r>
              <a:rPr lang="fr-FR" dirty="0" err="1"/>
              <a:t>fitenintsika</a:t>
            </a:r>
            <a:r>
              <a:rPr lang="fr-FR" dirty="0"/>
              <a:t> </a:t>
            </a:r>
            <a:r>
              <a:rPr lang="fr-FR" dirty="0" err="1"/>
              <a:t>avy</a:t>
            </a:r>
            <a:r>
              <a:rPr lang="fr-FR" dirty="0"/>
              <a:t> </a:t>
            </a:r>
            <a:r>
              <a:rPr lang="fr-FR" dirty="0" err="1"/>
              <a:t>ny</a:t>
            </a:r>
            <a:r>
              <a:rPr lang="fr-FR" dirty="0"/>
              <a:t> asa </a:t>
            </a:r>
            <a:r>
              <a:rPr lang="fr-FR" dirty="0" err="1"/>
              <a:t>lehibe</a:t>
            </a:r>
            <a:r>
              <a:rPr lang="fr-FR" dirty="0"/>
              <a:t> </a:t>
            </a:r>
            <a:r>
              <a:rPr lang="fr-FR" dirty="0" err="1"/>
              <a:t>ataon'Andriamanitra</a:t>
            </a:r>
            <a:r>
              <a:rPr lang="fr-FR" dirty="0"/>
              <a:t>?" </a:t>
            </a:r>
          </a:p>
        </p:txBody>
      </p:sp>
    </p:spTree>
    <p:extLst>
      <p:ext uri="{BB962C8B-B14F-4D97-AF65-F5344CB8AC3E}">
        <p14:creationId xmlns:p14="http://schemas.microsoft.com/office/powerpoint/2010/main" val="4079928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Black" panose="020B0A04020102020204" pitchFamily="34" charset="0"/>
              </a:rPr>
              <a:t>Ny </a:t>
            </a:r>
            <a:r>
              <a:rPr lang="fr-FR" dirty="0" err="1">
                <a:latin typeface="Arial Black" panose="020B0A04020102020204" pitchFamily="34" charset="0"/>
              </a:rPr>
              <a:t>Zanak'Isimaela</a:t>
            </a:r>
            <a:r>
              <a:rPr lang="fr-FR" dirty="0">
                <a:latin typeface="Arial Black" panose="020B0A04020102020204" pitchFamily="34" charset="0"/>
              </a:rPr>
              <a:t> </a:t>
            </a:r>
            <a:r>
              <a:rPr lang="fr-FR" dirty="0" err="1">
                <a:latin typeface="Arial Black" panose="020B0A04020102020204" pitchFamily="34" charset="0"/>
              </a:rPr>
              <a:t>alohan'ny</a:t>
            </a:r>
            <a:r>
              <a:rPr lang="fr-FR" dirty="0">
                <a:latin typeface="Arial Black" panose="020B0A04020102020204" pitchFamily="34" charset="0"/>
              </a:rPr>
              <a:t> </a:t>
            </a:r>
            <a:r>
              <a:rPr lang="fr-FR" dirty="0" err="1">
                <a:latin typeface="Arial Black" panose="020B0A04020102020204" pitchFamily="34" charset="0"/>
              </a:rPr>
              <a:t>Fihavian'i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Fanindroany</a:t>
            </a:r>
            <a:endParaRPr lang="fr-FR" dirty="0">
              <a:latin typeface="Arial Black" panose="020B0A04020102020204" pitchFamily="34" charset="0"/>
            </a:endParaRPr>
          </a:p>
        </p:txBody>
      </p:sp>
      <p:sp>
        <p:nvSpPr>
          <p:cNvPr id="3" name="Espace réservé du contenu 2"/>
          <p:cNvSpPr>
            <a:spLocks noGrp="1"/>
          </p:cNvSpPr>
          <p:nvPr>
            <p:ph idx="1"/>
          </p:nvPr>
        </p:nvSpPr>
        <p:spPr>
          <a:xfrm>
            <a:off x="352698" y="1828800"/>
            <a:ext cx="11839302" cy="5029199"/>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r-FR" sz="2800" dirty="0">
                <a:latin typeface="Arial Black" panose="020B0A04020102020204" pitchFamily="34" charset="0"/>
              </a:rPr>
              <a:t>Na </a:t>
            </a:r>
            <a:r>
              <a:rPr lang="fr-FR" sz="2800" dirty="0" err="1">
                <a:latin typeface="Arial Black" panose="020B0A04020102020204" pitchFamily="34" charset="0"/>
              </a:rPr>
              <a:t>izany</a:t>
            </a:r>
            <a:r>
              <a:rPr lang="fr-FR" sz="2800" dirty="0">
                <a:latin typeface="Arial Black" panose="020B0A04020102020204" pitchFamily="34" charset="0"/>
              </a:rPr>
              <a:t> </a:t>
            </a:r>
            <a:r>
              <a:rPr lang="fr-FR" sz="2800" dirty="0" err="1">
                <a:latin typeface="Arial Black" panose="020B0A04020102020204" pitchFamily="34" charset="0"/>
              </a:rPr>
              <a:t>aza</a:t>
            </a:r>
            <a:r>
              <a:rPr lang="fr-FR" sz="2800" dirty="0">
                <a:latin typeface="Arial Black" panose="020B0A04020102020204" pitchFamily="34" charset="0"/>
              </a:rPr>
              <a:t> </a:t>
            </a:r>
            <a:r>
              <a:rPr lang="fr-FR" sz="2800" dirty="0" err="1">
                <a:latin typeface="Arial Black" panose="020B0A04020102020204" pitchFamily="34" charset="0"/>
              </a:rPr>
              <a:t>anefa</a:t>
            </a:r>
            <a:r>
              <a:rPr lang="fr-FR" sz="2800" dirty="0">
                <a:latin typeface="Arial Black" panose="020B0A04020102020204" pitchFamily="34" charset="0"/>
              </a:rPr>
              <a:t>, </a:t>
            </a:r>
            <a:r>
              <a:rPr lang="fr-FR" sz="2800" dirty="0" err="1">
                <a:latin typeface="Arial Black" panose="020B0A04020102020204" pitchFamily="34" charset="0"/>
              </a:rPr>
              <a:t>amin'izao</a:t>
            </a:r>
            <a:r>
              <a:rPr lang="fr-FR" sz="2800" dirty="0">
                <a:latin typeface="Arial Black" panose="020B0A04020102020204" pitchFamily="34" charset="0"/>
              </a:rPr>
              <a:t> </a:t>
            </a:r>
            <a:r>
              <a:rPr lang="fr-FR" sz="2800" dirty="0" err="1">
                <a:latin typeface="Arial Black" panose="020B0A04020102020204" pitchFamily="34" charset="0"/>
              </a:rPr>
              <a:t>fotoana</a:t>
            </a:r>
            <a:r>
              <a:rPr lang="fr-FR" sz="2800" dirty="0">
                <a:latin typeface="Arial Black" panose="020B0A04020102020204" pitchFamily="34" charset="0"/>
              </a:rPr>
              <a:t> </a:t>
            </a:r>
            <a:r>
              <a:rPr lang="fr-FR" sz="2800" dirty="0" err="1">
                <a:latin typeface="Arial Black" panose="020B0A04020102020204" pitchFamily="34" charset="0"/>
              </a:rPr>
              <a:t>izao</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zanak'Isimaela</a:t>
            </a:r>
            <a:r>
              <a:rPr lang="fr-FR" sz="2800" dirty="0">
                <a:latin typeface="Arial Black" panose="020B0A04020102020204" pitchFamily="34" charset="0"/>
              </a:rPr>
              <a:t> (</a:t>
            </a:r>
            <a:r>
              <a:rPr lang="fr-FR" sz="2800" dirty="0" err="1">
                <a:latin typeface="Arial Black" panose="020B0A04020102020204" pitchFamily="34" charset="0"/>
              </a:rPr>
              <a:t>mpino</a:t>
            </a:r>
            <a:r>
              <a:rPr lang="fr-FR" sz="2800" dirty="0">
                <a:latin typeface="Arial Black" panose="020B0A04020102020204" pitchFamily="34" charset="0"/>
              </a:rPr>
              <a:t> Islamo no </a:t>
            </a:r>
            <a:r>
              <a:rPr lang="fr-FR" sz="2800" dirty="0" err="1">
                <a:latin typeface="Arial Black" panose="020B0A04020102020204" pitchFamily="34" charset="0"/>
              </a:rPr>
              <a:t>hiantsoan'izy</a:t>
            </a:r>
            <a:r>
              <a:rPr lang="fr-FR" sz="2800" dirty="0">
                <a:latin typeface="Arial Black" panose="020B0A04020102020204" pitchFamily="34" charset="0"/>
              </a:rPr>
              <a:t> </a:t>
            </a:r>
            <a:r>
              <a:rPr lang="fr-FR" sz="2800" dirty="0" err="1">
                <a:latin typeface="Arial Black" panose="020B0A04020102020204" pitchFamily="34" charset="0"/>
              </a:rPr>
              <a:t>ireo</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tenany</a:t>
            </a:r>
            <a:r>
              <a:rPr lang="fr-FR" sz="2800" dirty="0">
                <a:latin typeface="Arial Black" panose="020B0A04020102020204" pitchFamily="34" charset="0"/>
              </a:rPr>
              <a:t>) dia </a:t>
            </a:r>
            <a:r>
              <a:rPr lang="fr-FR" sz="2800" dirty="0" err="1">
                <a:latin typeface="Arial Black" panose="020B0A04020102020204" pitchFamily="34" charset="0"/>
              </a:rPr>
              <a:t>miha-maro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alalan'ny</a:t>
            </a:r>
            <a:r>
              <a:rPr lang="fr-FR" sz="2800" dirty="0">
                <a:latin typeface="Arial Black" panose="020B0A04020102020204" pitchFamily="34" charset="0"/>
              </a:rPr>
              <a:t> </a:t>
            </a:r>
            <a:r>
              <a:rPr lang="fr-FR" sz="2800" dirty="0" err="1">
                <a:latin typeface="Arial Black" panose="020B0A04020102020204" pitchFamily="34" charset="0"/>
              </a:rPr>
              <a:t>fahaterahana</a:t>
            </a:r>
            <a:r>
              <a:rPr lang="fr-FR" sz="2800" dirty="0">
                <a:latin typeface="Arial Black" panose="020B0A04020102020204" pitchFamily="34" charset="0"/>
              </a:rPr>
              <a:t> ara-</a:t>
            </a:r>
            <a:r>
              <a:rPr lang="fr-FR" sz="2800" dirty="0" err="1">
                <a:latin typeface="Arial Black" panose="020B0A04020102020204" pitchFamily="34" charset="0"/>
              </a:rPr>
              <a:t>nofo</a:t>
            </a:r>
            <a:r>
              <a:rPr lang="fr-FR" sz="2800" dirty="0">
                <a:latin typeface="Arial Black" panose="020B0A04020102020204" pitchFamily="34" charset="0"/>
              </a:rPr>
              <a:t> </a:t>
            </a:r>
            <a:r>
              <a:rPr lang="fr-FR" sz="2800" dirty="0" err="1">
                <a:latin typeface="Arial Black" panose="020B0A04020102020204" pitchFamily="34" charset="0"/>
              </a:rPr>
              <a:t>sy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fiparitahan'ilay</a:t>
            </a:r>
            <a:r>
              <a:rPr lang="fr-FR" sz="2800" dirty="0">
                <a:latin typeface="Arial Black" panose="020B0A04020102020204" pitchFamily="34" charset="0"/>
              </a:rPr>
              <a:t> </a:t>
            </a:r>
            <a:r>
              <a:rPr lang="fr-FR" sz="2800" dirty="0" err="1">
                <a:latin typeface="Arial Black" panose="020B0A04020102020204" pitchFamily="34" charset="0"/>
              </a:rPr>
              <a:t>fivavahana</a:t>
            </a:r>
            <a:r>
              <a:rPr lang="fr-FR" sz="2800" dirty="0">
                <a:latin typeface="Arial Black" panose="020B0A04020102020204" pitchFamily="34" charset="0"/>
              </a:rPr>
              <a:t>. </a:t>
            </a:r>
            <a:r>
              <a:rPr lang="fr-FR" sz="2800" dirty="0" err="1">
                <a:latin typeface="Arial Black" panose="020B0A04020102020204" pitchFamily="34" charset="0"/>
              </a:rPr>
              <a:t>Mbola</a:t>
            </a:r>
            <a:r>
              <a:rPr lang="fr-FR" sz="2800" dirty="0">
                <a:latin typeface="Arial Black" panose="020B0A04020102020204" pitchFamily="34" charset="0"/>
              </a:rPr>
              <a:t> </a:t>
            </a:r>
            <a:r>
              <a:rPr lang="fr-FR" sz="2800" dirty="0" err="1">
                <a:latin typeface="Arial Black" panose="020B0A04020102020204" pitchFamily="34" charset="0"/>
              </a:rPr>
              <a:t>tsy</a:t>
            </a:r>
            <a:r>
              <a:rPr lang="fr-FR" sz="2800" dirty="0">
                <a:latin typeface="Arial Black" panose="020B0A04020102020204" pitchFamily="34" charset="0"/>
              </a:rPr>
              <a:t> </a:t>
            </a:r>
            <a:r>
              <a:rPr lang="fr-FR" sz="2800" dirty="0" err="1">
                <a:latin typeface="Arial Black" panose="020B0A04020102020204" pitchFamily="34" charset="0"/>
              </a:rPr>
              <a:t>tanteraka</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fahafenoany</a:t>
            </a:r>
            <a:r>
              <a:rPr lang="fr-FR" sz="2800" dirty="0">
                <a:latin typeface="Arial Black" panose="020B0A04020102020204" pitchFamily="34" charset="0"/>
              </a:rPr>
              <a:t> </a:t>
            </a:r>
            <a:r>
              <a:rPr lang="fr-FR" sz="2800" dirty="0" err="1">
                <a:latin typeface="Arial Black" panose="020B0A04020102020204" pitchFamily="34" charset="0"/>
              </a:rPr>
              <a:t>io</a:t>
            </a:r>
            <a:r>
              <a:rPr lang="fr-FR" sz="2800" dirty="0">
                <a:latin typeface="Arial Black" panose="020B0A04020102020204" pitchFamily="34" charset="0"/>
              </a:rPr>
              <a:t> </a:t>
            </a:r>
            <a:r>
              <a:rPr lang="fr-FR" sz="2800" dirty="0" err="1">
                <a:latin typeface="Arial Black" panose="020B0A04020102020204" pitchFamily="34" charset="0"/>
              </a:rPr>
              <a:t>andininy</a:t>
            </a:r>
            <a:r>
              <a:rPr lang="fr-FR" sz="2800" dirty="0">
                <a:latin typeface="Arial Black" panose="020B0A04020102020204" pitchFamily="34" charset="0"/>
              </a:rPr>
              <a:t> </a:t>
            </a:r>
            <a:r>
              <a:rPr lang="fr-FR" sz="2800" dirty="0" err="1">
                <a:latin typeface="Arial Black" panose="020B0A04020102020204" pitchFamily="34" charset="0"/>
              </a:rPr>
              <a:t>ao</a:t>
            </a:r>
            <a:r>
              <a:rPr lang="fr-FR" sz="2800" dirty="0">
                <a:latin typeface="Arial Black" panose="020B0A04020102020204" pitchFamily="34" charset="0"/>
              </a:rPr>
              <a:t> </a:t>
            </a:r>
            <a:r>
              <a:rPr lang="fr-FR" sz="2800" dirty="0" err="1">
                <a:latin typeface="Arial Black" panose="020B0A04020102020204" pitchFamily="34" charset="0"/>
              </a:rPr>
              <a:t>amin'ny</a:t>
            </a:r>
            <a:r>
              <a:rPr lang="fr-FR" sz="2800" dirty="0">
                <a:latin typeface="Arial Black" panose="020B0A04020102020204" pitchFamily="34" charset="0"/>
              </a:rPr>
              <a:t> </a:t>
            </a:r>
            <a:r>
              <a:rPr lang="fr-FR" sz="2800" dirty="0" err="1">
                <a:latin typeface="Arial Black" panose="020B0A04020102020204" pitchFamily="34" charset="0"/>
              </a:rPr>
              <a:t>Isaia</a:t>
            </a:r>
            <a:r>
              <a:rPr lang="fr-FR" sz="2800" dirty="0">
                <a:latin typeface="Arial Black" panose="020B0A04020102020204" pitchFamily="34" charset="0"/>
              </a:rPr>
              <a:t> 60:7 </a:t>
            </a:r>
            <a:r>
              <a:rPr lang="fr-FR" sz="2800" dirty="0" err="1">
                <a:latin typeface="Arial Black" panose="020B0A04020102020204" pitchFamily="34" charset="0"/>
              </a:rPr>
              <a:t>io</a:t>
            </a:r>
            <a:r>
              <a:rPr lang="fr-FR" sz="2800" dirty="0">
                <a:latin typeface="Arial Black" panose="020B0A04020102020204" pitchFamily="34" charset="0"/>
              </a:rPr>
              <a:t>. </a:t>
            </a:r>
            <a:r>
              <a:rPr lang="fr-FR" sz="2800" dirty="0" err="1">
                <a:latin typeface="Arial Black" panose="020B0A04020102020204" pitchFamily="34" charset="0"/>
              </a:rPr>
              <a:t>Milaza</a:t>
            </a:r>
            <a:r>
              <a:rPr lang="fr-FR" sz="2800" dirty="0">
                <a:latin typeface="Arial Black" panose="020B0A04020102020204" pitchFamily="34" charset="0"/>
              </a:rPr>
              <a:t> </a:t>
            </a:r>
            <a:r>
              <a:rPr lang="fr-FR" sz="2800" dirty="0" err="1">
                <a:latin typeface="Arial Black" panose="020B0A04020102020204" pitchFamily="34" charset="0"/>
              </a:rPr>
              <a:t>ilay</a:t>
            </a:r>
            <a:r>
              <a:rPr lang="fr-FR" sz="2800" dirty="0">
                <a:latin typeface="Arial Black" panose="020B0A04020102020204" pitchFamily="34" charset="0"/>
              </a:rPr>
              <a:t> </a:t>
            </a:r>
            <a:r>
              <a:rPr lang="fr-FR" sz="2800" dirty="0" err="1">
                <a:latin typeface="Arial Black" panose="020B0A04020102020204" pitchFamily="34" charset="0"/>
              </a:rPr>
              <a:t>andininy</a:t>
            </a:r>
            <a:r>
              <a:rPr lang="fr-FR" sz="2800" dirty="0">
                <a:latin typeface="Arial Black" panose="020B0A04020102020204" pitchFamily="34" charset="0"/>
              </a:rPr>
              <a:t> </a:t>
            </a:r>
            <a:r>
              <a:rPr lang="fr-FR" sz="2800" dirty="0" err="1">
                <a:latin typeface="Arial Black" panose="020B0A04020102020204" pitchFamily="34" charset="0"/>
              </a:rPr>
              <a:t>hoe</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ondry</a:t>
            </a:r>
            <a:r>
              <a:rPr lang="fr-FR" sz="2800" dirty="0">
                <a:latin typeface="Arial Black" panose="020B0A04020102020204" pitchFamily="34" charset="0"/>
              </a:rPr>
              <a:t> </a:t>
            </a:r>
            <a:r>
              <a:rPr lang="fr-FR" sz="2800" dirty="0" err="1">
                <a:latin typeface="Arial Black" panose="020B0A04020102020204" pitchFamily="34" charset="0"/>
              </a:rPr>
              <a:t>aman'osy</a:t>
            </a:r>
            <a:r>
              <a:rPr lang="fr-FR" sz="2800" dirty="0">
                <a:latin typeface="Arial Black" panose="020B0A04020102020204" pitchFamily="34" charset="0"/>
              </a:rPr>
              <a:t> </a:t>
            </a:r>
            <a:r>
              <a:rPr lang="fr-FR" sz="2800" dirty="0" err="1">
                <a:latin typeface="Arial Black" panose="020B0A04020102020204" pitchFamily="34" charset="0"/>
              </a:rPr>
              <a:t>rehetra</a:t>
            </a:r>
            <a:r>
              <a:rPr lang="fr-FR" sz="2800" dirty="0">
                <a:latin typeface="Arial Black" panose="020B0A04020102020204" pitchFamily="34" charset="0"/>
              </a:rPr>
              <a:t> </a:t>
            </a:r>
            <a:r>
              <a:rPr lang="fr-FR" sz="2800" dirty="0" err="1">
                <a:latin typeface="Arial Black" panose="020B0A04020102020204" pitchFamily="34" charset="0"/>
              </a:rPr>
              <a:t>any</a:t>
            </a:r>
            <a:r>
              <a:rPr lang="fr-FR" sz="2800" dirty="0">
                <a:latin typeface="Arial Black" panose="020B0A04020102020204" pitchFamily="34" charset="0"/>
              </a:rPr>
              <a:t> </a:t>
            </a:r>
            <a:r>
              <a:rPr lang="fr-FR" sz="2800" dirty="0" err="1">
                <a:latin typeface="Arial Black" panose="020B0A04020102020204" pitchFamily="34" charset="0"/>
              </a:rPr>
              <a:t>Kedara</a:t>
            </a:r>
            <a:r>
              <a:rPr lang="fr-FR" sz="2800" dirty="0">
                <a:latin typeface="Arial Black" panose="020B0A04020102020204" pitchFamily="34" charset="0"/>
              </a:rPr>
              <a:t>..." </a:t>
            </a:r>
            <a:r>
              <a:rPr lang="fr-FR" sz="2800" dirty="0" err="1">
                <a:latin typeface="Arial Black" panose="020B0A04020102020204" pitchFamily="34" charset="0"/>
              </a:rPr>
              <a:t>sy</a:t>
            </a:r>
            <a:r>
              <a:rPr lang="fr-FR" sz="2800" dirty="0">
                <a:latin typeface="Arial Black" panose="020B0A04020102020204" pitchFamily="34" charset="0"/>
              </a:rPr>
              <a:t> "</a:t>
            </a:r>
            <a:r>
              <a:rPr lang="fr-FR" sz="2800" dirty="0" err="1">
                <a:latin typeface="Arial Black" panose="020B0A04020102020204" pitchFamily="34" charset="0"/>
              </a:rPr>
              <a:t>ny</a:t>
            </a:r>
            <a:r>
              <a:rPr lang="fr-FR" sz="2800" dirty="0">
                <a:latin typeface="Arial Black" panose="020B0A04020102020204" pitchFamily="34" charset="0"/>
              </a:rPr>
              <a:t> </a:t>
            </a:r>
            <a:r>
              <a:rPr lang="fr-FR" sz="2800" dirty="0" err="1">
                <a:latin typeface="Arial Black" panose="020B0A04020102020204" pitchFamily="34" charset="0"/>
              </a:rPr>
              <a:t>ondrilahin'i</a:t>
            </a:r>
            <a:r>
              <a:rPr lang="fr-FR" sz="2800" dirty="0">
                <a:latin typeface="Arial Black" panose="020B0A04020102020204" pitchFamily="34" charset="0"/>
              </a:rPr>
              <a:t> </a:t>
            </a:r>
            <a:r>
              <a:rPr lang="fr-FR" sz="2800" dirty="0" err="1">
                <a:latin typeface="Arial Black" panose="020B0A04020102020204" pitchFamily="34" charset="0"/>
              </a:rPr>
              <a:t>Nebaiota</a:t>
            </a:r>
            <a:r>
              <a:rPr lang="fr-FR" sz="2800" dirty="0">
                <a:latin typeface="Arial Black" panose="020B0A04020102020204" pitchFamily="34" charset="0"/>
              </a:rPr>
              <a:t>..." </a:t>
            </a:r>
            <a:r>
              <a:rPr lang="fr-FR" sz="2800" dirty="0" err="1">
                <a:latin typeface="Arial Black" panose="020B0A04020102020204" pitchFamily="34" charset="0"/>
              </a:rPr>
              <a:t>izay</a:t>
            </a:r>
            <a:r>
              <a:rPr lang="fr-FR" sz="2800" dirty="0">
                <a:latin typeface="Arial Black" panose="020B0A04020102020204" pitchFamily="34" charset="0"/>
              </a:rPr>
              <a:t> </a:t>
            </a:r>
            <a:r>
              <a:rPr lang="fr-FR" sz="2800" dirty="0" err="1">
                <a:latin typeface="Arial Black" panose="020B0A04020102020204" pitchFamily="34" charset="0"/>
              </a:rPr>
              <a:t>midika</a:t>
            </a:r>
            <a:r>
              <a:rPr lang="fr-FR" sz="2800" dirty="0">
                <a:latin typeface="Arial Black" panose="020B0A04020102020204" pitchFamily="34" charset="0"/>
              </a:rPr>
              <a:t> fa </a:t>
            </a:r>
            <a:r>
              <a:rPr lang="fr-FR" sz="2800" dirty="0" err="1">
                <a:latin typeface="Arial Black" panose="020B0A04020102020204" pitchFamily="34" charset="0"/>
              </a:rPr>
              <a:t>hisy</a:t>
            </a:r>
            <a:r>
              <a:rPr lang="fr-FR" sz="2800" dirty="0">
                <a:latin typeface="Arial Black" panose="020B0A04020102020204" pitchFamily="34" charset="0"/>
              </a:rPr>
              <a:t> </a:t>
            </a:r>
            <a:r>
              <a:rPr lang="fr-FR" sz="2800" dirty="0" err="1">
                <a:latin typeface="Arial Black" panose="020B0A04020102020204" pitchFamily="34" charset="0"/>
              </a:rPr>
              <a:t>olona</a:t>
            </a:r>
            <a:r>
              <a:rPr lang="fr-FR" sz="2800" dirty="0">
                <a:latin typeface="Arial Black" panose="020B0A04020102020204" pitchFamily="34" charset="0"/>
              </a:rPr>
              <a:t> </a:t>
            </a:r>
            <a:r>
              <a:rPr lang="fr-FR" sz="2800" dirty="0" err="1">
                <a:latin typeface="Arial Black" panose="020B0A04020102020204" pitchFamily="34" charset="0"/>
              </a:rPr>
              <a:t>marobe</a:t>
            </a:r>
            <a:r>
              <a:rPr lang="fr-FR" sz="2800" dirty="0">
                <a:latin typeface="Arial Black" panose="020B0A04020102020204" pitchFamily="34" charset="0"/>
              </a:rPr>
              <a:t> ho </a:t>
            </a:r>
            <a:r>
              <a:rPr lang="fr-FR" sz="2800" dirty="0" err="1">
                <a:latin typeface="Arial Black" panose="020B0A04020102020204" pitchFamily="34" charset="0"/>
              </a:rPr>
              <a:t>avy</a:t>
            </a:r>
            <a:r>
              <a:rPr lang="fr-FR" sz="2800" dirty="0">
                <a:latin typeface="Arial Black" panose="020B0A04020102020204" pitchFamily="34" charset="0"/>
              </a:rPr>
              <a:t>. </a:t>
            </a:r>
            <a:endParaRPr lang="fr-FR" sz="2800" dirty="0" smtClean="0">
              <a:latin typeface="Arial Black" panose="020B0A04020102020204" pitchFamily="34" charset="0"/>
            </a:endParaRPr>
          </a:p>
          <a:p>
            <a:endParaRPr lang="fr-FR" sz="2800" dirty="0">
              <a:latin typeface="Arial Black" panose="020B0A04020102020204" pitchFamily="34" charset="0"/>
            </a:endParaRPr>
          </a:p>
        </p:txBody>
      </p:sp>
    </p:spTree>
    <p:extLst>
      <p:ext uri="{BB962C8B-B14F-4D97-AF65-F5344CB8AC3E}">
        <p14:creationId xmlns:p14="http://schemas.microsoft.com/office/powerpoint/2010/main" val="14284234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latin typeface="Arial Black" panose="020B0A04020102020204" pitchFamily="34" charset="0"/>
              </a:rPr>
              <a:t>Ny </a:t>
            </a:r>
            <a:r>
              <a:rPr lang="fr-FR" dirty="0" err="1">
                <a:latin typeface="Arial Black" panose="020B0A04020102020204" pitchFamily="34" charset="0"/>
              </a:rPr>
              <a:t>Zanak'Isimaela</a:t>
            </a:r>
            <a:r>
              <a:rPr lang="fr-FR" dirty="0">
                <a:latin typeface="Arial Black" panose="020B0A04020102020204" pitchFamily="34" charset="0"/>
              </a:rPr>
              <a:t> </a:t>
            </a:r>
            <a:r>
              <a:rPr lang="fr-FR" dirty="0" err="1">
                <a:latin typeface="Arial Black" panose="020B0A04020102020204" pitchFamily="34" charset="0"/>
              </a:rPr>
              <a:t>alohan'ny</a:t>
            </a:r>
            <a:r>
              <a:rPr lang="fr-FR" dirty="0">
                <a:latin typeface="Arial Black" panose="020B0A04020102020204" pitchFamily="34" charset="0"/>
              </a:rPr>
              <a:t> </a:t>
            </a:r>
            <a:r>
              <a:rPr lang="fr-FR" dirty="0" err="1">
                <a:latin typeface="Arial Black" panose="020B0A04020102020204" pitchFamily="34" charset="0"/>
              </a:rPr>
              <a:t>Fihavian'i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Fanindroany</a:t>
            </a:r>
            <a:endParaRPr lang="fr-FR" dirty="0">
              <a:latin typeface="Arial Black" panose="020B0A04020102020204" pitchFamily="34" charset="0"/>
            </a:endParaRPr>
          </a:p>
        </p:txBody>
      </p:sp>
      <p:sp>
        <p:nvSpPr>
          <p:cNvPr id="3" name="Espace réservé du contenu 2"/>
          <p:cNvSpPr>
            <a:spLocks noGrp="1"/>
          </p:cNvSpPr>
          <p:nvPr>
            <p:ph idx="1"/>
          </p:nvPr>
        </p:nvSpPr>
        <p:spPr>
          <a:xfrm>
            <a:off x="352698" y="1828800"/>
            <a:ext cx="11839302" cy="5029199"/>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fr-FR" sz="2800" dirty="0"/>
              <a:t>Ny </a:t>
            </a:r>
            <a:r>
              <a:rPr lang="fr-FR" sz="2800" dirty="0" err="1"/>
              <a:t>fifindramonina</a:t>
            </a:r>
            <a:r>
              <a:rPr lang="fr-FR" sz="2800" dirty="0"/>
              <a:t> </a:t>
            </a:r>
            <a:r>
              <a:rPr lang="fr-FR" sz="2800" dirty="0" err="1"/>
              <a:t>goavana</a:t>
            </a:r>
            <a:r>
              <a:rPr lang="fr-FR" sz="2800" dirty="0"/>
              <a:t> </a:t>
            </a:r>
            <a:r>
              <a:rPr lang="fr-FR" sz="2800" dirty="0" err="1"/>
              <a:t>amin'izao</a:t>
            </a:r>
            <a:r>
              <a:rPr lang="fr-FR" sz="2800" dirty="0"/>
              <a:t> </a:t>
            </a:r>
            <a:r>
              <a:rPr lang="fr-FR" sz="2800" dirty="0" err="1"/>
              <a:t>fotoana</a:t>
            </a:r>
            <a:r>
              <a:rPr lang="fr-FR" sz="2800" dirty="0"/>
              <a:t> </a:t>
            </a:r>
            <a:r>
              <a:rPr lang="fr-FR" sz="2800" dirty="0" err="1"/>
              <a:t>izao</a:t>
            </a:r>
            <a:r>
              <a:rPr lang="fr-FR" sz="2800" dirty="0"/>
              <a:t>, </a:t>
            </a:r>
            <a:r>
              <a:rPr lang="fr-FR" sz="2800" dirty="0" err="1"/>
              <a:t>avy</a:t>
            </a:r>
            <a:r>
              <a:rPr lang="fr-FR" sz="2800" dirty="0"/>
              <a:t> </a:t>
            </a:r>
            <a:r>
              <a:rPr lang="fr-FR" sz="2800" dirty="0" err="1"/>
              <a:t>any</a:t>
            </a:r>
            <a:r>
              <a:rPr lang="fr-FR" sz="2800" dirty="0"/>
              <a:t> </a:t>
            </a:r>
            <a:r>
              <a:rPr lang="fr-FR" sz="2800" dirty="0" err="1"/>
              <a:t>Syria</a:t>
            </a:r>
            <a:r>
              <a:rPr lang="fr-FR" sz="2800" dirty="0"/>
              <a:t> </a:t>
            </a:r>
            <a:r>
              <a:rPr lang="fr-FR" sz="2800" dirty="0" err="1"/>
              <a:t>sy</a:t>
            </a:r>
            <a:r>
              <a:rPr lang="fr-FR" sz="2800" dirty="0"/>
              <a:t> </a:t>
            </a:r>
            <a:r>
              <a:rPr lang="fr-FR" sz="2800" dirty="0" err="1"/>
              <a:t>Iraka</a:t>
            </a:r>
            <a:r>
              <a:rPr lang="fr-FR" sz="2800" dirty="0"/>
              <a:t> </a:t>
            </a:r>
            <a:r>
              <a:rPr lang="fr-FR" sz="2800" dirty="0" err="1"/>
              <a:t>ary</a:t>
            </a:r>
            <a:r>
              <a:rPr lang="fr-FR" sz="2800" dirty="0"/>
              <a:t> </a:t>
            </a:r>
            <a:r>
              <a:rPr lang="fr-FR" sz="2800" dirty="0" err="1"/>
              <a:t>avy</a:t>
            </a:r>
            <a:r>
              <a:rPr lang="fr-FR" sz="2800" dirty="0"/>
              <a:t> </a:t>
            </a:r>
            <a:r>
              <a:rPr lang="fr-FR" sz="2800" dirty="0" err="1"/>
              <a:t>amin'ireo</a:t>
            </a:r>
            <a:r>
              <a:rPr lang="fr-FR" sz="2800" dirty="0"/>
              <a:t> </a:t>
            </a:r>
            <a:r>
              <a:rPr lang="fr-FR" sz="2800" dirty="0" err="1"/>
              <a:t>firenena</a:t>
            </a:r>
            <a:r>
              <a:rPr lang="fr-FR" sz="2800" dirty="0"/>
              <a:t> Islamo </a:t>
            </a:r>
            <a:r>
              <a:rPr lang="fr-FR" sz="2800" dirty="0" err="1"/>
              <a:t>any</a:t>
            </a:r>
            <a:r>
              <a:rPr lang="fr-FR" sz="2800" dirty="0"/>
              <a:t> </a:t>
            </a:r>
            <a:r>
              <a:rPr lang="fr-FR" sz="2800" dirty="0" err="1"/>
              <a:t>Atsinanana</a:t>
            </a:r>
            <a:r>
              <a:rPr lang="fr-FR" sz="2800" dirty="0"/>
              <a:t>, dia </a:t>
            </a:r>
            <a:r>
              <a:rPr lang="fr-FR" sz="2800" dirty="0" err="1"/>
              <a:t>heverin'ny</a:t>
            </a:r>
            <a:r>
              <a:rPr lang="fr-FR" sz="2800" dirty="0"/>
              <a:t> </a:t>
            </a:r>
            <a:r>
              <a:rPr lang="fr-FR" sz="2800" dirty="0" err="1"/>
              <a:t>ankamaroan'ny</a:t>
            </a:r>
            <a:r>
              <a:rPr lang="fr-FR" sz="2800" dirty="0"/>
              <a:t> </a:t>
            </a:r>
            <a:r>
              <a:rPr lang="fr-FR" sz="2800" dirty="0" err="1"/>
              <a:t>olona</a:t>
            </a:r>
            <a:r>
              <a:rPr lang="fr-FR" sz="2800" dirty="0"/>
              <a:t> ho </a:t>
            </a:r>
            <a:r>
              <a:rPr lang="fr-FR" sz="2800" dirty="0" err="1"/>
              <a:t>vokatry</a:t>
            </a:r>
            <a:r>
              <a:rPr lang="fr-FR" sz="2800" dirty="0"/>
              <a:t> </a:t>
            </a:r>
            <a:r>
              <a:rPr lang="fr-FR" sz="2800" dirty="0" err="1"/>
              <a:t>ny</a:t>
            </a:r>
            <a:r>
              <a:rPr lang="fr-FR" sz="2800" dirty="0"/>
              <a:t> </a:t>
            </a:r>
            <a:r>
              <a:rPr lang="fr-FR" sz="2800" dirty="0" err="1"/>
              <a:t>ady</a:t>
            </a:r>
            <a:r>
              <a:rPr lang="fr-FR" sz="2800" dirty="0"/>
              <a:t>, </a:t>
            </a:r>
            <a:r>
              <a:rPr lang="fr-FR" sz="2800" dirty="0" err="1"/>
              <a:t>kanefa</a:t>
            </a:r>
            <a:r>
              <a:rPr lang="fr-FR" sz="2800" dirty="0"/>
              <a:t> </a:t>
            </a:r>
            <a:r>
              <a:rPr lang="fr-FR" sz="2800" dirty="0" err="1"/>
              <a:t>raha</a:t>
            </a:r>
            <a:r>
              <a:rPr lang="fr-FR" sz="2800" dirty="0"/>
              <a:t> </a:t>
            </a:r>
            <a:r>
              <a:rPr lang="fr-FR" sz="2800" dirty="0" err="1"/>
              <a:t>mijery</a:t>
            </a:r>
            <a:r>
              <a:rPr lang="fr-FR" sz="2800" dirty="0"/>
              <a:t> </a:t>
            </a:r>
            <a:r>
              <a:rPr lang="fr-FR" sz="2800" dirty="0" err="1"/>
              <a:t>ny</a:t>
            </a:r>
            <a:r>
              <a:rPr lang="fr-FR" sz="2800" dirty="0"/>
              <a:t> </a:t>
            </a:r>
            <a:r>
              <a:rPr lang="fr-FR" sz="2800" dirty="0" err="1"/>
              <a:t>fandehan'ny</a:t>
            </a:r>
            <a:r>
              <a:rPr lang="fr-FR" sz="2800" dirty="0"/>
              <a:t> </a:t>
            </a:r>
            <a:r>
              <a:rPr lang="fr-FR" sz="2800" dirty="0" err="1"/>
              <a:t>tantara</a:t>
            </a:r>
            <a:r>
              <a:rPr lang="fr-FR" sz="2800" dirty="0"/>
              <a:t> ara-</a:t>
            </a:r>
            <a:r>
              <a:rPr lang="fr-FR" sz="2800" dirty="0" err="1"/>
              <a:t>Baiboly</a:t>
            </a:r>
            <a:r>
              <a:rPr lang="fr-FR" sz="2800" dirty="0"/>
              <a:t> </a:t>
            </a:r>
            <a:r>
              <a:rPr lang="fr-FR" sz="2800" dirty="0" err="1"/>
              <a:t>isika</a:t>
            </a:r>
            <a:r>
              <a:rPr lang="fr-FR" sz="2800" dirty="0"/>
              <a:t>, dia </a:t>
            </a:r>
            <a:r>
              <a:rPr lang="fr-FR" sz="2800" dirty="0" err="1"/>
              <a:t>mazava</a:t>
            </a:r>
            <a:r>
              <a:rPr lang="fr-FR" sz="2800" dirty="0"/>
              <a:t> fa na dia </a:t>
            </a:r>
            <a:r>
              <a:rPr lang="fr-FR" sz="2800" dirty="0" err="1"/>
              <a:t>mifindra</a:t>
            </a:r>
            <a:r>
              <a:rPr lang="fr-FR" sz="2800" dirty="0"/>
              <a:t> </a:t>
            </a:r>
            <a:r>
              <a:rPr lang="fr-FR" sz="2800" dirty="0" err="1"/>
              <a:t>monina</a:t>
            </a:r>
            <a:r>
              <a:rPr lang="fr-FR" sz="2800" dirty="0"/>
              <a:t> </a:t>
            </a:r>
            <a:r>
              <a:rPr lang="fr-FR" sz="2800" dirty="0" err="1"/>
              <a:t>vokatry</a:t>
            </a:r>
            <a:r>
              <a:rPr lang="fr-FR" sz="2800" dirty="0"/>
              <a:t> </a:t>
            </a:r>
            <a:r>
              <a:rPr lang="fr-FR" sz="2800" dirty="0" err="1"/>
              <a:t>ny</a:t>
            </a:r>
            <a:r>
              <a:rPr lang="fr-FR" sz="2800" dirty="0"/>
              <a:t> </a:t>
            </a:r>
            <a:r>
              <a:rPr lang="fr-FR" sz="2800" dirty="0" err="1"/>
              <a:t>ady</a:t>
            </a:r>
            <a:r>
              <a:rPr lang="fr-FR" sz="2800" dirty="0"/>
              <a:t> </a:t>
            </a:r>
            <a:r>
              <a:rPr lang="fr-FR" sz="2800" dirty="0" err="1"/>
              <a:t>sy</a:t>
            </a:r>
            <a:r>
              <a:rPr lang="fr-FR" sz="2800" dirty="0"/>
              <a:t> </a:t>
            </a:r>
            <a:r>
              <a:rPr lang="fr-FR" sz="2800" dirty="0" err="1"/>
              <a:t>ny</a:t>
            </a:r>
            <a:r>
              <a:rPr lang="fr-FR" sz="2800" dirty="0"/>
              <a:t> </a:t>
            </a:r>
            <a:r>
              <a:rPr lang="fr-FR" sz="2800" dirty="0" err="1"/>
              <a:t>faharatsiana</a:t>
            </a:r>
            <a:r>
              <a:rPr lang="fr-FR" sz="2800" dirty="0"/>
              <a:t> </a:t>
            </a:r>
            <a:r>
              <a:rPr lang="fr-FR" sz="2800" dirty="0" err="1"/>
              <a:t>hafa</a:t>
            </a:r>
            <a:r>
              <a:rPr lang="fr-FR" sz="2800" dirty="0"/>
              <a:t> </a:t>
            </a:r>
            <a:r>
              <a:rPr lang="fr-FR" sz="2800" dirty="0" err="1"/>
              <a:t>aza</a:t>
            </a:r>
            <a:r>
              <a:rPr lang="fr-FR" sz="2800" dirty="0"/>
              <a:t> </a:t>
            </a:r>
            <a:r>
              <a:rPr lang="fr-FR" sz="2800" dirty="0" err="1"/>
              <a:t>izy</a:t>
            </a:r>
            <a:r>
              <a:rPr lang="fr-FR" sz="2800" dirty="0"/>
              <a:t> </a:t>
            </a:r>
            <a:r>
              <a:rPr lang="fr-FR" sz="2800" dirty="0" err="1"/>
              <a:t>ireo</a:t>
            </a:r>
            <a:r>
              <a:rPr lang="fr-FR" sz="2800" dirty="0"/>
              <a:t>, dia </a:t>
            </a:r>
            <a:r>
              <a:rPr lang="fr-FR" sz="2800" dirty="0" err="1"/>
              <a:t>avelan'Andriamanitra</a:t>
            </a:r>
            <a:r>
              <a:rPr lang="fr-FR" sz="2800" dirty="0"/>
              <a:t> </a:t>
            </a:r>
            <a:r>
              <a:rPr lang="fr-FR" sz="2800" dirty="0" err="1"/>
              <a:t>mandeha</a:t>
            </a:r>
            <a:r>
              <a:rPr lang="fr-FR" sz="2800" dirty="0"/>
              <a:t> </a:t>
            </a:r>
            <a:r>
              <a:rPr lang="fr-FR" sz="2800" dirty="0" err="1"/>
              <a:t>any</a:t>
            </a:r>
            <a:r>
              <a:rPr lang="fr-FR" sz="2800" dirty="0"/>
              <a:t> </a:t>
            </a:r>
            <a:r>
              <a:rPr lang="fr-FR" sz="2800" dirty="0" err="1"/>
              <a:t>amin'ny</a:t>
            </a:r>
            <a:r>
              <a:rPr lang="fr-FR" sz="2800" dirty="0"/>
              <a:t> </a:t>
            </a:r>
            <a:r>
              <a:rPr lang="fr-FR" sz="2800" dirty="0" err="1"/>
              <a:t>tanin'ny</a:t>
            </a:r>
            <a:r>
              <a:rPr lang="fr-FR" sz="2800" dirty="0"/>
              <a:t> </a:t>
            </a:r>
            <a:r>
              <a:rPr lang="fr-FR" sz="2800" dirty="0" err="1"/>
              <a:t>Kristiana</a:t>
            </a:r>
            <a:r>
              <a:rPr lang="fr-FR" sz="2800" dirty="0"/>
              <a:t>, </a:t>
            </a:r>
            <a:r>
              <a:rPr lang="fr-FR" sz="2800" dirty="0" err="1"/>
              <a:t>mba</a:t>
            </a:r>
            <a:r>
              <a:rPr lang="fr-FR" sz="2800" dirty="0"/>
              <a:t> </a:t>
            </a:r>
            <a:r>
              <a:rPr lang="fr-FR" sz="2800" dirty="0" err="1"/>
              <a:t>ahazoan'izy</a:t>
            </a:r>
            <a:r>
              <a:rPr lang="fr-FR" sz="2800" dirty="0"/>
              <a:t> </a:t>
            </a:r>
            <a:r>
              <a:rPr lang="fr-FR" sz="2800" dirty="0" err="1"/>
              <a:t>ireo</a:t>
            </a:r>
            <a:r>
              <a:rPr lang="fr-FR" sz="2800" dirty="0"/>
              <a:t> </a:t>
            </a:r>
            <a:r>
              <a:rPr lang="fr-FR" sz="2800" dirty="0" err="1"/>
              <a:t>tombotsoa</a:t>
            </a:r>
            <a:r>
              <a:rPr lang="fr-FR" sz="2800" dirty="0"/>
              <a:t> </a:t>
            </a:r>
            <a:r>
              <a:rPr lang="fr-FR" sz="2800" dirty="0" err="1"/>
              <a:t>amin'ny</a:t>
            </a:r>
            <a:r>
              <a:rPr lang="fr-FR" sz="2800" dirty="0"/>
              <a:t> </a:t>
            </a:r>
            <a:r>
              <a:rPr lang="fr-FR" sz="2800" dirty="0" err="1"/>
              <a:t>fandrenesana</a:t>
            </a:r>
            <a:r>
              <a:rPr lang="fr-FR" sz="2800" dirty="0"/>
              <a:t> </a:t>
            </a:r>
            <a:r>
              <a:rPr lang="fr-FR" sz="2800" dirty="0" err="1"/>
              <a:t>ny</a:t>
            </a:r>
            <a:r>
              <a:rPr lang="fr-FR" sz="2800" dirty="0"/>
              <a:t> </a:t>
            </a:r>
            <a:r>
              <a:rPr lang="fr-FR" sz="2800" dirty="0" err="1"/>
              <a:t>Filazantsara</a:t>
            </a:r>
            <a:r>
              <a:rPr lang="fr-FR" sz="2800" dirty="0"/>
              <a:t>. </a:t>
            </a:r>
            <a:r>
              <a:rPr lang="fr-FR" sz="2800" dirty="0" err="1"/>
              <a:t>Toa</a:t>
            </a:r>
            <a:r>
              <a:rPr lang="fr-FR" sz="2800" dirty="0"/>
              <a:t> </a:t>
            </a:r>
            <a:r>
              <a:rPr lang="fr-FR" sz="2800" dirty="0" err="1"/>
              <a:t>mahavariana</a:t>
            </a:r>
            <a:r>
              <a:rPr lang="fr-FR" sz="2800" dirty="0"/>
              <a:t> </a:t>
            </a:r>
            <a:r>
              <a:rPr lang="fr-FR" sz="2800" dirty="0" err="1"/>
              <a:t>anefa</a:t>
            </a:r>
            <a:r>
              <a:rPr lang="fr-FR" sz="2800" dirty="0"/>
              <a:t> fa </a:t>
            </a:r>
            <a:r>
              <a:rPr lang="fr-FR" sz="2800" dirty="0" err="1"/>
              <a:t>tsy</a:t>
            </a:r>
            <a:r>
              <a:rPr lang="fr-FR" sz="2800" dirty="0"/>
              <a:t> </a:t>
            </a:r>
            <a:r>
              <a:rPr lang="fr-FR" sz="2800" dirty="0" err="1"/>
              <a:t>mizara</a:t>
            </a:r>
            <a:r>
              <a:rPr lang="fr-FR" sz="2800" dirty="0"/>
              <a:t> </a:t>
            </a:r>
            <a:r>
              <a:rPr lang="fr-FR" sz="2800" dirty="0" err="1"/>
              <a:t>ilay</a:t>
            </a:r>
            <a:r>
              <a:rPr lang="fr-FR" sz="2800" dirty="0"/>
              <a:t> </a:t>
            </a:r>
            <a:r>
              <a:rPr lang="fr-FR" sz="2800" dirty="0" err="1"/>
              <a:t>hafatra</a:t>
            </a:r>
            <a:r>
              <a:rPr lang="fr-FR" sz="2800" dirty="0"/>
              <a:t> </a:t>
            </a:r>
            <a:r>
              <a:rPr lang="fr-FR" sz="2800" dirty="0" err="1"/>
              <a:t>akory</a:t>
            </a:r>
            <a:r>
              <a:rPr lang="fr-FR" sz="2800" dirty="0"/>
              <a:t> </a:t>
            </a:r>
            <a:r>
              <a:rPr lang="fr-FR" sz="2800" dirty="0" err="1"/>
              <a:t>ireo</a:t>
            </a:r>
            <a:r>
              <a:rPr lang="fr-FR" sz="2800" dirty="0"/>
              <a:t> </a:t>
            </a:r>
            <a:r>
              <a:rPr lang="fr-FR" sz="2800" dirty="0" err="1"/>
              <a:t>izay</a:t>
            </a:r>
            <a:r>
              <a:rPr lang="fr-FR" sz="2800" dirty="0"/>
              <a:t> </a:t>
            </a:r>
            <a:r>
              <a:rPr lang="fr-FR" sz="2800" dirty="0" err="1"/>
              <a:t>tokony</a:t>
            </a:r>
            <a:r>
              <a:rPr lang="fr-FR" sz="2800" dirty="0"/>
              <a:t> </a:t>
            </a:r>
            <a:r>
              <a:rPr lang="fr-FR" sz="2800" dirty="0" err="1"/>
              <a:t>hizara</a:t>
            </a:r>
            <a:r>
              <a:rPr lang="fr-FR" sz="2800" dirty="0"/>
              <a:t> </a:t>
            </a:r>
            <a:r>
              <a:rPr lang="fr-FR" sz="2800" dirty="0" err="1"/>
              <a:t>ilay</a:t>
            </a:r>
            <a:r>
              <a:rPr lang="fr-FR" sz="2800" dirty="0"/>
              <a:t> </a:t>
            </a:r>
            <a:r>
              <a:rPr lang="fr-FR" sz="2800" dirty="0" err="1"/>
              <a:t>hafatra</a:t>
            </a:r>
            <a:r>
              <a:rPr lang="fr-FR" sz="2800" dirty="0"/>
              <a:t>, fa </a:t>
            </a:r>
            <a:r>
              <a:rPr lang="fr-FR" sz="2800" dirty="0" err="1"/>
              <a:t>lasa</a:t>
            </a:r>
            <a:r>
              <a:rPr lang="fr-FR" sz="2800" dirty="0"/>
              <a:t> </a:t>
            </a:r>
            <a:r>
              <a:rPr lang="fr-FR" sz="2800" dirty="0" err="1"/>
              <a:t>natahotra</a:t>
            </a:r>
            <a:r>
              <a:rPr lang="fr-FR" sz="2800" dirty="0"/>
              <a:t> </a:t>
            </a:r>
            <a:r>
              <a:rPr lang="fr-FR" sz="2800" dirty="0" err="1"/>
              <a:t>azy</a:t>
            </a:r>
            <a:r>
              <a:rPr lang="fr-FR" sz="2800" dirty="0"/>
              <a:t> </a:t>
            </a:r>
            <a:r>
              <a:rPr lang="fr-FR" sz="2800" dirty="0" err="1"/>
              <a:t>ireo</a:t>
            </a:r>
            <a:r>
              <a:rPr lang="fr-FR" sz="2800" dirty="0"/>
              <a:t> </a:t>
            </a:r>
            <a:r>
              <a:rPr lang="fr-FR" sz="2800" dirty="0" err="1"/>
              <a:t>indray</a:t>
            </a:r>
            <a:r>
              <a:rPr lang="fr-FR" sz="2800" dirty="0"/>
              <a:t>. Ahoana </a:t>
            </a:r>
            <a:r>
              <a:rPr lang="fr-FR" sz="2800" dirty="0" err="1"/>
              <a:t>moa</a:t>
            </a:r>
            <a:r>
              <a:rPr lang="fr-FR" sz="2800" dirty="0"/>
              <a:t> no </a:t>
            </a:r>
            <a:r>
              <a:rPr lang="fr-FR" sz="2800" dirty="0" err="1"/>
              <a:t>fomba</a:t>
            </a:r>
            <a:r>
              <a:rPr lang="fr-FR" sz="2800" dirty="0"/>
              <a:t> </a:t>
            </a:r>
            <a:r>
              <a:rPr lang="fr-FR" sz="2800" dirty="0" err="1"/>
              <a:t>handrenesan’izy</a:t>
            </a:r>
            <a:r>
              <a:rPr lang="fr-FR" sz="2800" dirty="0"/>
              <a:t> </a:t>
            </a:r>
            <a:r>
              <a:rPr lang="fr-FR" sz="2800" dirty="0" err="1"/>
              <a:t>ireo</a:t>
            </a:r>
            <a:r>
              <a:rPr lang="fr-FR" sz="2800" dirty="0"/>
              <a:t> </a:t>
            </a:r>
            <a:r>
              <a:rPr lang="fr-FR" sz="2800" dirty="0" err="1"/>
              <a:t>raha</a:t>
            </a:r>
            <a:r>
              <a:rPr lang="fr-FR" sz="2800" dirty="0"/>
              <a:t> </a:t>
            </a:r>
            <a:r>
              <a:rPr lang="fr-FR" sz="2800" dirty="0" err="1"/>
              <a:t>toa</a:t>
            </a:r>
            <a:r>
              <a:rPr lang="fr-FR" sz="2800" dirty="0"/>
              <a:t> ka </a:t>
            </a:r>
            <a:r>
              <a:rPr lang="fr-FR" sz="2800" dirty="0" err="1"/>
              <a:t>tsy</a:t>
            </a:r>
            <a:r>
              <a:rPr lang="fr-FR" sz="2800" dirty="0"/>
              <a:t> </a:t>
            </a:r>
            <a:r>
              <a:rPr lang="fr-FR" sz="2800" dirty="0" err="1"/>
              <a:t>hisy</a:t>
            </a:r>
            <a:r>
              <a:rPr lang="fr-FR" sz="2800" dirty="0"/>
              <a:t> </a:t>
            </a:r>
            <a:r>
              <a:rPr lang="fr-FR" sz="2800" dirty="0" err="1"/>
              <a:t>olona</a:t>
            </a:r>
            <a:r>
              <a:rPr lang="fr-FR" sz="2800" dirty="0"/>
              <a:t> </a:t>
            </a:r>
            <a:r>
              <a:rPr lang="fr-FR" sz="2800" dirty="0" err="1"/>
              <a:t>hilaza</a:t>
            </a:r>
            <a:r>
              <a:rPr lang="fr-FR" sz="2800" dirty="0"/>
              <a:t> </a:t>
            </a:r>
            <a:r>
              <a:rPr lang="fr-FR" sz="2800" dirty="0" err="1"/>
              <a:t>aminy</a:t>
            </a:r>
            <a:r>
              <a:rPr lang="fr-FR" sz="2800" dirty="0"/>
              <a:t>?</a:t>
            </a:r>
          </a:p>
        </p:txBody>
      </p:sp>
    </p:spTree>
    <p:extLst>
      <p:ext uri="{BB962C8B-B14F-4D97-AF65-F5344CB8AC3E}">
        <p14:creationId xmlns:p14="http://schemas.microsoft.com/office/powerpoint/2010/main" val="1847690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304797"/>
            <a:ext cx="9905998" cy="1473633"/>
          </a:xfrm>
        </p:spPr>
        <p:txBody>
          <a:bodyPr/>
          <a:lstStyle/>
          <a:p>
            <a:r>
              <a:rPr lang="fr-FR" dirty="0">
                <a:latin typeface="Arial Black" panose="020B0A04020102020204" pitchFamily="34" charset="0"/>
              </a:rPr>
              <a:t>Ny </a:t>
            </a:r>
            <a:r>
              <a:rPr lang="fr-FR" dirty="0" err="1">
                <a:latin typeface="Arial Black" panose="020B0A04020102020204" pitchFamily="34" charset="0"/>
              </a:rPr>
              <a:t>Zanak'Isimaela</a:t>
            </a:r>
            <a:r>
              <a:rPr lang="fr-FR" dirty="0">
                <a:latin typeface="Arial Black" panose="020B0A04020102020204" pitchFamily="34" charset="0"/>
              </a:rPr>
              <a:t> </a:t>
            </a:r>
            <a:r>
              <a:rPr lang="fr-FR" dirty="0" err="1">
                <a:latin typeface="Arial Black" panose="020B0A04020102020204" pitchFamily="34" charset="0"/>
              </a:rPr>
              <a:t>alohan'ny</a:t>
            </a:r>
            <a:r>
              <a:rPr lang="fr-FR" dirty="0">
                <a:latin typeface="Arial Black" panose="020B0A04020102020204" pitchFamily="34" charset="0"/>
              </a:rPr>
              <a:t> </a:t>
            </a:r>
            <a:r>
              <a:rPr lang="fr-FR" dirty="0" err="1">
                <a:latin typeface="Arial Black" panose="020B0A04020102020204" pitchFamily="34" charset="0"/>
              </a:rPr>
              <a:t>Fihavian'i</a:t>
            </a:r>
            <a:r>
              <a:rPr lang="fr-FR" dirty="0">
                <a:latin typeface="Arial Black" panose="020B0A04020102020204" pitchFamily="34" charset="0"/>
              </a:rPr>
              <a:t> </a:t>
            </a:r>
            <a:r>
              <a:rPr lang="fr-FR" dirty="0" err="1">
                <a:latin typeface="Arial Black" panose="020B0A04020102020204" pitchFamily="34" charset="0"/>
              </a:rPr>
              <a:t>Jesosy</a:t>
            </a:r>
            <a:r>
              <a:rPr lang="fr-FR" dirty="0">
                <a:latin typeface="Arial Black" panose="020B0A04020102020204" pitchFamily="34" charset="0"/>
              </a:rPr>
              <a:t> </a:t>
            </a:r>
            <a:r>
              <a:rPr lang="fr-FR" dirty="0" err="1">
                <a:latin typeface="Arial Black" panose="020B0A04020102020204" pitchFamily="34" charset="0"/>
              </a:rPr>
              <a:t>Fanindroany</a:t>
            </a:r>
            <a:endParaRPr lang="fr-FR" dirty="0">
              <a:latin typeface="Arial Black" panose="020B0A04020102020204" pitchFamily="34" charset="0"/>
            </a:endParaRPr>
          </a:p>
        </p:txBody>
      </p:sp>
      <p:sp>
        <p:nvSpPr>
          <p:cNvPr id="3" name="Espace réservé du contenu 2"/>
          <p:cNvSpPr>
            <a:spLocks noGrp="1"/>
          </p:cNvSpPr>
          <p:nvPr>
            <p:ph idx="1"/>
          </p:nvPr>
        </p:nvSpPr>
        <p:spPr>
          <a:xfrm>
            <a:off x="352698" y="1828800"/>
            <a:ext cx="11839302" cy="5029199"/>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fr-FR" sz="3600" dirty="0" err="1"/>
              <a:t>Mitohy</a:t>
            </a:r>
            <a:r>
              <a:rPr lang="fr-FR" sz="3600" dirty="0"/>
              <a:t> </a:t>
            </a:r>
            <a:r>
              <a:rPr lang="fr-FR" sz="3600" dirty="0" err="1"/>
              <a:t>ihany</a:t>
            </a:r>
            <a:r>
              <a:rPr lang="fr-FR" sz="3600" dirty="0"/>
              <a:t> </a:t>
            </a:r>
            <a:r>
              <a:rPr lang="fr-FR" sz="3600" dirty="0" err="1"/>
              <a:t>ilay</a:t>
            </a:r>
            <a:r>
              <a:rPr lang="fr-FR" sz="3600" dirty="0"/>
              <a:t> </a:t>
            </a:r>
            <a:r>
              <a:rPr lang="fr-FR" sz="3600" dirty="0" err="1"/>
              <a:t>andininy</a:t>
            </a:r>
            <a:r>
              <a:rPr lang="fr-FR" sz="3600" dirty="0"/>
              <a:t> </a:t>
            </a:r>
            <a:r>
              <a:rPr lang="fr-FR" sz="3600" dirty="0" err="1"/>
              <a:t>ary</a:t>
            </a:r>
            <a:r>
              <a:rPr lang="fr-FR" sz="3600" dirty="0"/>
              <a:t> </a:t>
            </a:r>
            <a:r>
              <a:rPr lang="fr-FR" sz="3600" dirty="0" err="1"/>
              <a:t>milaza</a:t>
            </a:r>
            <a:r>
              <a:rPr lang="fr-FR" sz="3600" dirty="0"/>
              <a:t> fa “</a:t>
            </a:r>
            <a:r>
              <a:rPr lang="fr-FR" sz="3600" dirty="0" err="1"/>
              <a:t>hiakatra</a:t>
            </a:r>
            <a:r>
              <a:rPr lang="fr-FR" sz="3600" dirty="0"/>
              <a:t> </a:t>
            </a:r>
            <a:r>
              <a:rPr lang="fr-FR" sz="3600" dirty="0" err="1"/>
              <a:t>amin’ny</a:t>
            </a:r>
            <a:r>
              <a:rPr lang="fr-FR" sz="3600" dirty="0"/>
              <a:t> </a:t>
            </a:r>
            <a:r>
              <a:rPr lang="fr-FR" sz="3600" dirty="0" err="1"/>
              <a:t>fankasitrahana</a:t>
            </a:r>
            <a:r>
              <a:rPr lang="fr-FR" sz="3600" dirty="0"/>
              <a:t> ho </a:t>
            </a:r>
            <a:r>
              <a:rPr lang="fr-FR" sz="3600" dirty="0" err="1"/>
              <a:t>eo</a:t>
            </a:r>
            <a:r>
              <a:rPr lang="fr-FR" sz="3600" dirty="0"/>
              <a:t> </a:t>
            </a:r>
            <a:r>
              <a:rPr lang="fr-FR" sz="3600" dirty="0" err="1"/>
              <a:t>ambonin’ny</a:t>
            </a:r>
            <a:r>
              <a:rPr lang="fr-FR" sz="3600" dirty="0"/>
              <a:t> </a:t>
            </a:r>
            <a:r>
              <a:rPr lang="fr-FR" sz="3600" dirty="0" err="1"/>
              <a:t>alitarako</a:t>
            </a:r>
            <a:r>
              <a:rPr lang="fr-FR" sz="3600" dirty="0"/>
              <a:t> </a:t>
            </a:r>
            <a:r>
              <a:rPr lang="fr-FR" sz="3600" dirty="0" err="1"/>
              <a:t>ireo</a:t>
            </a:r>
            <a:r>
              <a:rPr lang="fr-FR" sz="3600" dirty="0"/>
              <a:t>, </a:t>
            </a:r>
            <a:r>
              <a:rPr lang="fr-FR" sz="3600" dirty="0" err="1"/>
              <a:t>ary</a:t>
            </a:r>
            <a:r>
              <a:rPr lang="fr-FR" sz="3600" dirty="0"/>
              <a:t> </a:t>
            </a:r>
            <a:r>
              <a:rPr lang="fr-FR" sz="3600" dirty="0" err="1"/>
              <a:t>hataoko</a:t>
            </a:r>
            <a:r>
              <a:rPr lang="fr-FR" sz="3600" dirty="0"/>
              <a:t> </a:t>
            </a:r>
            <a:r>
              <a:rPr lang="fr-FR" sz="3600" dirty="0" err="1"/>
              <a:t>be</a:t>
            </a:r>
            <a:r>
              <a:rPr lang="fr-FR" sz="3600" dirty="0"/>
              <a:t> </a:t>
            </a:r>
            <a:r>
              <a:rPr lang="fr-FR" sz="3600" dirty="0" err="1"/>
              <a:t>voninahitra</a:t>
            </a:r>
            <a:r>
              <a:rPr lang="fr-FR" sz="3600" dirty="0"/>
              <a:t> </a:t>
            </a:r>
            <a:r>
              <a:rPr lang="fr-FR" sz="3600" dirty="0" err="1"/>
              <a:t>ny</a:t>
            </a:r>
            <a:r>
              <a:rPr lang="fr-FR" sz="3600" dirty="0"/>
              <a:t> </a:t>
            </a:r>
            <a:r>
              <a:rPr lang="fr-FR" sz="3600" dirty="0" err="1"/>
              <a:t>tranon’ny</a:t>
            </a:r>
            <a:r>
              <a:rPr lang="fr-FR" sz="3600" dirty="0"/>
              <a:t> </a:t>
            </a:r>
            <a:r>
              <a:rPr lang="fr-FR" sz="3600" dirty="0" err="1"/>
              <a:t>voninahitro</a:t>
            </a:r>
            <a:r>
              <a:rPr lang="fr-FR" sz="3600" dirty="0"/>
              <a:t>.” Ho </a:t>
            </a:r>
            <a:r>
              <a:rPr lang="fr-FR" sz="3600" dirty="0" err="1"/>
              <a:t>aiza</a:t>
            </a:r>
            <a:r>
              <a:rPr lang="fr-FR" sz="3600" dirty="0"/>
              <a:t> </a:t>
            </a:r>
            <a:r>
              <a:rPr lang="fr-FR" sz="3600" dirty="0" err="1"/>
              <a:t>ireo</a:t>
            </a:r>
            <a:r>
              <a:rPr lang="fr-FR" sz="3600" dirty="0"/>
              <a:t> </a:t>
            </a:r>
            <a:r>
              <a:rPr lang="fr-FR" sz="3600" dirty="0" err="1"/>
              <a:t>zanak’Isimaela</a:t>
            </a:r>
            <a:r>
              <a:rPr lang="fr-FR" sz="3600" dirty="0"/>
              <a:t> </a:t>
            </a:r>
            <a:r>
              <a:rPr lang="fr-FR" sz="3600" dirty="0" err="1"/>
              <a:t>ireo</a:t>
            </a:r>
            <a:r>
              <a:rPr lang="fr-FR" sz="3600" dirty="0"/>
              <a:t>? Ho </a:t>
            </a:r>
            <a:r>
              <a:rPr lang="fr-FR" sz="3600" dirty="0" err="1"/>
              <a:t>ao</a:t>
            </a:r>
            <a:r>
              <a:rPr lang="fr-FR" sz="3600" dirty="0"/>
              <a:t> an-</a:t>
            </a:r>
            <a:r>
              <a:rPr lang="fr-FR" sz="3600" dirty="0" err="1"/>
              <a:t>tranon’Andriamanitra</a:t>
            </a:r>
            <a:r>
              <a:rPr lang="fr-FR" sz="3600" dirty="0"/>
              <a:t>. Rehefa </a:t>
            </a:r>
            <a:r>
              <a:rPr lang="fr-FR" sz="3600" dirty="0" err="1"/>
              <a:t>izany</a:t>
            </a:r>
            <a:r>
              <a:rPr lang="fr-FR" sz="3600" dirty="0"/>
              <a:t> dia </a:t>
            </a:r>
            <a:r>
              <a:rPr lang="fr-FR" sz="3600" dirty="0" err="1"/>
              <a:t>ataon’Andriamanitra</a:t>
            </a:r>
            <a:r>
              <a:rPr lang="fr-FR" sz="3600" dirty="0"/>
              <a:t> </a:t>
            </a:r>
            <a:r>
              <a:rPr lang="fr-FR" sz="3600" dirty="0" err="1"/>
              <a:t>be</a:t>
            </a:r>
            <a:r>
              <a:rPr lang="fr-FR" sz="3600" dirty="0"/>
              <a:t> </a:t>
            </a:r>
            <a:r>
              <a:rPr lang="fr-FR" sz="3600" dirty="0" err="1"/>
              <a:t>voninahitra</a:t>
            </a:r>
            <a:r>
              <a:rPr lang="fr-FR" sz="3600" dirty="0"/>
              <a:t> </a:t>
            </a:r>
            <a:r>
              <a:rPr lang="fr-FR" sz="3600" dirty="0" err="1"/>
              <a:t>ny</a:t>
            </a:r>
            <a:r>
              <a:rPr lang="fr-FR" sz="3600" dirty="0"/>
              <a:t> </a:t>
            </a:r>
            <a:r>
              <a:rPr lang="fr-FR" sz="3600" dirty="0" err="1"/>
              <a:t>tranon’ny</a:t>
            </a:r>
            <a:r>
              <a:rPr lang="fr-FR" sz="3600" dirty="0"/>
              <a:t> </a:t>
            </a:r>
            <a:r>
              <a:rPr lang="fr-FR" sz="3600" dirty="0" err="1"/>
              <a:t>voninahiny</a:t>
            </a:r>
            <a:r>
              <a:rPr lang="fr-FR" sz="3600" dirty="0"/>
              <a:t>. </a:t>
            </a:r>
            <a:r>
              <a:rPr lang="fr-FR" sz="3600" dirty="0" err="1"/>
              <a:t>Miandry</a:t>
            </a:r>
            <a:r>
              <a:rPr lang="fr-FR" sz="3600" dirty="0"/>
              <a:t> </a:t>
            </a:r>
            <a:r>
              <a:rPr lang="fr-FR" sz="3600" dirty="0" err="1"/>
              <a:t>ny</a:t>
            </a:r>
            <a:r>
              <a:rPr lang="fr-FR" sz="3600" dirty="0"/>
              <a:t> </a:t>
            </a:r>
            <a:r>
              <a:rPr lang="fr-FR" sz="3600" dirty="0" err="1"/>
              <a:t>zanak’Isimaela</a:t>
            </a:r>
            <a:r>
              <a:rPr lang="fr-FR" sz="3600" dirty="0"/>
              <a:t> ho </a:t>
            </a:r>
            <a:r>
              <a:rPr lang="fr-FR" sz="3600" dirty="0" err="1"/>
              <a:t>ao</a:t>
            </a:r>
            <a:r>
              <a:rPr lang="fr-FR" sz="3600" dirty="0"/>
              <a:t> an-</a:t>
            </a:r>
            <a:r>
              <a:rPr lang="fr-FR" sz="3600" dirty="0" err="1"/>
              <a:t>tranony</a:t>
            </a:r>
            <a:r>
              <a:rPr lang="fr-FR" sz="3600" dirty="0"/>
              <a:t>, </a:t>
            </a:r>
            <a:r>
              <a:rPr lang="fr-FR" sz="3600" dirty="0" err="1"/>
              <a:t>Andriamanitra</a:t>
            </a:r>
            <a:r>
              <a:rPr lang="fr-FR" sz="3600" dirty="0"/>
              <a:t>. </a:t>
            </a:r>
          </a:p>
        </p:txBody>
      </p:sp>
    </p:spTree>
    <p:extLst>
      <p:ext uri="{BB962C8B-B14F-4D97-AF65-F5344CB8AC3E}">
        <p14:creationId xmlns:p14="http://schemas.microsoft.com/office/powerpoint/2010/main" val="3522269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7FBDDCEE-6261-0643-B13A-D2AB680B7F56}"/>
              </a:ext>
            </a:extLst>
          </p:cNvPr>
          <p:cNvSpPr>
            <a:spLocks noGrp="1" noChangeArrowheads="1"/>
          </p:cNvSpPr>
          <p:nvPr>
            <p:ph type="body" idx="1"/>
          </p:nvPr>
        </p:nvSpPr>
        <p:spPr>
          <a:xfrm>
            <a:off x="1600200" y="1295400"/>
            <a:ext cx="3124200" cy="1371600"/>
          </a:xfrm>
          <a:solidFill>
            <a:schemeClr val="accent1"/>
          </a:solidFill>
          <a:extLst/>
        </p:spPr>
        <p:txBody>
          <a:bodyPr/>
          <a:lstStyle/>
          <a:p>
            <a:pPr algn="ctr">
              <a:lnSpc>
                <a:spcPct val="80000"/>
              </a:lnSpc>
              <a:buFont typeface="Monotype Sorts" charset="0"/>
              <a:buNone/>
              <a:defRPr/>
            </a:pPr>
            <a:r>
              <a:rPr lang="en-US" sz="2800"/>
              <a:t>JOSEPH</a:t>
            </a:r>
          </a:p>
          <a:p>
            <a:pPr algn="ctr">
              <a:lnSpc>
                <a:spcPct val="60000"/>
              </a:lnSpc>
              <a:buFont typeface="Monotype Sorts" charset="0"/>
              <a:buNone/>
              <a:defRPr/>
            </a:pPr>
            <a:r>
              <a:rPr lang="en-US" sz="2800"/>
              <a:t>Son of Jacob</a:t>
            </a:r>
          </a:p>
          <a:p>
            <a:pPr algn="ctr">
              <a:lnSpc>
                <a:spcPct val="60000"/>
              </a:lnSpc>
              <a:buFont typeface="Monotype Sorts" charset="0"/>
              <a:buNone/>
              <a:defRPr/>
            </a:pPr>
            <a:r>
              <a:rPr lang="en-US" sz="2800"/>
              <a:t>(son of Isaac)</a:t>
            </a:r>
          </a:p>
        </p:txBody>
      </p:sp>
      <p:sp>
        <p:nvSpPr>
          <p:cNvPr id="18434" name="Rectangle 5">
            <a:extLst>
              <a:ext uri="{FF2B5EF4-FFF2-40B4-BE49-F238E27FC236}">
                <a16:creationId xmlns:a16="http://schemas.microsoft.com/office/drawing/2014/main" id="{5CCD6E21-DA5E-3B40-98C6-BCF7085E518A}"/>
              </a:ext>
            </a:extLst>
          </p:cNvPr>
          <p:cNvSpPr>
            <a:spLocks noChangeArrowheads="1"/>
          </p:cNvSpPr>
          <p:nvPr/>
        </p:nvSpPr>
        <p:spPr bwMode="auto">
          <a:xfrm>
            <a:off x="7543800" y="1295400"/>
            <a:ext cx="3117850" cy="17526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700"/>
              <a:t>ISHMAELITES &amp; </a:t>
            </a:r>
          </a:p>
          <a:p>
            <a:pPr algn="ctr"/>
            <a:r>
              <a:rPr lang="en-US" altLang="en-US" sz="2700"/>
              <a:t>MIDIANITES</a:t>
            </a:r>
          </a:p>
          <a:p>
            <a:pPr algn="ctr"/>
            <a:r>
              <a:rPr lang="en-US" altLang="en-US" sz="2700"/>
              <a:t>(through Keturah)</a:t>
            </a:r>
          </a:p>
          <a:p>
            <a:pPr algn="ctr"/>
            <a:r>
              <a:rPr lang="en-US" altLang="en-US" sz="2700"/>
              <a:t>Gen. 25:2</a:t>
            </a:r>
          </a:p>
        </p:txBody>
      </p:sp>
      <p:sp>
        <p:nvSpPr>
          <p:cNvPr id="18435" name="Text Box 6">
            <a:extLst>
              <a:ext uri="{FF2B5EF4-FFF2-40B4-BE49-F238E27FC236}">
                <a16:creationId xmlns:a16="http://schemas.microsoft.com/office/drawing/2014/main" id="{61016ACE-94C1-E44F-ACAD-5EDDCBC74E3E}"/>
              </a:ext>
            </a:extLst>
          </p:cNvPr>
          <p:cNvSpPr txBox="1">
            <a:spLocks noChangeArrowheads="1"/>
          </p:cNvSpPr>
          <p:nvPr/>
        </p:nvSpPr>
        <p:spPr bwMode="auto">
          <a:xfrm>
            <a:off x="4800600" y="1365251"/>
            <a:ext cx="2324100" cy="1457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0"/>
              </a:spcBef>
              <a:buClrTx/>
              <a:buSzTx/>
              <a:buFontTx/>
              <a:buNone/>
            </a:pPr>
            <a:r>
              <a:rPr lang="en-US" altLang="en-US" sz="2800">
                <a:solidFill>
                  <a:schemeClr val="tx2"/>
                </a:solidFill>
              </a:rPr>
              <a:t>Joseph rescued</a:t>
            </a:r>
          </a:p>
          <a:p>
            <a:pPr algn="ctr">
              <a:lnSpc>
                <a:spcPct val="80000"/>
              </a:lnSpc>
              <a:spcBef>
                <a:spcPct val="0"/>
              </a:spcBef>
              <a:buClrTx/>
              <a:buSzTx/>
              <a:buFontTx/>
              <a:buNone/>
            </a:pPr>
            <a:r>
              <a:rPr lang="en-US" altLang="en-US" sz="2800">
                <a:solidFill>
                  <a:schemeClr val="tx2"/>
                </a:solidFill>
              </a:rPr>
              <a:t>by Ishmaelites</a:t>
            </a:r>
          </a:p>
          <a:p>
            <a:pPr algn="ctr">
              <a:lnSpc>
                <a:spcPct val="80000"/>
              </a:lnSpc>
              <a:spcBef>
                <a:spcPct val="0"/>
              </a:spcBef>
              <a:buClrTx/>
              <a:buSzTx/>
              <a:buFontTx/>
              <a:buNone/>
            </a:pPr>
            <a:r>
              <a:rPr lang="en-US" altLang="en-US" sz="2800">
                <a:solidFill>
                  <a:schemeClr val="tx2"/>
                </a:solidFill>
              </a:rPr>
              <a:t>&amp; Midianites</a:t>
            </a:r>
          </a:p>
          <a:p>
            <a:pPr algn="ctr">
              <a:lnSpc>
                <a:spcPct val="80000"/>
              </a:lnSpc>
              <a:spcBef>
                <a:spcPct val="0"/>
              </a:spcBef>
              <a:buClrTx/>
              <a:buSzTx/>
              <a:buFontTx/>
              <a:buNone/>
            </a:pPr>
            <a:r>
              <a:rPr lang="en-US" altLang="en-US" sz="2800">
                <a:solidFill>
                  <a:schemeClr val="tx2"/>
                </a:solidFill>
              </a:rPr>
              <a:t>Genesis 37</a:t>
            </a:r>
          </a:p>
        </p:txBody>
      </p:sp>
      <p:sp>
        <p:nvSpPr>
          <p:cNvPr id="18436" name="Rectangle 11">
            <a:extLst>
              <a:ext uri="{FF2B5EF4-FFF2-40B4-BE49-F238E27FC236}">
                <a16:creationId xmlns:a16="http://schemas.microsoft.com/office/drawing/2014/main" id="{78CCDE78-6872-E44F-B337-33FBC79A261A}"/>
              </a:ext>
            </a:extLst>
          </p:cNvPr>
          <p:cNvSpPr>
            <a:spLocks noChangeArrowheads="1"/>
          </p:cNvSpPr>
          <p:nvPr/>
        </p:nvSpPr>
        <p:spPr bwMode="auto">
          <a:xfrm>
            <a:off x="1600200" y="3657600"/>
            <a:ext cx="3124200" cy="9906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lnSpc>
                <a:spcPct val="60000"/>
              </a:lnSpc>
              <a:spcBef>
                <a:spcPct val="20000"/>
              </a:spcBef>
              <a:buClr>
                <a:schemeClr val="tx2"/>
              </a:buClr>
              <a:buSzPct val="75000"/>
              <a:buFont typeface="Monotype Sorts" pitchFamily="2" charset="2"/>
              <a:buNone/>
            </a:pPr>
            <a:r>
              <a:rPr lang="en-US" altLang="en-US" sz="2800"/>
              <a:t>MOSES</a:t>
            </a:r>
          </a:p>
          <a:p>
            <a:pPr algn="ctr">
              <a:lnSpc>
                <a:spcPct val="60000"/>
              </a:lnSpc>
              <a:spcBef>
                <a:spcPct val="20000"/>
              </a:spcBef>
              <a:buClr>
                <a:schemeClr val="tx2"/>
              </a:buClr>
              <a:buSzPct val="75000"/>
              <a:buFont typeface="Monotype Sorts" pitchFamily="2" charset="2"/>
              <a:buNone/>
            </a:pPr>
            <a:r>
              <a:rPr lang="en-US" altLang="en-US" sz="2800"/>
              <a:t>Son of Amram</a:t>
            </a:r>
          </a:p>
          <a:p>
            <a:pPr algn="ctr">
              <a:lnSpc>
                <a:spcPct val="60000"/>
              </a:lnSpc>
              <a:spcBef>
                <a:spcPct val="20000"/>
              </a:spcBef>
              <a:buClr>
                <a:schemeClr val="tx2"/>
              </a:buClr>
              <a:buSzPct val="75000"/>
              <a:buFont typeface="Monotype Sorts" pitchFamily="2" charset="2"/>
              <a:buNone/>
            </a:pPr>
            <a:r>
              <a:rPr lang="en-US" altLang="en-US" sz="2800"/>
              <a:t>(grandson of Levi)</a:t>
            </a:r>
          </a:p>
        </p:txBody>
      </p:sp>
      <p:sp>
        <p:nvSpPr>
          <p:cNvPr id="18437" name="Rectangle 14">
            <a:extLst>
              <a:ext uri="{FF2B5EF4-FFF2-40B4-BE49-F238E27FC236}">
                <a16:creationId xmlns:a16="http://schemas.microsoft.com/office/drawing/2014/main" id="{140AE06F-E41A-1247-B349-72C15C291B59}"/>
              </a:ext>
            </a:extLst>
          </p:cNvPr>
          <p:cNvSpPr>
            <a:spLocks noChangeArrowheads="1"/>
          </p:cNvSpPr>
          <p:nvPr/>
        </p:nvSpPr>
        <p:spPr bwMode="auto">
          <a:xfrm>
            <a:off x="7620000" y="3505200"/>
            <a:ext cx="3048000" cy="1295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2800"/>
              <a:t>JETHRO (&amp; JOB)</a:t>
            </a:r>
          </a:p>
          <a:p>
            <a:pPr algn="ctr">
              <a:spcBef>
                <a:spcPct val="0"/>
              </a:spcBef>
              <a:buClrTx/>
              <a:buSzTx/>
              <a:buFontTx/>
              <a:buNone/>
            </a:pPr>
            <a:r>
              <a:rPr lang="en-US" altLang="en-US" sz="2800"/>
              <a:t>Priest of Midian &amp;</a:t>
            </a:r>
          </a:p>
          <a:p>
            <a:pPr algn="ctr">
              <a:spcBef>
                <a:spcPct val="0"/>
              </a:spcBef>
              <a:buClrTx/>
              <a:buSzTx/>
              <a:buFontTx/>
              <a:buNone/>
            </a:pPr>
            <a:r>
              <a:rPr lang="en-US" altLang="en-US" sz="2800"/>
              <a:t>Moses</a:t>
            </a:r>
            <a:r>
              <a:rPr lang="ja-JP" altLang="en-US" sz="2800"/>
              <a:t>’</a:t>
            </a:r>
            <a:r>
              <a:rPr lang="en-US" altLang="ja-JP" sz="2800"/>
              <a:t> father-in-law</a:t>
            </a:r>
            <a:endParaRPr lang="en-US" altLang="en-US" sz="2800"/>
          </a:p>
        </p:txBody>
      </p:sp>
      <p:sp>
        <p:nvSpPr>
          <p:cNvPr id="18438" name="Text Box 15">
            <a:extLst>
              <a:ext uri="{FF2B5EF4-FFF2-40B4-BE49-F238E27FC236}">
                <a16:creationId xmlns:a16="http://schemas.microsoft.com/office/drawing/2014/main" id="{F9253067-B5AD-9849-9917-3F595504FE8E}"/>
              </a:ext>
            </a:extLst>
          </p:cNvPr>
          <p:cNvSpPr txBox="1">
            <a:spLocks noChangeArrowheads="1"/>
          </p:cNvSpPr>
          <p:nvPr/>
        </p:nvSpPr>
        <p:spPr bwMode="auto">
          <a:xfrm>
            <a:off x="4876801" y="3119438"/>
            <a:ext cx="2759075" cy="2012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90000"/>
              </a:lnSpc>
              <a:spcBef>
                <a:spcPct val="0"/>
              </a:spcBef>
              <a:buClrTx/>
              <a:buSzTx/>
              <a:buFontTx/>
              <a:buNone/>
            </a:pPr>
            <a:r>
              <a:rPr lang="en-US" altLang="en-US" sz="2800">
                <a:solidFill>
                  <a:schemeClr val="tx2"/>
                </a:solidFill>
              </a:rPr>
              <a:t>Moses married</a:t>
            </a:r>
          </a:p>
          <a:p>
            <a:pPr algn="ctr">
              <a:lnSpc>
                <a:spcPct val="90000"/>
              </a:lnSpc>
              <a:spcBef>
                <a:spcPct val="0"/>
              </a:spcBef>
              <a:buClrTx/>
              <a:buSzTx/>
              <a:buFontTx/>
              <a:buNone/>
            </a:pPr>
            <a:r>
              <a:rPr lang="en-US" altLang="en-US" sz="2800">
                <a:solidFill>
                  <a:schemeClr val="tx2"/>
                </a:solidFill>
              </a:rPr>
              <a:t>Jethro</a:t>
            </a:r>
            <a:r>
              <a:rPr lang="ja-JP" altLang="en-US" sz="2800">
                <a:solidFill>
                  <a:schemeClr val="tx2"/>
                </a:solidFill>
              </a:rPr>
              <a:t>’</a:t>
            </a:r>
            <a:r>
              <a:rPr lang="en-US" altLang="ja-JP" sz="2800">
                <a:solidFill>
                  <a:schemeClr val="tx2"/>
                </a:solidFill>
              </a:rPr>
              <a:t>s daughter</a:t>
            </a:r>
          </a:p>
          <a:p>
            <a:pPr algn="ctr">
              <a:lnSpc>
                <a:spcPct val="90000"/>
              </a:lnSpc>
              <a:spcBef>
                <a:spcPct val="0"/>
              </a:spcBef>
              <a:buClrTx/>
              <a:buSzTx/>
              <a:buFontTx/>
              <a:buNone/>
            </a:pPr>
            <a:r>
              <a:rPr lang="en-US" altLang="en-US" sz="2800">
                <a:solidFill>
                  <a:schemeClr val="tx2"/>
                </a:solidFill>
              </a:rPr>
              <a:t>&amp; was taught by</a:t>
            </a:r>
          </a:p>
          <a:p>
            <a:pPr algn="ctr">
              <a:lnSpc>
                <a:spcPct val="90000"/>
              </a:lnSpc>
              <a:spcBef>
                <a:spcPct val="0"/>
              </a:spcBef>
              <a:buClrTx/>
              <a:buSzTx/>
              <a:buFontTx/>
              <a:buNone/>
            </a:pPr>
            <a:r>
              <a:rPr lang="en-US" altLang="en-US" sz="2800">
                <a:solidFill>
                  <a:schemeClr val="tx2"/>
                </a:solidFill>
              </a:rPr>
              <a:t>People of the East</a:t>
            </a:r>
          </a:p>
          <a:p>
            <a:pPr algn="ctr">
              <a:lnSpc>
                <a:spcPct val="90000"/>
              </a:lnSpc>
              <a:spcBef>
                <a:spcPct val="0"/>
              </a:spcBef>
              <a:buClrTx/>
              <a:buSzTx/>
              <a:buFontTx/>
              <a:buNone/>
            </a:pPr>
            <a:r>
              <a:rPr lang="en-US" altLang="en-US" sz="2800">
                <a:solidFill>
                  <a:schemeClr val="tx2"/>
                </a:solidFill>
              </a:rPr>
              <a:t>Exodus 2, Job</a:t>
            </a:r>
          </a:p>
        </p:txBody>
      </p:sp>
    </p:spTree>
    <p:extLst>
      <p:ext uri="{BB962C8B-B14F-4D97-AF65-F5344CB8AC3E}">
        <p14:creationId xmlns:p14="http://schemas.microsoft.com/office/powerpoint/2010/main" val="1516375751"/>
      </p:ext>
    </p:extLst>
  </p:cSld>
  <p:clrMapOvr>
    <a:masterClrMapping/>
  </p:clrMapOvr>
  <p:transition spd="slow">
    <p:checke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B6B72EAD-A7E9-754A-80C6-6983EFB88D66}"/>
              </a:ext>
            </a:extLst>
          </p:cNvPr>
          <p:cNvSpPr>
            <a:spLocks noChangeArrowheads="1"/>
          </p:cNvSpPr>
          <p:nvPr/>
        </p:nvSpPr>
        <p:spPr bwMode="auto">
          <a:xfrm>
            <a:off x="1381539" y="620965"/>
            <a:ext cx="2819400" cy="10668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0"/>
              </a:spcBef>
              <a:buClrTx/>
              <a:buSzTx/>
              <a:buFontTx/>
              <a:buNone/>
            </a:pPr>
            <a:r>
              <a:rPr lang="en-US" altLang="en-US" sz="2800" dirty="0"/>
              <a:t>SANCTUARY</a:t>
            </a:r>
          </a:p>
          <a:p>
            <a:pPr algn="ctr">
              <a:lnSpc>
                <a:spcPct val="80000"/>
              </a:lnSpc>
              <a:spcBef>
                <a:spcPct val="0"/>
              </a:spcBef>
              <a:buClrTx/>
              <a:buSzTx/>
              <a:buFontTx/>
              <a:buNone/>
            </a:pPr>
            <a:r>
              <a:rPr lang="en-US" altLang="en-US" sz="2800" dirty="0"/>
              <a:t>Israelites</a:t>
            </a:r>
            <a:r>
              <a:rPr lang="ja-JP" altLang="en-US" sz="2800"/>
              <a:t>’</a:t>
            </a:r>
            <a:r>
              <a:rPr lang="en-US" altLang="ja-JP" sz="2800" dirty="0"/>
              <a:t> House of</a:t>
            </a:r>
          </a:p>
          <a:p>
            <a:pPr algn="ctr">
              <a:lnSpc>
                <a:spcPct val="80000"/>
              </a:lnSpc>
              <a:spcBef>
                <a:spcPct val="0"/>
              </a:spcBef>
              <a:buClrTx/>
              <a:buSzTx/>
              <a:buFontTx/>
              <a:buNone/>
            </a:pPr>
            <a:r>
              <a:rPr lang="en-US" altLang="en-US" sz="2800" dirty="0"/>
              <a:t>Worship </a:t>
            </a:r>
          </a:p>
        </p:txBody>
      </p:sp>
      <p:sp>
        <p:nvSpPr>
          <p:cNvPr id="19458" name="Rectangle 3">
            <a:extLst>
              <a:ext uri="{FF2B5EF4-FFF2-40B4-BE49-F238E27FC236}">
                <a16:creationId xmlns:a16="http://schemas.microsoft.com/office/drawing/2014/main" id="{351D7543-A71B-7247-A1A1-DFDE7DCCEEFE}"/>
              </a:ext>
            </a:extLst>
          </p:cNvPr>
          <p:cNvSpPr>
            <a:spLocks noChangeArrowheads="1"/>
          </p:cNvSpPr>
          <p:nvPr/>
        </p:nvSpPr>
        <p:spPr bwMode="auto">
          <a:xfrm>
            <a:off x="1524000" y="2438400"/>
            <a:ext cx="2819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2800" dirty="0"/>
              <a:t>JOSHUA</a:t>
            </a:r>
          </a:p>
          <a:p>
            <a:pPr algn="ctr">
              <a:spcBef>
                <a:spcPct val="0"/>
              </a:spcBef>
              <a:buClrTx/>
              <a:buSzTx/>
              <a:buFontTx/>
              <a:buNone/>
            </a:pPr>
            <a:r>
              <a:rPr lang="en-US" altLang="en-US" sz="2800" dirty="0"/>
              <a:t>Moses</a:t>
            </a:r>
            <a:r>
              <a:rPr lang="ja-JP" altLang="en-US" sz="2800"/>
              <a:t>’</a:t>
            </a:r>
            <a:r>
              <a:rPr lang="en-US" altLang="ja-JP" sz="2800" dirty="0"/>
              <a:t> successor</a:t>
            </a:r>
            <a:endParaRPr lang="en-US" altLang="en-US" sz="2800" dirty="0"/>
          </a:p>
        </p:txBody>
      </p:sp>
      <p:sp>
        <p:nvSpPr>
          <p:cNvPr id="19459" name="Rectangle 4">
            <a:extLst>
              <a:ext uri="{FF2B5EF4-FFF2-40B4-BE49-F238E27FC236}">
                <a16:creationId xmlns:a16="http://schemas.microsoft.com/office/drawing/2014/main" id="{14C81C73-A485-8B41-B6CD-D5860EDA1E66}"/>
              </a:ext>
            </a:extLst>
          </p:cNvPr>
          <p:cNvSpPr>
            <a:spLocks noChangeArrowheads="1"/>
          </p:cNvSpPr>
          <p:nvPr/>
        </p:nvSpPr>
        <p:spPr bwMode="auto">
          <a:xfrm>
            <a:off x="7910847" y="617587"/>
            <a:ext cx="2819400" cy="1295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b="1" dirty="0"/>
              <a:t>OIL &amp; INCENSE</a:t>
            </a:r>
          </a:p>
          <a:p>
            <a:pPr algn="ctr"/>
            <a:r>
              <a:rPr lang="en-US" altLang="en-US" dirty="0"/>
              <a:t> Imported from Eastern </a:t>
            </a:r>
          </a:p>
          <a:p>
            <a:pPr algn="ctr"/>
            <a:r>
              <a:rPr lang="en-US" altLang="en-US" dirty="0"/>
              <a:t>Traders </a:t>
            </a:r>
          </a:p>
        </p:txBody>
      </p:sp>
      <p:sp>
        <p:nvSpPr>
          <p:cNvPr id="19460" name="Text Box 5">
            <a:extLst>
              <a:ext uri="{FF2B5EF4-FFF2-40B4-BE49-F238E27FC236}">
                <a16:creationId xmlns:a16="http://schemas.microsoft.com/office/drawing/2014/main" id="{EFCAA48F-DB4C-A242-B680-935D0CB668EA}"/>
              </a:ext>
            </a:extLst>
          </p:cNvPr>
          <p:cNvSpPr txBox="1">
            <a:spLocks noChangeArrowheads="1"/>
          </p:cNvSpPr>
          <p:nvPr/>
        </p:nvSpPr>
        <p:spPr bwMode="auto">
          <a:xfrm>
            <a:off x="4419600" y="598236"/>
            <a:ext cx="3156633" cy="10895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80000"/>
              </a:lnSpc>
              <a:spcBef>
                <a:spcPct val="0"/>
              </a:spcBef>
              <a:buClrTx/>
              <a:buSzTx/>
              <a:buFontTx/>
              <a:buNone/>
            </a:pPr>
            <a:r>
              <a:rPr lang="en-US" altLang="en-US" sz="2700" dirty="0">
                <a:solidFill>
                  <a:srgbClr val="FF0000"/>
                </a:solidFill>
              </a:rPr>
              <a:t>Anointing oil and </a:t>
            </a:r>
          </a:p>
          <a:p>
            <a:pPr>
              <a:lnSpc>
                <a:spcPct val="80000"/>
              </a:lnSpc>
              <a:spcBef>
                <a:spcPct val="0"/>
              </a:spcBef>
              <a:buClrTx/>
              <a:buSzTx/>
              <a:buFontTx/>
              <a:buNone/>
            </a:pPr>
            <a:r>
              <a:rPr lang="en-US" altLang="en-US" sz="2700" dirty="0">
                <a:solidFill>
                  <a:srgbClr val="FF0000"/>
                </a:solidFill>
              </a:rPr>
              <a:t>incense needed in the</a:t>
            </a:r>
          </a:p>
          <a:p>
            <a:pPr>
              <a:lnSpc>
                <a:spcPct val="80000"/>
              </a:lnSpc>
              <a:spcBef>
                <a:spcPct val="0"/>
              </a:spcBef>
              <a:buClrTx/>
              <a:buSzTx/>
              <a:buFontTx/>
              <a:buNone/>
            </a:pPr>
            <a:r>
              <a:rPr lang="en-US" altLang="en-US" sz="2700" dirty="0">
                <a:solidFill>
                  <a:srgbClr val="FF0000"/>
                </a:solidFill>
              </a:rPr>
              <a:t>sanctuary services.</a:t>
            </a:r>
          </a:p>
        </p:txBody>
      </p:sp>
      <p:sp>
        <p:nvSpPr>
          <p:cNvPr id="19461" name="Rectangle 6">
            <a:extLst>
              <a:ext uri="{FF2B5EF4-FFF2-40B4-BE49-F238E27FC236}">
                <a16:creationId xmlns:a16="http://schemas.microsoft.com/office/drawing/2014/main" id="{25159C53-30C6-8A47-8ACC-F2F66EB5C060}"/>
              </a:ext>
            </a:extLst>
          </p:cNvPr>
          <p:cNvSpPr>
            <a:spLocks noChangeArrowheads="1"/>
          </p:cNvSpPr>
          <p:nvPr/>
        </p:nvSpPr>
        <p:spPr bwMode="auto">
          <a:xfrm>
            <a:off x="7957927" y="2286000"/>
            <a:ext cx="2819400" cy="1219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a:t>CALEB</a:t>
            </a:r>
          </a:p>
          <a:p>
            <a:pPr algn="ctr"/>
            <a:r>
              <a:rPr lang="en-US" altLang="en-US" sz="2800"/>
              <a:t>A faithful spy</a:t>
            </a:r>
          </a:p>
        </p:txBody>
      </p:sp>
      <p:sp>
        <p:nvSpPr>
          <p:cNvPr id="19462" name="Text Box 7">
            <a:extLst>
              <a:ext uri="{FF2B5EF4-FFF2-40B4-BE49-F238E27FC236}">
                <a16:creationId xmlns:a16="http://schemas.microsoft.com/office/drawing/2014/main" id="{8EECC0E7-A9D6-6146-A43B-B3437737FEBA}"/>
              </a:ext>
            </a:extLst>
          </p:cNvPr>
          <p:cNvSpPr txBox="1">
            <a:spLocks noChangeArrowheads="1"/>
          </p:cNvSpPr>
          <p:nvPr/>
        </p:nvSpPr>
        <p:spPr bwMode="auto">
          <a:xfrm>
            <a:off x="4450104" y="1951102"/>
            <a:ext cx="3521075" cy="180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r>
              <a:rPr lang="en-US" altLang="en-US" sz="2800" dirty="0">
                <a:solidFill>
                  <a:srgbClr val="FF0000"/>
                </a:solidFill>
              </a:rPr>
              <a:t>Israel guided by a son </a:t>
            </a:r>
          </a:p>
          <a:p>
            <a:pPr>
              <a:spcBef>
                <a:spcPct val="0"/>
              </a:spcBef>
              <a:buClrTx/>
              <a:buSzTx/>
              <a:buFontTx/>
              <a:buNone/>
            </a:pPr>
            <a:r>
              <a:rPr lang="en-US" altLang="en-US" sz="2800" dirty="0">
                <a:solidFill>
                  <a:srgbClr val="FF0000"/>
                </a:solidFill>
              </a:rPr>
              <a:t>of the East into the </a:t>
            </a:r>
          </a:p>
          <a:p>
            <a:pPr>
              <a:spcBef>
                <a:spcPct val="0"/>
              </a:spcBef>
              <a:buClrTx/>
              <a:buSzTx/>
              <a:buFontTx/>
              <a:buNone/>
            </a:pPr>
            <a:r>
              <a:rPr lang="en-US" altLang="en-US" sz="2800" dirty="0">
                <a:solidFill>
                  <a:srgbClr val="FF0000"/>
                </a:solidFill>
              </a:rPr>
              <a:t>promised land</a:t>
            </a:r>
          </a:p>
          <a:p>
            <a:pPr>
              <a:spcBef>
                <a:spcPct val="0"/>
              </a:spcBef>
              <a:buClrTx/>
              <a:buSzTx/>
              <a:buFontTx/>
              <a:buNone/>
            </a:pPr>
            <a:r>
              <a:rPr lang="en-US" altLang="en-US" sz="2800" dirty="0">
                <a:solidFill>
                  <a:srgbClr val="FF0000"/>
                </a:solidFill>
              </a:rPr>
              <a:t>Numbers 30, Joshua 14</a:t>
            </a:r>
          </a:p>
        </p:txBody>
      </p:sp>
      <p:sp>
        <p:nvSpPr>
          <p:cNvPr id="19463" name="Rectangle 11">
            <a:extLst>
              <a:ext uri="{FF2B5EF4-FFF2-40B4-BE49-F238E27FC236}">
                <a16:creationId xmlns:a16="http://schemas.microsoft.com/office/drawing/2014/main" id="{64C705F4-E892-DE47-BC20-995E0A028822}"/>
              </a:ext>
            </a:extLst>
          </p:cNvPr>
          <p:cNvSpPr>
            <a:spLocks noChangeArrowheads="1"/>
          </p:cNvSpPr>
          <p:nvPr/>
        </p:nvSpPr>
        <p:spPr bwMode="auto">
          <a:xfrm>
            <a:off x="1600200" y="4192588"/>
            <a:ext cx="2819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ClrTx/>
              <a:buSzTx/>
              <a:buFontTx/>
              <a:buNone/>
            </a:pPr>
            <a:r>
              <a:rPr lang="en-US" altLang="en-US" sz="2800" dirty="0"/>
              <a:t>ISRAEL</a:t>
            </a:r>
          </a:p>
          <a:p>
            <a:pPr algn="ctr">
              <a:spcBef>
                <a:spcPct val="0"/>
              </a:spcBef>
              <a:buClrTx/>
              <a:buSzTx/>
              <a:buFontTx/>
              <a:buNone/>
            </a:pPr>
            <a:r>
              <a:rPr lang="en-US" altLang="en-US" sz="2800" dirty="0"/>
              <a:t>   Isaac</a:t>
            </a:r>
            <a:r>
              <a:rPr lang="ja-JP" altLang="en-US" sz="2800"/>
              <a:t>’</a:t>
            </a:r>
            <a:r>
              <a:rPr lang="en-US" altLang="ja-JP" sz="2800" dirty="0"/>
              <a:t>s Posterity	</a:t>
            </a:r>
            <a:endParaRPr lang="en-US" altLang="en-US" sz="2800" dirty="0"/>
          </a:p>
        </p:txBody>
      </p:sp>
      <p:sp>
        <p:nvSpPr>
          <p:cNvPr id="19464" name="Rectangle 12">
            <a:extLst>
              <a:ext uri="{FF2B5EF4-FFF2-40B4-BE49-F238E27FC236}">
                <a16:creationId xmlns:a16="http://schemas.microsoft.com/office/drawing/2014/main" id="{0D8DAEB4-1587-A746-8717-5582D50E08AE}"/>
              </a:ext>
            </a:extLst>
          </p:cNvPr>
          <p:cNvSpPr>
            <a:spLocks noChangeArrowheads="1"/>
          </p:cNvSpPr>
          <p:nvPr/>
        </p:nvSpPr>
        <p:spPr bwMode="auto">
          <a:xfrm>
            <a:off x="7977805" y="4191015"/>
            <a:ext cx="2819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BALAAM</a:t>
            </a:r>
          </a:p>
          <a:p>
            <a:pPr algn="ctr"/>
            <a:r>
              <a:rPr lang="en-US" altLang="en-US" sz="2800" dirty="0" err="1"/>
              <a:t>Medianite</a:t>
            </a:r>
            <a:r>
              <a:rPr lang="en-US" altLang="en-US" sz="2800" dirty="0"/>
              <a:t> Prophet</a:t>
            </a:r>
          </a:p>
        </p:txBody>
      </p:sp>
      <p:sp>
        <p:nvSpPr>
          <p:cNvPr id="19465" name="Text Box 13">
            <a:extLst>
              <a:ext uri="{FF2B5EF4-FFF2-40B4-BE49-F238E27FC236}">
                <a16:creationId xmlns:a16="http://schemas.microsoft.com/office/drawing/2014/main" id="{31FE0889-8B01-E045-AF1B-F7D702B2A54C}"/>
              </a:ext>
            </a:extLst>
          </p:cNvPr>
          <p:cNvSpPr txBox="1">
            <a:spLocks noChangeArrowheads="1"/>
          </p:cNvSpPr>
          <p:nvPr/>
        </p:nvSpPr>
        <p:spPr bwMode="auto">
          <a:xfrm>
            <a:off x="4419600" y="3961621"/>
            <a:ext cx="3324225" cy="1373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r>
              <a:rPr lang="en-US" altLang="en-US" sz="2800" dirty="0">
                <a:solidFill>
                  <a:srgbClr val="FF0000"/>
                </a:solidFill>
              </a:rPr>
              <a:t>Balaam blesses Israel</a:t>
            </a:r>
          </a:p>
          <a:p>
            <a:pPr>
              <a:spcBef>
                <a:spcPct val="0"/>
              </a:spcBef>
              <a:buClrTx/>
              <a:buSzTx/>
              <a:buFontTx/>
              <a:buNone/>
            </a:pPr>
            <a:r>
              <a:rPr lang="en-US" altLang="en-US" sz="2800" dirty="0">
                <a:solidFill>
                  <a:srgbClr val="FF0000"/>
                </a:solidFill>
              </a:rPr>
              <a:t>and prophesies of </a:t>
            </a:r>
          </a:p>
          <a:p>
            <a:pPr>
              <a:spcBef>
                <a:spcPct val="0"/>
              </a:spcBef>
              <a:buClrTx/>
              <a:buSzTx/>
              <a:buFontTx/>
              <a:buNone/>
            </a:pPr>
            <a:r>
              <a:rPr lang="en-US" altLang="en-US" sz="2800" dirty="0">
                <a:solidFill>
                  <a:srgbClr val="FF0000"/>
                </a:solidFill>
              </a:rPr>
              <a:t>Messiah--Num. 22-24</a:t>
            </a:r>
          </a:p>
        </p:txBody>
      </p:sp>
    </p:spTree>
    <p:extLst>
      <p:ext uri="{BB962C8B-B14F-4D97-AF65-F5344CB8AC3E}">
        <p14:creationId xmlns:p14="http://schemas.microsoft.com/office/powerpoint/2010/main" val="3599485741"/>
      </p:ext>
    </p:extLst>
  </p:cSld>
  <p:clrMapOvr>
    <a:masterClrMapping/>
  </p:clrMapOvr>
  <p:transition spd="slow">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10E5782-42A0-EB4D-9FFE-37CE00F3CAA8}"/>
              </a:ext>
            </a:extLst>
          </p:cNvPr>
          <p:cNvSpPr>
            <a:spLocks noChangeArrowheads="1"/>
          </p:cNvSpPr>
          <p:nvPr/>
        </p:nvSpPr>
        <p:spPr bwMode="auto">
          <a:xfrm>
            <a:off x="1375259" y="1133475"/>
            <a:ext cx="30480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KING SOLOMON</a:t>
            </a:r>
          </a:p>
          <a:p>
            <a:pPr algn="ctr"/>
            <a:r>
              <a:rPr lang="en-US" altLang="en-US" sz="2800" dirty="0"/>
              <a:t>King of Israel</a:t>
            </a:r>
          </a:p>
        </p:txBody>
      </p:sp>
      <p:sp>
        <p:nvSpPr>
          <p:cNvPr id="20482" name="Rectangle 3">
            <a:extLst>
              <a:ext uri="{FF2B5EF4-FFF2-40B4-BE49-F238E27FC236}">
                <a16:creationId xmlns:a16="http://schemas.microsoft.com/office/drawing/2014/main" id="{D4DBBDDD-A988-DC48-860B-C84A03280825}"/>
              </a:ext>
            </a:extLst>
          </p:cNvPr>
          <p:cNvSpPr>
            <a:spLocks noChangeArrowheads="1"/>
          </p:cNvSpPr>
          <p:nvPr/>
        </p:nvSpPr>
        <p:spPr bwMode="auto">
          <a:xfrm>
            <a:off x="7628905" y="1133475"/>
            <a:ext cx="3276600" cy="1219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QUEEN OF SHEBA</a:t>
            </a:r>
          </a:p>
          <a:p>
            <a:pPr algn="ctr"/>
            <a:r>
              <a:rPr lang="en-US" altLang="en-US" sz="2800" dirty="0"/>
              <a:t>KINGS OF ARABIA</a:t>
            </a:r>
          </a:p>
          <a:p>
            <a:pPr algn="ctr"/>
            <a:r>
              <a:rPr lang="en-US" altLang="en-US" sz="2800" dirty="0"/>
              <a:t>Royalty from the East</a:t>
            </a:r>
          </a:p>
        </p:txBody>
      </p:sp>
      <p:sp>
        <p:nvSpPr>
          <p:cNvPr id="20483" name="Text Box 4">
            <a:extLst>
              <a:ext uri="{FF2B5EF4-FFF2-40B4-BE49-F238E27FC236}">
                <a16:creationId xmlns:a16="http://schemas.microsoft.com/office/drawing/2014/main" id="{E8911A18-D5EC-1943-A711-70892F4AEA13}"/>
              </a:ext>
            </a:extLst>
          </p:cNvPr>
          <p:cNvSpPr txBox="1">
            <a:spLocks noChangeArrowheads="1"/>
          </p:cNvSpPr>
          <p:nvPr/>
        </p:nvSpPr>
        <p:spPr bwMode="auto">
          <a:xfrm>
            <a:off x="4650823" y="682834"/>
            <a:ext cx="2513012"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r>
              <a:rPr lang="en-US" altLang="en-US" sz="2800" dirty="0">
                <a:solidFill>
                  <a:srgbClr val="FF0000"/>
                </a:solidFill>
              </a:rPr>
              <a:t>Children of East</a:t>
            </a:r>
          </a:p>
          <a:p>
            <a:pPr>
              <a:lnSpc>
                <a:spcPct val="80000"/>
              </a:lnSpc>
              <a:spcBef>
                <a:spcPct val="0"/>
              </a:spcBef>
              <a:buClrTx/>
              <a:buSzTx/>
              <a:buFontTx/>
              <a:buNone/>
            </a:pPr>
            <a:r>
              <a:rPr lang="en-US" altLang="en-US" sz="2800" dirty="0">
                <a:solidFill>
                  <a:srgbClr val="FF0000"/>
                </a:solidFill>
              </a:rPr>
              <a:t>bring gifts to </a:t>
            </a:r>
          </a:p>
          <a:p>
            <a:pPr>
              <a:spcBef>
                <a:spcPct val="0"/>
              </a:spcBef>
              <a:buClrTx/>
              <a:buSzTx/>
              <a:buFontTx/>
              <a:buNone/>
            </a:pPr>
            <a:r>
              <a:rPr lang="en-US" altLang="en-US" sz="2800" dirty="0">
                <a:solidFill>
                  <a:srgbClr val="FF0000"/>
                </a:solidFill>
              </a:rPr>
              <a:t>Solomon </a:t>
            </a:r>
          </a:p>
          <a:p>
            <a:pPr>
              <a:spcBef>
                <a:spcPct val="0"/>
              </a:spcBef>
              <a:buClrTx/>
              <a:buSzTx/>
              <a:buFontTx/>
              <a:buNone/>
            </a:pPr>
            <a:r>
              <a:rPr lang="en-US" altLang="en-US" sz="2800" dirty="0">
                <a:solidFill>
                  <a:srgbClr val="FF0000"/>
                </a:solidFill>
              </a:rPr>
              <a:t>2 Chronicles 9</a:t>
            </a:r>
          </a:p>
        </p:txBody>
      </p:sp>
      <p:sp>
        <p:nvSpPr>
          <p:cNvPr id="20484" name="Rectangle 5">
            <a:extLst>
              <a:ext uri="{FF2B5EF4-FFF2-40B4-BE49-F238E27FC236}">
                <a16:creationId xmlns:a16="http://schemas.microsoft.com/office/drawing/2014/main" id="{50E4E8E6-DF74-AC43-9F4F-A00E442E39AC}"/>
              </a:ext>
            </a:extLst>
          </p:cNvPr>
          <p:cNvSpPr>
            <a:spLocks noChangeArrowheads="1"/>
          </p:cNvSpPr>
          <p:nvPr/>
        </p:nvSpPr>
        <p:spPr bwMode="auto">
          <a:xfrm>
            <a:off x="1431235" y="2923486"/>
            <a:ext cx="30480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SHEPHERDS</a:t>
            </a:r>
          </a:p>
          <a:p>
            <a:pPr algn="ctr"/>
            <a:r>
              <a:rPr lang="en-US" altLang="en-US" sz="2800" dirty="0"/>
              <a:t>Israelites</a:t>
            </a:r>
          </a:p>
        </p:txBody>
      </p:sp>
      <p:sp>
        <p:nvSpPr>
          <p:cNvPr id="20485" name="Rectangle 6">
            <a:extLst>
              <a:ext uri="{FF2B5EF4-FFF2-40B4-BE49-F238E27FC236}">
                <a16:creationId xmlns:a16="http://schemas.microsoft.com/office/drawing/2014/main" id="{A300A808-F932-6D47-B41F-616732FA6DDD}"/>
              </a:ext>
            </a:extLst>
          </p:cNvPr>
          <p:cNvSpPr>
            <a:spLocks noChangeArrowheads="1"/>
          </p:cNvSpPr>
          <p:nvPr/>
        </p:nvSpPr>
        <p:spPr bwMode="auto">
          <a:xfrm>
            <a:off x="7696200" y="2971800"/>
            <a:ext cx="30480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WISEMEN</a:t>
            </a:r>
          </a:p>
          <a:p>
            <a:pPr algn="ctr"/>
            <a:r>
              <a:rPr lang="en-US" altLang="en-US" sz="2800" dirty="0"/>
              <a:t>From the East</a:t>
            </a:r>
          </a:p>
        </p:txBody>
      </p:sp>
      <p:sp>
        <p:nvSpPr>
          <p:cNvPr id="20486" name="Text Box 7">
            <a:extLst>
              <a:ext uri="{FF2B5EF4-FFF2-40B4-BE49-F238E27FC236}">
                <a16:creationId xmlns:a16="http://schemas.microsoft.com/office/drawing/2014/main" id="{2559E448-AE95-7546-9C8D-5FB0E6316EC4}"/>
              </a:ext>
            </a:extLst>
          </p:cNvPr>
          <p:cNvSpPr txBox="1">
            <a:spLocks noChangeArrowheads="1"/>
          </p:cNvSpPr>
          <p:nvPr/>
        </p:nvSpPr>
        <p:spPr bwMode="auto">
          <a:xfrm>
            <a:off x="4731717" y="2587730"/>
            <a:ext cx="2897188" cy="15859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90000"/>
              </a:lnSpc>
              <a:spcBef>
                <a:spcPct val="0"/>
              </a:spcBef>
              <a:buClrTx/>
              <a:buSzTx/>
              <a:buFontTx/>
              <a:buNone/>
            </a:pPr>
            <a:r>
              <a:rPr lang="en-US" altLang="en-US" sz="2800" dirty="0">
                <a:solidFill>
                  <a:srgbClr val="FF0000"/>
                </a:solidFill>
              </a:rPr>
              <a:t>Both Shepherds </a:t>
            </a:r>
          </a:p>
          <a:p>
            <a:pPr>
              <a:lnSpc>
                <a:spcPct val="90000"/>
              </a:lnSpc>
              <a:spcBef>
                <a:spcPct val="0"/>
              </a:spcBef>
              <a:buClrTx/>
              <a:buSzTx/>
              <a:buFontTx/>
              <a:buNone/>
            </a:pPr>
            <a:r>
              <a:rPr lang="en-US" altLang="en-US" sz="2800" dirty="0">
                <a:solidFill>
                  <a:srgbClr val="FF0000"/>
                </a:solidFill>
              </a:rPr>
              <a:t>&amp; </a:t>
            </a:r>
            <a:r>
              <a:rPr lang="en-US" altLang="en-US" sz="2800" dirty="0" err="1">
                <a:solidFill>
                  <a:srgbClr val="FF0000"/>
                </a:solidFill>
              </a:rPr>
              <a:t>wisemen</a:t>
            </a:r>
            <a:r>
              <a:rPr lang="en-US" altLang="en-US" sz="2800" dirty="0">
                <a:solidFill>
                  <a:srgbClr val="FF0000"/>
                </a:solidFill>
              </a:rPr>
              <a:t> were</a:t>
            </a:r>
          </a:p>
          <a:p>
            <a:pPr>
              <a:lnSpc>
                <a:spcPct val="80000"/>
              </a:lnSpc>
              <a:spcBef>
                <a:spcPct val="0"/>
              </a:spcBef>
              <a:buClrTx/>
              <a:buSzTx/>
              <a:buFontTx/>
              <a:buNone/>
            </a:pPr>
            <a:r>
              <a:rPr lang="en-US" altLang="en-US" sz="2800" dirty="0">
                <a:solidFill>
                  <a:srgbClr val="FF0000"/>
                </a:solidFill>
              </a:rPr>
              <a:t>directed to Jesus.</a:t>
            </a:r>
          </a:p>
          <a:p>
            <a:pPr>
              <a:lnSpc>
                <a:spcPct val="90000"/>
              </a:lnSpc>
              <a:spcBef>
                <a:spcPct val="0"/>
              </a:spcBef>
              <a:buClrTx/>
              <a:buSzTx/>
              <a:buFontTx/>
              <a:buNone/>
            </a:pPr>
            <a:r>
              <a:rPr lang="en-US" altLang="en-US" sz="2800" dirty="0">
                <a:solidFill>
                  <a:srgbClr val="FF0000"/>
                </a:solidFill>
              </a:rPr>
              <a:t>Matthew 2; Luke 2</a:t>
            </a:r>
          </a:p>
        </p:txBody>
      </p:sp>
      <p:sp>
        <p:nvSpPr>
          <p:cNvPr id="20487" name="Rectangle 8">
            <a:extLst>
              <a:ext uri="{FF2B5EF4-FFF2-40B4-BE49-F238E27FC236}">
                <a16:creationId xmlns:a16="http://schemas.microsoft.com/office/drawing/2014/main" id="{ADEE7969-9459-B043-9364-1B81D0F8EE37}"/>
              </a:ext>
            </a:extLst>
          </p:cNvPr>
          <p:cNvSpPr>
            <a:spLocks noChangeArrowheads="1"/>
          </p:cNvSpPr>
          <p:nvPr/>
        </p:nvSpPr>
        <p:spPr bwMode="auto">
          <a:xfrm>
            <a:off x="4738343" y="4364039"/>
            <a:ext cx="2667000" cy="1295400"/>
          </a:xfrm>
          <a:prstGeom prst="rect">
            <a:avLst/>
          </a:prstGeom>
          <a:solidFill>
            <a:schemeClr val="accent1"/>
          </a:solidFill>
          <a:ln w="76200" cmpd="tri">
            <a:solidFill>
              <a:srgbClr val="FF9933"/>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3200" dirty="0"/>
              <a:t>JESUS (ISA)</a:t>
            </a:r>
          </a:p>
          <a:p>
            <a:pPr algn="ctr"/>
            <a:r>
              <a:rPr lang="en-US" altLang="en-US" sz="3200" dirty="0"/>
              <a:t>Son of Man</a:t>
            </a:r>
          </a:p>
        </p:txBody>
      </p:sp>
      <p:sp>
        <p:nvSpPr>
          <p:cNvPr id="20488" name="Line 9">
            <a:extLst>
              <a:ext uri="{FF2B5EF4-FFF2-40B4-BE49-F238E27FC236}">
                <a16:creationId xmlns:a16="http://schemas.microsoft.com/office/drawing/2014/main" id="{FF4E282A-4F8C-B04C-AC1D-DCD38CCAC7E3}"/>
              </a:ext>
            </a:extLst>
          </p:cNvPr>
          <p:cNvSpPr>
            <a:spLocks noChangeShapeType="1"/>
          </p:cNvSpPr>
          <p:nvPr/>
        </p:nvSpPr>
        <p:spPr bwMode="auto">
          <a:xfrm>
            <a:off x="2899259" y="3944939"/>
            <a:ext cx="1752600" cy="1066800"/>
          </a:xfrm>
          <a:prstGeom prst="line">
            <a:avLst/>
          </a:prstGeom>
          <a:noFill/>
          <a:ln w="57150">
            <a:solidFill>
              <a:srgbClr val="FFCC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489" name="Line 10">
            <a:extLst>
              <a:ext uri="{FF2B5EF4-FFF2-40B4-BE49-F238E27FC236}">
                <a16:creationId xmlns:a16="http://schemas.microsoft.com/office/drawing/2014/main" id="{80F6F311-EBB5-D94A-BA4B-34FAE51A3B45}"/>
              </a:ext>
            </a:extLst>
          </p:cNvPr>
          <p:cNvSpPr>
            <a:spLocks noChangeShapeType="1"/>
          </p:cNvSpPr>
          <p:nvPr/>
        </p:nvSpPr>
        <p:spPr bwMode="auto">
          <a:xfrm flipH="1">
            <a:off x="7467602" y="3944939"/>
            <a:ext cx="1600200" cy="1066800"/>
          </a:xfrm>
          <a:prstGeom prst="line">
            <a:avLst/>
          </a:prstGeom>
          <a:noFill/>
          <a:ln w="57150">
            <a:solidFill>
              <a:srgbClr val="FFCC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898370228"/>
      </p:ext>
    </p:extLst>
  </p:cSld>
  <p:clrMapOvr>
    <a:masterClrMapping/>
  </p:clrMapOvr>
  <p:transition spd="slow">
    <p:cover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37E9AD8-2F97-704D-BB8A-EC3552D96E31}"/>
              </a:ext>
            </a:extLst>
          </p:cNvPr>
          <p:cNvSpPr>
            <a:spLocks noChangeArrowheads="1"/>
          </p:cNvSpPr>
          <p:nvPr/>
        </p:nvSpPr>
        <p:spPr bwMode="auto">
          <a:xfrm>
            <a:off x="5041557" y="474143"/>
            <a:ext cx="2514600" cy="762000"/>
          </a:xfrm>
          <a:prstGeom prst="rect">
            <a:avLst/>
          </a:prstGeom>
          <a:solidFill>
            <a:schemeClr val="accent1"/>
          </a:solidFill>
          <a:ln w="76200" cmpd="tri">
            <a:solidFill>
              <a:srgbClr val="FF9933"/>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3200" dirty="0"/>
              <a:t>JESUS (ISA)</a:t>
            </a:r>
          </a:p>
        </p:txBody>
      </p:sp>
      <p:sp>
        <p:nvSpPr>
          <p:cNvPr id="31746" name="Rectangle 3">
            <a:extLst>
              <a:ext uri="{FF2B5EF4-FFF2-40B4-BE49-F238E27FC236}">
                <a16:creationId xmlns:a16="http://schemas.microsoft.com/office/drawing/2014/main" id="{3ED852E5-2327-8F4B-A9E9-1369A74A1C43}"/>
              </a:ext>
            </a:extLst>
          </p:cNvPr>
          <p:cNvSpPr>
            <a:spLocks noChangeArrowheads="1"/>
          </p:cNvSpPr>
          <p:nvPr/>
        </p:nvSpPr>
        <p:spPr bwMode="auto">
          <a:xfrm>
            <a:off x="1448444" y="1655527"/>
            <a:ext cx="3810000" cy="6858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700" dirty="0"/>
              <a:t>CHRISTIAN BELIEVERS</a:t>
            </a:r>
            <a:endParaRPr lang="en-US" altLang="en-US" dirty="0"/>
          </a:p>
        </p:txBody>
      </p:sp>
      <p:sp>
        <p:nvSpPr>
          <p:cNvPr id="31747" name="Rectangle 4">
            <a:extLst>
              <a:ext uri="{FF2B5EF4-FFF2-40B4-BE49-F238E27FC236}">
                <a16:creationId xmlns:a16="http://schemas.microsoft.com/office/drawing/2014/main" id="{79309244-CF7B-AD40-AD4A-A981A8E0B892}"/>
              </a:ext>
            </a:extLst>
          </p:cNvPr>
          <p:cNvSpPr>
            <a:spLocks noChangeArrowheads="1"/>
          </p:cNvSpPr>
          <p:nvPr/>
        </p:nvSpPr>
        <p:spPr bwMode="auto">
          <a:xfrm>
            <a:off x="7541578" y="1828575"/>
            <a:ext cx="3200400" cy="533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700" dirty="0"/>
              <a:t>ARAB BELIEVERS</a:t>
            </a:r>
            <a:endParaRPr lang="en-US" altLang="en-US" sz="2500" dirty="0"/>
          </a:p>
        </p:txBody>
      </p:sp>
      <p:sp>
        <p:nvSpPr>
          <p:cNvPr id="31748" name="Line 5">
            <a:extLst>
              <a:ext uri="{FF2B5EF4-FFF2-40B4-BE49-F238E27FC236}">
                <a16:creationId xmlns:a16="http://schemas.microsoft.com/office/drawing/2014/main" id="{8E23ABE8-38FA-B740-BD9A-E5BC090B9AE6}"/>
              </a:ext>
            </a:extLst>
          </p:cNvPr>
          <p:cNvSpPr>
            <a:spLocks noChangeShapeType="1"/>
          </p:cNvSpPr>
          <p:nvPr/>
        </p:nvSpPr>
        <p:spPr bwMode="auto">
          <a:xfrm flipH="1">
            <a:off x="3113132" y="877352"/>
            <a:ext cx="1752600" cy="609600"/>
          </a:xfrm>
          <a:prstGeom prst="line">
            <a:avLst/>
          </a:prstGeom>
          <a:noFill/>
          <a:ln w="57150">
            <a:solidFill>
              <a:srgbClr val="FFCC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1749" name="Line 6">
            <a:extLst>
              <a:ext uri="{FF2B5EF4-FFF2-40B4-BE49-F238E27FC236}">
                <a16:creationId xmlns:a16="http://schemas.microsoft.com/office/drawing/2014/main" id="{FC074A57-B8A8-4143-A8F9-805208C72412}"/>
              </a:ext>
            </a:extLst>
          </p:cNvPr>
          <p:cNvSpPr>
            <a:spLocks noChangeShapeType="1"/>
          </p:cNvSpPr>
          <p:nvPr/>
        </p:nvSpPr>
        <p:spPr bwMode="auto">
          <a:xfrm>
            <a:off x="7556157" y="954921"/>
            <a:ext cx="1494396" cy="700605"/>
          </a:xfrm>
          <a:prstGeom prst="line">
            <a:avLst/>
          </a:prstGeom>
          <a:noFill/>
          <a:ln w="57150">
            <a:solidFill>
              <a:srgbClr val="FFCC00"/>
            </a:solidFill>
            <a:round/>
            <a:headEnd type="none" w="sm" len="sm"/>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31750" name="Text Box 7">
            <a:extLst>
              <a:ext uri="{FF2B5EF4-FFF2-40B4-BE49-F238E27FC236}">
                <a16:creationId xmlns:a16="http://schemas.microsoft.com/office/drawing/2014/main" id="{7F16911B-51F1-CF4E-9B1E-2839AEFD7099}"/>
              </a:ext>
            </a:extLst>
          </p:cNvPr>
          <p:cNvSpPr txBox="1">
            <a:spLocks noChangeArrowheads="1"/>
          </p:cNvSpPr>
          <p:nvPr/>
        </p:nvSpPr>
        <p:spPr bwMode="auto">
          <a:xfrm>
            <a:off x="5240553" y="1257300"/>
            <a:ext cx="2205037"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Char char="•"/>
            </a:pPr>
            <a:r>
              <a:rPr lang="en-US" altLang="en-US" sz="2800" dirty="0">
                <a:solidFill>
                  <a:srgbClr val="FF0000"/>
                </a:solidFill>
              </a:rPr>
              <a:t>Son of Man /</a:t>
            </a:r>
          </a:p>
          <a:p>
            <a:pPr>
              <a:spcBef>
                <a:spcPct val="0"/>
              </a:spcBef>
              <a:buClrTx/>
              <a:buSzTx/>
              <a:buFontTx/>
              <a:buNone/>
            </a:pPr>
            <a:r>
              <a:rPr lang="en-US" altLang="en-US" sz="2800" dirty="0">
                <a:solidFill>
                  <a:srgbClr val="FF0000"/>
                </a:solidFill>
              </a:rPr>
              <a:t>     Mary</a:t>
            </a:r>
          </a:p>
          <a:p>
            <a:pPr>
              <a:lnSpc>
                <a:spcPct val="90000"/>
              </a:lnSpc>
              <a:spcBef>
                <a:spcPct val="0"/>
              </a:spcBef>
              <a:buClrTx/>
              <a:buSzTx/>
              <a:buFontTx/>
              <a:buChar char="•"/>
            </a:pPr>
            <a:r>
              <a:rPr lang="en-US" altLang="en-US" sz="2800" dirty="0">
                <a:solidFill>
                  <a:srgbClr val="FF0000"/>
                </a:solidFill>
              </a:rPr>
              <a:t>Word of God</a:t>
            </a:r>
          </a:p>
          <a:p>
            <a:pPr>
              <a:lnSpc>
                <a:spcPct val="90000"/>
              </a:lnSpc>
              <a:spcBef>
                <a:spcPct val="0"/>
              </a:spcBef>
              <a:buClrTx/>
              <a:buSzTx/>
              <a:buFontTx/>
              <a:buChar char="•"/>
            </a:pPr>
            <a:r>
              <a:rPr lang="en-US" altLang="en-US" sz="2800" dirty="0">
                <a:solidFill>
                  <a:srgbClr val="FF0000"/>
                </a:solidFill>
              </a:rPr>
              <a:t>Judge</a:t>
            </a:r>
          </a:p>
        </p:txBody>
      </p:sp>
      <p:sp>
        <p:nvSpPr>
          <p:cNvPr id="31751" name="Text Box 8">
            <a:extLst>
              <a:ext uri="{FF2B5EF4-FFF2-40B4-BE49-F238E27FC236}">
                <a16:creationId xmlns:a16="http://schemas.microsoft.com/office/drawing/2014/main" id="{6F145E4D-C8C8-B74F-8F7A-FB872DC5A398}"/>
              </a:ext>
            </a:extLst>
          </p:cNvPr>
          <p:cNvSpPr txBox="1">
            <a:spLocks noChangeArrowheads="1"/>
          </p:cNvSpPr>
          <p:nvPr/>
        </p:nvSpPr>
        <p:spPr bwMode="auto">
          <a:xfrm>
            <a:off x="3413125" y="6518275"/>
            <a:ext cx="184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endParaRPr lang="en-US" altLang="en-US" sz="2400"/>
          </a:p>
        </p:txBody>
      </p:sp>
      <p:sp>
        <p:nvSpPr>
          <p:cNvPr id="31752" name="Rectangle 9">
            <a:extLst>
              <a:ext uri="{FF2B5EF4-FFF2-40B4-BE49-F238E27FC236}">
                <a16:creationId xmlns:a16="http://schemas.microsoft.com/office/drawing/2014/main" id="{03026BFE-ED54-3C46-AF05-C745538BBB5B}"/>
              </a:ext>
            </a:extLst>
          </p:cNvPr>
          <p:cNvSpPr>
            <a:spLocks noChangeArrowheads="1"/>
          </p:cNvSpPr>
          <p:nvPr/>
        </p:nvSpPr>
        <p:spPr bwMode="auto">
          <a:xfrm>
            <a:off x="1400432" y="2971800"/>
            <a:ext cx="3200400" cy="9144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Martin Luther</a:t>
            </a:r>
          </a:p>
          <a:p>
            <a:pPr algn="ctr"/>
            <a:r>
              <a:rPr lang="en-US" altLang="en-US" sz="2800" dirty="0"/>
              <a:t>PROTESTANTS</a:t>
            </a:r>
          </a:p>
        </p:txBody>
      </p:sp>
      <p:sp>
        <p:nvSpPr>
          <p:cNvPr id="31753" name="Rectangle 10">
            <a:extLst>
              <a:ext uri="{FF2B5EF4-FFF2-40B4-BE49-F238E27FC236}">
                <a16:creationId xmlns:a16="http://schemas.microsoft.com/office/drawing/2014/main" id="{AC339DB0-FDED-7348-AC86-1BEF2B4AEEC5}"/>
              </a:ext>
            </a:extLst>
          </p:cNvPr>
          <p:cNvSpPr>
            <a:spLocks noChangeArrowheads="1"/>
          </p:cNvSpPr>
          <p:nvPr/>
        </p:nvSpPr>
        <p:spPr bwMode="auto">
          <a:xfrm>
            <a:off x="7543800" y="3123750"/>
            <a:ext cx="3124200" cy="10668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a:t>Muhammad</a:t>
            </a:r>
          </a:p>
          <a:p>
            <a:pPr algn="ctr"/>
            <a:r>
              <a:rPr lang="en-US" altLang="en-US" b="1"/>
              <a:t>MUSLIMS</a:t>
            </a:r>
            <a:endParaRPr lang="en-US" altLang="en-US"/>
          </a:p>
        </p:txBody>
      </p:sp>
      <p:sp>
        <p:nvSpPr>
          <p:cNvPr id="31754" name="Text Box 11">
            <a:extLst>
              <a:ext uri="{FF2B5EF4-FFF2-40B4-BE49-F238E27FC236}">
                <a16:creationId xmlns:a16="http://schemas.microsoft.com/office/drawing/2014/main" id="{8013AA31-DD4A-FA48-9FC4-5B11221F1AFA}"/>
              </a:ext>
            </a:extLst>
          </p:cNvPr>
          <p:cNvSpPr txBox="1">
            <a:spLocks noChangeArrowheads="1"/>
          </p:cNvSpPr>
          <p:nvPr/>
        </p:nvSpPr>
        <p:spPr bwMode="auto">
          <a:xfrm>
            <a:off x="4678278" y="3095153"/>
            <a:ext cx="2754312" cy="124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90000"/>
              </a:lnSpc>
              <a:spcBef>
                <a:spcPct val="0"/>
              </a:spcBef>
              <a:buClrTx/>
              <a:buSzTx/>
              <a:buFontTx/>
              <a:buNone/>
            </a:pPr>
            <a:r>
              <a:rPr lang="en-US" altLang="en-US" sz="2800" dirty="0">
                <a:solidFill>
                  <a:srgbClr val="FF0000"/>
                </a:solidFill>
              </a:rPr>
              <a:t>REFORMATION</a:t>
            </a:r>
          </a:p>
          <a:p>
            <a:pPr algn="ctr">
              <a:lnSpc>
                <a:spcPct val="90000"/>
              </a:lnSpc>
              <a:spcBef>
                <a:spcPct val="0"/>
              </a:spcBef>
              <a:buClrTx/>
              <a:buSzTx/>
              <a:buFontTx/>
              <a:buNone/>
            </a:pPr>
            <a:r>
              <a:rPr lang="en-US" altLang="en-US" sz="2800" dirty="0">
                <a:solidFill>
                  <a:srgbClr val="FF0000"/>
                </a:solidFill>
              </a:rPr>
              <a:t>Fight vs. Catholic</a:t>
            </a:r>
          </a:p>
          <a:p>
            <a:pPr algn="ctr">
              <a:lnSpc>
                <a:spcPct val="90000"/>
              </a:lnSpc>
              <a:spcBef>
                <a:spcPct val="0"/>
              </a:spcBef>
              <a:buClrTx/>
              <a:buSzTx/>
              <a:buFontTx/>
              <a:buNone/>
            </a:pPr>
            <a:r>
              <a:rPr lang="en-US" altLang="en-US" sz="2800" dirty="0">
                <a:solidFill>
                  <a:srgbClr val="FF0000"/>
                </a:solidFill>
              </a:rPr>
              <a:t>Armies</a:t>
            </a:r>
          </a:p>
        </p:txBody>
      </p:sp>
      <p:sp>
        <p:nvSpPr>
          <p:cNvPr id="31755" name="Rectangle 12">
            <a:extLst>
              <a:ext uri="{FF2B5EF4-FFF2-40B4-BE49-F238E27FC236}">
                <a16:creationId xmlns:a16="http://schemas.microsoft.com/office/drawing/2014/main" id="{5EDB50C8-90AB-6340-8874-BC15278F71FD}"/>
              </a:ext>
            </a:extLst>
          </p:cNvPr>
          <p:cNvSpPr>
            <a:spLocks noChangeArrowheads="1"/>
          </p:cNvSpPr>
          <p:nvPr/>
        </p:nvSpPr>
        <p:spPr bwMode="auto">
          <a:xfrm>
            <a:off x="7465378" y="4784511"/>
            <a:ext cx="3352800" cy="12192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Hanif Believers</a:t>
            </a:r>
          </a:p>
          <a:p>
            <a:pPr algn="ctr"/>
            <a:r>
              <a:rPr lang="en-US" altLang="en-US" sz="2800" dirty="0"/>
              <a:t>(Religion of Abraham)</a:t>
            </a:r>
            <a:endParaRPr lang="en-US" altLang="en-US" dirty="0"/>
          </a:p>
        </p:txBody>
      </p:sp>
      <p:sp>
        <p:nvSpPr>
          <p:cNvPr id="31756" name="Rectangle 13">
            <a:extLst>
              <a:ext uri="{FF2B5EF4-FFF2-40B4-BE49-F238E27FC236}">
                <a16:creationId xmlns:a16="http://schemas.microsoft.com/office/drawing/2014/main" id="{00CAA790-119D-EB4C-86E9-C8797A084FAD}"/>
              </a:ext>
            </a:extLst>
          </p:cNvPr>
          <p:cNvSpPr>
            <a:spLocks noChangeArrowheads="1"/>
          </p:cNvSpPr>
          <p:nvPr/>
        </p:nvSpPr>
        <p:spPr bwMode="auto">
          <a:xfrm>
            <a:off x="1491049" y="4597100"/>
            <a:ext cx="3200400" cy="1447800"/>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800" dirty="0"/>
              <a:t>Seventh-day </a:t>
            </a:r>
          </a:p>
          <a:p>
            <a:pPr algn="ctr"/>
            <a:r>
              <a:rPr lang="en-US" altLang="en-US" sz="2800" dirty="0"/>
              <a:t>Adventists</a:t>
            </a:r>
          </a:p>
        </p:txBody>
      </p:sp>
      <p:sp>
        <p:nvSpPr>
          <p:cNvPr id="31757" name="Text Box 14">
            <a:extLst>
              <a:ext uri="{FF2B5EF4-FFF2-40B4-BE49-F238E27FC236}">
                <a16:creationId xmlns:a16="http://schemas.microsoft.com/office/drawing/2014/main" id="{FB14B4C3-5D34-1A45-81DC-92320314524B}"/>
              </a:ext>
            </a:extLst>
          </p:cNvPr>
          <p:cNvSpPr txBox="1">
            <a:spLocks noChangeArrowheads="1"/>
          </p:cNvSpPr>
          <p:nvPr/>
        </p:nvSpPr>
        <p:spPr bwMode="auto">
          <a:xfrm>
            <a:off x="4737868" y="4631853"/>
            <a:ext cx="2714205" cy="1421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tx1"/>
              </a:buClr>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80000"/>
              </a:lnSpc>
              <a:spcBef>
                <a:spcPct val="0"/>
              </a:spcBef>
              <a:buClrTx/>
              <a:buSzTx/>
              <a:buFontTx/>
              <a:buNone/>
            </a:pPr>
            <a:r>
              <a:rPr lang="en-US" altLang="en-US" sz="2700" dirty="0">
                <a:solidFill>
                  <a:srgbClr val="FF0000"/>
                </a:solidFill>
              </a:rPr>
              <a:t>Commissioned to</a:t>
            </a:r>
          </a:p>
          <a:p>
            <a:pPr algn="ctr">
              <a:lnSpc>
                <a:spcPct val="80000"/>
              </a:lnSpc>
              <a:spcBef>
                <a:spcPct val="0"/>
              </a:spcBef>
              <a:buClrTx/>
              <a:buSzTx/>
              <a:buFontTx/>
              <a:buNone/>
            </a:pPr>
            <a:r>
              <a:rPr lang="en-US" altLang="en-US" sz="2700" dirty="0">
                <a:solidFill>
                  <a:srgbClr val="FF0000"/>
                </a:solidFill>
              </a:rPr>
              <a:t>prepare the world </a:t>
            </a:r>
          </a:p>
          <a:p>
            <a:pPr algn="ctr">
              <a:lnSpc>
                <a:spcPct val="80000"/>
              </a:lnSpc>
              <a:spcBef>
                <a:spcPct val="0"/>
              </a:spcBef>
              <a:buClrTx/>
              <a:buSzTx/>
              <a:buFontTx/>
              <a:buNone/>
            </a:pPr>
            <a:r>
              <a:rPr lang="en-US" altLang="en-US" sz="2700" dirty="0">
                <a:solidFill>
                  <a:srgbClr val="FF0000"/>
                </a:solidFill>
              </a:rPr>
              <a:t>for the Day</a:t>
            </a:r>
          </a:p>
          <a:p>
            <a:pPr algn="ctr">
              <a:lnSpc>
                <a:spcPct val="80000"/>
              </a:lnSpc>
              <a:spcBef>
                <a:spcPct val="0"/>
              </a:spcBef>
              <a:buClrTx/>
              <a:buSzTx/>
              <a:buFontTx/>
              <a:buNone/>
            </a:pPr>
            <a:r>
              <a:rPr lang="en-US" altLang="en-US" sz="2700" dirty="0">
                <a:solidFill>
                  <a:srgbClr val="FF0000"/>
                </a:solidFill>
              </a:rPr>
              <a:t>of Judgment</a:t>
            </a:r>
          </a:p>
        </p:txBody>
      </p:sp>
    </p:spTree>
    <p:extLst>
      <p:ext uri="{BB962C8B-B14F-4D97-AF65-F5344CB8AC3E}">
        <p14:creationId xmlns:p14="http://schemas.microsoft.com/office/powerpoint/2010/main" val="977429068"/>
      </p:ext>
    </p:extLst>
  </p:cSld>
  <p:clrMapOvr>
    <a:masterClrMapping/>
  </p:clrMapOvr>
  <p:transition spd="slow">
    <p:cove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29666B1-7B2B-0A47-86DC-FC04E9027808}"/>
              </a:ext>
            </a:extLst>
          </p:cNvPr>
          <p:cNvSpPr>
            <a:spLocks noGrp="1" noChangeArrowheads="1"/>
          </p:cNvSpPr>
          <p:nvPr>
            <p:ph type="title"/>
          </p:nvPr>
        </p:nvSpPr>
        <p:spPr>
          <a:xfrm>
            <a:off x="1524000" y="152400"/>
            <a:ext cx="9144000" cy="1143000"/>
          </a:xfrm>
        </p:spPr>
        <p:txBody>
          <a:bodyPr/>
          <a:lstStyle/>
          <a:p>
            <a:pPr algn="ctr">
              <a:defRPr/>
            </a:pPr>
            <a:r>
              <a:rPr lang="en-US" dirty="0">
                <a:cs typeface="+mj-cs"/>
              </a:rPr>
              <a:t>Believers in the Faith of Abraham</a:t>
            </a:r>
          </a:p>
        </p:txBody>
      </p:sp>
      <p:sp>
        <p:nvSpPr>
          <p:cNvPr id="79875" name="Rectangle 3">
            <a:extLst>
              <a:ext uri="{FF2B5EF4-FFF2-40B4-BE49-F238E27FC236}">
                <a16:creationId xmlns:a16="http://schemas.microsoft.com/office/drawing/2014/main" id="{C49C4BB4-2716-224B-A3B0-BD940173E6C6}"/>
              </a:ext>
            </a:extLst>
          </p:cNvPr>
          <p:cNvSpPr>
            <a:spLocks noGrp="1" noChangeArrowheads="1"/>
          </p:cNvSpPr>
          <p:nvPr>
            <p:ph type="body" idx="1"/>
          </p:nvPr>
        </p:nvSpPr>
        <p:spPr>
          <a:xfrm>
            <a:off x="840259" y="1809750"/>
            <a:ext cx="10046044" cy="2959958"/>
          </a:xfrm>
          <a:ln>
            <a:solidFill>
              <a:schemeClr val="accent1"/>
            </a:solidFill>
          </a:ln>
        </p:spPr>
        <p:txBody>
          <a:bodyPr>
            <a:noAutofit/>
          </a:bodyPr>
          <a:lstStyle/>
          <a:p>
            <a:r>
              <a:rPr lang="fr-FR" altLang="ja-JP" sz="3600" dirty="0"/>
              <a:t>“Tsy </a:t>
            </a:r>
            <a:r>
              <a:rPr lang="fr-FR" altLang="ja-JP" sz="3600" dirty="0" err="1"/>
              <a:t>Jiosy</a:t>
            </a:r>
            <a:r>
              <a:rPr lang="fr-FR" altLang="ja-JP" sz="3600" dirty="0"/>
              <a:t> </a:t>
            </a:r>
            <a:r>
              <a:rPr lang="fr-FR" altLang="ja-JP" sz="3600" dirty="0" err="1"/>
              <a:t>Abrahama</a:t>
            </a:r>
            <a:r>
              <a:rPr lang="fr-FR" altLang="ja-JP" sz="3600" dirty="0"/>
              <a:t> </a:t>
            </a:r>
            <a:r>
              <a:rPr lang="fr-FR" altLang="ja-JP" sz="3600" dirty="0" err="1"/>
              <a:t>ary</a:t>
            </a:r>
            <a:r>
              <a:rPr lang="fr-FR" altLang="ja-JP" sz="3600" dirty="0"/>
              <a:t> </a:t>
            </a:r>
            <a:r>
              <a:rPr lang="fr-FR" altLang="ja-JP" sz="3600" dirty="0" err="1"/>
              <a:t>tsy</a:t>
            </a:r>
            <a:r>
              <a:rPr lang="fr-FR" altLang="ja-JP" sz="3600" dirty="0"/>
              <a:t> </a:t>
            </a:r>
            <a:r>
              <a:rPr lang="fr-FR" altLang="ja-JP" sz="3600" dirty="0" err="1"/>
              <a:t>Kristiana</a:t>
            </a:r>
            <a:r>
              <a:rPr lang="fr-FR" altLang="ja-JP" sz="3600" dirty="0"/>
              <a:t> </a:t>
            </a:r>
            <a:r>
              <a:rPr lang="fr-FR" altLang="ja-JP" sz="3600" dirty="0" err="1"/>
              <a:t>koa</a:t>
            </a:r>
            <a:r>
              <a:rPr lang="fr-FR" altLang="ja-JP" sz="3600" dirty="0"/>
              <a:t>; fa </a:t>
            </a:r>
            <a:r>
              <a:rPr lang="fr-FR" altLang="ja-JP" sz="3600" dirty="0" err="1"/>
              <a:t>tena</a:t>
            </a:r>
            <a:r>
              <a:rPr lang="fr-FR" altLang="ja-JP" sz="3600" dirty="0"/>
              <a:t> marina </a:t>
            </a:r>
            <a:r>
              <a:rPr lang="fr-FR" altLang="ja-JP" sz="3600" dirty="0" err="1"/>
              <a:t>tamin’ny</a:t>
            </a:r>
            <a:r>
              <a:rPr lang="fr-FR" altLang="ja-JP" sz="3600" dirty="0"/>
              <a:t> </a:t>
            </a:r>
            <a:r>
              <a:rPr lang="fr-FR" altLang="ja-JP" sz="3600" dirty="0" err="1"/>
              <a:t>finoana</a:t>
            </a:r>
            <a:r>
              <a:rPr lang="fr-FR" altLang="ja-JP" sz="3600" dirty="0"/>
              <a:t> </a:t>
            </a:r>
            <a:r>
              <a:rPr lang="fr-FR" altLang="ja-JP" sz="3600" dirty="0" err="1"/>
              <a:t>izy</a:t>
            </a:r>
            <a:r>
              <a:rPr lang="fr-FR" altLang="ja-JP" sz="3600" dirty="0"/>
              <a:t>, </a:t>
            </a:r>
            <a:r>
              <a:rPr lang="fr-FR" altLang="ja-JP" sz="3600" dirty="0" err="1"/>
              <a:t>nanolotra</a:t>
            </a:r>
            <a:r>
              <a:rPr lang="fr-FR" altLang="ja-JP" sz="3600" dirty="0"/>
              <a:t> </a:t>
            </a:r>
            <a:r>
              <a:rPr lang="fr-FR" altLang="ja-JP" sz="3600" dirty="0" err="1"/>
              <a:t>ny</a:t>
            </a:r>
            <a:r>
              <a:rPr lang="fr-FR" altLang="ja-JP" sz="3600" dirty="0"/>
              <a:t> </a:t>
            </a:r>
            <a:r>
              <a:rPr lang="fr-FR" altLang="ja-JP" sz="3600" dirty="0" err="1"/>
              <a:t>sitrapony</a:t>
            </a:r>
            <a:r>
              <a:rPr lang="fr-FR" altLang="ja-JP" sz="3600" dirty="0"/>
              <a:t> ho </a:t>
            </a:r>
            <a:r>
              <a:rPr lang="fr-FR" altLang="ja-JP" sz="3600" dirty="0" err="1"/>
              <a:t>an’Andriamanitra</a:t>
            </a:r>
            <a:r>
              <a:rPr lang="fr-FR" altLang="ja-JP" sz="3600" dirty="0"/>
              <a:t> (</a:t>
            </a:r>
            <a:r>
              <a:rPr lang="fr-FR" altLang="ja-JP" sz="3600" dirty="0" err="1"/>
              <a:t>izay</a:t>
            </a:r>
            <a:r>
              <a:rPr lang="fr-FR" altLang="ja-JP" sz="3600" dirty="0"/>
              <a:t> </a:t>
            </a:r>
            <a:r>
              <a:rPr lang="fr-FR" altLang="ja-JP" sz="3600" dirty="0" err="1"/>
              <a:t>atao</a:t>
            </a:r>
            <a:r>
              <a:rPr lang="fr-FR" altLang="ja-JP" sz="3600" dirty="0"/>
              <a:t> </a:t>
            </a:r>
            <a:r>
              <a:rPr lang="fr-FR" altLang="ja-JP" sz="3600" dirty="0" err="1"/>
              <a:t>hoe</a:t>
            </a:r>
            <a:r>
              <a:rPr lang="fr-FR" altLang="ja-JP" sz="3600" dirty="0"/>
              <a:t> Islam), </a:t>
            </a:r>
            <a:r>
              <a:rPr lang="fr-FR" altLang="ja-JP" sz="3600" dirty="0" err="1"/>
              <a:t>ary</a:t>
            </a:r>
            <a:r>
              <a:rPr lang="fr-FR" altLang="ja-JP" sz="3600" dirty="0"/>
              <a:t> </a:t>
            </a:r>
            <a:r>
              <a:rPr lang="fr-FR" altLang="ja-JP" sz="3600" dirty="0" err="1"/>
              <a:t>tsy</a:t>
            </a:r>
            <a:r>
              <a:rPr lang="fr-FR" altLang="ja-JP" sz="3600" dirty="0"/>
              <a:t> </a:t>
            </a:r>
            <a:r>
              <a:rPr lang="fr-FR" altLang="ja-JP" sz="3600" dirty="0" err="1"/>
              <a:t>nampiray</a:t>
            </a:r>
            <a:r>
              <a:rPr lang="fr-FR" altLang="ja-JP" sz="3600" dirty="0"/>
              <a:t> </a:t>
            </a:r>
            <a:r>
              <a:rPr lang="fr-FR" altLang="ja-JP" sz="3600" dirty="0" err="1"/>
              <a:t>andriamanitra</a:t>
            </a:r>
            <a:r>
              <a:rPr lang="fr-FR" altLang="ja-JP" sz="3600" dirty="0"/>
              <a:t> </a:t>
            </a:r>
            <a:r>
              <a:rPr lang="fr-FR" altLang="ja-JP" sz="3600" dirty="0" err="1"/>
              <a:t>hafa</a:t>
            </a:r>
            <a:r>
              <a:rPr lang="fr-FR" altLang="ja-JP" sz="3600" dirty="0"/>
              <a:t> </a:t>
            </a:r>
            <a:r>
              <a:rPr lang="fr-FR" altLang="ja-JP" sz="3600" dirty="0" err="1"/>
              <a:t>tamin’Andriamanitra</a:t>
            </a:r>
            <a:r>
              <a:rPr lang="fr-FR" altLang="ja-JP" sz="3600" dirty="0"/>
              <a:t> </a:t>
            </a:r>
            <a:r>
              <a:rPr lang="fr-FR" altLang="ja-JP" sz="3600" dirty="0" err="1"/>
              <a:t>izy</a:t>
            </a:r>
            <a:r>
              <a:rPr lang="fr-FR" altLang="ja-JP" sz="3600" dirty="0"/>
              <a:t>.”</a:t>
            </a:r>
            <a:r>
              <a:rPr lang="en-US" altLang="ja-JP" sz="3600" dirty="0" smtClean="0">
                <a:ea typeface="ＭＳ Ｐゴシック" panose="020B0600070205080204" pitchFamily="34" charset="-128"/>
              </a:rPr>
              <a:t> </a:t>
            </a:r>
            <a:r>
              <a:rPr lang="en-US" altLang="ja-JP" sz="3600" dirty="0">
                <a:ea typeface="ＭＳ Ｐゴシック" panose="020B0600070205080204" pitchFamily="34" charset="-128"/>
              </a:rPr>
              <a:t>Al-I-Imran 3:65, 67</a:t>
            </a:r>
            <a:endParaRPr lang="en-US" altLang="en-US" sz="3600" dirty="0">
              <a:ea typeface="ＭＳ Ｐゴシック" panose="020B0600070205080204" pitchFamily="34" charset="-128"/>
            </a:endParaRPr>
          </a:p>
        </p:txBody>
      </p:sp>
    </p:spTree>
    <p:extLst>
      <p:ext uri="{BB962C8B-B14F-4D97-AF65-F5344CB8AC3E}">
        <p14:creationId xmlns:p14="http://schemas.microsoft.com/office/powerpoint/2010/main" val="2007581925"/>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500" fill="hold"/>
                                        <p:tgtEl>
                                          <p:spTgt spid="79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87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bldLvl="2"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06CB690-146E-414C-86BA-DEE42F7482B7}"/>
              </a:ext>
            </a:extLst>
          </p:cNvPr>
          <p:cNvSpPr>
            <a:spLocks noGrp="1" noChangeArrowheads="1"/>
          </p:cNvSpPr>
          <p:nvPr>
            <p:ph type="title"/>
          </p:nvPr>
        </p:nvSpPr>
        <p:spPr>
          <a:xfrm>
            <a:off x="2255108" y="342900"/>
            <a:ext cx="7681784" cy="1143000"/>
          </a:xfrm>
        </p:spPr>
        <p:txBody>
          <a:bodyPr/>
          <a:lstStyle/>
          <a:p>
            <a:pPr algn="ctr">
              <a:defRPr/>
            </a:pPr>
            <a:r>
              <a:rPr lang="en-US" dirty="0">
                <a:solidFill>
                  <a:srgbClr val="FF0000"/>
                </a:solidFill>
                <a:cs typeface="+mj-cs"/>
              </a:rPr>
              <a:t>Muhammad: A Believer in the Religion of Abraham</a:t>
            </a:r>
          </a:p>
        </p:txBody>
      </p:sp>
      <p:sp>
        <p:nvSpPr>
          <p:cNvPr id="86019" name="Rectangle 3">
            <a:extLst>
              <a:ext uri="{FF2B5EF4-FFF2-40B4-BE49-F238E27FC236}">
                <a16:creationId xmlns:a16="http://schemas.microsoft.com/office/drawing/2014/main" id="{40C1DFF7-253B-B64D-9BDD-C6D498DFF26C}"/>
              </a:ext>
            </a:extLst>
          </p:cNvPr>
          <p:cNvSpPr>
            <a:spLocks noGrp="1" noChangeArrowheads="1"/>
          </p:cNvSpPr>
          <p:nvPr>
            <p:ph type="body" idx="1"/>
          </p:nvPr>
        </p:nvSpPr>
        <p:spPr>
          <a:xfrm>
            <a:off x="902043" y="1828800"/>
            <a:ext cx="10466173" cy="4114800"/>
          </a:xfrm>
        </p:spPr>
        <p:txBody>
          <a:bodyPr>
            <a:normAutofit fontScale="92500"/>
          </a:bodyPr>
          <a:lstStyle/>
          <a:p>
            <a:pPr lvl="1">
              <a:lnSpc>
                <a:spcPct val="90000"/>
              </a:lnSpc>
              <a:buFont typeface="Times New Roman" panose="02020603050405020304" pitchFamily="18" charset="0"/>
              <a:buChar char="•"/>
            </a:pPr>
            <a:r>
              <a:rPr lang="ja-JP" altLang="en-US" sz="3200" dirty="0" smtClean="0">
                <a:ea typeface="ＭＳ Ｐゴシック" panose="020B0600070205080204" pitchFamily="34" charset="-128"/>
              </a:rPr>
              <a:t>“</a:t>
            </a:r>
            <a:r>
              <a:rPr lang="en-US" altLang="ja-JP" sz="3200" dirty="0" err="1"/>
              <a:t>Avy</a:t>
            </a:r>
            <a:r>
              <a:rPr lang="en-US" altLang="ja-JP" sz="3200" dirty="0"/>
              <a:t> </a:t>
            </a:r>
            <a:r>
              <a:rPr lang="en-US" altLang="ja-JP" sz="3200" dirty="0" err="1"/>
              <a:t>eo</a:t>
            </a:r>
            <a:r>
              <a:rPr lang="en-US" altLang="ja-JP" sz="3200" dirty="0"/>
              <a:t> </a:t>
            </a:r>
            <a:r>
              <a:rPr lang="en-US" altLang="ja-JP" sz="3200" dirty="0" err="1"/>
              <a:t>dia</a:t>
            </a:r>
            <a:r>
              <a:rPr lang="en-US" altLang="ja-JP" sz="3200" dirty="0"/>
              <a:t> </a:t>
            </a:r>
            <a:r>
              <a:rPr lang="en-US" altLang="ja-JP" sz="3200" dirty="0" err="1"/>
              <a:t>nanambara</a:t>
            </a:r>
            <a:r>
              <a:rPr lang="en-US" altLang="ja-JP" sz="3200" dirty="0"/>
              <a:t> </a:t>
            </a:r>
            <a:r>
              <a:rPr lang="en-US" altLang="ja-JP" sz="3200" dirty="0" err="1"/>
              <a:t>taminao</a:t>
            </a:r>
            <a:r>
              <a:rPr lang="en-US" altLang="ja-JP" sz="3200" dirty="0"/>
              <a:t> </a:t>
            </a:r>
            <a:r>
              <a:rPr lang="en-US" altLang="ja-JP" sz="3200" dirty="0" err="1"/>
              <a:t>Izahay</a:t>
            </a:r>
            <a:r>
              <a:rPr lang="en-US" altLang="ja-JP" sz="3200" dirty="0"/>
              <a:t> hoe: “</a:t>
            </a:r>
            <a:r>
              <a:rPr lang="en-US" altLang="ja-JP" sz="3200" dirty="0" err="1"/>
              <a:t>Araho</a:t>
            </a:r>
            <a:r>
              <a:rPr lang="en-US" altLang="ja-JP" sz="3200" dirty="0"/>
              <a:t> </a:t>
            </a:r>
            <a:r>
              <a:rPr lang="en-US" altLang="ja-JP" sz="3200" dirty="0" err="1"/>
              <a:t>ny</a:t>
            </a:r>
            <a:r>
              <a:rPr lang="en-US" altLang="ja-JP" sz="3200" dirty="0"/>
              <a:t> </a:t>
            </a:r>
            <a:r>
              <a:rPr lang="en-US" altLang="ja-JP" sz="3200" dirty="0" err="1"/>
              <a:t>lalan’i</a:t>
            </a:r>
            <a:r>
              <a:rPr lang="en-US" altLang="ja-JP" sz="3200" dirty="0"/>
              <a:t> </a:t>
            </a:r>
            <a:r>
              <a:rPr lang="en-US" altLang="ja-JP" sz="3200" dirty="0" err="1"/>
              <a:t>Abrahama</a:t>
            </a:r>
            <a:r>
              <a:rPr lang="en-US" altLang="ja-JP" sz="3200" dirty="0"/>
              <a:t>, </a:t>
            </a:r>
            <a:r>
              <a:rPr lang="en-US" altLang="ja-JP" sz="3200" dirty="0" err="1"/>
              <a:t>ilay</a:t>
            </a:r>
            <a:r>
              <a:rPr lang="en-US" altLang="ja-JP" sz="3200" dirty="0"/>
              <a:t> marina </a:t>
            </a:r>
            <a:r>
              <a:rPr lang="en-US" altLang="ja-JP" sz="3200" dirty="0" err="1"/>
              <a:t>amin’ny</a:t>
            </a:r>
            <a:r>
              <a:rPr lang="en-US" altLang="ja-JP" sz="3200" dirty="0"/>
              <a:t> </a:t>
            </a:r>
            <a:r>
              <a:rPr lang="en-US" altLang="ja-JP" sz="3200" dirty="0" err="1"/>
              <a:t>finoana</a:t>
            </a:r>
            <a:r>
              <a:rPr lang="en-US" altLang="ja-JP" sz="3200" dirty="0"/>
              <a:t>, </a:t>
            </a:r>
            <a:r>
              <a:rPr lang="en-US" altLang="ja-JP" sz="3200" dirty="0" err="1"/>
              <a:t>ary</a:t>
            </a:r>
            <a:r>
              <a:rPr lang="en-US" altLang="ja-JP" sz="3200" dirty="0"/>
              <a:t> </a:t>
            </a:r>
            <a:r>
              <a:rPr lang="en-US" altLang="ja-JP" sz="3200" dirty="0" err="1"/>
              <a:t>tsy</a:t>
            </a:r>
            <a:r>
              <a:rPr lang="en-US" altLang="ja-JP" sz="3200" dirty="0"/>
              <a:t> </a:t>
            </a:r>
            <a:r>
              <a:rPr lang="en-US" altLang="ja-JP" sz="3200" dirty="0" err="1"/>
              <a:t>nampiray</a:t>
            </a:r>
            <a:r>
              <a:rPr lang="en-US" altLang="ja-JP" sz="3200" dirty="0"/>
              <a:t> </a:t>
            </a:r>
            <a:r>
              <a:rPr lang="en-US" altLang="ja-JP" sz="3200" dirty="0" err="1"/>
              <a:t>andriamanitra</a:t>
            </a:r>
            <a:r>
              <a:rPr lang="en-US" altLang="ja-JP" sz="3200" dirty="0"/>
              <a:t> </a:t>
            </a:r>
            <a:r>
              <a:rPr lang="en-US" altLang="ja-JP" sz="3200" dirty="0" err="1"/>
              <a:t>hafa</a:t>
            </a:r>
            <a:r>
              <a:rPr lang="en-US" altLang="ja-JP" sz="3200" dirty="0"/>
              <a:t> </a:t>
            </a:r>
            <a:r>
              <a:rPr lang="en-US" altLang="ja-JP" sz="3200" dirty="0" err="1"/>
              <a:t>tamin’i</a:t>
            </a:r>
            <a:r>
              <a:rPr lang="en-US" altLang="ja-JP" sz="3200" dirty="0"/>
              <a:t> Allah </a:t>
            </a:r>
            <a:r>
              <a:rPr lang="en-US" altLang="ja-JP" sz="3200" dirty="0" err="1"/>
              <a:t>izy</a:t>
            </a:r>
            <a:r>
              <a:rPr lang="en-US" altLang="ja-JP" sz="3200" dirty="0"/>
              <a:t>.”.</a:t>
            </a:r>
            <a:r>
              <a:rPr lang="ja-JP" altLang="en-US" sz="3200" dirty="0">
                <a:ea typeface="ＭＳ Ｐゴシック" panose="020B0600070205080204" pitchFamily="34" charset="-128"/>
              </a:rPr>
              <a:t>’”</a:t>
            </a:r>
            <a:r>
              <a:rPr lang="en-US" altLang="ja-JP" sz="3200" dirty="0">
                <a:ea typeface="ＭＳ Ｐゴシック" panose="020B0600070205080204" pitchFamily="34" charset="-128"/>
              </a:rPr>
              <a:t> Al </a:t>
            </a:r>
            <a:r>
              <a:rPr lang="en-US" altLang="ja-JP" sz="3200" dirty="0" err="1">
                <a:ea typeface="ＭＳ Ｐゴシック" panose="020B0600070205080204" pitchFamily="34" charset="-128"/>
              </a:rPr>
              <a:t>Nahl</a:t>
            </a:r>
            <a:r>
              <a:rPr lang="en-US" altLang="ja-JP" sz="3200" dirty="0">
                <a:ea typeface="ＭＳ Ｐゴシック" panose="020B0600070205080204" pitchFamily="34" charset="-128"/>
              </a:rPr>
              <a:t> 16:123.</a:t>
            </a:r>
          </a:p>
          <a:p>
            <a:pPr lvl="1">
              <a:lnSpc>
                <a:spcPct val="90000"/>
              </a:lnSpc>
              <a:buFont typeface="Times New Roman" panose="02020603050405020304" pitchFamily="18" charset="0"/>
              <a:buNone/>
            </a:pPr>
            <a:endParaRPr lang="en-US" altLang="en-US" sz="3200" dirty="0">
              <a:ea typeface="ＭＳ Ｐゴシック" panose="020B0600070205080204" pitchFamily="34" charset="-128"/>
            </a:endParaRPr>
          </a:p>
          <a:p>
            <a:pPr lvl="1">
              <a:lnSpc>
                <a:spcPct val="90000"/>
              </a:lnSpc>
              <a:buFont typeface="Times New Roman" panose="02020603050405020304" pitchFamily="18" charset="0"/>
              <a:buChar char="•"/>
            </a:pPr>
            <a:r>
              <a:rPr lang="ja-JP" altLang="en-US" sz="3200" dirty="0" smtClean="0">
                <a:ea typeface="ＭＳ Ｐゴシック" panose="020B0600070205080204" pitchFamily="34" charset="-128"/>
              </a:rPr>
              <a:t>“</a:t>
            </a:r>
            <a:r>
              <a:rPr lang="en-US" altLang="ja-JP" sz="3200" dirty="0"/>
              <a:t>Marina </a:t>
            </a:r>
            <a:r>
              <a:rPr lang="en-US" altLang="ja-JP" sz="3200" dirty="0" err="1"/>
              <a:t>tokoa</a:t>
            </a:r>
            <a:r>
              <a:rPr lang="en-US" altLang="ja-JP" sz="3200" dirty="0"/>
              <a:t> fa </a:t>
            </a:r>
            <a:r>
              <a:rPr lang="en-US" altLang="ja-JP" sz="3200" dirty="0" err="1"/>
              <a:t>ny</a:t>
            </a:r>
            <a:r>
              <a:rPr lang="en-US" altLang="ja-JP" sz="3200" dirty="0"/>
              <a:t> </a:t>
            </a:r>
            <a:r>
              <a:rPr lang="en-US" altLang="ja-JP" sz="3200" dirty="0" err="1"/>
              <a:t>Tompoko</a:t>
            </a:r>
            <a:r>
              <a:rPr lang="en-US" altLang="ja-JP" sz="3200" dirty="0"/>
              <a:t> no </a:t>
            </a:r>
            <a:r>
              <a:rPr lang="en-US" altLang="ja-JP" sz="3200" dirty="0" err="1"/>
              <a:t>nitarika</a:t>
            </a:r>
            <a:r>
              <a:rPr lang="en-US" altLang="ja-JP" sz="3200" dirty="0"/>
              <a:t> </a:t>
            </a:r>
            <a:r>
              <a:rPr lang="en-US" altLang="ja-JP" sz="3200" dirty="0" err="1"/>
              <a:t>ahy</a:t>
            </a:r>
            <a:r>
              <a:rPr lang="en-US" altLang="ja-JP" sz="3200" dirty="0"/>
              <a:t> ho </a:t>
            </a:r>
            <a:r>
              <a:rPr lang="en-US" altLang="ja-JP" sz="3200" dirty="0" err="1"/>
              <a:t>amin’ny</a:t>
            </a:r>
            <a:r>
              <a:rPr lang="en-US" altLang="ja-JP" sz="3200" dirty="0"/>
              <a:t> </a:t>
            </a:r>
            <a:r>
              <a:rPr lang="en-US" altLang="ja-JP" sz="3200" dirty="0" err="1"/>
              <a:t>Lalana</a:t>
            </a:r>
            <a:r>
              <a:rPr lang="en-US" altLang="ja-JP" sz="3200" dirty="0"/>
              <a:t> </a:t>
            </a:r>
            <a:r>
              <a:rPr lang="en-US" altLang="ja-JP" sz="3200" dirty="0" err="1"/>
              <a:t>mahitsy</a:t>
            </a:r>
            <a:r>
              <a:rPr lang="en-US" altLang="ja-JP" sz="3200" dirty="0"/>
              <a:t>, </a:t>
            </a:r>
            <a:r>
              <a:rPr lang="en-US" altLang="ja-JP" sz="3200" dirty="0" err="1"/>
              <a:t>dia</a:t>
            </a:r>
            <a:r>
              <a:rPr lang="en-US" altLang="ja-JP" sz="3200" dirty="0"/>
              <a:t> </a:t>
            </a:r>
            <a:r>
              <a:rPr lang="en-US" altLang="ja-JP" sz="3200" dirty="0" err="1"/>
              <a:t>fivavahana</a:t>
            </a:r>
            <a:r>
              <a:rPr lang="en-US" altLang="ja-JP" sz="3200" dirty="0"/>
              <a:t> marina, </a:t>
            </a:r>
            <a:r>
              <a:rPr lang="en-US" altLang="ja-JP" sz="3200" dirty="0" err="1"/>
              <a:t>dia</a:t>
            </a:r>
            <a:r>
              <a:rPr lang="en-US" altLang="ja-JP" sz="3200" dirty="0"/>
              <a:t> </a:t>
            </a:r>
            <a:r>
              <a:rPr lang="en-US" altLang="ja-JP" sz="3200" dirty="0" err="1"/>
              <a:t>ny</a:t>
            </a:r>
            <a:r>
              <a:rPr lang="en-US" altLang="ja-JP" sz="3200" dirty="0"/>
              <a:t> </a:t>
            </a:r>
            <a:r>
              <a:rPr lang="en-US" altLang="ja-JP" sz="3200" dirty="0" err="1"/>
              <a:t>lalana</a:t>
            </a:r>
            <a:r>
              <a:rPr lang="en-US" altLang="ja-JP" sz="3200" dirty="0"/>
              <a:t> </a:t>
            </a:r>
            <a:r>
              <a:rPr lang="en-US" altLang="ja-JP" sz="3200" dirty="0" err="1"/>
              <a:t>nizoran’i</a:t>
            </a:r>
            <a:r>
              <a:rPr lang="en-US" altLang="ja-JP" sz="3200" dirty="0"/>
              <a:t> </a:t>
            </a:r>
            <a:r>
              <a:rPr lang="en-US" altLang="ja-JP" sz="3200" dirty="0" err="1"/>
              <a:t>Abrahama</a:t>
            </a:r>
            <a:r>
              <a:rPr lang="en-US" altLang="ja-JP" sz="3200" dirty="0"/>
              <a:t> </a:t>
            </a:r>
            <a:r>
              <a:rPr lang="en-US" altLang="ja-JP" sz="3200" dirty="0" err="1"/>
              <a:t>izay</a:t>
            </a:r>
            <a:r>
              <a:rPr lang="en-US" altLang="ja-JP" sz="3200" dirty="0"/>
              <a:t> marina </a:t>
            </a:r>
            <a:r>
              <a:rPr lang="en-US" altLang="ja-JP" sz="3200" dirty="0" err="1"/>
              <a:t>amin’ny</a:t>
            </a:r>
            <a:r>
              <a:rPr lang="en-US" altLang="ja-JP" sz="3200" dirty="0"/>
              <a:t> </a:t>
            </a:r>
            <a:r>
              <a:rPr lang="en-US" altLang="ja-JP" sz="3200" dirty="0" err="1"/>
              <a:t>finoana</a:t>
            </a:r>
            <a:r>
              <a:rPr lang="en-US" altLang="ja-JP" sz="3200" dirty="0"/>
              <a:t>, </a:t>
            </a:r>
            <a:r>
              <a:rPr lang="en-US" altLang="ja-JP" sz="3200" dirty="0" err="1"/>
              <a:t>ary</a:t>
            </a:r>
            <a:r>
              <a:rPr lang="en-US" altLang="ja-JP" sz="3200" dirty="0"/>
              <a:t> </a:t>
            </a:r>
            <a:r>
              <a:rPr lang="en-US" altLang="ja-JP" sz="3200" dirty="0" err="1"/>
              <a:t>izy</a:t>
            </a:r>
            <a:r>
              <a:rPr lang="en-US" altLang="ja-JP" sz="3200" dirty="0"/>
              <a:t> </a:t>
            </a:r>
            <a:r>
              <a:rPr lang="en-US" altLang="ja-JP" sz="3200" dirty="0" err="1"/>
              <a:t>dia</a:t>
            </a:r>
            <a:r>
              <a:rPr lang="en-US" altLang="ja-JP" sz="3200" dirty="0"/>
              <a:t> </a:t>
            </a:r>
            <a:r>
              <a:rPr lang="en-US" altLang="ja-JP" sz="3200" dirty="0" err="1"/>
              <a:t>tsy</a:t>
            </a:r>
            <a:r>
              <a:rPr lang="en-US" altLang="ja-JP" sz="3200" dirty="0"/>
              <a:t> </a:t>
            </a:r>
            <a:r>
              <a:rPr lang="en-US" altLang="ja-JP" sz="3200" dirty="0" err="1"/>
              <a:t>nampiray</a:t>
            </a:r>
            <a:r>
              <a:rPr lang="en-US" altLang="ja-JP" sz="3200" dirty="0"/>
              <a:t> </a:t>
            </a:r>
            <a:r>
              <a:rPr lang="en-US" altLang="ja-JP" sz="3200" dirty="0" err="1"/>
              <a:t>andriamanitra</a:t>
            </a:r>
            <a:r>
              <a:rPr lang="en-US" altLang="ja-JP" sz="3200" dirty="0"/>
              <a:t> </a:t>
            </a:r>
            <a:r>
              <a:rPr lang="en-US" altLang="ja-JP" sz="3200" dirty="0" err="1"/>
              <a:t>hafa</a:t>
            </a:r>
            <a:r>
              <a:rPr lang="en-US" altLang="ja-JP" sz="3200" dirty="0"/>
              <a:t> </a:t>
            </a:r>
            <a:r>
              <a:rPr lang="en-US" altLang="ja-JP" sz="3200" dirty="0" err="1"/>
              <a:t>tamin’i</a:t>
            </a:r>
            <a:r>
              <a:rPr lang="en-US" altLang="ja-JP" sz="3200" dirty="0"/>
              <a:t> Allah.</a:t>
            </a:r>
            <a:r>
              <a:rPr lang="ja-JP" altLang="en-US" sz="3200" dirty="0" smtClean="0">
                <a:ea typeface="ＭＳ Ｐゴシック" panose="020B0600070205080204" pitchFamily="34" charset="-128"/>
              </a:rPr>
              <a:t>”</a:t>
            </a:r>
            <a:r>
              <a:rPr lang="en-US" altLang="ja-JP" sz="3200" dirty="0" smtClean="0">
                <a:ea typeface="ＭＳ Ｐゴシック" panose="020B0600070205080204" pitchFamily="34" charset="-128"/>
              </a:rPr>
              <a:t> </a:t>
            </a:r>
            <a:r>
              <a:rPr lang="en-US" altLang="ja-JP" sz="3200" dirty="0">
                <a:ea typeface="ＭＳ Ｐゴシック" panose="020B0600070205080204" pitchFamily="34" charset="-128"/>
              </a:rPr>
              <a:t>Al An</a:t>
            </a:r>
            <a:r>
              <a:rPr lang="ja-JP" altLang="en-US" sz="3200" dirty="0">
                <a:ea typeface="ＭＳ Ｐゴシック" panose="020B0600070205080204" pitchFamily="34" charset="-128"/>
              </a:rPr>
              <a:t>’</a:t>
            </a:r>
            <a:r>
              <a:rPr lang="en-US" altLang="ja-JP" sz="3200" dirty="0">
                <a:ea typeface="ＭＳ Ｐゴシック" panose="020B0600070205080204" pitchFamily="34" charset="-128"/>
              </a:rPr>
              <a:t>am 6:161.</a:t>
            </a:r>
            <a:endParaRPr lang="en-US" altLang="en-US" sz="3200" dirty="0">
              <a:ea typeface="ＭＳ Ｐゴシック" panose="020B0600070205080204" pitchFamily="34" charset="-128"/>
            </a:endParaRPr>
          </a:p>
        </p:txBody>
      </p:sp>
    </p:spTree>
    <p:extLst>
      <p:ext uri="{BB962C8B-B14F-4D97-AF65-F5344CB8AC3E}">
        <p14:creationId xmlns:p14="http://schemas.microsoft.com/office/powerpoint/2010/main" val="181682603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6019">
                                            <p:txEl>
                                              <p:pRg st="2" end="2"/>
                                            </p:txEl>
                                          </p:spTgt>
                                        </p:tgtEl>
                                        <p:attrNameLst>
                                          <p:attrName>style.visibility</p:attrName>
                                        </p:attrNameLst>
                                      </p:cBhvr>
                                      <p:to>
                                        <p:strVal val="visible"/>
                                      </p:to>
                                    </p:set>
                                    <p:anim calcmode="lin" valueType="num">
                                      <p:cBhvr additive="base">
                                        <p:cTn id="13" dur="500" fill="hold"/>
                                        <p:tgtEl>
                                          <p:spTgt spid="8601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60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bldLvl="2"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5">
            <a:extLst>
              <a:ext uri="{FF2B5EF4-FFF2-40B4-BE49-F238E27FC236}">
                <a16:creationId xmlns:a16="http://schemas.microsoft.com/office/drawing/2014/main" id="{928E5FDE-3790-3B43-9116-DEF128495A92}"/>
              </a:ext>
            </a:extLst>
          </p:cNvPr>
          <p:cNvSpPr>
            <a:spLocks noGrp="1" noChangeArrowheads="1"/>
          </p:cNvSpPr>
          <p:nvPr>
            <p:ph type="body" idx="1"/>
          </p:nvPr>
        </p:nvSpPr>
        <p:spPr>
          <a:xfrm>
            <a:off x="721895" y="685800"/>
            <a:ext cx="10596893" cy="4724400"/>
          </a:xfrm>
        </p:spPr>
        <p:txBody>
          <a:bodyPr>
            <a:normAutofit fontScale="92500"/>
          </a:bodyPr>
          <a:lstStyle/>
          <a:p>
            <a:r>
              <a:rPr lang="ja-JP" altLang="en-US" sz="3600" dirty="0" smtClean="0">
                <a:ea typeface="ＭＳ Ｐゴシック" panose="020B0600070205080204" pitchFamily="34" charset="-128"/>
              </a:rPr>
              <a:t>“</a:t>
            </a:r>
            <a:r>
              <a:rPr lang="en-US" altLang="ja-JP" sz="3600" dirty="0" err="1"/>
              <a:t>Ary</a:t>
            </a:r>
            <a:r>
              <a:rPr lang="en-US" altLang="ja-JP" sz="3600" dirty="0"/>
              <a:t> </a:t>
            </a:r>
            <a:r>
              <a:rPr lang="en-US" altLang="ja-JP" sz="3600" dirty="0" err="1"/>
              <a:t>iza</a:t>
            </a:r>
            <a:r>
              <a:rPr lang="en-US" altLang="ja-JP" sz="3600" dirty="0"/>
              <a:t> no </a:t>
            </a:r>
            <a:r>
              <a:rPr lang="en-US" altLang="ja-JP" sz="3600" dirty="0" err="1"/>
              <a:t>miala</a:t>
            </a:r>
            <a:r>
              <a:rPr lang="en-US" altLang="ja-JP" sz="3600" dirty="0"/>
              <a:t> </a:t>
            </a:r>
            <a:r>
              <a:rPr lang="en-US" altLang="ja-JP" sz="3600" dirty="0" err="1"/>
              <a:t>amin’ny</a:t>
            </a:r>
            <a:r>
              <a:rPr lang="en-US" altLang="ja-JP" sz="3600" dirty="0"/>
              <a:t> </a:t>
            </a:r>
            <a:r>
              <a:rPr lang="en-US" altLang="ja-JP" sz="3600" dirty="0" err="1"/>
              <a:t>fivavahan’i</a:t>
            </a:r>
            <a:r>
              <a:rPr lang="en-US" altLang="ja-JP" sz="3600" dirty="0"/>
              <a:t> </a:t>
            </a:r>
            <a:r>
              <a:rPr lang="en-US" altLang="ja-JP" sz="3600" dirty="0" err="1"/>
              <a:t>Ibrahima</a:t>
            </a:r>
            <a:r>
              <a:rPr lang="en-US" altLang="ja-JP" sz="3600" dirty="0"/>
              <a:t> </a:t>
            </a:r>
            <a:r>
              <a:rPr lang="en-US" altLang="ja-JP" sz="3600" dirty="0" err="1"/>
              <a:t>afa-tsy</a:t>
            </a:r>
            <a:r>
              <a:rPr lang="en-US" altLang="ja-JP" sz="3600" dirty="0"/>
              <a:t> </a:t>
            </a:r>
            <a:r>
              <a:rPr lang="en-US" altLang="ja-JP" sz="3600" dirty="0" err="1"/>
              <a:t>izay</a:t>
            </a:r>
            <a:r>
              <a:rPr lang="en-US" altLang="ja-JP" sz="3600" dirty="0"/>
              <a:t> </a:t>
            </a:r>
            <a:r>
              <a:rPr lang="en-US" altLang="ja-JP" sz="3600" dirty="0" err="1"/>
              <a:t>mamitaka</a:t>
            </a:r>
            <a:r>
              <a:rPr lang="en-US" altLang="ja-JP" sz="3600" dirty="0"/>
              <a:t> </a:t>
            </a:r>
            <a:r>
              <a:rPr lang="en-US" altLang="ja-JP" sz="3600" dirty="0" err="1"/>
              <a:t>ny</a:t>
            </a:r>
            <a:r>
              <a:rPr lang="en-US" altLang="ja-JP" sz="3600" dirty="0"/>
              <a:t> </a:t>
            </a:r>
            <a:r>
              <a:rPr lang="en-US" altLang="ja-JP" sz="3600" dirty="0" err="1"/>
              <a:t>tenany</a:t>
            </a:r>
            <a:r>
              <a:rPr lang="en-US" altLang="ja-JP" sz="3600" dirty="0"/>
              <a:t>? Marina </a:t>
            </a:r>
            <a:r>
              <a:rPr lang="en-US" altLang="ja-JP" sz="3600" dirty="0" err="1"/>
              <a:t>tokoa</a:t>
            </a:r>
            <a:r>
              <a:rPr lang="en-US" altLang="ja-JP" sz="3600" dirty="0"/>
              <a:t> fa </a:t>
            </a:r>
            <a:r>
              <a:rPr lang="en-US" altLang="ja-JP" sz="3600" dirty="0" err="1"/>
              <a:t>nofidinay</a:t>
            </a:r>
            <a:r>
              <a:rPr lang="en-US" altLang="ja-JP" sz="3600" dirty="0"/>
              <a:t> </a:t>
            </a:r>
            <a:r>
              <a:rPr lang="en-US" altLang="ja-JP" sz="3600" dirty="0" err="1"/>
              <a:t>izy</a:t>
            </a:r>
            <a:r>
              <a:rPr lang="en-US" altLang="ja-JP" sz="3600" dirty="0"/>
              <a:t> </a:t>
            </a:r>
            <a:r>
              <a:rPr lang="en-US" altLang="ja-JP" sz="3600" dirty="0" err="1"/>
              <a:t>teto</a:t>
            </a:r>
            <a:r>
              <a:rPr lang="en-US" altLang="ja-JP" sz="3600" dirty="0"/>
              <a:t> </a:t>
            </a:r>
            <a:r>
              <a:rPr lang="en-US" altLang="ja-JP" sz="3600" dirty="0" err="1"/>
              <a:t>amin’ity</a:t>
            </a:r>
            <a:r>
              <a:rPr lang="en-US" altLang="ja-JP" sz="3600" dirty="0"/>
              <a:t> </a:t>
            </a:r>
            <a:r>
              <a:rPr lang="en-US" altLang="ja-JP" sz="3600" dirty="0" err="1"/>
              <a:t>tontolo</a:t>
            </a:r>
            <a:r>
              <a:rPr lang="en-US" altLang="ja-JP" sz="3600" dirty="0"/>
              <a:t> </a:t>
            </a:r>
            <a:r>
              <a:rPr lang="en-US" altLang="ja-JP" sz="3600" dirty="0" err="1"/>
              <a:t>ity</a:t>
            </a:r>
            <a:r>
              <a:rPr lang="en-US" altLang="ja-JP" sz="3600" dirty="0"/>
              <a:t>, </a:t>
            </a:r>
            <a:r>
              <a:rPr lang="en-US" altLang="ja-JP" sz="3600" dirty="0" err="1"/>
              <a:t>ary</a:t>
            </a:r>
            <a:r>
              <a:rPr lang="en-US" altLang="ja-JP" sz="3600" dirty="0"/>
              <a:t> </a:t>
            </a:r>
            <a:r>
              <a:rPr lang="en-US" altLang="ja-JP" sz="3600" dirty="0" err="1"/>
              <a:t>amin’ny</a:t>
            </a:r>
            <a:r>
              <a:rPr lang="en-US" altLang="ja-JP" sz="3600" dirty="0"/>
              <a:t> </a:t>
            </a:r>
            <a:r>
              <a:rPr lang="en-US" altLang="ja-JP" sz="3600" dirty="0" err="1"/>
              <a:t>fiainana</a:t>
            </a:r>
            <a:r>
              <a:rPr lang="en-US" altLang="ja-JP" sz="3600" dirty="0"/>
              <a:t> any </a:t>
            </a:r>
            <a:r>
              <a:rPr lang="en-US" altLang="ja-JP" sz="3600" dirty="0" err="1"/>
              <a:t>aoriana</a:t>
            </a:r>
            <a:r>
              <a:rPr lang="en-US" altLang="ja-JP" sz="3600" dirty="0"/>
              <a:t> </a:t>
            </a:r>
            <a:r>
              <a:rPr lang="en-US" altLang="ja-JP" sz="3600" dirty="0" err="1"/>
              <a:t>dia</a:t>
            </a:r>
            <a:r>
              <a:rPr lang="en-US" altLang="ja-JP" sz="3600" dirty="0"/>
              <a:t> ho </a:t>
            </a:r>
            <a:r>
              <a:rPr lang="en-US" altLang="ja-JP" sz="3600" dirty="0" err="1"/>
              <a:t>isan’ny</a:t>
            </a:r>
            <a:r>
              <a:rPr lang="en-US" altLang="ja-JP" sz="3600" dirty="0"/>
              <a:t> </a:t>
            </a:r>
            <a:r>
              <a:rPr lang="en-US" altLang="ja-JP" sz="3600" dirty="0" err="1"/>
              <a:t>olo</a:t>
            </a:r>
            <a:r>
              <a:rPr lang="en-US" altLang="ja-JP" sz="3600" dirty="0"/>
              <a:t>-marina </a:t>
            </a:r>
            <a:r>
              <a:rPr lang="en-US" altLang="ja-JP" sz="3600" dirty="0" err="1"/>
              <a:t>izy.Ary</a:t>
            </a:r>
            <a:r>
              <a:rPr lang="en-US" altLang="ja-JP" sz="3600" dirty="0"/>
              <a:t> hoy </a:t>
            </a:r>
            <a:r>
              <a:rPr lang="en-US" altLang="ja-JP" sz="3600" dirty="0" err="1"/>
              <a:t>izy</a:t>
            </a:r>
            <a:r>
              <a:rPr lang="en-US" altLang="ja-JP" sz="3600" dirty="0"/>
              <a:t> </a:t>
            </a:r>
            <a:r>
              <a:rPr lang="en-US" altLang="ja-JP" sz="3600" dirty="0" err="1"/>
              <a:t>ireo</a:t>
            </a:r>
            <a:r>
              <a:rPr lang="en-US" altLang="ja-JP" sz="3600" dirty="0"/>
              <a:t>: “</a:t>
            </a:r>
            <a:r>
              <a:rPr lang="en-US" altLang="ja-JP" sz="3600" dirty="0" err="1"/>
              <a:t>Aoka</a:t>
            </a:r>
            <a:r>
              <a:rPr lang="en-US" altLang="ja-JP" sz="3600" dirty="0"/>
              <a:t> ho </a:t>
            </a:r>
            <a:r>
              <a:rPr lang="en-US" altLang="ja-JP" sz="3600" dirty="0" err="1"/>
              <a:t>Jiosy</a:t>
            </a:r>
            <a:r>
              <a:rPr lang="en-US" altLang="ja-JP" sz="3600" dirty="0"/>
              <a:t> </a:t>
            </a:r>
            <a:r>
              <a:rPr lang="en-US" altLang="ja-JP" sz="3600" dirty="0" err="1"/>
              <a:t>na</a:t>
            </a:r>
            <a:r>
              <a:rPr lang="en-US" altLang="ja-JP" sz="3600" dirty="0"/>
              <a:t> </a:t>
            </a:r>
            <a:r>
              <a:rPr lang="en-US" altLang="ja-JP" sz="3600" dirty="0" err="1"/>
              <a:t>Kristiana</a:t>
            </a:r>
            <a:r>
              <a:rPr lang="en-US" altLang="ja-JP" sz="3600" dirty="0"/>
              <a:t> </a:t>
            </a:r>
            <a:r>
              <a:rPr lang="en-US" altLang="ja-JP" sz="3600" dirty="0" err="1"/>
              <a:t>ianareo</a:t>
            </a:r>
            <a:r>
              <a:rPr lang="en-US" altLang="ja-JP" sz="3600" dirty="0"/>
              <a:t>, </a:t>
            </a:r>
            <a:r>
              <a:rPr lang="en-US" altLang="ja-JP" sz="3600" dirty="0" err="1"/>
              <a:t>dia</a:t>
            </a:r>
            <a:r>
              <a:rPr lang="en-US" altLang="ja-JP" sz="3600" dirty="0"/>
              <a:t> ho </a:t>
            </a:r>
            <a:r>
              <a:rPr lang="en-US" altLang="ja-JP" sz="3600" dirty="0" err="1"/>
              <a:t>voatarika</a:t>
            </a:r>
            <a:r>
              <a:rPr lang="en-US" altLang="ja-JP" sz="3600" dirty="0"/>
              <a:t>.” </a:t>
            </a:r>
            <a:r>
              <a:rPr lang="en-US" altLang="ja-JP" sz="3600" dirty="0" err="1"/>
              <a:t>Lazao</a:t>
            </a:r>
            <a:r>
              <a:rPr lang="en-US" altLang="ja-JP" sz="3600" dirty="0"/>
              <a:t> hoe (</a:t>
            </a:r>
            <a:r>
              <a:rPr lang="en-US" altLang="ja-JP" sz="3600" dirty="0" err="1"/>
              <a:t>ry</a:t>
            </a:r>
            <a:r>
              <a:rPr lang="en-US" altLang="ja-JP" sz="3600" dirty="0"/>
              <a:t> Muhammad): “</a:t>
            </a:r>
            <a:r>
              <a:rPr lang="en-US" altLang="ja-JP" sz="3600" dirty="0" err="1"/>
              <a:t>Tsia</a:t>
            </a:r>
            <a:r>
              <a:rPr lang="en-US" altLang="ja-JP" sz="3600" dirty="0"/>
              <a:t>, fa </a:t>
            </a:r>
            <a:r>
              <a:rPr lang="en-US" altLang="ja-JP" sz="3600" dirty="0" err="1"/>
              <a:t>ny</a:t>
            </a:r>
            <a:r>
              <a:rPr lang="en-US" altLang="ja-JP" sz="3600" dirty="0"/>
              <a:t> </a:t>
            </a:r>
            <a:r>
              <a:rPr lang="en-US" altLang="ja-JP" sz="3600" dirty="0" err="1"/>
              <a:t>fivavahan’i</a:t>
            </a:r>
            <a:r>
              <a:rPr lang="en-US" altLang="ja-JP" sz="3600" dirty="0"/>
              <a:t> </a:t>
            </a:r>
            <a:r>
              <a:rPr lang="en-US" altLang="ja-JP" sz="3600" dirty="0" err="1"/>
              <a:t>Ibrahima</a:t>
            </a:r>
            <a:r>
              <a:rPr lang="en-US" altLang="ja-JP" sz="3600" dirty="0"/>
              <a:t> </a:t>
            </a:r>
            <a:r>
              <a:rPr lang="en-US" altLang="ja-JP" sz="3600" dirty="0" err="1"/>
              <a:t>Hanif</a:t>
            </a:r>
            <a:r>
              <a:rPr lang="en-US" altLang="ja-JP" sz="3600" dirty="0"/>
              <a:t> </a:t>
            </a:r>
            <a:r>
              <a:rPr lang="en-US" altLang="ja-JP" sz="3600" dirty="0" err="1"/>
              <a:t>ihany</a:t>
            </a:r>
            <a:r>
              <a:rPr lang="en-US" altLang="ja-JP" sz="3600" dirty="0"/>
              <a:t> no </a:t>
            </a:r>
            <a:r>
              <a:rPr lang="en-US" altLang="ja-JP" sz="3600" dirty="0" err="1"/>
              <a:t>arahintsika</a:t>
            </a:r>
            <a:r>
              <a:rPr lang="en-US" altLang="ja-JP" sz="3600" dirty="0"/>
              <a:t>…”</a:t>
            </a:r>
            <a:r>
              <a:rPr lang="ja-JP" altLang="en-US" sz="3600" dirty="0" smtClean="0">
                <a:ea typeface="ＭＳ Ｐゴシック" panose="020B0600070205080204" pitchFamily="34" charset="-128"/>
              </a:rPr>
              <a:t>’</a:t>
            </a:r>
            <a:r>
              <a:rPr lang="ja-JP" altLang="en-US" sz="3600" dirty="0">
                <a:ea typeface="ＭＳ Ｐゴシック" panose="020B0600070205080204" pitchFamily="34" charset="-128"/>
              </a:rPr>
              <a:t>”</a:t>
            </a:r>
            <a:r>
              <a:rPr lang="en-US" altLang="ja-JP" sz="3600" dirty="0">
                <a:ea typeface="ＭＳ Ｐゴシック" panose="020B0600070205080204" pitchFamily="34" charset="-128"/>
              </a:rPr>
              <a:t> Al-Baqarah 2:130, 135</a:t>
            </a:r>
            <a:endParaRPr lang="en-US" altLang="en-US" sz="3600" dirty="0">
              <a:ea typeface="ＭＳ Ｐゴシック" panose="020B0600070205080204" pitchFamily="34" charset="-128"/>
            </a:endParaRPr>
          </a:p>
        </p:txBody>
      </p:sp>
    </p:spTree>
    <p:extLst>
      <p:ext uri="{BB962C8B-B14F-4D97-AF65-F5344CB8AC3E}">
        <p14:creationId xmlns:p14="http://schemas.microsoft.com/office/powerpoint/2010/main" val="4201069803"/>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a:extLst>
              <a:ext uri="{FF2B5EF4-FFF2-40B4-BE49-F238E27FC236}">
                <a16:creationId xmlns:a16="http://schemas.microsoft.com/office/drawing/2014/main" id="{FDB607F2-380F-6749-8106-5C6F3498E17D}"/>
              </a:ext>
            </a:extLst>
          </p:cNvPr>
          <p:cNvSpPr>
            <a:spLocks noGrp="1" noChangeArrowheads="1"/>
          </p:cNvSpPr>
          <p:nvPr>
            <p:ph type="body" idx="1"/>
          </p:nvPr>
        </p:nvSpPr>
        <p:spPr>
          <a:xfrm>
            <a:off x="1198605" y="1600200"/>
            <a:ext cx="10120184" cy="3589638"/>
          </a:xfrm>
        </p:spPr>
        <p:txBody>
          <a:bodyPr>
            <a:normAutofit/>
          </a:bodyPr>
          <a:lstStyle/>
          <a:p>
            <a:r>
              <a:rPr lang="ja-JP" altLang="en-US" sz="3500" dirty="0" smtClean="0">
                <a:ea typeface="ＭＳ Ｐゴシック" panose="020B0600070205080204" pitchFamily="34" charset="-128"/>
              </a:rPr>
              <a:t>“</a:t>
            </a:r>
            <a:r>
              <a:rPr lang="en-US" altLang="ja-JP" sz="3500" dirty="0" err="1"/>
              <a:t>Ary</a:t>
            </a:r>
            <a:r>
              <a:rPr lang="en-US" altLang="ja-JP" sz="3500" dirty="0"/>
              <a:t> </a:t>
            </a:r>
            <a:r>
              <a:rPr lang="en-US" altLang="ja-JP" sz="3500" dirty="0" err="1"/>
              <a:t>iza</a:t>
            </a:r>
            <a:r>
              <a:rPr lang="en-US" altLang="ja-JP" sz="3500" dirty="0"/>
              <a:t> no </a:t>
            </a:r>
            <a:r>
              <a:rPr lang="en-US" altLang="ja-JP" sz="3500" dirty="0" err="1"/>
              <a:t>miala</a:t>
            </a:r>
            <a:r>
              <a:rPr lang="en-US" altLang="ja-JP" sz="3500" dirty="0"/>
              <a:t> </a:t>
            </a:r>
            <a:r>
              <a:rPr lang="en-US" altLang="ja-JP" sz="3500" dirty="0" err="1"/>
              <a:t>amin’ny</a:t>
            </a:r>
            <a:r>
              <a:rPr lang="en-US" altLang="ja-JP" sz="3500" dirty="0"/>
              <a:t> </a:t>
            </a:r>
            <a:r>
              <a:rPr lang="en-US" altLang="ja-JP" sz="3500" dirty="0" err="1"/>
              <a:t>fivavahan’i</a:t>
            </a:r>
            <a:r>
              <a:rPr lang="en-US" altLang="ja-JP" sz="3500" dirty="0"/>
              <a:t> </a:t>
            </a:r>
            <a:r>
              <a:rPr lang="en-US" altLang="ja-JP" sz="3500" dirty="0" err="1"/>
              <a:t>Abrahama</a:t>
            </a:r>
            <a:r>
              <a:rPr lang="en-US" altLang="ja-JP" sz="3500" dirty="0"/>
              <a:t> </a:t>
            </a:r>
            <a:r>
              <a:rPr lang="en-US" altLang="ja-JP" sz="3500" dirty="0" err="1"/>
              <a:t>afa-tsy</a:t>
            </a:r>
            <a:r>
              <a:rPr lang="en-US" altLang="ja-JP" sz="3500" dirty="0"/>
              <a:t> </a:t>
            </a:r>
            <a:r>
              <a:rPr lang="en-US" altLang="ja-JP" sz="3500" dirty="0" err="1"/>
              <a:t>izay</a:t>
            </a:r>
            <a:r>
              <a:rPr lang="en-US" altLang="ja-JP" sz="3500" dirty="0"/>
              <a:t> </a:t>
            </a:r>
            <a:r>
              <a:rPr lang="en-US" altLang="ja-JP" sz="3500" dirty="0" err="1"/>
              <a:t>manambany</a:t>
            </a:r>
            <a:r>
              <a:rPr lang="en-US" altLang="ja-JP" sz="3500" dirty="0"/>
              <a:t> </a:t>
            </a:r>
            <a:r>
              <a:rPr lang="en-US" altLang="ja-JP" sz="3500" dirty="0" err="1"/>
              <a:t>ny</a:t>
            </a:r>
            <a:r>
              <a:rPr lang="en-US" altLang="ja-JP" sz="3500" dirty="0"/>
              <a:t> </a:t>
            </a:r>
            <a:r>
              <a:rPr lang="en-US" altLang="ja-JP" sz="3500" dirty="0" err="1"/>
              <a:t>fanahiny</a:t>
            </a:r>
            <a:r>
              <a:rPr lang="en-US" altLang="ja-JP" sz="3500" dirty="0"/>
              <a:t> </a:t>
            </a:r>
            <a:r>
              <a:rPr lang="en-US" altLang="ja-JP" sz="3500" dirty="0" err="1"/>
              <a:t>amin’ny</a:t>
            </a:r>
            <a:r>
              <a:rPr lang="en-US" altLang="ja-JP" sz="3500" dirty="0"/>
              <a:t> </a:t>
            </a:r>
            <a:r>
              <a:rPr lang="en-US" altLang="ja-JP" sz="3500" dirty="0" err="1"/>
              <a:t>hadalana</a:t>
            </a:r>
            <a:r>
              <a:rPr lang="en-US" altLang="ja-JP" sz="3500" dirty="0"/>
              <a:t>? </a:t>
            </a:r>
            <a:r>
              <a:rPr lang="en-US" altLang="ja-JP" sz="3500" dirty="0" err="1"/>
              <a:t>Izy</a:t>
            </a:r>
            <a:r>
              <a:rPr lang="en-US" altLang="ja-JP" sz="3500" dirty="0"/>
              <a:t> no </a:t>
            </a:r>
            <a:r>
              <a:rPr lang="en-US" altLang="ja-JP" sz="3500" dirty="0" err="1"/>
              <a:t>nofidinay</a:t>
            </a:r>
            <a:r>
              <a:rPr lang="en-US" altLang="ja-JP" sz="3500" dirty="0"/>
              <a:t> </a:t>
            </a:r>
            <a:r>
              <a:rPr lang="en-US" altLang="ja-JP" sz="3500" dirty="0" err="1"/>
              <a:t>sy</a:t>
            </a:r>
            <a:r>
              <a:rPr lang="en-US" altLang="ja-JP" sz="3500" dirty="0"/>
              <a:t> </a:t>
            </a:r>
            <a:r>
              <a:rPr lang="en-US" altLang="ja-JP" sz="3500" dirty="0" err="1"/>
              <a:t>nodiovinay</a:t>
            </a:r>
            <a:r>
              <a:rPr lang="en-US" altLang="ja-JP" sz="3500" dirty="0"/>
              <a:t> </a:t>
            </a:r>
            <a:r>
              <a:rPr lang="en-US" altLang="ja-JP" sz="3500" dirty="0" err="1"/>
              <a:t>teto</a:t>
            </a:r>
            <a:r>
              <a:rPr lang="en-US" altLang="ja-JP" sz="3500" dirty="0"/>
              <a:t> </a:t>
            </a:r>
            <a:r>
              <a:rPr lang="en-US" altLang="ja-JP" sz="3500" dirty="0" err="1"/>
              <a:t>amin’ity</a:t>
            </a:r>
            <a:r>
              <a:rPr lang="en-US" altLang="ja-JP" sz="3500" dirty="0"/>
              <a:t> </a:t>
            </a:r>
            <a:r>
              <a:rPr lang="en-US" altLang="ja-JP" sz="3500" dirty="0" err="1"/>
              <a:t>tontolo</a:t>
            </a:r>
            <a:r>
              <a:rPr lang="en-US" altLang="ja-JP" sz="3500" dirty="0"/>
              <a:t> </a:t>
            </a:r>
            <a:r>
              <a:rPr lang="en-US" altLang="ja-JP" sz="3500" dirty="0" err="1"/>
              <a:t>ity</a:t>
            </a:r>
            <a:r>
              <a:rPr lang="en-US" altLang="ja-JP" sz="3500" dirty="0"/>
              <a:t>; </a:t>
            </a:r>
            <a:r>
              <a:rPr lang="en-US" altLang="ja-JP" sz="3500" dirty="0" err="1"/>
              <a:t>ary</a:t>
            </a:r>
            <a:r>
              <a:rPr lang="en-US" altLang="ja-JP" sz="3500" dirty="0"/>
              <a:t> any </a:t>
            </a:r>
            <a:r>
              <a:rPr lang="en-US" altLang="ja-JP" sz="3500" dirty="0" err="1"/>
              <a:t>amin’ny</a:t>
            </a:r>
            <a:r>
              <a:rPr lang="en-US" altLang="ja-JP" sz="3500" dirty="0"/>
              <a:t> </a:t>
            </a:r>
            <a:r>
              <a:rPr lang="en-US" altLang="ja-JP" sz="3500" dirty="0" err="1"/>
              <a:t>fiainana</a:t>
            </a:r>
            <a:r>
              <a:rPr lang="en-US" altLang="ja-JP" sz="3500" dirty="0"/>
              <a:t> any </a:t>
            </a:r>
            <a:r>
              <a:rPr lang="en-US" altLang="ja-JP" sz="3500" dirty="0" err="1"/>
              <a:t>aoriana</a:t>
            </a:r>
            <a:r>
              <a:rPr lang="en-US" altLang="ja-JP" sz="3500" dirty="0"/>
              <a:t> </a:t>
            </a:r>
            <a:r>
              <a:rPr lang="en-US" altLang="ja-JP" sz="3500" dirty="0" err="1"/>
              <a:t>dia</a:t>
            </a:r>
            <a:r>
              <a:rPr lang="en-US" altLang="ja-JP" sz="3500" dirty="0"/>
              <a:t> ho </a:t>
            </a:r>
            <a:r>
              <a:rPr lang="en-US" altLang="ja-JP" sz="3500" dirty="0" err="1"/>
              <a:t>isan’ny</a:t>
            </a:r>
            <a:r>
              <a:rPr lang="en-US" altLang="ja-JP" sz="3500" dirty="0"/>
              <a:t> </a:t>
            </a:r>
            <a:r>
              <a:rPr lang="en-US" altLang="ja-JP" sz="3500" dirty="0" err="1"/>
              <a:t>olo</a:t>
            </a:r>
            <a:r>
              <a:rPr lang="en-US" altLang="ja-JP" sz="3500" dirty="0"/>
              <a:t>-marina </a:t>
            </a:r>
            <a:r>
              <a:rPr lang="en-US" altLang="ja-JP" sz="3500" dirty="0" err="1"/>
              <a:t>izy</a:t>
            </a:r>
            <a:r>
              <a:rPr lang="en-US" altLang="ja-JP" sz="3500" dirty="0"/>
              <a:t>..</a:t>
            </a:r>
            <a:r>
              <a:rPr lang="ja-JP" altLang="en-US" sz="3500" dirty="0">
                <a:ea typeface="ＭＳ Ｐゴシック" panose="020B0600070205080204" pitchFamily="34" charset="-128"/>
              </a:rPr>
              <a:t>”</a:t>
            </a:r>
            <a:r>
              <a:rPr lang="en-US" altLang="ja-JP" sz="3500" dirty="0">
                <a:ea typeface="ＭＳ Ｐゴシック" panose="020B0600070205080204" pitchFamily="34" charset="-128"/>
              </a:rPr>
              <a:t> Baqarah II:130</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83697962"/>
      </p:ext>
    </p:extLst>
  </p:cSld>
  <p:clrMapOvr>
    <a:masterClrMapping/>
  </p:clrMapOvr>
  <p:transition spd="slow">
    <p:cover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353</TotalTime>
  <Words>3716</Words>
  <Application>Microsoft Office PowerPoint</Application>
  <PresentationFormat>Grand écran</PresentationFormat>
  <Paragraphs>335</Paragraphs>
  <Slides>53</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53</vt:i4>
      </vt:variant>
    </vt:vector>
  </HeadingPairs>
  <TitlesOfParts>
    <vt:vector size="62" baseType="lpstr">
      <vt:lpstr>ＭＳ Ｐゴシック</vt:lpstr>
      <vt:lpstr>Arial</vt:lpstr>
      <vt:lpstr>Arial Black</vt:lpstr>
      <vt:lpstr>Calibri</vt:lpstr>
      <vt:lpstr>Monotype Sorts</vt:lpstr>
      <vt:lpstr>Times New Roman</vt:lpstr>
      <vt:lpstr>Trebuchet MS</vt:lpstr>
      <vt:lpstr>Tw Cen MT</vt:lpstr>
      <vt:lpstr>Circuit</vt:lpstr>
      <vt:lpstr>Ny Drafitr'Andriamanitra ho an'ny Taranak'Isimaela</vt:lpstr>
      <vt:lpstr>Ny olon-drehetra ao amin'ny fiangonana manerana izao tontolo izao ankehitriny dia mametraka fanontaniana iray, mifototra amin'ny tranga miseho amin'izao fotoana izao eto amin'izao tontolo izao. Indro àry ilay fanontaniana: "Inona no ambaran'ny Baiboly mahakasika ny andraikitra ho tanan'ny mpino Islamo amin'ny Andro Farany, mialohan'ny Fihavian'i Jesosy Fanindroany?" Na dia miady hevitra momba ny Apokalypsy 9 aza ny teôlôjiana indraindray, hoe ny mpino Islamo tokoa ve no tiana ambara amin'izy io sa tsia, na koa hoe ny mpino Islamo ve no tiana ambara amin'ilay Mpanjakan'ny Atsimo ao amin'ny Daniela 11:40-45, dia misy faminaniana tena mazava be izay toa tsy misy mahatsikaritra akory. Ireto andininy roa eto ambany ireto dia toa faminaniana tsy mifono hevi-dalina loatra ara-teôlôjia, kanefa mitondra hafatra tena mazava sady miavaka tsara ho antsika ihany koa</vt:lpstr>
      <vt:lpstr>Ao amin'ny Isaia 60:6-7 no ahitantsika ireo andininy ireo, araka izao manaraka izao:</vt:lpstr>
      <vt:lpstr>Présentation PowerPoint</vt:lpstr>
      <vt:lpstr>Présentation PowerPoint</vt:lpstr>
      <vt:lpstr>Iza moa ny Midiana, Efaha, ary ny Sheba?</vt:lpstr>
      <vt:lpstr>Iza moa ny Midiana, Efaha, ary ny Sheba?</vt:lpstr>
      <vt:lpstr>Iza moa i Kedara sy Nebaiota? </vt:lpstr>
      <vt:lpstr>Isaka no zanakalahy nampanantenaina an'i Abrahama, kanefa ireto manaraka ireto dia taranak'i Abrahama tamin'i Hagara sy Isimaela, ary taranany tamin'i Ketora vadiny. Taranaka roa hatrany no rentsika avy tamin'i Abrahama, kanefa taranaka telo tahaka izao manaraka izao no avy amin'i Abrahama </vt:lpstr>
      <vt:lpstr>Ny Zanaka tany Atsinanana</vt:lpstr>
      <vt:lpstr>Ny Zanaka tany Atsinanana</vt:lpstr>
      <vt:lpstr>Ny Zanaka tany Atsinanana</vt:lpstr>
      <vt:lpstr>Présentation PowerPoint</vt:lpstr>
      <vt:lpstr>Samy nanana foko 12 ve ireo taranaka roa ireo?</vt:lpstr>
      <vt:lpstr>Ishmael’s 12 Princes</vt:lpstr>
      <vt:lpstr>Ishmael’s Descendants</vt:lpstr>
      <vt:lpstr>Isaac’s Descendants </vt:lpstr>
      <vt:lpstr>Abraham’s Other Children</vt:lpstr>
      <vt:lpstr>Présentation PowerPoint</vt:lpstr>
      <vt:lpstr>Présentation PowerPoint</vt:lpstr>
      <vt:lpstr>Ahoana no nampiasan’Andriamanitra ny taranak’i Ismaela hitahiana ny Isiraelita?</vt:lpstr>
      <vt:lpstr>I Josefa, navotan'ny Zanaky ny Atsinanana</vt:lpstr>
      <vt:lpstr>I Josefa, navotan'ny Zanaky ny Atsinanana</vt:lpstr>
      <vt:lpstr>Présentation PowerPoint</vt:lpstr>
      <vt:lpstr>I Josefa, navotan'ny Zanaky ny Atsinanana</vt:lpstr>
      <vt:lpstr>Nanavotra ny Zanaky ny Atsinanana i Mosesy</vt:lpstr>
      <vt:lpstr>Nanavotra ny Zanaky ny Atsinanana i Mosesy</vt:lpstr>
      <vt:lpstr>Nanavotra ny Zanaky ny Atsinanana i Mosesy</vt:lpstr>
      <vt:lpstr>Jetro (ilay Midianita) – olona iray mpino</vt:lpstr>
      <vt:lpstr>Jetro (ilay Midianita) – olona iray mpino</vt:lpstr>
      <vt:lpstr>Jetro (ilay Midianita) – olona iray mpino</vt:lpstr>
      <vt:lpstr>I Joba, "ilay lehilahy lehibe indrindra tamin'ny vahoaka rehetra tany Atsinanana"</vt:lpstr>
      <vt:lpstr>I Joba, "ilay lehilahy lehibe indrindra tamin'ny vahoaka rehetra tany Atsinanana"</vt:lpstr>
      <vt:lpstr>Présentation PowerPoint</vt:lpstr>
      <vt:lpstr>Kaleba - Zanakalahin'ny Atsinanana ve?</vt:lpstr>
      <vt:lpstr>Kaleba - Zanakalahin'ny Atsinanana ve?</vt:lpstr>
      <vt:lpstr>Présentation PowerPoint</vt:lpstr>
      <vt:lpstr>Olon-kendry avy tany Atsinanana tamin'ny andro nahaterahan'i Jesosy</vt:lpstr>
      <vt:lpstr>Olon-kendry avy tany Atsinanana tamin'ny andro nahaterahan'i Jesosy</vt:lpstr>
      <vt:lpstr>Olon-kendry avy tany Atsinanana tamin'ny andro nahaterahan'i Jesosy</vt:lpstr>
      <vt:lpstr>Ny Zanak'Isimaela alohan'ny Fihavian'i Jesosy Fanindroany</vt:lpstr>
      <vt:lpstr>Ny Zanak'Isimaela alohan'ny Fihavian'i Jesosy Fanindroany</vt:lpstr>
      <vt:lpstr>Ny Zanak'Isimaela alohan'ny Fihavian'i Jesosy Fanindroany</vt:lpstr>
      <vt:lpstr>Ny Zanak'Isimaela alohan'ny Fihavian'i Jesosy Fanindroany</vt:lpstr>
      <vt:lpstr>Ny Zanak'Isimaela alohan'ny Fihavian'i Jesosy Fanindroany</vt:lpstr>
      <vt:lpstr>Présentation PowerPoint</vt:lpstr>
      <vt:lpstr>Présentation PowerPoint</vt:lpstr>
      <vt:lpstr>Présentation PowerPoint</vt:lpstr>
      <vt:lpstr>Présentation PowerPoint</vt:lpstr>
      <vt:lpstr>Believers in the Faith of Abraham</vt:lpstr>
      <vt:lpstr>Muhammad: A Believer in the Religion of Abraham</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GOD’S MASTER PLAN OF SALVATION</dc:title>
  <dc:creator>Lumwe, Samuel</dc:creator>
  <cp:lastModifiedBy>FLORENT</cp:lastModifiedBy>
  <cp:revision>33</cp:revision>
  <dcterms:created xsi:type="dcterms:W3CDTF">2019-05-15T07:25:31Z</dcterms:created>
  <dcterms:modified xsi:type="dcterms:W3CDTF">2026-04-24T02:42:06Z</dcterms:modified>
</cp:coreProperties>
</file>