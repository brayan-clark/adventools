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M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791AEF-C162-AD18-352A-7E5E35E55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FE7A122-1037-AF7F-7BAF-2625B6103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54018B-3E5A-BEB9-E0A5-BF8FC3131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CBBB40-6BFB-FA9C-0C65-6E4353422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157E9F-3B61-90D5-4FC5-B90F38C7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61309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467A32-C71E-7A3F-6FBF-A515EADD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3925EA-2F55-D0F4-ED67-9515D4989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C9154F-4C47-F0E7-7529-5ADB06E1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9D6E65-6B6E-15AF-D6EE-28E1AF1E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674102D-1C38-D8F4-529B-D3692FCAF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52947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8E591F-3098-CCB8-4128-52177EE8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166EB4-0B88-7795-D1C3-68CD2025F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4473D5-B5EB-C16E-2A7E-0B7E79ADD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0EB3D5-C6A6-21C7-9E69-D9DF4C189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FEA564-D817-DC79-7041-44B05435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510452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FFE1F0-F4BF-1FC0-A724-576B64C5E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628146-614D-C47D-A9EC-268152D0C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EB867D-2C33-3D19-2A71-632BFC529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344E89-D177-BE3E-ED6A-653663FC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260739-6FC6-3E76-3E9E-296A33A04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99728A-1E65-9DAB-8890-96B70F0F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04506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C15531-EB40-9C5E-F72E-E6FA1FD1B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759AC9-C38F-E60E-F6E5-8FDFC36FF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B22C6A-00E4-C65D-EAC5-21C897EB5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885C1CF-AA2F-6F1A-45D6-7BE63D265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D91B098-E246-199D-4C5C-F539205F4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BBF75AE-B628-4FD0-E678-CB91738AE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D0E1D5F-2581-B0EF-44C5-62826A333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D4267F6-D758-6176-8B7A-D2ADEFC2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61499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CC445E-A26D-5E71-C259-6C8AEBE74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CD13B30-BDD4-5659-613B-2F8994952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9B820A-D627-5A6A-1A3F-4EE29D714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7CD537C-089A-58BA-6CEB-5417421C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3354210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0F08063-F717-BEB6-ACC3-0762CFF8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A22282F-FA97-B48B-FB39-D1E76F488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57D17D-D0A2-CF54-44E8-367A9A61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347373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C07B53-1C58-CD3F-86E9-F1E34C0C7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10EB59-3E9F-DF3D-29A9-489583A06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8A9937-2B7A-B32C-4C74-7AC19FD3E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191769-F282-8B15-3692-AF287A360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7B8C01-DF00-CFE4-B2A8-0BBA681DB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02181FB-4C34-451D-74A3-E4189190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70205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D9F866-24CA-9527-D88D-BA2447B6B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ECFB74F-6596-7147-BA07-7680FF4E36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G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C6033C-9EE2-70B6-AD14-26EF9F093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86DB29-5F9D-69A7-E0AF-6D339985A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662E8A-4EBC-ACD1-11D1-E73A43E11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A07C45-AC8F-69DA-8B12-8E15F2A9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205631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A1E4E9-2AF8-A896-71BF-E5010CEE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54F922A-AA2A-FDB5-70CA-9440B797A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731BFD-9F9A-4BF7-674E-14655907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A09EB8-E678-0572-70CF-B76D66AC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C3DA25-B0B5-7312-3AD1-021F5D069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50582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5ADF31-CB92-42DE-319C-76082F091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8620EA3-8D96-780D-63ED-557D9D1FC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C113AFC-6F5B-B18E-847E-E3BCC574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73B19E-0FFB-62CF-5ADC-B158C5A5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FA61D8-677F-329E-09DD-E79D5BE69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75799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CE3728C-15A2-6327-AC4A-D85D5A058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G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63277C-1EC1-5E82-592B-603EC2226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G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31C7BF-02D8-D7B6-586C-B4C05E275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98DDB-B795-46A6-ACD2-F5CBCFFDA6BB}" type="datetimeFigureOut">
              <a:rPr lang="fr-MG" smtClean="0"/>
              <a:t>24/04/2026</a:t>
            </a:fld>
            <a:endParaRPr lang="fr-MG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1D5320-DC5A-70AD-0372-332BB6026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G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92D04C-79B9-4805-0834-13EA70228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66EA-BD70-4936-8C6A-035686EB850B}" type="slidenum">
              <a:rPr lang="fr-MG" smtClean="0"/>
              <a:t>‹N°›</a:t>
            </a:fld>
            <a:endParaRPr lang="fr-MG"/>
          </a:p>
        </p:txBody>
      </p:sp>
    </p:spTree>
    <p:extLst>
      <p:ext uri="{BB962C8B-B14F-4D97-AF65-F5344CB8AC3E}">
        <p14:creationId xmlns:p14="http://schemas.microsoft.com/office/powerpoint/2010/main" val="1901064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9BFD5C-B892-F5CD-3262-49765D42D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392" y="2397489"/>
            <a:ext cx="11241248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Ny </a:t>
            </a:r>
            <a:r>
              <a:rPr lang="en-US" b="1" dirty="0" err="1"/>
              <a:t>fomba</a:t>
            </a:r>
            <a:r>
              <a:rPr lang="en-US" b="1" dirty="0"/>
              <a:t> </a:t>
            </a:r>
            <a:r>
              <a:rPr lang="en-US" b="1" dirty="0" err="1"/>
              <a:t>hitoriana</a:t>
            </a:r>
            <a:r>
              <a:rPr lang="en-US" b="1" dirty="0"/>
              <a:t> </a:t>
            </a:r>
            <a:r>
              <a:rPr lang="en-US" b="1" dirty="0" err="1"/>
              <a:t>ny</a:t>
            </a:r>
            <a:r>
              <a:rPr lang="en-US" b="1" dirty="0"/>
              <a:t> </a:t>
            </a:r>
            <a:r>
              <a:rPr lang="en-US" b="1" dirty="0" err="1"/>
              <a:t>Filazantsara</a:t>
            </a:r>
            <a:r>
              <a:rPr lang="en-US" b="1" dirty="0"/>
              <a:t> </a:t>
            </a:r>
            <a:r>
              <a:rPr lang="en-US" b="1" dirty="0" err="1"/>
              <a:t>amin’ny</a:t>
            </a:r>
            <a:r>
              <a:rPr lang="en-US" b="1" dirty="0"/>
              <a:t> </a:t>
            </a:r>
            <a:r>
              <a:rPr lang="en-US" b="1" dirty="0" err="1"/>
              <a:t>Silamo</a:t>
            </a:r>
            <a:br>
              <a:rPr lang="fr-MG" b="1" dirty="0"/>
            </a:br>
            <a:endParaRPr lang="fr-MG" b="1" dirty="0"/>
          </a:p>
        </p:txBody>
      </p:sp>
    </p:spTree>
    <p:extLst>
      <p:ext uri="{BB962C8B-B14F-4D97-AF65-F5344CB8AC3E}">
        <p14:creationId xmlns:p14="http://schemas.microsoft.com/office/powerpoint/2010/main" val="13467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2B5C94-8B56-7EF6-EE03-E82EC53FE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527" y="793779"/>
            <a:ext cx="11644618" cy="5514742"/>
          </a:xfrm>
        </p:spPr>
        <p:txBody>
          <a:bodyPr>
            <a:normAutofit fontScale="92500"/>
          </a:bodyPr>
          <a:lstStyle/>
          <a:p>
            <a:r>
              <a:rPr lang="en-US" sz="6000" dirty="0"/>
              <a:t>Ny </a:t>
            </a:r>
            <a:r>
              <a:rPr lang="en-US" sz="6000" dirty="0" err="1"/>
              <a:t>fitoriana</a:t>
            </a:r>
            <a:r>
              <a:rPr lang="en-US" sz="6000" dirty="0"/>
              <a:t> </a:t>
            </a:r>
            <a:r>
              <a:rPr lang="en-US" sz="6000" dirty="0" err="1"/>
              <a:t>ny</a:t>
            </a:r>
            <a:r>
              <a:rPr lang="en-US" sz="6000" dirty="0"/>
              <a:t> </a:t>
            </a:r>
            <a:r>
              <a:rPr lang="en-US" sz="6000" dirty="0" err="1"/>
              <a:t>Filazantsara</a:t>
            </a:r>
            <a:r>
              <a:rPr lang="en-US" sz="6000" dirty="0"/>
              <a:t> </a:t>
            </a:r>
            <a:r>
              <a:rPr lang="en-US" sz="6000" dirty="0" err="1"/>
              <a:t>amin’ny</a:t>
            </a:r>
            <a:r>
              <a:rPr lang="en-US" sz="6000" dirty="0"/>
              <a:t> olona </a:t>
            </a:r>
            <a:r>
              <a:rPr lang="en-US" sz="6000" dirty="0" err="1"/>
              <a:t>Silamo</a:t>
            </a:r>
            <a:r>
              <a:rPr lang="en-US" sz="6000" dirty="0"/>
              <a:t> </a:t>
            </a:r>
            <a:r>
              <a:rPr lang="en-US" sz="6000" dirty="0" err="1"/>
              <a:t>dia</a:t>
            </a:r>
            <a:r>
              <a:rPr lang="en-US" sz="6000" dirty="0"/>
              <a:t> </a:t>
            </a:r>
            <a:r>
              <a:rPr lang="en-US" sz="6000" dirty="0" err="1"/>
              <a:t>mitaky</a:t>
            </a:r>
            <a:r>
              <a:rPr lang="en-US" sz="6000" dirty="0"/>
              <a:t> </a:t>
            </a:r>
            <a:r>
              <a:rPr lang="en-US" sz="6000" dirty="0" err="1"/>
              <a:t>fahendrena</a:t>
            </a:r>
            <a:r>
              <a:rPr lang="en-US" sz="6000" dirty="0"/>
              <a:t>, </a:t>
            </a:r>
            <a:r>
              <a:rPr lang="en-US" sz="6000" dirty="0" err="1"/>
              <a:t>fahalalana</a:t>
            </a:r>
            <a:r>
              <a:rPr lang="en-US" sz="6000" dirty="0"/>
              <a:t>, </a:t>
            </a:r>
            <a:r>
              <a:rPr lang="en-US" sz="6000" dirty="0" err="1"/>
              <a:t>ary</a:t>
            </a:r>
            <a:r>
              <a:rPr lang="en-US" sz="6000" dirty="0"/>
              <a:t> </a:t>
            </a:r>
            <a:r>
              <a:rPr lang="en-US" sz="6000" dirty="0" err="1"/>
              <a:t>fitiavana</a:t>
            </a:r>
            <a:r>
              <a:rPr lang="en-US" sz="6000" dirty="0"/>
              <a:t>. Ny </a:t>
            </a:r>
            <a:r>
              <a:rPr lang="en-US" sz="6000" dirty="0" err="1"/>
              <a:t>tanjona</a:t>
            </a:r>
            <a:r>
              <a:rPr lang="en-US" sz="6000" dirty="0"/>
              <a:t> </a:t>
            </a:r>
            <a:r>
              <a:rPr lang="en-US" sz="6000" dirty="0" err="1"/>
              <a:t>dia</a:t>
            </a:r>
            <a:r>
              <a:rPr lang="en-US" sz="6000" dirty="0"/>
              <a:t> </a:t>
            </a:r>
            <a:r>
              <a:rPr lang="en-US" sz="6000" dirty="0" err="1"/>
              <a:t>tsy</a:t>
            </a:r>
            <a:r>
              <a:rPr lang="en-US" sz="6000" dirty="0"/>
              <a:t> </a:t>
            </a:r>
            <a:r>
              <a:rPr lang="en-US" sz="6000" dirty="0" err="1"/>
              <a:t>adihevitra</a:t>
            </a:r>
            <a:r>
              <a:rPr lang="en-US" sz="6000" dirty="0"/>
              <a:t> fa </a:t>
            </a:r>
            <a:r>
              <a:rPr lang="en-US" sz="6000" dirty="0" err="1"/>
              <a:t>fitarihana</a:t>
            </a:r>
            <a:r>
              <a:rPr lang="en-US" sz="6000" dirty="0"/>
              <a:t> </a:t>
            </a:r>
            <a:r>
              <a:rPr lang="en-US" sz="6000" dirty="0" err="1"/>
              <a:t>ny</a:t>
            </a:r>
            <a:r>
              <a:rPr lang="en-US" sz="6000" dirty="0"/>
              <a:t> olona ho </a:t>
            </a:r>
            <a:r>
              <a:rPr lang="en-US" sz="6000" dirty="0" err="1"/>
              <a:t>amin’i</a:t>
            </a:r>
            <a:r>
              <a:rPr lang="en-US" sz="6000" dirty="0"/>
              <a:t> Kristy. </a:t>
            </a:r>
            <a:r>
              <a:rPr lang="en-US" sz="6000" dirty="0" err="1"/>
              <a:t>Ireto</a:t>
            </a:r>
            <a:r>
              <a:rPr lang="en-US" sz="6000" dirty="0"/>
              <a:t> </a:t>
            </a:r>
            <a:r>
              <a:rPr lang="en-US" sz="6000" dirty="0" err="1"/>
              <a:t>misy</a:t>
            </a:r>
            <a:r>
              <a:rPr lang="en-US" sz="6000" dirty="0"/>
              <a:t> </a:t>
            </a:r>
            <a:r>
              <a:rPr lang="en-US" sz="6000" dirty="0" err="1"/>
              <a:t>fitsipika</a:t>
            </a:r>
            <a:r>
              <a:rPr lang="en-US" sz="6000" dirty="0"/>
              <a:t> </a:t>
            </a:r>
            <a:r>
              <a:rPr lang="en-US" sz="6000" dirty="0" err="1"/>
              <a:t>manan-danja</a:t>
            </a:r>
            <a:r>
              <a:rPr lang="en-US" sz="6000" dirty="0"/>
              <a:t> </a:t>
            </a:r>
            <a:r>
              <a:rPr lang="en-US" sz="6000" dirty="0" err="1"/>
              <a:t>mifototra</a:t>
            </a:r>
            <a:r>
              <a:rPr lang="en-US" sz="6000" dirty="0"/>
              <a:t> </a:t>
            </a:r>
            <a:r>
              <a:rPr lang="en-US" sz="6000" dirty="0" err="1"/>
              <a:t>amin’ny</a:t>
            </a:r>
            <a:r>
              <a:rPr lang="en-US" sz="6000" dirty="0"/>
              <a:t> </a:t>
            </a:r>
            <a:r>
              <a:rPr lang="en-US" sz="6000" dirty="0" err="1"/>
              <a:t>Baiboly</a:t>
            </a:r>
            <a:endParaRPr lang="fr-MG" sz="6000" dirty="0"/>
          </a:p>
        </p:txBody>
      </p:sp>
    </p:spTree>
    <p:extLst>
      <p:ext uri="{BB962C8B-B14F-4D97-AF65-F5344CB8AC3E}">
        <p14:creationId xmlns:p14="http://schemas.microsoft.com/office/powerpoint/2010/main" val="190093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E5FC8C-CE61-7A21-2E90-434E382E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 </a:t>
            </a:r>
            <a:r>
              <a:rPr lang="en-US" b="1" dirty="0" err="1"/>
              <a:t>Manomboka</a:t>
            </a:r>
            <a:r>
              <a:rPr lang="en-US" b="1" dirty="0"/>
              <a:t> </a:t>
            </a:r>
            <a:r>
              <a:rPr lang="en-US" b="1" dirty="0" err="1"/>
              <a:t>amin’ny</a:t>
            </a:r>
            <a:r>
              <a:rPr lang="en-US" b="1" dirty="0"/>
              <a:t> </a:t>
            </a:r>
            <a:r>
              <a:rPr lang="en-US" b="1" dirty="0" err="1"/>
              <a:t>fifandraisana</a:t>
            </a:r>
            <a:r>
              <a:rPr lang="en-US" b="1" dirty="0"/>
              <a:t> </a:t>
            </a:r>
            <a:r>
              <a:rPr lang="en-US" b="1" dirty="0" err="1"/>
              <a:t>sy</a:t>
            </a:r>
            <a:r>
              <a:rPr lang="en-US" b="1" dirty="0"/>
              <a:t> </a:t>
            </a:r>
            <a:r>
              <a:rPr lang="en-US" b="1" dirty="0" err="1"/>
              <a:t>fitiavana</a:t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1CD1AD-8CB5-B76E-0785-2581DC16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27" y="1825625"/>
            <a:ext cx="11534862" cy="4351338"/>
          </a:xfrm>
        </p:spPr>
        <p:txBody>
          <a:bodyPr>
            <a:normAutofit lnSpcReduction="10000"/>
          </a:bodyPr>
          <a:lstStyle/>
          <a:p>
            <a:r>
              <a:rPr lang="en-US" sz="4800" dirty="0"/>
              <a:t>Ny </a:t>
            </a:r>
            <a:r>
              <a:rPr lang="en-US" sz="4800" dirty="0" err="1"/>
              <a:t>dingana</a:t>
            </a:r>
            <a:r>
              <a:rPr lang="en-US" sz="4800" dirty="0"/>
              <a:t> </a:t>
            </a:r>
            <a:r>
              <a:rPr lang="en-US" sz="4800" dirty="0" err="1"/>
              <a:t>voalohany</a:t>
            </a:r>
            <a:r>
              <a:rPr lang="en-US" sz="4800" dirty="0"/>
              <a:t> </a:t>
            </a:r>
            <a:r>
              <a:rPr lang="en-US" sz="4800" dirty="0" err="1"/>
              <a:t>dia</a:t>
            </a:r>
            <a:r>
              <a:rPr lang="en-US" sz="4800" dirty="0"/>
              <a:t> </a:t>
            </a:r>
            <a:r>
              <a:rPr lang="en-US" sz="4800" dirty="0" err="1"/>
              <a:t>fifandraisana</a:t>
            </a:r>
            <a:r>
              <a:rPr lang="en-US" sz="4800" dirty="0"/>
              <a:t> </a:t>
            </a:r>
            <a:r>
              <a:rPr lang="en-US" sz="4800" dirty="0" err="1"/>
              <a:t>tsara</a:t>
            </a:r>
            <a:r>
              <a:rPr lang="en-US" sz="4800" dirty="0"/>
              <a:t>.</a:t>
            </a:r>
            <a:endParaRPr lang="fr-MG" sz="4800" dirty="0"/>
          </a:p>
          <a:p>
            <a:r>
              <a:rPr lang="en-US" sz="4800" dirty="0"/>
              <a:t>Hoy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Baiboly</a:t>
            </a:r>
            <a:r>
              <a:rPr lang="en-US" sz="4800" dirty="0"/>
              <a:t>:</a:t>
            </a:r>
            <a:endParaRPr lang="fr-MG" sz="4800" dirty="0"/>
          </a:p>
          <a:p>
            <a:r>
              <a:rPr lang="en-US" sz="4800" dirty="0" err="1"/>
              <a:t>Kolosiana</a:t>
            </a:r>
            <a:r>
              <a:rPr lang="en-US" sz="4800" dirty="0"/>
              <a:t> 4:6</a:t>
            </a:r>
            <a:endParaRPr lang="fr-MG" sz="4800" dirty="0"/>
          </a:p>
          <a:p>
            <a:r>
              <a:rPr lang="en-US" sz="4800" dirty="0" err="1"/>
              <a:t>Aoka</a:t>
            </a:r>
            <a:r>
              <a:rPr lang="en-US" sz="4800" dirty="0"/>
              <a:t> </a:t>
            </a:r>
            <a:r>
              <a:rPr lang="en-US" sz="4800" dirty="0" err="1"/>
              <a:t>ny</a:t>
            </a:r>
            <a:r>
              <a:rPr lang="en-US" sz="4800" dirty="0"/>
              <a:t> </a:t>
            </a:r>
            <a:r>
              <a:rPr lang="en-US" sz="4800" dirty="0" err="1"/>
              <a:t>fiteninareo</a:t>
            </a:r>
            <a:r>
              <a:rPr lang="en-US" sz="4800" dirty="0"/>
              <a:t> ho </a:t>
            </a:r>
            <a:r>
              <a:rPr lang="en-US" sz="4800" dirty="0" err="1"/>
              <a:t>amin'ny</a:t>
            </a:r>
            <a:r>
              <a:rPr lang="en-US" sz="4800" dirty="0"/>
              <a:t> </a:t>
            </a:r>
            <a:r>
              <a:rPr lang="en-US" sz="4800" dirty="0" err="1"/>
              <a:t>fahasoavana</a:t>
            </a:r>
            <a:r>
              <a:rPr lang="en-US" sz="4800" dirty="0"/>
              <a:t> </a:t>
            </a:r>
            <a:r>
              <a:rPr lang="en-US" sz="4800" dirty="0" err="1"/>
              <a:t>mandrakariva</a:t>
            </a:r>
            <a:r>
              <a:rPr lang="en-US" sz="4800" dirty="0"/>
              <a:t>,</a:t>
            </a:r>
            <a:endParaRPr lang="fr-MG" sz="4800" dirty="0"/>
          </a:p>
          <a:p>
            <a:endParaRPr lang="fr-MG" sz="4800" dirty="0"/>
          </a:p>
        </p:txBody>
      </p:sp>
    </p:spTree>
    <p:extLst>
      <p:ext uri="{BB962C8B-B14F-4D97-AF65-F5344CB8AC3E}">
        <p14:creationId xmlns:p14="http://schemas.microsoft.com/office/powerpoint/2010/main" val="3593757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625868-7B40-B503-0870-0AD067124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48" y="365125"/>
            <a:ext cx="11568418" cy="1325563"/>
          </a:xfrm>
        </p:spPr>
        <p:txBody>
          <a:bodyPr/>
          <a:lstStyle/>
          <a:p>
            <a:r>
              <a:rPr lang="en-US" b="1" dirty="0"/>
              <a:t>Ny </a:t>
            </a:r>
            <a:r>
              <a:rPr lang="en-US" b="1" dirty="0" err="1"/>
              <a:t>mpino</a:t>
            </a:r>
            <a:r>
              <a:rPr lang="en-US" b="1" dirty="0"/>
              <a:t> </a:t>
            </a:r>
            <a:r>
              <a:rPr lang="en-US" b="1" dirty="0" err="1"/>
              <a:t>Silamo</a:t>
            </a:r>
            <a:r>
              <a:rPr lang="en-US" b="1" dirty="0"/>
              <a:t> </a:t>
            </a:r>
            <a:r>
              <a:rPr lang="en-US" b="1" dirty="0" err="1"/>
              <a:t>dia</a:t>
            </a:r>
            <a:r>
              <a:rPr lang="en-US" b="1" dirty="0"/>
              <a:t> </a:t>
            </a:r>
            <a:r>
              <a:rPr lang="en-US" b="1" dirty="0" err="1"/>
              <a:t>manome</a:t>
            </a:r>
            <a:r>
              <a:rPr lang="en-US" b="1" dirty="0"/>
              <a:t> </a:t>
            </a:r>
            <a:r>
              <a:rPr lang="en-US" b="1" dirty="0" err="1"/>
              <a:t>lanja</a:t>
            </a:r>
            <a:r>
              <a:rPr lang="en-US" b="1" dirty="0"/>
              <a:t> be:</a:t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839D49-8277-6CC9-1E3C-40E08866F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725" y="1825624"/>
            <a:ext cx="11828477" cy="4860401"/>
          </a:xfrm>
        </p:spPr>
        <p:txBody>
          <a:bodyPr>
            <a:normAutofit/>
          </a:bodyPr>
          <a:lstStyle/>
          <a:p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fanajana</a:t>
            </a:r>
            <a:endParaRPr lang="fr-MG" sz="4400" dirty="0"/>
          </a:p>
          <a:p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fihavanana</a:t>
            </a:r>
            <a:endParaRPr lang="fr-MG" sz="4400" dirty="0"/>
          </a:p>
          <a:p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fahatsoram</a:t>
            </a:r>
            <a:r>
              <a:rPr lang="en-US" sz="4400" dirty="0"/>
              <a:t>-po</a:t>
            </a:r>
            <a:endParaRPr lang="fr-MG" sz="4400" dirty="0"/>
          </a:p>
          <a:p>
            <a:r>
              <a:rPr lang="en-US" sz="4400" dirty="0"/>
              <a:t>Noho </a:t>
            </a:r>
            <a:r>
              <a:rPr lang="en-US" sz="4400" dirty="0" err="1"/>
              <a:t>izany</a:t>
            </a:r>
            <a:r>
              <a:rPr lang="en-US" sz="4400" dirty="0"/>
              <a:t>:</a:t>
            </a:r>
            <a:endParaRPr lang="fr-MG" sz="4400" dirty="0"/>
          </a:p>
          <a:p>
            <a:r>
              <a:rPr lang="en-US" sz="4400" dirty="0" err="1"/>
              <a:t>aza</a:t>
            </a:r>
            <a:r>
              <a:rPr lang="en-US" sz="4400" dirty="0"/>
              <a:t> </a:t>
            </a:r>
            <a:r>
              <a:rPr lang="en-US" sz="4400" dirty="0" err="1"/>
              <a:t>manaratsy</a:t>
            </a:r>
            <a:r>
              <a:rPr lang="en-US" sz="4400" dirty="0"/>
              <a:t> </a:t>
            </a:r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finoany</a:t>
            </a:r>
            <a:endParaRPr lang="fr-MG" sz="4400" dirty="0"/>
          </a:p>
          <a:p>
            <a:r>
              <a:rPr lang="en-US" sz="4400" dirty="0" err="1"/>
              <a:t>asehoy</a:t>
            </a:r>
            <a:r>
              <a:rPr lang="en-US" sz="4400" dirty="0"/>
              <a:t> </a:t>
            </a:r>
            <a:r>
              <a:rPr lang="en-US" sz="4400" dirty="0" err="1"/>
              <a:t>ny</a:t>
            </a:r>
            <a:r>
              <a:rPr lang="en-US" sz="4400" dirty="0"/>
              <a:t> </a:t>
            </a:r>
            <a:r>
              <a:rPr lang="en-US" sz="4400" dirty="0" err="1"/>
              <a:t>toetran’i</a:t>
            </a:r>
            <a:r>
              <a:rPr lang="en-US" sz="4400" dirty="0"/>
              <a:t> Kristy</a:t>
            </a:r>
            <a:endParaRPr lang="fr-MG" sz="4400" dirty="0"/>
          </a:p>
          <a:p>
            <a:endParaRPr lang="fr-MG" sz="4400" dirty="0"/>
          </a:p>
        </p:txBody>
      </p:sp>
    </p:spTree>
    <p:extLst>
      <p:ext uri="{BB962C8B-B14F-4D97-AF65-F5344CB8AC3E}">
        <p14:creationId xmlns:p14="http://schemas.microsoft.com/office/powerpoint/2010/main" val="194413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F5CFFF-1E34-8F82-1AEC-68E0DA746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59" y="365125"/>
            <a:ext cx="11643919" cy="1325563"/>
          </a:xfrm>
        </p:spPr>
        <p:txBody>
          <a:bodyPr/>
          <a:lstStyle/>
          <a:p>
            <a:r>
              <a:rPr lang="en-US" b="1" dirty="0"/>
              <a:t>2. </a:t>
            </a:r>
            <a:r>
              <a:rPr lang="en-US" b="1" dirty="0" err="1"/>
              <a:t>Manomboka</a:t>
            </a:r>
            <a:r>
              <a:rPr lang="en-US" b="1" dirty="0"/>
              <a:t> </a:t>
            </a:r>
            <a:r>
              <a:rPr lang="en-US" b="1" dirty="0" err="1"/>
              <a:t>amin’ny</a:t>
            </a:r>
            <a:r>
              <a:rPr lang="en-US" b="1" dirty="0"/>
              <a:t> </a:t>
            </a:r>
            <a:r>
              <a:rPr lang="en-US" b="1" dirty="0" err="1"/>
              <a:t>zavatra</a:t>
            </a:r>
            <a:r>
              <a:rPr lang="en-US" b="1" dirty="0"/>
              <a:t> </a:t>
            </a:r>
            <a:r>
              <a:rPr lang="en-US" b="1" dirty="0" err="1"/>
              <a:t>itovizana</a:t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85E5AA-3363-AF4D-7860-A494F6128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059" y="1157680"/>
            <a:ext cx="11719419" cy="5444455"/>
          </a:xfrm>
        </p:spPr>
        <p:txBody>
          <a:bodyPr>
            <a:normAutofit/>
          </a:bodyPr>
          <a:lstStyle/>
          <a:p>
            <a:r>
              <a:rPr lang="en-US" sz="4000" dirty="0" err="1"/>
              <a:t>Misy</a:t>
            </a:r>
            <a:r>
              <a:rPr lang="en-US" sz="4000" dirty="0"/>
              <a:t> </a:t>
            </a:r>
            <a:r>
              <a:rPr lang="en-US" sz="4000" dirty="0" err="1"/>
              <a:t>zavatra</a:t>
            </a:r>
            <a:r>
              <a:rPr lang="en-US" sz="4000" dirty="0"/>
              <a:t> </a:t>
            </a:r>
            <a:r>
              <a:rPr lang="en-US" sz="4000" dirty="0" err="1"/>
              <a:t>itovizan’ny</a:t>
            </a:r>
            <a:r>
              <a:rPr lang="en-US" sz="4000" dirty="0"/>
              <a:t> </a:t>
            </a:r>
            <a:r>
              <a:rPr lang="en-US" sz="4000" dirty="0" err="1"/>
              <a:t>Silamo</a:t>
            </a:r>
            <a:r>
              <a:rPr lang="en-US" sz="4000" dirty="0"/>
              <a:t> </a:t>
            </a:r>
            <a:r>
              <a:rPr lang="en-US" sz="4000" dirty="0" err="1"/>
              <a:t>sy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kristianina</a:t>
            </a:r>
            <a:r>
              <a:rPr lang="en-US" sz="4000" dirty="0"/>
              <a:t>:</a:t>
            </a:r>
            <a:endParaRPr lang="fr-MG" sz="4000" dirty="0"/>
          </a:p>
          <a:p>
            <a:r>
              <a:rPr lang="en-US" sz="4000" dirty="0" err="1"/>
              <a:t>mino</a:t>
            </a:r>
            <a:r>
              <a:rPr lang="en-US" sz="4000" dirty="0"/>
              <a:t> </a:t>
            </a:r>
            <a:r>
              <a:rPr lang="en-US" sz="4000" dirty="0" err="1"/>
              <a:t>Andriamanitra</a:t>
            </a:r>
            <a:r>
              <a:rPr lang="en-US" sz="4000" dirty="0"/>
              <a:t> </a:t>
            </a:r>
            <a:r>
              <a:rPr lang="en-US" sz="4000" dirty="0" err="1"/>
              <a:t>iray</a:t>
            </a:r>
            <a:endParaRPr lang="fr-MG" sz="4000" dirty="0"/>
          </a:p>
          <a:p>
            <a:r>
              <a:rPr lang="en-US" sz="4000" dirty="0" err="1"/>
              <a:t>manaja</a:t>
            </a:r>
            <a:r>
              <a:rPr lang="en-US" sz="4000" dirty="0"/>
              <a:t> </a:t>
            </a:r>
            <a:r>
              <a:rPr lang="en-US" sz="4000" dirty="0" err="1"/>
              <a:t>mpaminany</a:t>
            </a:r>
            <a:r>
              <a:rPr lang="en-US" sz="4000" dirty="0"/>
              <a:t> toy </a:t>
            </a:r>
            <a:r>
              <a:rPr lang="en-US" sz="4000" dirty="0" err="1"/>
              <a:t>ny</a:t>
            </a:r>
            <a:endParaRPr lang="fr-MG" sz="4000" dirty="0"/>
          </a:p>
          <a:p>
            <a:r>
              <a:rPr lang="en-US" sz="4000" dirty="0" err="1"/>
              <a:t>Abrahama</a:t>
            </a:r>
            <a:r>
              <a:rPr lang="en-US" sz="4000" dirty="0"/>
              <a:t> </a:t>
            </a:r>
            <a:r>
              <a:rPr lang="en-US" sz="4000" dirty="0" err="1"/>
              <a:t>sy</a:t>
            </a:r>
            <a:r>
              <a:rPr lang="en-US" sz="4000" dirty="0"/>
              <a:t> </a:t>
            </a:r>
            <a:r>
              <a:rPr lang="en-US" sz="4000" dirty="0" err="1"/>
              <a:t>Mosesy</a:t>
            </a:r>
            <a:endParaRPr lang="fr-MG" sz="4000" dirty="0"/>
          </a:p>
          <a:p>
            <a:r>
              <a:rPr lang="en-US" sz="4000" dirty="0" err="1"/>
              <a:t>mino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fitsarana</a:t>
            </a:r>
            <a:r>
              <a:rPr lang="en-US" sz="4000" dirty="0"/>
              <a:t> </a:t>
            </a:r>
            <a:r>
              <a:rPr lang="en-US" sz="4000" dirty="0" err="1"/>
              <a:t>farany</a:t>
            </a:r>
            <a:endParaRPr lang="fr-MG" sz="4000" dirty="0"/>
          </a:p>
          <a:p>
            <a:r>
              <a:rPr lang="en-US" sz="4000" dirty="0"/>
              <a:t>Avy </a:t>
            </a:r>
            <a:r>
              <a:rPr lang="en-US" sz="4000" dirty="0" err="1"/>
              <a:t>eo</a:t>
            </a:r>
            <a:r>
              <a:rPr lang="en-US" sz="4000" dirty="0"/>
              <a:t> </a:t>
            </a:r>
            <a:r>
              <a:rPr lang="en-US" sz="4000" dirty="0" err="1"/>
              <a:t>vao</a:t>
            </a:r>
            <a:r>
              <a:rPr lang="en-US" sz="4000" dirty="0"/>
              <a:t> </a:t>
            </a:r>
            <a:r>
              <a:rPr lang="en-US" sz="4000" dirty="0" err="1"/>
              <a:t>aseho</a:t>
            </a:r>
            <a:r>
              <a:rPr lang="en-US" sz="4000" dirty="0"/>
              <a:t> </a:t>
            </a:r>
            <a:r>
              <a:rPr lang="en-US" sz="4000" dirty="0" err="1"/>
              <a:t>tsikelikely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fahasamihafana</a:t>
            </a:r>
            <a:r>
              <a:rPr lang="en-US" sz="4000" dirty="0"/>
              <a:t> </a:t>
            </a:r>
            <a:r>
              <a:rPr lang="en-US" sz="4000" dirty="0" err="1"/>
              <a:t>lehibe</a:t>
            </a:r>
            <a:r>
              <a:rPr lang="en-US" sz="4000" dirty="0"/>
              <a:t> </a:t>
            </a:r>
            <a:r>
              <a:rPr lang="en-US" sz="4000" dirty="0" err="1"/>
              <a:t>indrindra</a:t>
            </a:r>
            <a:r>
              <a:rPr lang="en-US" sz="4000" dirty="0"/>
              <a:t>:</a:t>
            </a:r>
            <a:endParaRPr lang="fr-MG" sz="4000" dirty="0"/>
          </a:p>
          <a:p>
            <a:r>
              <a:rPr lang="en-US" sz="4000" dirty="0" err="1"/>
              <a:t>Jeosy</a:t>
            </a:r>
            <a:r>
              <a:rPr lang="en-US" sz="4000" dirty="0"/>
              <a:t> Kristy</a:t>
            </a:r>
            <a:endParaRPr lang="fr-MG" sz="4000" dirty="0"/>
          </a:p>
          <a:p>
            <a:endParaRPr lang="fr-MG" sz="4000" dirty="0"/>
          </a:p>
        </p:txBody>
      </p:sp>
    </p:spTree>
    <p:extLst>
      <p:ext uri="{BB962C8B-B14F-4D97-AF65-F5344CB8AC3E}">
        <p14:creationId xmlns:p14="http://schemas.microsoft.com/office/powerpoint/2010/main" val="3081857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D33BD-AB9C-7597-B155-A46E7B5E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001" y="365125"/>
            <a:ext cx="11878811" cy="1325563"/>
          </a:xfrm>
        </p:spPr>
        <p:txBody>
          <a:bodyPr/>
          <a:lstStyle/>
          <a:p>
            <a:r>
              <a:rPr lang="en-US" b="1" dirty="0"/>
              <a:t>3. </a:t>
            </a:r>
            <a:r>
              <a:rPr lang="en-US" b="1" dirty="0" err="1"/>
              <a:t>Ampiasao</a:t>
            </a:r>
            <a:r>
              <a:rPr lang="en-US" b="1" dirty="0"/>
              <a:t> </a:t>
            </a:r>
            <a:r>
              <a:rPr lang="en-US" b="1" dirty="0" err="1"/>
              <a:t>ny</a:t>
            </a:r>
            <a:r>
              <a:rPr lang="en-US" b="1" dirty="0"/>
              <a:t> </a:t>
            </a:r>
            <a:r>
              <a:rPr lang="en-US" b="1" dirty="0" err="1"/>
              <a:t>tantaran’ny</a:t>
            </a:r>
            <a:r>
              <a:rPr lang="en-US" b="1" dirty="0"/>
              <a:t> </a:t>
            </a:r>
            <a:r>
              <a:rPr lang="en-US" b="1" dirty="0" err="1"/>
              <a:t>Baiboly</a:t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FFB95F-E55D-1038-9A5B-331DA21BF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93" y="1224794"/>
            <a:ext cx="11635530" cy="5394120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 err="1"/>
              <a:t>Matetika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Silamo</a:t>
            </a:r>
            <a:r>
              <a:rPr lang="en-US" sz="3600" dirty="0"/>
              <a:t> </a:t>
            </a:r>
            <a:r>
              <a:rPr lang="en-US" sz="3600" dirty="0" err="1"/>
              <a:t>dia</a:t>
            </a:r>
            <a:r>
              <a:rPr lang="en-US" sz="3600" dirty="0"/>
              <a:t> mora </a:t>
            </a:r>
            <a:r>
              <a:rPr lang="en-US" sz="3600" dirty="0" err="1"/>
              <a:t>mandray</a:t>
            </a:r>
            <a:r>
              <a:rPr lang="en-US" sz="3600" dirty="0"/>
              <a:t> tantara </a:t>
            </a:r>
            <a:r>
              <a:rPr lang="en-US" sz="3600" dirty="0" err="1"/>
              <a:t>ara-baiboly</a:t>
            </a:r>
            <a:r>
              <a:rPr lang="en-US" sz="3600" dirty="0"/>
              <a:t>.</a:t>
            </a:r>
            <a:endParaRPr lang="fr-MG" sz="3600" dirty="0"/>
          </a:p>
          <a:p>
            <a:r>
              <a:rPr lang="en-US" sz="3600" b="1" dirty="0"/>
              <a:t>Tantara </a:t>
            </a:r>
            <a:r>
              <a:rPr lang="en-US" sz="3600" b="1" dirty="0" err="1"/>
              <a:t>mahomby</a:t>
            </a:r>
            <a:r>
              <a:rPr lang="en-US" sz="3600" b="1" dirty="0"/>
              <a:t> </a:t>
            </a:r>
            <a:r>
              <a:rPr lang="en-US" sz="3600" b="1" dirty="0" err="1"/>
              <a:t>amin’ny</a:t>
            </a:r>
            <a:r>
              <a:rPr lang="en-US" sz="3600" b="1" dirty="0"/>
              <a:t> </a:t>
            </a:r>
            <a:r>
              <a:rPr lang="en-US" sz="3600" b="1" dirty="0" err="1"/>
              <a:t>fitoriana</a:t>
            </a:r>
            <a:r>
              <a:rPr lang="en-US" sz="3600" b="1" dirty="0"/>
              <a:t>:</a:t>
            </a:r>
            <a:endParaRPr lang="fr-MG" sz="3600" b="1" dirty="0"/>
          </a:p>
          <a:p>
            <a:r>
              <a:rPr lang="en-US" sz="3600" dirty="0" err="1"/>
              <a:t>Abrahama</a:t>
            </a:r>
            <a:r>
              <a:rPr lang="en-US" sz="3600" dirty="0"/>
              <a:t> </a:t>
            </a:r>
            <a:r>
              <a:rPr lang="en-US" sz="3600" dirty="0" err="1"/>
              <a:t>sy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fanatitra</a:t>
            </a:r>
            <a:endParaRPr lang="fr-MG" sz="3600" dirty="0"/>
          </a:p>
          <a:p>
            <a:r>
              <a:rPr lang="en-US" sz="3600" dirty="0"/>
              <a:t>Davida </a:t>
            </a:r>
            <a:r>
              <a:rPr lang="en-US" sz="3600" dirty="0" err="1"/>
              <a:t>sy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famelan-keloka</a:t>
            </a:r>
            <a:endParaRPr lang="fr-MG" sz="3600" dirty="0"/>
          </a:p>
          <a:p>
            <a:r>
              <a:rPr lang="en-US" sz="3600" dirty="0"/>
              <a:t>Ny </a:t>
            </a:r>
            <a:r>
              <a:rPr lang="en-US" sz="3600" dirty="0" err="1"/>
              <a:t>mpaminany</a:t>
            </a:r>
            <a:endParaRPr lang="fr-MG" sz="3600" dirty="0"/>
          </a:p>
          <a:p>
            <a:r>
              <a:rPr lang="en-US" sz="3600" dirty="0" err="1"/>
              <a:t>indrindra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fiainan’i</a:t>
            </a:r>
            <a:r>
              <a:rPr lang="en-US" sz="3600" dirty="0"/>
              <a:t> </a:t>
            </a:r>
            <a:r>
              <a:rPr lang="en-US" sz="3600" dirty="0" err="1"/>
              <a:t>Jesosy</a:t>
            </a:r>
            <a:endParaRPr lang="fr-MG" sz="3600" dirty="0"/>
          </a:p>
          <a:p>
            <a:r>
              <a:rPr lang="en-US" sz="3600" b="1" dirty="0"/>
              <a:t>Ny </a:t>
            </a:r>
            <a:r>
              <a:rPr lang="en-US" sz="3600" b="1" dirty="0" err="1"/>
              <a:t>tantaran’i</a:t>
            </a:r>
            <a:r>
              <a:rPr lang="en-US" sz="3600" b="1" dirty="0"/>
              <a:t> </a:t>
            </a:r>
            <a:r>
              <a:rPr lang="en-US" sz="3600" b="1" dirty="0" err="1"/>
              <a:t>Jesosy</a:t>
            </a:r>
            <a:r>
              <a:rPr lang="en-US" sz="3600" b="1" dirty="0"/>
              <a:t> </a:t>
            </a:r>
            <a:r>
              <a:rPr lang="en-US" sz="3600" b="1" dirty="0" err="1"/>
              <a:t>dia</a:t>
            </a:r>
            <a:r>
              <a:rPr lang="en-US" sz="3600" b="1" dirty="0"/>
              <a:t> </a:t>
            </a:r>
            <a:r>
              <a:rPr lang="en-US" sz="3600" b="1" dirty="0" err="1"/>
              <a:t>manambara</a:t>
            </a:r>
            <a:r>
              <a:rPr lang="en-US" sz="3600" b="1" dirty="0"/>
              <a:t>:</a:t>
            </a:r>
            <a:endParaRPr lang="fr-MG" sz="3600" b="1" dirty="0"/>
          </a:p>
          <a:p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fitiavan’Andriamanitra</a:t>
            </a:r>
            <a:endParaRPr lang="fr-MG" sz="3600" dirty="0"/>
          </a:p>
          <a:p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famelan-keloka</a:t>
            </a:r>
            <a:endParaRPr lang="fr-MG" sz="3600" dirty="0"/>
          </a:p>
          <a:p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famonjena</a:t>
            </a:r>
            <a:r>
              <a:rPr lang="en-US" sz="3600" dirty="0"/>
              <a:t>.</a:t>
            </a:r>
            <a:endParaRPr lang="fr-MG" sz="3600" dirty="0"/>
          </a:p>
          <a:p>
            <a:endParaRPr lang="fr-MG" sz="3600" dirty="0"/>
          </a:p>
        </p:txBody>
      </p:sp>
    </p:spTree>
    <p:extLst>
      <p:ext uri="{BB962C8B-B14F-4D97-AF65-F5344CB8AC3E}">
        <p14:creationId xmlns:p14="http://schemas.microsoft.com/office/powerpoint/2010/main" val="898111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2D83C8-ECCE-3F7E-A9C3-9545D404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81" y="365125"/>
            <a:ext cx="11677475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4. </a:t>
            </a:r>
            <a:r>
              <a:rPr lang="en-US" sz="4800" b="1" dirty="0" err="1"/>
              <a:t>Hazavao</a:t>
            </a:r>
            <a:r>
              <a:rPr lang="en-US" sz="4800" b="1" dirty="0"/>
              <a:t> </a:t>
            </a:r>
            <a:r>
              <a:rPr lang="en-US" sz="4800" b="1" dirty="0" err="1"/>
              <a:t>tsara</a:t>
            </a:r>
            <a:r>
              <a:rPr lang="en-US" sz="4800" b="1" dirty="0"/>
              <a:t> </a:t>
            </a:r>
            <a:r>
              <a:rPr lang="en-US" sz="4800" b="1" dirty="0" err="1"/>
              <a:t>ny</a:t>
            </a:r>
            <a:r>
              <a:rPr lang="en-US" sz="4800" b="1" dirty="0"/>
              <a:t> </a:t>
            </a:r>
            <a:r>
              <a:rPr lang="en-US" sz="4800" b="1" dirty="0" err="1"/>
              <a:t>toetran’i</a:t>
            </a:r>
            <a:r>
              <a:rPr lang="en-US" sz="4800" b="1" dirty="0"/>
              <a:t> </a:t>
            </a:r>
            <a:r>
              <a:rPr lang="en-US" sz="4800" b="1" dirty="0" err="1"/>
              <a:t>Jesosy</a:t>
            </a:r>
            <a:br>
              <a:rPr lang="fr-MG" sz="4800" b="1" dirty="0"/>
            </a:br>
            <a:endParaRPr lang="fr-MG" sz="4800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212850-9631-9881-AA3C-6924C717A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16" y="1199626"/>
            <a:ext cx="11551640" cy="5486399"/>
          </a:xfrm>
        </p:spPr>
        <p:txBody>
          <a:bodyPr>
            <a:normAutofit/>
          </a:bodyPr>
          <a:lstStyle/>
          <a:p>
            <a:r>
              <a:rPr lang="en-US" sz="4000" dirty="0"/>
              <a:t>Ny </a:t>
            </a:r>
            <a:r>
              <a:rPr lang="en-US" sz="4000" dirty="0" err="1"/>
              <a:t>Silamo</a:t>
            </a:r>
            <a:r>
              <a:rPr lang="en-US" sz="4000" dirty="0"/>
              <a:t> </a:t>
            </a:r>
            <a:r>
              <a:rPr lang="en-US" sz="4000" dirty="0" err="1"/>
              <a:t>dia</a:t>
            </a:r>
            <a:r>
              <a:rPr lang="en-US" sz="4000" dirty="0"/>
              <a:t> </a:t>
            </a:r>
            <a:r>
              <a:rPr lang="en-US" sz="4000" dirty="0" err="1"/>
              <a:t>manaiky</a:t>
            </a:r>
            <a:r>
              <a:rPr lang="en-US" sz="4000" dirty="0"/>
              <a:t> </a:t>
            </a:r>
            <a:r>
              <a:rPr lang="en-US" sz="4000" dirty="0" err="1"/>
              <a:t>an’i</a:t>
            </a:r>
            <a:r>
              <a:rPr lang="en-US" sz="4000" dirty="0"/>
              <a:t> </a:t>
            </a:r>
            <a:r>
              <a:rPr lang="en-US" sz="4000" dirty="0" err="1"/>
              <a:t>Jesosy</a:t>
            </a:r>
            <a:r>
              <a:rPr lang="en-US" sz="4000" dirty="0"/>
              <a:t> ho </a:t>
            </a:r>
            <a:r>
              <a:rPr lang="en-US" sz="4000" dirty="0" err="1"/>
              <a:t>mpaminany</a:t>
            </a:r>
            <a:r>
              <a:rPr lang="en-US" sz="4000" dirty="0"/>
              <a:t>, fa </a:t>
            </a:r>
            <a:r>
              <a:rPr lang="en-US" sz="4000" dirty="0" err="1"/>
              <a:t>tsy</a:t>
            </a:r>
            <a:r>
              <a:rPr lang="en-US" sz="4000" dirty="0"/>
              <a:t> </a:t>
            </a:r>
            <a:r>
              <a:rPr lang="en-US" sz="4000" dirty="0" err="1"/>
              <a:t>mahafantatra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maha </a:t>
            </a:r>
            <a:r>
              <a:rPr lang="en-US" sz="4000" dirty="0" err="1"/>
              <a:t>Izy</a:t>
            </a:r>
            <a:r>
              <a:rPr lang="en-US" sz="4000" dirty="0"/>
              <a:t> </a:t>
            </a:r>
            <a:r>
              <a:rPr lang="en-US" sz="4000" dirty="0" err="1"/>
              <a:t>Azy</a:t>
            </a:r>
            <a:r>
              <a:rPr lang="en-US" sz="4000" dirty="0"/>
              <a:t>.</a:t>
            </a:r>
            <a:endParaRPr lang="fr-MG" sz="4000" dirty="0"/>
          </a:p>
          <a:p>
            <a:r>
              <a:rPr lang="en-US" sz="4000" dirty="0" err="1"/>
              <a:t>Tokony</a:t>
            </a:r>
            <a:r>
              <a:rPr lang="en-US" sz="4000" dirty="0"/>
              <a:t> </a:t>
            </a:r>
            <a:r>
              <a:rPr lang="en-US" sz="4000" dirty="0" err="1"/>
              <a:t>hazavaina</a:t>
            </a:r>
            <a:r>
              <a:rPr lang="en-US" sz="4000" dirty="0"/>
              <a:t> </a:t>
            </a:r>
            <a:r>
              <a:rPr lang="en-US" sz="4000" dirty="0" err="1"/>
              <a:t>amin’ny</a:t>
            </a:r>
            <a:r>
              <a:rPr lang="en-US" sz="4000" dirty="0"/>
              <a:t> </a:t>
            </a:r>
            <a:r>
              <a:rPr lang="en-US" sz="4000" dirty="0" err="1"/>
              <a:t>Baiboly</a:t>
            </a:r>
            <a:r>
              <a:rPr lang="en-US" sz="4000" dirty="0"/>
              <a:t>:</a:t>
            </a:r>
            <a:endParaRPr lang="fr-MG" sz="4000" dirty="0"/>
          </a:p>
          <a:p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fahaterahany</a:t>
            </a:r>
            <a:r>
              <a:rPr lang="en-US" sz="4000" dirty="0"/>
              <a:t> </a:t>
            </a:r>
            <a:r>
              <a:rPr lang="en-US" sz="4000" dirty="0" err="1"/>
              <a:t>mahagaga</a:t>
            </a:r>
            <a:endParaRPr lang="fr-MG" sz="4000" dirty="0"/>
          </a:p>
          <a:p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fahagagana</a:t>
            </a:r>
            <a:r>
              <a:rPr lang="en-US" sz="4000" dirty="0"/>
              <a:t> </a:t>
            </a:r>
            <a:r>
              <a:rPr lang="en-US" sz="4000" dirty="0" err="1"/>
              <a:t>nataony</a:t>
            </a:r>
            <a:endParaRPr lang="fr-MG" sz="4000" dirty="0"/>
          </a:p>
          <a:p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fahafatesany</a:t>
            </a:r>
            <a:endParaRPr lang="fr-MG" sz="4000" dirty="0"/>
          </a:p>
          <a:p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fitsanganany</a:t>
            </a:r>
            <a:r>
              <a:rPr lang="en-US" sz="4000" dirty="0"/>
              <a:t> </a:t>
            </a:r>
            <a:r>
              <a:rPr lang="en-US" sz="4000" dirty="0" err="1"/>
              <a:t>tamin’ny</a:t>
            </a:r>
            <a:r>
              <a:rPr lang="en-US" sz="4000" dirty="0"/>
              <a:t> maty.</a:t>
            </a:r>
            <a:endParaRPr lang="fr-MG" sz="4000" dirty="0"/>
          </a:p>
          <a:p>
            <a:endParaRPr lang="fr-MG" sz="4000" dirty="0"/>
          </a:p>
        </p:txBody>
      </p:sp>
    </p:spTree>
    <p:extLst>
      <p:ext uri="{BB962C8B-B14F-4D97-AF65-F5344CB8AC3E}">
        <p14:creationId xmlns:p14="http://schemas.microsoft.com/office/powerpoint/2010/main" val="1835765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F34C58-B077-99BB-1CD5-84BF28A81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81" y="365125"/>
            <a:ext cx="11778143" cy="1325563"/>
          </a:xfrm>
        </p:spPr>
        <p:txBody>
          <a:bodyPr>
            <a:normAutofit/>
          </a:bodyPr>
          <a:lstStyle/>
          <a:p>
            <a:r>
              <a:rPr lang="en-US" b="1" dirty="0"/>
              <a:t>5. </a:t>
            </a:r>
            <a:r>
              <a:rPr lang="en-US" b="1" dirty="0" err="1"/>
              <a:t>Hazavao</a:t>
            </a:r>
            <a:r>
              <a:rPr lang="en-US" b="1" dirty="0"/>
              <a:t> </a:t>
            </a:r>
            <a:r>
              <a:rPr lang="en-US" b="1" dirty="0" err="1"/>
              <a:t>ny</a:t>
            </a:r>
            <a:r>
              <a:rPr lang="en-US" b="1" dirty="0"/>
              <a:t> </a:t>
            </a:r>
            <a:r>
              <a:rPr lang="en-US" b="1" dirty="0" err="1"/>
              <a:t>famonjena</a:t>
            </a:r>
            <a:r>
              <a:rPr lang="en-US" b="1" dirty="0"/>
              <a:t> </a:t>
            </a:r>
            <a:r>
              <a:rPr lang="en-US" b="1" dirty="0" err="1"/>
              <a:t>amin’ny</a:t>
            </a:r>
            <a:r>
              <a:rPr lang="en-US" b="1" dirty="0"/>
              <a:t> </a:t>
            </a:r>
            <a:r>
              <a:rPr lang="en-US" b="1" dirty="0" err="1"/>
              <a:t>fahasoavana</a:t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5F26EB-4C1E-4E25-2623-BBD83C25B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780" y="1208016"/>
            <a:ext cx="11853644" cy="539412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Ao </a:t>
            </a:r>
            <a:r>
              <a:rPr lang="en-US" sz="3600" dirty="0" err="1"/>
              <a:t>amin’ny</a:t>
            </a:r>
            <a:r>
              <a:rPr lang="en-US" sz="3600" dirty="0"/>
              <a:t> </a:t>
            </a:r>
            <a:r>
              <a:rPr lang="en-US" sz="3600" dirty="0" err="1"/>
              <a:t>Silamo</a:t>
            </a:r>
            <a:r>
              <a:rPr lang="en-US" sz="3600" dirty="0"/>
              <a:t>,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famonjena</a:t>
            </a:r>
            <a:r>
              <a:rPr lang="en-US" sz="3600" dirty="0"/>
              <a:t> </a:t>
            </a:r>
            <a:r>
              <a:rPr lang="en-US" sz="3600" dirty="0" err="1"/>
              <a:t>dia</a:t>
            </a:r>
            <a:r>
              <a:rPr lang="en-US" sz="3600" dirty="0"/>
              <a:t> </a:t>
            </a:r>
            <a:r>
              <a:rPr lang="en-US" sz="3600" dirty="0" err="1"/>
              <a:t>mifototra</a:t>
            </a:r>
            <a:r>
              <a:rPr lang="en-US" sz="3600" dirty="0"/>
              <a:t> </a:t>
            </a:r>
            <a:r>
              <a:rPr lang="en-US" sz="3600" dirty="0" err="1"/>
              <a:t>amin’ny</a:t>
            </a:r>
            <a:r>
              <a:rPr lang="en-US" sz="3600" dirty="0"/>
              <a:t> </a:t>
            </a:r>
            <a:r>
              <a:rPr lang="en-US" sz="3600" dirty="0" err="1"/>
              <a:t>asa</a:t>
            </a:r>
            <a:r>
              <a:rPr lang="en-US" sz="3600" dirty="0"/>
              <a:t>.</a:t>
            </a:r>
            <a:endParaRPr lang="fr-MG" sz="3600" dirty="0"/>
          </a:p>
          <a:p>
            <a:r>
              <a:rPr lang="en-US" sz="3600" dirty="0"/>
              <a:t>Ny </a:t>
            </a:r>
            <a:r>
              <a:rPr lang="en-US" sz="3600" dirty="0" err="1"/>
              <a:t>Filazantsara</a:t>
            </a:r>
            <a:r>
              <a:rPr lang="en-US" sz="3600" dirty="0"/>
              <a:t> </a:t>
            </a:r>
            <a:r>
              <a:rPr lang="en-US" sz="3600" dirty="0" err="1"/>
              <a:t>kosa</a:t>
            </a:r>
            <a:r>
              <a:rPr lang="en-US" sz="3600" dirty="0"/>
              <a:t> </a:t>
            </a:r>
            <a:r>
              <a:rPr lang="en-US" sz="3600" dirty="0" err="1"/>
              <a:t>mampianatra</a:t>
            </a:r>
            <a:r>
              <a:rPr lang="en-US" sz="3600" dirty="0"/>
              <a:t>:</a:t>
            </a:r>
            <a:endParaRPr lang="fr-MG" sz="3600" dirty="0"/>
          </a:p>
          <a:p>
            <a:r>
              <a:rPr lang="en-US" sz="3600" dirty="0" err="1"/>
              <a:t>Efesiana</a:t>
            </a:r>
            <a:r>
              <a:rPr lang="en-US" sz="3600" dirty="0"/>
              <a:t> 2:8-9</a:t>
            </a:r>
            <a:endParaRPr lang="fr-MG" sz="3600" dirty="0"/>
          </a:p>
          <a:p>
            <a:r>
              <a:rPr lang="en-US" sz="3600" dirty="0"/>
              <a:t>[8]Fa </a:t>
            </a:r>
            <a:r>
              <a:rPr lang="en-US" sz="3600" dirty="0" err="1"/>
              <a:t>fahasoavana</a:t>
            </a:r>
            <a:r>
              <a:rPr lang="en-US" sz="3600" dirty="0"/>
              <a:t> no </a:t>
            </a:r>
            <a:r>
              <a:rPr lang="en-US" sz="3600" dirty="0" err="1"/>
              <a:t>namonjena</a:t>
            </a:r>
            <a:r>
              <a:rPr lang="en-US" sz="3600" dirty="0"/>
              <a:t> </a:t>
            </a:r>
            <a:r>
              <a:rPr lang="en-US" sz="3600" dirty="0" err="1"/>
              <a:t>anareo</a:t>
            </a:r>
            <a:r>
              <a:rPr lang="en-US" sz="3600" dirty="0"/>
              <a:t> </a:t>
            </a:r>
            <a:r>
              <a:rPr lang="en-US" sz="3600" dirty="0" err="1"/>
              <a:t>amin'ny</a:t>
            </a:r>
            <a:r>
              <a:rPr lang="en-US" sz="3600" dirty="0"/>
              <a:t> </a:t>
            </a:r>
            <a:r>
              <a:rPr lang="en-US" sz="3600" dirty="0" err="1"/>
              <a:t>finoana</a:t>
            </a:r>
            <a:r>
              <a:rPr lang="en-US" sz="3600" dirty="0"/>
              <a:t>; </a:t>
            </a:r>
            <a:r>
              <a:rPr lang="en-US" sz="3600" dirty="0" err="1"/>
              <a:t>ary</a:t>
            </a:r>
            <a:r>
              <a:rPr lang="en-US" sz="3600" dirty="0"/>
              <a:t> </a:t>
            </a:r>
            <a:r>
              <a:rPr lang="en-US" sz="3600" dirty="0" err="1"/>
              <a:t>tsy</a:t>
            </a:r>
            <a:r>
              <a:rPr lang="en-US" sz="3600" dirty="0"/>
              <a:t> </a:t>
            </a:r>
            <a:r>
              <a:rPr lang="en-US" sz="3600" dirty="0" err="1"/>
              <a:t>avy</a:t>
            </a:r>
            <a:r>
              <a:rPr lang="en-US" sz="3600" dirty="0"/>
              <a:t> </a:t>
            </a:r>
            <a:r>
              <a:rPr lang="en-US" sz="3600" dirty="0" err="1"/>
              <a:t>aminareo</a:t>
            </a:r>
            <a:r>
              <a:rPr lang="en-US" sz="3600" dirty="0"/>
              <a:t> </a:t>
            </a:r>
            <a:r>
              <a:rPr lang="en-US" sz="3600" dirty="0" err="1"/>
              <a:t>izany</a:t>
            </a:r>
            <a:r>
              <a:rPr lang="en-US" sz="3600" dirty="0"/>
              <a:t>, fa </a:t>
            </a:r>
            <a:r>
              <a:rPr lang="en-US" sz="3600" dirty="0" err="1"/>
              <a:t>fanomezana</a:t>
            </a:r>
            <a:r>
              <a:rPr lang="en-US" sz="3600" dirty="0"/>
              <a:t> </a:t>
            </a:r>
            <a:r>
              <a:rPr lang="en-US" sz="3600" dirty="0" err="1"/>
              <a:t>avy</a:t>
            </a:r>
            <a:r>
              <a:rPr lang="en-US" sz="3600" dirty="0"/>
              <a:t> </a:t>
            </a:r>
            <a:r>
              <a:rPr lang="en-US" sz="3600" dirty="0" err="1"/>
              <a:t>amin'Andriamanitra</a:t>
            </a:r>
            <a:r>
              <a:rPr lang="en-US" sz="3600" dirty="0"/>
              <a:t>;</a:t>
            </a:r>
            <a:r>
              <a:rPr lang="fr-FR" sz="3600" dirty="0"/>
              <a:t> </a:t>
            </a:r>
            <a:r>
              <a:rPr lang="en-US" sz="3600" dirty="0"/>
              <a:t>[9]</a:t>
            </a:r>
            <a:r>
              <a:rPr lang="en-US" sz="3600" dirty="0" err="1"/>
              <a:t>tsy</a:t>
            </a:r>
            <a:r>
              <a:rPr lang="en-US" sz="3600" dirty="0"/>
              <a:t> </a:t>
            </a:r>
            <a:r>
              <a:rPr lang="en-US" sz="3600" dirty="0" err="1"/>
              <a:t>avy</a:t>
            </a:r>
            <a:r>
              <a:rPr lang="en-US" sz="3600" dirty="0"/>
              <a:t> </a:t>
            </a:r>
            <a:r>
              <a:rPr lang="en-US" sz="3600" dirty="0" err="1"/>
              <a:t>amin'ny</a:t>
            </a:r>
            <a:r>
              <a:rPr lang="en-US" sz="3600" dirty="0"/>
              <a:t> </a:t>
            </a:r>
            <a:r>
              <a:rPr lang="en-US" sz="3600" dirty="0" err="1"/>
              <a:t>asa</a:t>
            </a:r>
            <a:r>
              <a:rPr lang="en-US" sz="3600" dirty="0"/>
              <a:t>, </a:t>
            </a:r>
            <a:r>
              <a:rPr lang="en-US" sz="3600" dirty="0" err="1"/>
              <a:t>fandrao</a:t>
            </a:r>
            <a:r>
              <a:rPr lang="en-US" sz="3600" dirty="0"/>
              <a:t> </a:t>
            </a:r>
            <a:r>
              <a:rPr lang="en-US" sz="3600" dirty="0" err="1"/>
              <a:t>hisy</a:t>
            </a:r>
            <a:r>
              <a:rPr lang="en-US" sz="3600" dirty="0"/>
              <a:t> </a:t>
            </a:r>
            <a:r>
              <a:rPr lang="en-US" sz="3600" dirty="0" err="1"/>
              <a:t>hirehareha</a:t>
            </a:r>
            <a:r>
              <a:rPr lang="en-US" sz="3600" dirty="0"/>
              <a:t>.</a:t>
            </a:r>
          </a:p>
          <a:p>
            <a:r>
              <a:rPr lang="en-US" sz="3600" dirty="0" err="1"/>
              <a:t>Tokony</a:t>
            </a:r>
            <a:r>
              <a:rPr lang="en-US" sz="3600" dirty="0"/>
              <a:t> </a:t>
            </a:r>
            <a:r>
              <a:rPr lang="en-US" sz="3600" dirty="0" err="1"/>
              <a:t>hazavaina</a:t>
            </a:r>
            <a:r>
              <a:rPr lang="en-US" sz="3600" dirty="0"/>
              <a:t> fa:</a:t>
            </a:r>
            <a:endParaRPr lang="fr-MG" sz="3600" dirty="0"/>
          </a:p>
          <a:p>
            <a:r>
              <a:rPr lang="en-US" sz="3600" dirty="0" err="1"/>
              <a:t>tsy</a:t>
            </a:r>
            <a:r>
              <a:rPr lang="en-US" sz="3600" dirty="0"/>
              <a:t> </a:t>
            </a:r>
            <a:r>
              <a:rPr lang="en-US" sz="3600" dirty="0" err="1"/>
              <a:t>mahavonjy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asa</a:t>
            </a:r>
            <a:endParaRPr lang="fr-MG" sz="3600" dirty="0"/>
          </a:p>
          <a:p>
            <a:r>
              <a:rPr lang="en-US" sz="3600" dirty="0" err="1"/>
              <a:t>i</a:t>
            </a:r>
            <a:r>
              <a:rPr lang="en-US" sz="3600" dirty="0"/>
              <a:t> </a:t>
            </a:r>
            <a:r>
              <a:rPr lang="en-US" sz="3600" dirty="0" err="1"/>
              <a:t>Jesosy</a:t>
            </a:r>
            <a:r>
              <a:rPr lang="en-US" sz="3600" dirty="0"/>
              <a:t> no </a:t>
            </a:r>
            <a:r>
              <a:rPr lang="en-US" sz="3600" dirty="0" err="1"/>
              <a:t>manala</a:t>
            </a:r>
            <a:r>
              <a:rPr lang="en-US" sz="3600" dirty="0"/>
              <a:t>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ota</a:t>
            </a:r>
            <a:r>
              <a:rPr lang="en-US" sz="3600" dirty="0"/>
              <a:t>.</a:t>
            </a:r>
            <a:endParaRPr lang="fr-MG" sz="3600" dirty="0"/>
          </a:p>
          <a:p>
            <a:endParaRPr lang="fr-MG" sz="3600" dirty="0"/>
          </a:p>
          <a:p>
            <a:endParaRPr lang="fr-MG" sz="3600" dirty="0"/>
          </a:p>
        </p:txBody>
      </p:sp>
    </p:spTree>
    <p:extLst>
      <p:ext uri="{BB962C8B-B14F-4D97-AF65-F5344CB8AC3E}">
        <p14:creationId xmlns:p14="http://schemas.microsoft.com/office/powerpoint/2010/main" val="86808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85704-1192-DC09-883E-74F5DBFF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48" y="365125"/>
            <a:ext cx="11669086" cy="1325563"/>
          </a:xfrm>
        </p:spPr>
        <p:txBody>
          <a:bodyPr/>
          <a:lstStyle/>
          <a:p>
            <a:r>
              <a:rPr lang="en-US" b="1" dirty="0"/>
              <a:t>6. </a:t>
            </a:r>
            <a:r>
              <a:rPr lang="en-US" b="1" dirty="0" err="1"/>
              <a:t>Mampiasà</a:t>
            </a:r>
            <a:r>
              <a:rPr lang="en-US" b="1" dirty="0"/>
              <a:t> </a:t>
            </a:r>
            <a:r>
              <a:rPr lang="en-US" b="1" dirty="0" err="1"/>
              <a:t>fanontaniana</a:t>
            </a:r>
            <a:r>
              <a:rPr lang="en-US" b="1" dirty="0"/>
              <a:t> fa </a:t>
            </a:r>
            <a:r>
              <a:rPr lang="en-US" b="1" dirty="0" err="1"/>
              <a:t>tsy</a:t>
            </a:r>
            <a:r>
              <a:rPr lang="en-US" b="1" dirty="0"/>
              <a:t> </a:t>
            </a:r>
            <a:r>
              <a:rPr lang="en-US" b="1" dirty="0" err="1"/>
              <a:t>adihevitra</a:t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02F6537-7147-97A5-4D9B-B6D207E5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448" y="1241570"/>
            <a:ext cx="11085352" cy="5427677"/>
          </a:xfrm>
        </p:spPr>
        <p:txBody>
          <a:bodyPr>
            <a:normAutofit lnSpcReduction="10000"/>
          </a:bodyPr>
          <a:lstStyle/>
          <a:p>
            <a:r>
              <a:rPr lang="en-US" sz="4400" dirty="0" err="1"/>
              <a:t>Fomba</a:t>
            </a:r>
            <a:r>
              <a:rPr lang="en-US" sz="4400" dirty="0"/>
              <a:t> </a:t>
            </a:r>
            <a:r>
              <a:rPr lang="en-US" sz="4400" dirty="0" err="1"/>
              <a:t>mahomby</a:t>
            </a:r>
            <a:r>
              <a:rPr lang="en-US" sz="4400" dirty="0"/>
              <a:t>:</a:t>
            </a:r>
            <a:endParaRPr lang="fr-MG" sz="4400" dirty="0"/>
          </a:p>
          <a:p>
            <a:r>
              <a:rPr lang="en-US" sz="4400" dirty="0" err="1"/>
              <a:t>mametraka</a:t>
            </a:r>
            <a:r>
              <a:rPr lang="en-US" sz="4400" dirty="0"/>
              <a:t> </a:t>
            </a:r>
            <a:r>
              <a:rPr lang="en-US" sz="4400" dirty="0" err="1"/>
              <a:t>fanontaniana</a:t>
            </a:r>
            <a:endParaRPr lang="fr-MG" sz="4400" dirty="0"/>
          </a:p>
          <a:p>
            <a:r>
              <a:rPr lang="en-US" sz="4400" dirty="0" err="1"/>
              <a:t>mihaino</a:t>
            </a:r>
            <a:r>
              <a:rPr lang="en-US" sz="4400" dirty="0"/>
              <a:t> </a:t>
            </a:r>
            <a:r>
              <a:rPr lang="en-US" sz="4400" dirty="0" err="1"/>
              <a:t>tsara</a:t>
            </a:r>
            <a:endParaRPr lang="fr-MG" sz="4400" dirty="0"/>
          </a:p>
          <a:p>
            <a:pPr marL="0" indent="0">
              <a:buNone/>
            </a:pPr>
            <a:r>
              <a:rPr lang="en-US" sz="4400" u="sng" dirty="0" err="1"/>
              <a:t>Ohatra</a:t>
            </a:r>
            <a:r>
              <a:rPr lang="en-US" sz="4400" dirty="0"/>
              <a:t>:</a:t>
            </a:r>
            <a:endParaRPr lang="fr-MG" sz="4400" dirty="0"/>
          </a:p>
          <a:p>
            <a:r>
              <a:rPr lang="en-US" sz="4400" dirty="0"/>
              <a:t>“Iza no </a:t>
            </a:r>
            <a:r>
              <a:rPr lang="en-US" sz="4400" dirty="0" err="1"/>
              <a:t>tena</a:t>
            </a:r>
            <a:r>
              <a:rPr lang="en-US" sz="4400" dirty="0"/>
              <a:t>  </a:t>
            </a:r>
            <a:r>
              <a:rPr lang="en-US" sz="4400" dirty="0" err="1"/>
              <a:t>iheveranao</a:t>
            </a:r>
            <a:r>
              <a:rPr lang="en-US" sz="4400" dirty="0"/>
              <a:t> an' </a:t>
            </a:r>
            <a:r>
              <a:rPr lang="en-US" sz="4400" dirty="0" err="1"/>
              <a:t>i</a:t>
            </a:r>
            <a:r>
              <a:rPr lang="en-US" sz="4400" dirty="0"/>
              <a:t> </a:t>
            </a:r>
            <a:r>
              <a:rPr lang="en-US" sz="4400" dirty="0" err="1"/>
              <a:t>Jesosy</a:t>
            </a:r>
            <a:r>
              <a:rPr lang="en-US" sz="4400" dirty="0"/>
              <a:t>?”</a:t>
            </a:r>
            <a:endParaRPr lang="fr-MG" sz="4400" dirty="0"/>
          </a:p>
          <a:p>
            <a:r>
              <a:rPr lang="en-US" sz="4400" dirty="0"/>
              <a:t>“</a:t>
            </a:r>
            <a:r>
              <a:rPr lang="en-US" sz="4400" dirty="0" err="1"/>
              <a:t>Ahoana</a:t>
            </a:r>
            <a:r>
              <a:rPr lang="en-US" sz="4400" dirty="0"/>
              <a:t> no </a:t>
            </a:r>
            <a:r>
              <a:rPr lang="en-US" sz="4400" dirty="0" err="1"/>
              <a:t>ahazoan’ny</a:t>
            </a:r>
            <a:r>
              <a:rPr lang="en-US" sz="4400" dirty="0"/>
              <a:t> olona </a:t>
            </a:r>
            <a:r>
              <a:rPr lang="en-US" sz="4400" dirty="0" err="1"/>
              <a:t>famelan-keloka</a:t>
            </a:r>
            <a:r>
              <a:rPr lang="en-US" sz="4400" dirty="0"/>
              <a:t>?”</a:t>
            </a:r>
            <a:endParaRPr lang="fr-MG" sz="4400" dirty="0"/>
          </a:p>
          <a:p>
            <a:r>
              <a:rPr lang="en-US" sz="4400" dirty="0"/>
              <a:t>Io </a:t>
            </a:r>
            <a:r>
              <a:rPr lang="en-US" sz="4400" dirty="0" err="1"/>
              <a:t>fomba</a:t>
            </a:r>
            <a:r>
              <a:rPr lang="en-US" sz="4400" dirty="0"/>
              <a:t> io no </a:t>
            </a:r>
            <a:r>
              <a:rPr lang="en-US" sz="4400" dirty="0" err="1"/>
              <a:t>nampiasain’i</a:t>
            </a:r>
            <a:r>
              <a:rPr lang="en-US" sz="4400" dirty="0"/>
              <a:t> </a:t>
            </a:r>
            <a:r>
              <a:rPr lang="en-US" sz="4400" dirty="0" err="1"/>
              <a:t>Jesosy</a:t>
            </a:r>
            <a:r>
              <a:rPr lang="en-US" sz="4400" dirty="0"/>
              <a:t> </a:t>
            </a:r>
            <a:r>
              <a:rPr lang="en-US" sz="4400" dirty="0" err="1"/>
              <a:t>matetika</a:t>
            </a:r>
            <a:r>
              <a:rPr lang="en-US" sz="4400" dirty="0"/>
              <a:t>.</a:t>
            </a:r>
            <a:endParaRPr lang="fr-MG" sz="4400" dirty="0"/>
          </a:p>
          <a:p>
            <a:endParaRPr lang="fr-MG" sz="4400" dirty="0"/>
          </a:p>
        </p:txBody>
      </p:sp>
    </p:spTree>
    <p:extLst>
      <p:ext uri="{BB962C8B-B14F-4D97-AF65-F5344CB8AC3E}">
        <p14:creationId xmlns:p14="http://schemas.microsoft.com/office/powerpoint/2010/main" val="3476579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C7641F-D17A-DBD4-DEFB-237AAABF0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7. </a:t>
            </a:r>
            <a:r>
              <a:rPr lang="en-US" b="1" dirty="0" err="1"/>
              <a:t>Mivavaha</a:t>
            </a:r>
            <a:r>
              <a:rPr lang="en-US" b="1" dirty="0"/>
              <a:t> </a:t>
            </a:r>
            <a:r>
              <a:rPr lang="en-US" b="1" dirty="0" err="1"/>
              <a:t>mafy</a:t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E4F11F-0687-6533-EC07-6A0F9909A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503" y="1825625"/>
            <a:ext cx="11794921" cy="4885568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Ny </a:t>
            </a:r>
            <a:r>
              <a:rPr lang="en-US" sz="3600" dirty="0" err="1"/>
              <a:t>fiovan’ny</a:t>
            </a:r>
            <a:r>
              <a:rPr lang="en-US" sz="3600" dirty="0"/>
              <a:t> </a:t>
            </a:r>
            <a:r>
              <a:rPr lang="en-US" sz="3600" dirty="0" err="1"/>
              <a:t>fo</a:t>
            </a:r>
            <a:r>
              <a:rPr lang="en-US" sz="3600" dirty="0"/>
              <a:t> </a:t>
            </a:r>
            <a:r>
              <a:rPr lang="en-US" sz="3600" dirty="0" err="1"/>
              <a:t>dia</a:t>
            </a:r>
            <a:r>
              <a:rPr lang="en-US" sz="3600" dirty="0"/>
              <a:t> </a:t>
            </a:r>
            <a:r>
              <a:rPr lang="en-US" sz="3600" dirty="0" err="1"/>
              <a:t>asan’Andriamanitra</a:t>
            </a:r>
            <a:r>
              <a:rPr lang="en-US" sz="3600" dirty="0"/>
              <a:t>.</a:t>
            </a:r>
            <a:endParaRPr lang="fr-MG" sz="3600" dirty="0"/>
          </a:p>
          <a:p>
            <a:r>
              <a:rPr lang="en-US" sz="3600" dirty="0"/>
              <a:t>Hoy </a:t>
            </a:r>
            <a:r>
              <a:rPr lang="en-US" sz="3600" dirty="0" err="1"/>
              <a:t>ny</a:t>
            </a:r>
            <a:r>
              <a:rPr lang="en-US" sz="3600" dirty="0"/>
              <a:t> </a:t>
            </a:r>
            <a:r>
              <a:rPr lang="en-US" sz="3600" dirty="0" err="1"/>
              <a:t>Baiboly</a:t>
            </a:r>
            <a:r>
              <a:rPr lang="en-US" sz="3600" dirty="0"/>
              <a:t>:</a:t>
            </a:r>
            <a:endParaRPr lang="fr-MG" sz="3600" dirty="0"/>
          </a:p>
          <a:p>
            <a:r>
              <a:rPr lang="en-US" sz="3600" dirty="0"/>
              <a:t>Zakaria 4:6b</a:t>
            </a:r>
            <a:endParaRPr lang="fr-MG" sz="3600" dirty="0"/>
          </a:p>
          <a:p>
            <a:r>
              <a:rPr lang="en-US" sz="3600" dirty="0"/>
              <a:t>... </a:t>
            </a:r>
            <a:r>
              <a:rPr lang="en-US" sz="3600" dirty="0" err="1"/>
              <a:t>Tsy</a:t>
            </a:r>
            <a:r>
              <a:rPr lang="en-US" sz="3600" dirty="0"/>
              <a:t> amin-</a:t>
            </a:r>
            <a:r>
              <a:rPr lang="en-US" sz="3600" dirty="0" err="1"/>
              <a:t>kery</a:t>
            </a:r>
            <a:r>
              <a:rPr lang="en-US" sz="3600" dirty="0"/>
              <a:t> </a:t>
            </a:r>
            <a:r>
              <a:rPr lang="en-US" sz="3600" dirty="0" err="1"/>
              <a:t>na</a:t>
            </a:r>
            <a:r>
              <a:rPr lang="en-US" sz="3600" dirty="0"/>
              <a:t> </a:t>
            </a:r>
            <a:r>
              <a:rPr lang="en-US" sz="3600" dirty="0" err="1"/>
              <a:t>amim-pahatanjahana</a:t>
            </a:r>
            <a:r>
              <a:rPr lang="en-US" sz="3600" dirty="0"/>
              <a:t>, fa </a:t>
            </a:r>
            <a:r>
              <a:rPr lang="en-US" sz="3600" dirty="0" err="1"/>
              <a:t>amin'ny</a:t>
            </a:r>
            <a:r>
              <a:rPr lang="en-US" sz="3600" dirty="0"/>
              <a:t> </a:t>
            </a:r>
            <a:r>
              <a:rPr lang="en-US" sz="3600" dirty="0" err="1"/>
              <a:t>Fanahiko</a:t>
            </a:r>
            <a:r>
              <a:rPr lang="en-US" sz="3600" dirty="0"/>
              <a:t>, hoy Jehovah, </a:t>
            </a:r>
            <a:r>
              <a:rPr lang="en-US" sz="3600" dirty="0" err="1"/>
              <a:t>Tompon'ny</a:t>
            </a:r>
            <a:r>
              <a:rPr lang="en-US" sz="3600" dirty="0"/>
              <a:t> </a:t>
            </a:r>
            <a:r>
              <a:rPr lang="en-US" sz="3600" dirty="0" err="1"/>
              <a:t>maro</a:t>
            </a:r>
            <a:r>
              <a:rPr lang="en-US" sz="3600" dirty="0"/>
              <a:t> .</a:t>
            </a:r>
            <a:endParaRPr lang="fr-MG" sz="3600" dirty="0"/>
          </a:p>
          <a:p>
            <a:pPr marL="0" indent="0">
              <a:buNone/>
            </a:pPr>
            <a:endParaRPr lang="fr-MG" sz="3600" dirty="0"/>
          </a:p>
          <a:p>
            <a:r>
              <a:rPr lang="en-US" sz="3600" dirty="0"/>
              <a:t>Noho </a:t>
            </a:r>
            <a:r>
              <a:rPr lang="en-US" sz="3600" dirty="0" err="1"/>
              <a:t>izany</a:t>
            </a:r>
            <a:r>
              <a:rPr lang="en-US" sz="3600" dirty="0"/>
              <a:t>:</a:t>
            </a:r>
            <a:endParaRPr lang="fr-MG" sz="3600" dirty="0"/>
          </a:p>
          <a:p>
            <a:r>
              <a:rPr lang="en-US" sz="3600" dirty="0" err="1"/>
              <a:t>mivavaha</a:t>
            </a:r>
            <a:r>
              <a:rPr lang="en-US" sz="3600" dirty="0"/>
              <a:t> ho </a:t>
            </a:r>
            <a:r>
              <a:rPr lang="en-US" sz="3600" dirty="0" err="1"/>
              <a:t>an’ilay</a:t>
            </a:r>
            <a:r>
              <a:rPr lang="en-US" sz="3600" dirty="0"/>
              <a:t> olona</a:t>
            </a:r>
            <a:endParaRPr lang="fr-MG" sz="3600" dirty="0"/>
          </a:p>
          <a:p>
            <a:r>
              <a:rPr lang="en-US" sz="3600" dirty="0" err="1"/>
              <a:t>mivavaha</a:t>
            </a:r>
            <a:r>
              <a:rPr lang="en-US" sz="3600" dirty="0"/>
              <a:t> </a:t>
            </a:r>
            <a:r>
              <a:rPr lang="en-US" sz="3600" dirty="0" err="1"/>
              <a:t>alohan’ny</a:t>
            </a:r>
            <a:r>
              <a:rPr lang="en-US" sz="3600" dirty="0"/>
              <a:t> </a:t>
            </a:r>
            <a:r>
              <a:rPr lang="en-US" sz="3600" dirty="0" err="1"/>
              <a:t>hiresahana</a:t>
            </a:r>
            <a:r>
              <a:rPr lang="en-US" sz="3600" dirty="0"/>
              <a:t>.</a:t>
            </a:r>
            <a:endParaRPr lang="fr-MG" sz="3600" dirty="0"/>
          </a:p>
          <a:p>
            <a:endParaRPr lang="fr-MG" sz="3600" dirty="0"/>
          </a:p>
        </p:txBody>
      </p:sp>
    </p:spTree>
    <p:extLst>
      <p:ext uri="{BB962C8B-B14F-4D97-AF65-F5344CB8AC3E}">
        <p14:creationId xmlns:p14="http://schemas.microsoft.com/office/powerpoint/2010/main" val="3013710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C86F23-B441-4874-0691-10BA19DC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Famintinana</a:t>
            </a:r>
            <a:r>
              <a:rPr lang="en-US" b="1" dirty="0"/>
              <a:t>: </a:t>
            </a:r>
            <a:r>
              <a:rPr lang="en-US" b="1" dirty="0" err="1"/>
              <a:t>fomba</a:t>
            </a:r>
            <a:r>
              <a:rPr lang="en-US" b="1" dirty="0"/>
              <a:t> 7 </a:t>
            </a:r>
            <a:r>
              <a:rPr lang="en-US" b="1" dirty="0" err="1"/>
              <a:t>hitoriana</a:t>
            </a:r>
            <a:r>
              <a:rPr lang="en-US" b="1" dirty="0"/>
              <a:t> </a:t>
            </a:r>
            <a:r>
              <a:rPr lang="en-US" b="1" dirty="0" err="1"/>
              <a:t>amin’ny</a:t>
            </a:r>
            <a:r>
              <a:rPr lang="en-US" b="1" dirty="0"/>
              <a:t> </a:t>
            </a:r>
            <a:r>
              <a:rPr lang="en-US" b="1" dirty="0" err="1"/>
              <a:t>Silamo</a:t>
            </a:r>
            <a:br>
              <a:rPr lang="fr-MG" b="1" dirty="0"/>
            </a:br>
            <a:endParaRPr lang="fr-MG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3FA0C6-BB62-257C-7085-BF20E0F1A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226" y="1825624"/>
            <a:ext cx="11601974" cy="4776511"/>
          </a:xfrm>
        </p:spPr>
        <p:txBody>
          <a:bodyPr>
            <a:normAutofit/>
          </a:bodyPr>
          <a:lstStyle/>
          <a:p>
            <a:r>
              <a:rPr lang="en-US" sz="4000" dirty="0"/>
              <a:t>1. </a:t>
            </a:r>
            <a:r>
              <a:rPr lang="en-US" sz="4000" dirty="0" err="1"/>
              <a:t>Manangana</a:t>
            </a:r>
            <a:r>
              <a:rPr lang="en-US" sz="4000" dirty="0"/>
              <a:t> </a:t>
            </a:r>
            <a:r>
              <a:rPr lang="en-US" sz="4000" dirty="0" err="1"/>
              <a:t>fifandraisana</a:t>
            </a:r>
            <a:r>
              <a:rPr lang="en-US" sz="4000" dirty="0"/>
              <a:t> </a:t>
            </a:r>
            <a:r>
              <a:rPr lang="en-US" sz="4000" dirty="0" err="1"/>
              <a:t>sy</a:t>
            </a:r>
            <a:r>
              <a:rPr lang="en-US" sz="4000" dirty="0"/>
              <a:t> </a:t>
            </a:r>
            <a:r>
              <a:rPr lang="en-US" sz="4000" dirty="0" err="1"/>
              <a:t>fanajana</a:t>
            </a:r>
            <a:endParaRPr lang="fr-MG" sz="4000" dirty="0"/>
          </a:p>
          <a:p>
            <a:r>
              <a:rPr lang="en-US" sz="4000" dirty="0"/>
              <a:t>2. </a:t>
            </a:r>
            <a:r>
              <a:rPr lang="en-US" sz="4000" dirty="0" err="1"/>
              <a:t>Manomboka</a:t>
            </a:r>
            <a:r>
              <a:rPr lang="en-US" sz="4000" dirty="0"/>
              <a:t> </a:t>
            </a:r>
            <a:r>
              <a:rPr lang="en-US" sz="4000" dirty="0" err="1"/>
              <a:t>amin’ny</a:t>
            </a:r>
            <a:r>
              <a:rPr lang="en-US" sz="4000" dirty="0"/>
              <a:t> </a:t>
            </a:r>
            <a:r>
              <a:rPr lang="en-US" sz="4000" dirty="0" err="1"/>
              <a:t>zavatra</a:t>
            </a:r>
            <a:r>
              <a:rPr lang="en-US" sz="4000" dirty="0"/>
              <a:t> </a:t>
            </a:r>
            <a:r>
              <a:rPr lang="en-US" sz="4000" dirty="0" err="1"/>
              <a:t>itovizana</a:t>
            </a:r>
            <a:endParaRPr lang="fr-MG" sz="4000" dirty="0"/>
          </a:p>
          <a:p>
            <a:r>
              <a:rPr lang="en-US" sz="4000" dirty="0"/>
              <a:t>3. </a:t>
            </a:r>
            <a:r>
              <a:rPr lang="en-US" sz="4000" dirty="0" err="1"/>
              <a:t>Ampiasao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tantara </a:t>
            </a:r>
            <a:r>
              <a:rPr lang="en-US" sz="4000" dirty="0" err="1"/>
              <a:t>ao</a:t>
            </a:r>
            <a:r>
              <a:rPr lang="en-US" sz="4000" dirty="0"/>
              <a:t> </a:t>
            </a:r>
            <a:r>
              <a:rPr lang="en-US" sz="4000" dirty="0" err="1"/>
              <a:t>amin'ny</a:t>
            </a:r>
            <a:r>
              <a:rPr lang="en-US" sz="4000" dirty="0"/>
              <a:t> </a:t>
            </a:r>
            <a:r>
              <a:rPr lang="en-US" sz="4000" dirty="0" err="1"/>
              <a:t>Baiboly</a:t>
            </a:r>
            <a:endParaRPr lang="fr-MG" sz="4000" dirty="0"/>
          </a:p>
          <a:p>
            <a:r>
              <a:rPr lang="en-US" sz="4000" dirty="0"/>
              <a:t>4. </a:t>
            </a:r>
            <a:r>
              <a:rPr lang="en-US" sz="4000" dirty="0" err="1"/>
              <a:t>Hazavao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maha-</a:t>
            </a:r>
            <a:r>
              <a:rPr lang="en-US" sz="4000" dirty="0" err="1"/>
              <a:t>izy</a:t>
            </a:r>
            <a:r>
              <a:rPr lang="en-US" sz="4000" dirty="0"/>
              <a:t> </a:t>
            </a:r>
            <a:r>
              <a:rPr lang="en-US" sz="4000" dirty="0" err="1"/>
              <a:t>an’i</a:t>
            </a:r>
            <a:r>
              <a:rPr lang="en-US" sz="4000" dirty="0"/>
              <a:t> </a:t>
            </a:r>
            <a:r>
              <a:rPr lang="en-US" sz="4000" dirty="0" err="1"/>
              <a:t>Jesosy</a:t>
            </a:r>
            <a:endParaRPr lang="fr-MG" sz="4000" dirty="0"/>
          </a:p>
          <a:p>
            <a:r>
              <a:rPr lang="en-US" sz="4000" dirty="0"/>
              <a:t>5. </a:t>
            </a:r>
            <a:r>
              <a:rPr lang="en-US" sz="4000" dirty="0" err="1"/>
              <a:t>Ampianaro</a:t>
            </a:r>
            <a:r>
              <a:rPr lang="en-US" sz="4000" dirty="0"/>
              <a:t> </a:t>
            </a:r>
            <a:r>
              <a:rPr lang="en-US" sz="4000" dirty="0" err="1"/>
              <a:t>ny</a:t>
            </a:r>
            <a:r>
              <a:rPr lang="en-US" sz="4000" dirty="0"/>
              <a:t> </a:t>
            </a:r>
            <a:r>
              <a:rPr lang="en-US" sz="4000" dirty="0" err="1"/>
              <a:t>famonjena</a:t>
            </a:r>
            <a:r>
              <a:rPr lang="en-US" sz="4000" dirty="0"/>
              <a:t> </a:t>
            </a:r>
            <a:r>
              <a:rPr lang="en-US" sz="4000" dirty="0" err="1"/>
              <a:t>amin’ny</a:t>
            </a:r>
            <a:r>
              <a:rPr lang="en-US" sz="4000" dirty="0"/>
              <a:t> </a:t>
            </a:r>
            <a:r>
              <a:rPr lang="en-US" sz="4000" dirty="0" err="1"/>
              <a:t>fahasoavana</a:t>
            </a:r>
            <a:endParaRPr lang="fr-MG" sz="4000" dirty="0"/>
          </a:p>
          <a:p>
            <a:r>
              <a:rPr lang="en-US" sz="4000" dirty="0"/>
              <a:t>6. </a:t>
            </a:r>
            <a:r>
              <a:rPr lang="en-US" sz="4000" dirty="0" err="1"/>
              <a:t>Ampiasao</a:t>
            </a:r>
            <a:r>
              <a:rPr lang="en-US" sz="4000" dirty="0"/>
              <a:t> </a:t>
            </a:r>
            <a:r>
              <a:rPr lang="en-US" sz="4000" dirty="0" err="1"/>
              <a:t>fanontaniana</a:t>
            </a:r>
            <a:r>
              <a:rPr lang="en-US" sz="4000" dirty="0"/>
              <a:t> fa </a:t>
            </a:r>
            <a:r>
              <a:rPr lang="en-US" sz="4000" dirty="0" err="1"/>
              <a:t>tsy</a:t>
            </a:r>
            <a:r>
              <a:rPr lang="en-US" sz="4000" dirty="0"/>
              <a:t> </a:t>
            </a:r>
            <a:r>
              <a:rPr lang="en-US" sz="4000" dirty="0" err="1"/>
              <a:t>adihevitra</a:t>
            </a:r>
            <a:endParaRPr lang="fr-MG" sz="4000" dirty="0"/>
          </a:p>
          <a:p>
            <a:r>
              <a:rPr lang="en-US" sz="4000" dirty="0"/>
              <a:t>7. </a:t>
            </a:r>
            <a:r>
              <a:rPr lang="en-US" sz="4000" dirty="0" err="1"/>
              <a:t>Mivavaha</a:t>
            </a:r>
            <a:r>
              <a:rPr lang="en-US" sz="4000" dirty="0"/>
              <a:t> </a:t>
            </a:r>
            <a:r>
              <a:rPr lang="en-US" sz="4000" dirty="0" err="1"/>
              <a:t>mafy</a:t>
            </a:r>
            <a:endParaRPr lang="fr-MG" sz="4000" dirty="0"/>
          </a:p>
          <a:p>
            <a:endParaRPr lang="fr-MG" sz="4000" dirty="0"/>
          </a:p>
        </p:txBody>
      </p:sp>
    </p:spTree>
    <p:extLst>
      <p:ext uri="{BB962C8B-B14F-4D97-AF65-F5344CB8AC3E}">
        <p14:creationId xmlns:p14="http://schemas.microsoft.com/office/powerpoint/2010/main" val="42627141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445</Words>
  <Application>Microsoft Office PowerPoint</Application>
  <PresentationFormat>Grand écran</PresentationFormat>
  <Paragraphs>73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Thème Office</vt:lpstr>
      <vt:lpstr>Ny fomba hitoriana ny Filazantsara amin’ny Silamo </vt:lpstr>
      <vt:lpstr>Présentation PowerPoint</vt:lpstr>
      <vt:lpstr>1. Manomboka amin’ny fifandraisana sy fitiavana </vt:lpstr>
      <vt:lpstr>Ny mpino Silamo dia manome lanja be: </vt:lpstr>
      <vt:lpstr>2. Manomboka amin’ny zavatra itovizana </vt:lpstr>
      <vt:lpstr>3. Ampiasao ny tantaran’ny Baiboly </vt:lpstr>
      <vt:lpstr>4. Hazavao tsara ny toetran’i Jesosy </vt:lpstr>
      <vt:lpstr>5. Hazavao ny famonjena amin’ny fahasoavana </vt:lpstr>
      <vt:lpstr>6. Mampiasà fanontaniana fa tsy adihevitra </vt:lpstr>
      <vt:lpstr>7. Mivavaha mafy </vt:lpstr>
      <vt:lpstr>Famintinana: fomba 7 hitoriana amin’ny Silamo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Tsiafa</dc:creator>
  <cp:lastModifiedBy>Tsiafa</cp:lastModifiedBy>
  <cp:revision>1</cp:revision>
  <dcterms:created xsi:type="dcterms:W3CDTF">2026-04-24T06:17:34Z</dcterms:created>
  <dcterms:modified xsi:type="dcterms:W3CDTF">2026-04-24T06:33:37Z</dcterms:modified>
</cp:coreProperties>
</file>