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33"/>
  </p:notesMasterIdLst>
  <p:sldIdLst>
    <p:sldId id="336" r:id="rId2"/>
    <p:sldId id="343" r:id="rId3"/>
    <p:sldId id="338" r:id="rId4"/>
    <p:sldId id="261" r:id="rId5"/>
    <p:sldId id="344" r:id="rId6"/>
    <p:sldId id="262" r:id="rId7"/>
    <p:sldId id="342" r:id="rId8"/>
    <p:sldId id="345" r:id="rId9"/>
    <p:sldId id="265" r:id="rId10"/>
    <p:sldId id="266" r:id="rId11"/>
    <p:sldId id="258" r:id="rId12"/>
    <p:sldId id="259" r:id="rId13"/>
    <p:sldId id="346" r:id="rId14"/>
    <p:sldId id="347" r:id="rId15"/>
    <p:sldId id="260" r:id="rId16"/>
    <p:sldId id="348" r:id="rId17"/>
    <p:sldId id="340" r:id="rId18"/>
    <p:sldId id="349" r:id="rId19"/>
    <p:sldId id="337" r:id="rId20"/>
    <p:sldId id="350" r:id="rId21"/>
    <p:sldId id="351" r:id="rId22"/>
    <p:sldId id="352" r:id="rId23"/>
    <p:sldId id="353" r:id="rId24"/>
    <p:sldId id="341" r:id="rId25"/>
    <p:sldId id="354" r:id="rId26"/>
    <p:sldId id="355" r:id="rId27"/>
    <p:sldId id="356" r:id="rId28"/>
    <p:sldId id="339" r:id="rId29"/>
    <p:sldId id="357" r:id="rId30"/>
    <p:sldId id="358" r:id="rId31"/>
    <p:sldId id="35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59" autoAdjust="0"/>
    <p:restoredTop sz="92458"/>
  </p:normalViewPr>
  <p:slideViewPr>
    <p:cSldViewPr snapToGrid="0" snapToObjects="1">
      <p:cViewPr varScale="1">
        <p:scale>
          <a:sx n="65" d="100"/>
          <a:sy n="65" d="100"/>
        </p:scale>
        <p:origin x="-24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B090C-8AA0-3046-910E-6E3DE5C016C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EA3E2-5BFB-094D-9B9B-EB53B24C3A6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0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1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3325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2674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443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0229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7499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4763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2968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2918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8420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5437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6964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6791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6286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141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5402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9861-9ADE-384A-8613-63CDB6511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16466-9B8E-2744-B7AD-D19517530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7D634-7275-1F40-907C-84FBE75E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B4DC2-BBD9-A84A-8848-BBB1B289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EAA2-14BE-4848-98D7-28A9DBEA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86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1EF0-9A1F-A749-A229-7C127CA0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C47E-6ED6-F54A-AC44-6404EC55A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B177B-BBBB-C945-AF04-D3FD448D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0168A-8E6A-BE45-BF48-7B981EF5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0394A-9BED-B440-9A53-19B33166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5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6F6C-D688-A140-80EA-8744F20F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17882-6A3F-0F4E-9103-FCD907245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F45B4-8573-8C4E-9C4D-0D4016FB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754D0-9FBE-E745-8938-8BA52945D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634D2-5D39-334C-9692-C5068AA6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2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E8E48-6787-AA47-818C-2B0D44B5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48A25-0F0E-2B42-A511-5079F63E6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6729A-B654-A94F-A4BF-7A8D823D5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49822-2701-2A46-BAA8-B23E3E51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394A1-174B-C043-B4B4-4B1C9189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2E098-3B97-674E-8096-158203DC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8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4593-D2F1-954A-B896-013C592E7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98128-5ECE-FC42-A631-3B5CB7C78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8BD93-AE4E-2648-9441-3ACF27BEB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63A54-6BD7-8341-9746-5F3C4DD3E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2912BF-67BB-7B41-84B5-C66F17AD2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26CA10-2B73-174B-9693-4E34D506F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BAD5E-0C51-3C48-A45F-6545D4F5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94B320-4181-F246-8B4D-4E274769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6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BFA1-E74C-1D40-A940-CDCD16D00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53878-5E17-BA41-9E87-038B28F6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1D89D-E9FE-664C-84C8-91E219CF2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96F77-CCA5-074D-9B8A-E228EBD1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4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DF5F3-BB75-7F4A-A195-B842AB6B4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5685C-AF50-F342-B3C4-C43BC71D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1E8E6-F461-8742-AE79-11C90C59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4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AD86-9804-EF43-85EA-D50B565D4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CBCF8-3E0A-3D4C-9F8D-A98A7B78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8F7F8-0B61-F643-B02E-00F53271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B031D-7ECD-7945-80E2-61915DF24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9B698-25DB-2F45-9F67-FB4AF75F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37877-A1B4-0549-9AF5-4988DE49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0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2B55-7C5C-7145-A3C3-F8F5FDB23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27F766-7EDA-5D4D-B3A3-1F7281524B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81E22-AA75-B741-9DA1-5DF3B0C69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53A9F-B7F2-6C4A-A0A3-B2810294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FA83D-F9AA-7148-AF84-537308F9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0242A-1094-B540-8711-68C78CB5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67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DA21-8372-9B4B-9F99-F1572017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DBA44-7E6F-7143-B40C-A5658C220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12BCB-246F-A64C-82D6-3EA25039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DD904-F5CA-5440-9BBD-BBB906C9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35DF5-FE5A-3B49-9EE6-56C6733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6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A4178F-7497-ED45-B7C2-EC5B64A0C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AF2D7-FAFD-A047-828E-EB567F170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3D9BC-E4AE-684F-B138-12C2105A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CE816-1E2C-3742-A4B0-95C9453C8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B68FD-8F22-2F43-84FF-BFD5D025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3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0E0D9B-F193-5449-BDD4-7D81D5BB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8C0CB-5D97-BE4D-BC68-4380B777B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84417-A429-1746-92B6-E65B98FB5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9B6BE-B07F-7D48-9EFB-241F77FD265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D3DCA-01BF-0347-8E14-E341B3B63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5BA85-F7D9-BF4E-893B-1D780183D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5CD6-D224-A745-8B5D-C779AC2C1D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0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7" y="24068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>
                <a:latin typeface="Arial Black" panose="020B0A04020102020204" pitchFamily="34" charset="0"/>
              </a:rPr>
              <a:t>Ireo </a:t>
            </a:r>
            <a:r>
              <a:rPr lang="en-US" sz="4400" b="1" dirty="0">
                <a:latin typeface="Arial Black" panose="020B0A04020102020204" pitchFamily="34" charset="0"/>
              </a:rPr>
              <a:t>“</a:t>
            </a:r>
            <a:r>
              <a:rPr lang="en-US" sz="4400" b="1" dirty="0" err="1">
                <a:latin typeface="Arial Black" panose="020B0A04020102020204" pitchFamily="34" charset="0"/>
              </a:rPr>
              <a:t>Olon’ny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Boky</a:t>
            </a:r>
            <a:r>
              <a:rPr lang="en-US" sz="4400" b="1" dirty="0">
                <a:latin typeface="Arial Black" panose="020B0A04020102020204" pitchFamily="34" charset="0"/>
              </a:rPr>
              <a:t>” – </a:t>
            </a:r>
            <a:r>
              <a:rPr lang="en-US" sz="4400" b="1" dirty="0" err="1">
                <a:latin typeface="Arial Black" panose="020B0A04020102020204" pitchFamily="34" charset="0"/>
              </a:rPr>
              <a:t>Ny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Advantista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Mitandrina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ny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Andro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Fahafito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ve</a:t>
            </a:r>
            <a:r>
              <a:rPr lang="en-US" sz="4400" b="1" dirty="0">
                <a:latin typeface="Arial Black" panose="020B0A04020102020204" pitchFamily="34" charset="0"/>
              </a:rPr>
              <a:t> no </a:t>
            </a:r>
            <a:r>
              <a:rPr lang="en-US" sz="4400" b="1" dirty="0" err="1">
                <a:latin typeface="Arial Black" panose="020B0A04020102020204" pitchFamily="34" charset="0"/>
              </a:rPr>
              <a:t>tiana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ambara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amin’izany</a:t>
            </a:r>
            <a:r>
              <a:rPr lang="en-US" sz="4400" b="1" dirty="0">
                <a:latin typeface="Arial Black" panose="020B0A04020102020204" pitchFamily="34" charset="0"/>
              </a:rPr>
              <a:t>?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72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24797" y="83771"/>
            <a:ext cx="6448865" cy="844698"/>
          </a:xfrm>
        </p:spPr>
        <p:txBody>
          <a:bodyPr/>
          <a:lstStyle/>
          <a:p>
            <a:pPr algn="ctr"/>
            <a:r>
              <a:rPr lang="fr-FR" b="1" dirty="0" err="1">
                <a:latin typeface="Arial Black" panose="020B0A04020102020204" pitchFamily="34" charset="0"/>
              </a:rPr>
              <a:t>Ireo</a:t>
            </a:r>
            <a:r>
              <a:rPr lang="fr-FR" b="1" dirty="0">
                <a:latin typeface="Arial Black" panose="020B0A04020102020204" pitchFamily="34" charset="0"/>
              </a:rPr>
              <a:t> “</a:t>
            </a:r>
            <a:r>
              <a:rPr lang="fr-FR" b="1" dirty="0" err="1">
                <a:latin typeface="Arial Black" panose="020B0A04020102020204" pitchFamily="34" charset="0"/>
              </a:rPr>
              <a:t>Olon’ny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Boky</a:t>
            </a:r>
            <a:r>
              <a:rPr lang="fr-FR" b="1" dirty="0">
                <a:latin typeface="Arial Black" panose="020B0A04020102020204" pitchFamily="34" charset="0"/>
              </a:rPr>
              <a:t>”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8473" y="1108172"/>
            <a:ext cx="11844997" cy="4351338"/>
          </a:xfrm>
        </p:spPr>
        <p:txBody>
          <a:bodyPr>
            <a:noAutofit/>
          </a:bodyPr>
          <a:lstStyle/>
          <a:p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 </a:t>
            </a:r>
            <a:r>
              <a:rPr lang="fr-FR" dirty="0" err="1"/>
              <a:t>toerana</a:t>
            </a:r>
            <a:r>
              <a:rPr lang="fr-FR" dirty="0"/>
              <a:t> </a:t>
            </a:r>
            <a:r>
              <a:rPr lang="fr-FR" dirty="0" err="1"/>
              <a:t>misy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Islamo </a:t>
            </a:r>
            <a:r>
              <a:rPr lang="fr-FR" dirty="0" err="1"/>
              <a:t>eto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tantaran’izao</a:t>
            </a:r>
            <a:r>
              <a:rPr lang="fr-FR" dirty="0"/>
              <a:t> </a:t>
            </a:r>
            <a:r>
              <a:rPr lang="fr-FR" dirty="0" err="1"/>
              <a:t>tontolo</a:t>
            </a:r>
            <a:r>
              <a:rPr lang="fr-FR" dirty="0"/>
              <a:t> </a:t>
            </a:r>
            <a:r>
              <a:rPr lang="fr-FR" dirty="0" err="1"/>
              <a:t>izao</a:t>
            </a:r>
            <a:r>
              <a:rPr lang="fr-FR" dirty="0"/>
              <a:t>,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fahitana</a:t>
            </a:r>
            <a:r>
              <a:rPr lang="fr-FR" dirty="0"/>
              <a:t> fa </a:t>
            </a:r>
            <a:r>
              <a:rPr lang="fr-FR" dirty="0" err="1"/>
              <a:t>mihamaro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firenena</a:t>
            </a:r>
            <a:r>
              <a:rPr lang="fr-FR" dirty="0"/>
              <a:t> </a:t>
            </a:r>
            <a:r>
              <a:rPr lang="fr-FR" dirty="0" err="1"/>
              <a:t>Tandrefana</a:t>
            </a:r>
            <a:r>
              <a:rPr lang="fr-FR" dirty="0"/>
              <a:t>, dia </a:t>
            </a:r>
            <a:r>
              <a:rPr lang="fr-FR" dirty="0" err="1"/>
              <a:t>mahatonga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Kristiana</a:t>
            </a:r>
            <a:r>
              <a:rPr lang="fr-FR" dirty="0"/>
              <a:t> </a:t>
            </a:r>
            <a:r>
              <a:rPr lang="fr-FR" dirty="0" err="1"/>
              <a:t>maro</a:t>
            </a:r>
            <a:r>
              <a:rPr lang="fr-FR" dirty="0"/>
              <a:t> </a:t>
            </a:r>
            <a:r>
              <a:rPr lang="fr-FR" dirty="0" err="1"/>
              <a:t>hanana</a:t>
            </a:r>
            <a:r>
              <a:rPr lang="fr-FR" dirty="0"/>
              <a:t> </a:t>
            </a:r>
            <a:r>
              <a:rPr lang="fr-FR" dirty="0" err="1"/>
              <a:t>hevitra</a:t>
            </a:r>
            <a:r>
              <a:rPr lang="fr-FR" dirty="0"/>
              <a:t> </a:t>
            </a:r>
            <a:r>
              <a:rPr lang="fr-FR" dirty="0" err="1"/>
              <a:t>mizarazara</a:t>
            </a:r>
            <a:r>
              <a:rPr lang="fr-FR" dirty="0"/>
              <a:t> </a:t>
            </a:r>
            <a:r>
              <a:rPr lang="fr-FR" dirty="0" err="1"/>
              <a:t>momba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fahatsapany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atao</a:t>
            </a:r>
            <a:r>
              <a:rPr lang="fr-FR" dirty="0"/>
              <a:t> </a:t>
            </a:r>
            <a:r>
              <a:rPr lang="fr-FR" dirty="0" err="1"/>
              <a:t>hoe</a:t>
            </a:r>
            <a:r>
              <a:rPr lang="fr-FR" dirty="0"/>
              <a:t> Islamo.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sasany</a:t>
            </a:r>
            <a:r>
              <a:rPr lang="fr-FR" dirty="0"/>
              <a:t> </a:t>
            </a:r>
            <a:r>
              <a:rPr lang="fr-FR" dirty="0" err="1"/>
              <a:t>matahotra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Islamo, </a:t>
            </a:r>
            <a:r>
              <a:rPr lang="fr-FR" dirty="0" err="1"/>
              <a:t>toa</a:t>
            </a:r>
            <a:r>
              <a:rPr lang="fr-FR" dirty="0"/>
              <a:t> </a:t>
            </a:r>
            <a:r>
              <a:rPr lang="fr-FR" dirty="0" err="1"/>
              <a:t>miditra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loatra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fiainan’izy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mantsy</a:t>
            </a:r>
            <a:r>
              <a:rPr lang="fr-FR" dirty="0"/>
              <a:t> no </a:t>
            </a:r>
            <a:r>
              <a:rPr lang="fr-FR" dirty="0" err="1"/>
              <a:t>fahatsapany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Islamo,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lalàna</a:t>
            </a:r>
            <a:r>
              <a:rPr lang="fr-FR" dirty="0"/>
              <a:t> </a:t>
            </a:r>
            <a:r>
              <a:rPr lang="fr-FR" dirty="0" err="1"/>
              <a:t>mipetraka</a:t>
            </a:r>
            <a:r>
              <a:rPr lang="fr-FR" dirty="0"/>
              <a:t> </a:t>
            </a:r>
            <a:r>
              <a:rPr lang="fr-FR" dirty="0" err="1"/>
              <a:t>momba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Sharia,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toa</a:t>
            </a:r>
            <a:r>
              <a:rPr lang="fr-FR" dirty="0"/>
              <a:t> </a:t>
            </a:r>
            <a:r>
              <a:rPr lang="fr-FR" dirty="0" err="1"/>
              <a:t>mitady</a:t>
            </a:r>
            <a:r>
              <a:rPr lang="fr-FR" dirty="0"/>
              <a:t> </a:t>
            </a:r>
            <a:r>
              <a:rPr lang="fr-FR" dirty="0" err="1"/>
              <a:t>hampanjaka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antokom-pivavahany</a:t>
            </a:r>
            <a:r>
              <a:rPr lang="fr-FR" dirty="0"/>
              <a:t> </a:t>
            </a:r>
            <a:r>
              <a:rPr lang="fr-FR" dirty="0" err="1"/>
              <a:t>amin-kerisetra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. </a:t>
            </a:r>
            <a:r>
              <a:rPr lang="fr-FR" dirty="0" err="1"/>
              <a:t>Izany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fijery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</a:t>
            </a:r>
            <a:r>
              <a:rPr lang="fr-FR" dirty="0" err="1"/>
              <a:t>mihitsy</a:t>
            </a:r>
            <a:r>
              <a:rPr lang="fr-FR" dirty="0"/>
              <a:t> </a:t>
            </a:r>
            <a:r>
              <a:rPr lang="fr-FR" dirty="0" err="1"/>
              <a:t>anefa</a:t>
            </a:r>
            <a:r>
              <a:rPr lang="fr-FR" dirty="0"/>
              <a:t>, </a:t>
            </a:r>
            <a:r>
              <a:rPr lang="fr-FR" dirty="0" err="1"/>
              <a:t>etsy</a:t>
            </a:r>
            <a:r>
              <a:rPr lang="fr-FR" dirty="0"/>
              <a:t> </a:t>
            </a:r>
            <a:r>
              <a:rPr lang="fr-FR" dirty="0" err="1"/>
              <a:t>andanin’izany</a:t>
            </a:r>
            <a:r>
              <a:rPr lang="fr-FR" dirty="0"/>
              <a:t>, no </a:t>
            </a:r>
            <a:r>
              <a:rPr lang="fr-FR" dirty="0" err="1"/>
              <a:t>lasa</a:t>
            </a:r>
            <a:r>
              <a:rPr lang="fr-FR" dirty="0"/>
              <a:t> </a:t>
            </a:r>
            <a:r>
              <a:rPr lang="fr-FR" dirty="0" err="1"/>
              <a:t>miteraka</a:t>
            </a:r>
            <a:r>
              <a:rPr lang="fr-FR" dirty="0"/>
              <a:t> </a:t>
            </a:r>
            <a:r>
              <a:rPr lang="fr-FR" dirty="0" err="1"/>
              <a:t>fitsarana</a:t>
            </a:r>
            <a:r>
              <a:rPr lang="fr-FR" dirty="0"/>
              <a:t> </a:t>
            </a:r>
            <a:r>
              <a:rPr lang="fr-FR" dirty="0" err="1"/>
              <a:t>mialoha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fankahalana</a:t>
            </a:r>
            <a:r>
              <a:rPr lang="fr-FR" dirty="0"/>
              <a:t>. </a:t>
            </a:r>
            <a:r>
              <a:rPr lang="fr-FR" dirty="0" err="1"/>
              <a:t>Ao</a:t>
            </a:r>
            <a:r>
              <a:rPr lang="fr-FR" dirty="0"/>
              <a:t> </a:t>
            </a:r>
            <a:r>
              <a:rPr lang="fr-FR" dirty="0" err="1"/>
              <a:t>kosa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mahafantatra</a:t>
            </a:r>
            <a:r>
              <a:rPr lang="fr-FR" dirty="0"/>
              <a:t> </a:t>
            </a:r>
            <a:r>
              <a:rPr lang="fr-FR" dirty="0" err="1"/>
              <a:t>firy</a:t>
            </a:r>
            <a:r>
              <a:rPr lang="fr-FR" dirty="0"/>
              <a:t> </a:t>
            </a:r>
            <a:r>
              <a:rPr lang="fr-FR" dirty="0" err="1"/>
              <a:t>momba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atao</a:t>
            </a:r>
            <a:r>
              <a:rPr lang="fr-FR" dirty="0"/>
              <a:t> </a:t>
            </a:r>
            <a:r>
              <a:rPr lang="fr-FR" dirty="0" err="1"/>
              <a:t>hoe</a:t>
            </a:r>
            <a:r>
              <a:rPr lang="fr-FR" dirty="0"/>
              <a:t> Islamo,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mety</a:t>
            </a:r>
            <a:r>
              <a:rPr lang="fr-FR" dirty="0"/>
              <a:t> </a:t>
            </a:r>
            <a:r>
              <a:rPr lang="fr-FR" dirty="0" err="1"/>
              <a:t>maniry</a:t>
            </a:r>
            <a:r>
              <a:rPr lang="fr-FR" dirty="0"/>
              <a:t> </a:t>
            </a:r>
            <a:r>
              <a:rPr lang="fr-FR" dirty="0" err="1"/>
              <a:t>hamantatra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 na </a:t>
            </a:r>
            <a:r>
              <a:rPr lang="fr-FR" dirty="0" err="1"/>
              <a:t>mahatsapa</a:t>
            </a:r>
            <a:r>
              <a:rPr lang="fr-FR" dirty="0"/>
              <a:t> ho </a:t>
            </a:r>
            <a:r>
              <a:rPr lang="fr-FR" dirty="0" err="1"/>
              <a:t>voasarika</a:t>
            </a:r>
            <a:r>
              <a:rPr lang="fr-FR" dirty="0"/>
              <a:t> </a:t>
            </a:r>
            <a:r>
              <a:rPr lang="fr-FR" dirty="0" err="1"/>
              <a:t>hiditra</a:t>
            </a:r>
            <a:r>
              <a:rPr lang="fr-FR" dirty="0"/>
              <a:t> </a:t>
            </a:r>
            <a:r>
              <a:rPr lang="fr-FR" dirty="0" err="1"/>
              <a:t>ao</a:t>
            </a:r>
            <a:r>
              <a:rPr lang="fr-FR" dirty="0"/>
              <a:t> </a:t>
            </a:r>
            <a:r>
              <a:rPr lang="fr-FR" dirty="0" err="1"/>
              <a:t>anatiny</a:t>
            </a:r>
            <a:r>
              <a:rPr lang="fr-FR" dirty="0"/>
              <a:t>. Ho </a:t>
            </a:r>
            <a:r>
              <a:rPr lang="fr-FR" dirty="0" err="1"/>
              <a:t>an’ny</a:t>
            </a:r>
            <a:r>
              <a:rPr lang="fr-FR" dirty="0"/>
              <a:t> </a:t>
            </a:r>
            <a:r>
              <a:rPr lang="fr-FR" dirty="0" err="1"/>
              <a:t>Advantista</a:t>
            </a:r>
            <a:r>
              <a:rPr lang="fr-FR" dirty="0"/>
              <a:t> </a:t>
            </a:r>
            <a:r>
              <a:rPr lang="fr-FR" dirty="0" err="1"/>
              <a:t>Mitandrina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Andro</a:t>
            </a:r>
            <a:r>
              <a:rPr lang="fr-FR" dirty="0"/>
              <a:t> </a:t>
            </a:r>
            <a:r>
              <a:rPr lang="fr-FR" dirty="0" err="1"/>
              <a:t>Fahafito</a:t>
            </a:r>
            <a:r>
              <a:rPr lang="fr-FR" dirty="0"/>
              <a:t> </a:t>
            </a:r>
            <a:r>
              <a:rPr lang="fr-FR" dirty="0" err="1"/>
              <a:t>kosa</a:t>
            </a:r>
            <a:r>
              <a:rPr lang="fr-FR" dirty="0"/>
              <a:t>, </a:t>
            </a:r>
            <a:r>
              <a:rPr lang="fr-FR" dirty="0" err="1"/>
              <a:t>ireny</a:t>
            </a:r>
            <a:r>
              <a:rPr lang="fr-FR" dirty="0"/>
              <a:t> </a:t>
            </a:r>
            <a:r>
              <a:rPr lang="fr-FR" dirty="0" err="1"/>
              <a:t>fizarazarana</a:t>
            </a:r>
            <a:r>
              <a:rPr lang="fr-FR" dirty="0"/>
              <a:t> </a:t>
            </a:r>
            <a:r>
              <a:rPr lang="fr-FR" dirty="0" err="1"/>
              <a:t>ireny</a:t>
            </a:r>
            <a:r>
              <a:rPr lang="fr-FR" dirty="0"/>
              <a:t> dia </a:t>
            </a:r>
            <a:r>
              <a:rPr lang="fr-FR" dirty="0" err="1"/>
              <a:t>mety</a:t>
            </a:r>
            <a:r>
              <a:rPr lang="fr-FR" dirty="0"/>
              <a:t> </a:t>
            </a:r>
            <a:r>
              <a:rPr lang="fr-FR" dirty="0" err="1"/>
              <a:t>miteraka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fahampian’ny</a:t>
            </a:r>
            <a:r>
              <a:rPr lang="fr-FR" dirty="0"/>
              <a:t> </a:t>
            </a:r>
            <a:r>
              <a:rPr lang="fr-FR" dirty="0" err="1"/>
              <a:t>fijoroana</a:t>
            </a:r>
            <a:r>
              <a:rPr lang="fr-FR" dirty="0"/>
              <a:t> ho </a:t>
            </a:r>
            <a:r>
              <a:rPr lang="fr-FR" dirty="0" err="1"/>
              <a:t>vavolombelona</a:t>
            </a:r>
            <a:r>
              <a:rPr lang="fr-FR" dirty="0"/>
              <a:t>, </a:t>
            </a:r>
            <a:r>
              <a:rPr lang="fr-FR" dirty="0" err="1"/>
              <a:t>vokatry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tahotra</a:t>
            </a:r>
            <a:r>
              <a:rPr lang="fr-FR" dirty="0"/>
              <a:t> na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fitsarana</a:t>
            </a:r>
            <a:r>
              <a:rPr lang="fr-FR" dirty="0"/>
              <a:t> </a:t>
            </a:r>
            <a:r>
              <a:rPr lang="fr-FR" dirty="0" err="1"/>
              <a:t>mialoha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lafiny</a:t>
            </a:r>
            <a:r>
              <a:rPr lang="fr-FR" dirty="0"/>
              <a:t> </a:t>
            </a:r>
            <a:r>
              <a:rPr lang="fr-FR" dirty="0" err="1"/>
              <a:t>iray</a:t>
            </a:r>
            <a:r>
              <a:rPr lang="fr-FR" dirty="0"/>
              <a:t>, na </a:t>
            </a:r>
            <a:r>
              <a:rPr lang="fr-FR" dirty="0" err="1"/>
              <a:t>vokatry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fahalianana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finoana</a:t>
            </a:r>
            <a:r>
              <a:rPr lang="fr-FR" dirty="0"/>
              <a:t> Islamo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lafiny</a:t>
            </a:r>
            <a:r>
              <a:rPr lang="fr-FR" dirty="0"/>
              <a:t> </a:t>
            </a:r>
            <a:r>
              <a:rPr lang="fr-FR" dirty="0" err="1"/>
              <a:t>iray</a:t>
            </a:r>
            <a:r>
              <a:rPr lang="fr-FR" dirty="0"/>
              <a:t> </a:t>
            </a:r>
            <a:r>
              <a:rPr lang="fr-FR" dirty="0" err="1"/>
              <a:t>hafa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0065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/>
            </a:pPr>
            <a:r>
              <a:rPr lang="en-US" sz="6000" dirty="0" err="1" smtClean="0"/>
              <a:t>Inonany</a:t>
            </a:r>
            <a:r>
              <a:rPr lang="en-US" sz="6000" dirty="0" smtClean="0"/>
              <a:t> </a:t>
            </a:r>
            <a:r>
              <a:rPr lang="en-US" sz="6000" dirty="0" err="1"/>
              <a:t>Andraikitry</a:t>
            </a:r>
            <a:r>
              <a:rPr lang="en-US" sz="6000" dirty="0"/>
              <a:t> </a:t>
            </a:r>
            <a:r>
              <a:rPr lang="en-US" sz="6000" dirty="0" err="1"/>
              <a:t>ny</a:t>
            </a:r>
            <a:r>
              <a:rPr lang="en-US" sz="6000" dirty="0"/>
              <a:t> </a:t>
            </a:r>
            <a:r>
              <a:rPr lang="en-US" sz="6000" dirty="0" smtClean="0"/>
              <a:t>AMR </a:t>
            </a:r>
            <a:r>
              <a:rPr lang="en-US" sz="6000" dirty="0" err="1" smtClean="0"/>
              <a:t>Eo</a:t>
            </a:r>
            <a:r>
              <a:rPr lang="en-US" sz="6000" dirty="0" smtClean="0"/>
              <a:t> </a:t>
            </a:r>
            <a:r>
              <a:rPr lang="en-US" sz="6000" dirty="0" err="1" smtClean="0"/>
              <a:t>amin’ny</a:t>
            </a:r>
            <a:r>
              <a:rPr lang="en-US" sz="6000" dirty="0" smtClean="0"/>
              <a:t> </a:t>
            </a:r>
            <a:r>
              <a:rPr lang="en-US" sz="6000" dirty="0" err="1" smtClean="0"/>
              <a:t>Fiangonantsika</a:t>
            </a:r>
            <a:r>
              <a:rPr lang="en-US" sz="6000" dirty="0" smtClean="0"/>
              <a:t> </a:t>
            </a:r>
            <a:r>
              <a:rPr lang="en-US" sz="6000" dirty="0" err="1" smtClean="0"/>
              <a:t>sy</a:t>
            </a:r>
            <a:r>
              <a:rPr lang="en-US" sz="6000" dirty="0" smtClean="0"/>
              <a:t> </a:t>
            </a:r>
            <a:r>
              <a:rPr lang="en-US" sz="6000" dirty="0" err="1" smtClean="0"/>
              <a:t>ireo</a:t>
            </a:r>
            <a:r>
              <a:rPr lang="en-US" sz="6000" dirty="0" smtClean="0"/>
              <a:t> </a:t>
            </a:r>
            <a:r>
              <a:rPr lang="en-US" sz="6000" dirty="0" err="1" smtClean="0"/>
              <a:t>Mambrantsika</a:t>
            </a:r>
            <a:r>
              <a:rPr lang="en-US" sz="60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0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766"/>
          <p:cNvSpPr/>
          <p:nvPr/>
        </p:nvSpPr>
        <p:spPr>
          <a:xfrm>
            <a:off x="-4313238" y="6405562"/>
            <a:ext cx="10107615" cy="10109201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1" name="Shape 767"/>
          <p:cNvSpPr/>
          <p:nvPr/>
        </p:nvSpPr>
        <p:spPr>
          <a:xfrm>
            <a:off x="-5949950" y="4959350"/>
            <a:ext cx="9124950" cy="9124950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2" name="Shape 768"/>
          <p:cNvSpPr txBox="1"/>
          <p:nvPr/>
        </p:nvSpPr>
        <p:spPr>
          <a:xfrm>
            <a:off x="8299450" y="6246812"/>
            <a:ext cx="1223964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193" name="Shape 769"/>
          <p:cNvSpPr txBox="1"/>
          <p:nvPr/>
        </p:nvSpPr>
        <p:spPr>
          <a:xfrm>
            <a:off x="8021639" y="6405562"/>
            <a:ext cx="1489076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194" name="Shape 770"/>
          <p:cNvSpPr/>
          <p:nvPr/>
        </p:nvSpPr>
        <p:spPr>
          <a:xfrm>
            <a:off x="9517063" y="6264275"/>
            <a:ext cx="1479551" cy="349250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95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188" y="5849937"/>
            <a:ext cx="698501" cy="711201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Shape 772"/>
          <p:cNvSpPr/>
          <p:nvPr/>
        </p:nvSpPr>
        <p:spPr>
          <a:xfrm>
            <a:off x="9510713" y="-4117975"/>
            <a:ext cx="5357813" cy="5357815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7" name="Shape 773"/>
          <p:cNvSpPr/>
          <p:nvPr/>
        </p:nvSpPr>
        <p:spPr>
          <a:xfrm>
            <a:off x="7743825" y="-4994275"/>
            <a:ext cx="5357815" cy="5357815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01" name="Shape 775"/>
          <p:cNvGrpSpPr/>
          <p:nvPr/>
        </p:nvGrpSpPr>
        <p:grpSpPr>
          <a:xfrm>
            <a:off x="2322514" y="1260475"/>
            <a:ext cx="403224" cy="107950"/>
            <a:chOff x="0" y="0"/>
            <a:chExt cx="403223" cy="107950"/>
          </a:xfrm>
        </p:grpSpPr>
        <p:sp>
          <p:nvSpPr>
            <p:cNvPr id="198" name="Shape 776"/>
            <p:cNvSpPr/>
            <p:nvPr/>
          </p:nvSpPr>
          <p:spPr>
            <a:xfrm>
              <a:off x="295043" y="0"/>
              <a:ext cx="108181" cy="107950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9" name="Shape 777"/>
            <p:cNvSpPr/>
            <p:nvPr/>
          </p:nvSpPr>
          <p:spPr>
            <a:xfrm>
              <a:off x="-1" y="0"/>
              <a:ext cx="108181" cy="107950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0" name="Shape 778"/>
            <p:cNvSpPr/>
            <p:nvPr/>
          </p:nvSpPr>
          <p:spPr>
            <a:xfrm>
              <a:off x="147521" y="0"/>
              <a:ext cx="108181" cy="107950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8EB1739-BE1F-9C45-9B61-6BEFEA38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Mission Statement:</a:t>
            </a:r>
          </a:p>
        </p:txBody>
      </p:sp>
      <p:sp>
        <p:nvSpPr>
          <p:cNvPr id="202" name="Content Placeholder 2"/>
          <p:cNvSpPr txBox="1">
            <a:spLocks noGrp="1"/>
          </p:cNvSpPr>
          <p:nvPr>
            <p:ph idx="1"/>
          </p:nvPr>
        </p:nvSpPr>
        <p:spPr>
          <a:xfrm>
            <a:off x="206477" y="1398590"/>
            <a:ext cx="11533239" cy="477837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>
              <a:buSzTx/>
              <a:buNone/>
              <a:defRPr sz="3600" b="1" i="1"/>
            </a:pPr>
            <a:endParaRPr sz="4000" dirty="0" smtClean="0"/>
          </a:p>
          <a:p>
            <a:pPr marL="0" indent="0">
              <a:buSzTx/>
              <a:buNone/>
              <a:defRPr sz="3600" b="1" i="1"/>
            </a:pPr>
            <a:r>
              <a:rPr lang="fr-FR" sz="4000" dirty="0" err="1"/>
              <a:t>Andraikitry</a:t>
            </a:r>
            <a:r>
              <a:rPr lang="fr-FR" sz="4000" dirty="0"/>
              <a:t> </a:t>
            </a:r>
            <a:r>
              <a:rPr lang="fr-FR" sz="4000" dirty="0" err="1"/>
              <a:t>ny</a:t>
            </a:r>
            <a:r>
              <a:rPr lang="fr-FR" sz="4000" dirty="0"/>
              <a:t> </a:t>
            </a:r>
            <a:r>
              <a:rPr lang="fr-FR" sz="4000" dirty="0" err="1"/>
              <a:t>ivon-toerana</a:t>
            </a:r>
            <a:r>
              <a:rPr lang="fr-FR" sz="4000" dirty="0"/>
              <a:t> </a:t>
            </a:r>
            <a:r>
              <a:rPr lang="fr-FR" sz="4000" dirty="0" err="1"/>
              <a:t>misahana</a:t>
            </a:r>
            <a:r>
              <a:rPr lang="fr-FR" sz="4000" dirty="0"/>
              <a:t> </a:t>
            </a:r>
            <a:r>
              <a:rPr lang="fr-FR" sz="4000" dirty="0" err="1"/>
              <a:t>ny</a:t>
            </a:r>
            <a:r>
              <a:rPr lang="fr-FR" sz="4000" dirty="0"/>
              <a:t> “</a:t>
            </a:r>
            <a:r>
              <a:rPr lang="fr-FR" sz="4000" dirty="0" err="1"/>
              <a:t>Adventist</a:t>
            </a:r>
            <a:r>
              <a:rPr lang="fr-FR" sz="4000" dirty="0"/>
              <a:t> </a:t>
            </a:r>
            <a:r>
              <a:rPr lang="fr-FR" sz="4000" dirty="0" err="1"/>
              <a:t>Muslim</a:t>
            </a:r>
            <a:r>
              <a:rPr lang="fr-FR" sz="4000" dirty="0"/>
              <a:t> Relations” (AMR) (</a:t>
            </a:r>
            <a:r>
              <a:rPr lang="fr-FR" sz="4000" dirty="0" err="1"/>
              <a:t>Fifandraisana</a:t>
            </a:r>
            <a:r>
              <a:rPr lang="fr-FR" sz="4000" dirty="0"/>
              <a:t> </a:t>
            </a:r>
            <a:r>
              <a:rPr lang="fr-FR" sz="4000" dirty="0" err="1"/>
              <a:t>eo</a:t>
            </a:r>
            <a:r>
              <a:rPr lang="fr-FR" sz="4000" dirty="0"/>
              <a:t> </a:t>
            </a:r>
            <a:r>
              <a:rPr lang="fr-FR" sz="4000" dirty="0" err="1"/>
              <a:t>amin’ny</a:t>
            </a:r>
            <a:r>
              <a:rPr lang="fr-FR" sz="4000" dirty="0"/>
              <a:t> </a:t>
            </a:r>
            <a:r>
              <a:rPr lang="fr-FR" sz="4000" dirty="0" err="1"/>
              <a:t>Advantista</a:t>
            </a:r>
            <a:r>
              <a:rPr lang="fr-FR" sz="4000" dirty="0"/>
              <a:t> </a:t>
            </a:r>
            <a:r>
              <a:rPr lang="fr-FR" sz="4000" dirty="0" err="1"/>
              <a:t>sy</a:t>
            </a:r>
            <a:r>
              <a:rPr lang="fr-FR" sz="4000" dirty="0"/>
              <a:t> </a:t>
            </a:r>
            <a:r>
              <a:rPr lang="fr-FR" sz="4000" dirty="0" err="1"/>
              <a:t>ny</a:t>
            </a:r>
            <a:r>
              <a:rPr lang="fr-FR" sz="4000" dirty="0"/>
              <a:t> </a:t>
            </a:r>
            <a:r>
              <a:rPr lang="fr-FR" sz="4000" dirty="0" err="1"/>
              <a:t>Mpino</a:t>
            </a:r>
            <a:r>
              <a:rPr lang="fr-FR" sz="4000" dirty="0"/>
              <a:t> Islamo) </a:t>
            </a:r>
            <a:r>
              <a:rPr lang="fr-FR" sz="4000" dirty="0" err="1"/>
              <a:t>ny</a:t>
            </a:r>
            <a:r>
              <a:rPr lang="fr-FR" sz="4000" dirty="0"/>
              <a:t> </a:t>
            </a:r>
            <a:r>
              <a:rPr lang="fr-FR" sz="4000" dirty="0" err="1"/>
              <a:t>misoroka</a:t>
            </a:r>
            <a:r>
              <a:rPr lang="fr-FR" sz="4000" dirty="0"/>
              <a:t> </a:t>
            </a:r>
            <a:r>
              <a:rPr lang="fr-FR" sz="4000" dirty="0" err="1"/>
              <a:t>ireny</a:t>
            </a:r>
            <a:r>
              <a:rPr lang="fr-FR" sz="4000" dirty="0"/>
              <a:t> </a:t>
            </a:r>
            <a:r>
              <a:rPr lang="fr-FR" sz="4000" dirty="0" err="1"/>
              <a:t>fomba</a:t>
            </a:r>
            <a:r>
              <a:rPr lang="fr-FR" sz="4000" dirty="0"/>
              <a:t> </a:t>
            </a:r>
            <a:r>
              <a:rPr lang="fr-FR" sz="4000" dirty="0" err="1"/>
              <a:t>fiheverana</a:t>
            </a:r>
            <a:r>
              <a:rPr lang="fr-FR" sz="4000" dirty="0"/>
              <a:t> </a:t>
            </a:r>
            <a:r>
              <a:rPr lang="fr-FR" sz="4000" dirty="0" err="1"/>
              <a:t>diso</a:t>
            </a:r>
            <a:r>
              <a:rPr lang="fr-FR" sz="4000" dirty="0"/>
              <a:t> </a:t>
            </a:r>
            <a:r>
              <a:rPr lang="fr-FR" sz="4000" dirty="0" err="1"/>
              <a:t>tafahoatra</a:t>
            </a:r>
            <a:r>
              <a:rPr lang="fr-FR" sz="4000" dirty="0"/>
              <a:t> </a:t>
            </a:r>
            <a:r>
              <a:rPr lang="fr-FR" sz="4000" dirty="0" err="1"/>
              <a:t>ireny</a:t>
            </a:r>
            <a:r>
              <a:rPr lang="fr-FR" sz="4000" dirty="0"/>
              <a:t>, </a:t>
            </a:r>
            <a:r>
              <a:rPr lang="fr-FR" sz="4000" dirty="0" err="1"/>
              <a:t>ary</a:t>
            </a:r>
            <a:r>
              <a:rPr lang="fr-FR" sz="4000" dirty="0"/>
              <a:t> </a:t>
            </a:r>
            <a:r>
              <a:rPr lang="fr-FR" sz="4000" dirty="0" err="1"/>
              <a:t>manome</a:t>
            </a:r>
            <a:r>
              <a:rPr lang="fr-FR" sz="4000" dirty="0"/>
              <a:t> </a:t>
            </a:r>
            <a:r>
              <a:rPr lang="fr-FR" sz="4000" dirty="0" err="1"/>
              <a:t>fampahafantarana</a:t>
            </a:r>
            <a:r>
              <a:rPr lang="fr-FR" sz="4000" dirty="0"/>
              <a:t> </a:t>
            </a:r>
            <a:r>
              <a:rPr lang="fr-FR" sz="4000" dirty="0" err="1"/>
              <a:t>fototra</a:t>
            </a:r>
            <a:r>
              <a:rPr lang="fr-FR" sz="4000" dirty="0"/>
              <a:t> </a:t>
            </a:r>
            <a:r>
              <a:rPr lang="fr-FR" sz="4000" dirty="0" err="1"/>
              <a:t>momba</a:t>
            </a:r>
            <a:r>
              <a:rPr lang="fr-FR" sz="4000" dirty="0"/>
              <a:t> </a:t>
            </a:r>
            <a:r>
              <a:rPr lang="fr-FR" sz="4000" dirty="0" err="1"/>
              <a:t>ny</a:t>
            </a:r>
            <a:r>
              <a:rPr lang="fr-FR" sz="4000" dirty="0"/>
              <a:t> Islamo ho </a:t>
            </a:r>
            <a:r>
              <a:rPr lang="fr-FR" sz="4000" dirty="0" err="1"/>
              <a:t>an’ny</a:t>
            </a:r>
            <a:r>
              <a:rPr lang="fr-FR" sz="4000" dirty="0"/>
              <a:t> </a:t>
            </a:r>
            <a:r>
              <a:rPr lang="fr-FR" sz="4000" dirty="0" err="1"/>
              <a:t>mambra</a:t>
            </a:r>
            <a:r>
              <a:rPr lang="fr-FR" sz="4000" dirty="0"/>
              <a:t> </a:t>
            </a:r>
            <a:r>
              <a:rPr lang="fr-FR" sz="4000" dirty="0" err="1"/>
              <a:t>ao</a:t>
            </a:r>
            <a:r>
              <a:rPr lang="fr-FR" sz="4000" dirty="0"/>
              <a:t> </a:t>
            </a:r>
            <a:r>
              <a:rPr lang="fr-FR" sz="4000" dirty="0" err="1"/>
              <a:t>amintsika</a:t>
            </a:r>
            <a:r>
              <a:rPr lang="fr-FR" sz="4000" dirty="0"/>
              <a:t>, </a:t>
            </a:r>
            <a:r>
              <a:rPr lang="fr-FR" sz="4000" dirty="0" err="1"/>
              <a:t>mba</a:t>
            </a:r>
            <a:r>
              <a:rPr lang="fr-FR" sz="4000" dirty="0"/>
              <a:t> </a:t>
            </a:r>
            <a:r>
              <a:rPr lang="fr-FR" sz="4000" dirty="0" err="1"/>
              <a:t>hanampiana</a:t>
            </a:r>
            <a:r>
              <a:rPr lang="fr-FR" sz="4000" dirty="0"/>
              <a:t> </a:t>
            </a:r>
            <a:r>
              <a:rPr lang="fr-FR" sz="4000" dirty="0" err="1"/>
              <a:t>ny</a:t>
            </a:r>
            <a:r>
              <a:rPr lang="fr-FR" sz="4000" dirty="0"/>
              <a:t> </a:t>
            </a:r>
            <a:r>
              <a:rPr lang="fr-FR" sz="4000" dirty="0" err="1"/>
              <a:t>mambra</a:t>
            </a:r>
            <a:r>
              <a:rPr lang="fr-FR" sz="4000" dirty="0"/>
              <a:t> ho </a:t>
            </a:r>
            <a:r>
              <a:rPr lang="fr-FR" sz="4000" dirty="0" err="1"/>
              <a:t>tonga</a:t>
            </a:r>
            <a:r>
              <a:rPr lang="fr-FR" sz="4000" dirty="0"/>
              <a:t> </a:t>
            </a:r>
            <a:r>
              <a:rPr lang="fr-FR" sz="4000" dirty="0" err="1"/>
              <a:t>vavolombelona</a:t>
            </a:r>
            <a:r>
              <a:rPr lang="fr-FR" sz="4000" dirty="0"/>
              <a:t> </a:t>
            </a:r>
            <a:r>
              <a:rPr lang="fr-FR" sz="4000" dirty="0" err="1"/>
              <a:t>mahomby</a:t>
            </a:r>
            <a:r>
              <a:rPr lang="fr-FR" sz="4000" dirty="0"/>
              <a:t>. </a:t>
            </a:r>
            <a:r>
              <a:rPr lang="fr-FR" sz="4000" dirty="0" err="1"/>
              <a:t>Tokony</a:t>
            </a:r>
            <a:r>
              <a:rPr lang="fr-FR" sz="4000" dirty="0"/>
              <a:t> </a:t>
            </a:r>
            <a:r>
              <a:rPr lang="fr-FR" sz="4000" dirty="0" err="1"/>
              <a:t>hanao</a:t>
            </a:r>
            <a:r>
              <a:rPr lang="fr-FR" sz="4000" dirty="0"/>
              <a:t> </a:t>
            </a:r>
            <a:r>
              <a:rPr lang="fr-FR" sz="4000" dirty="0" err="1"/>
              <a:t>izay</a:t>
            </a:r>
            <a:r>
              <a:rPr lang="fr-FR" sz="4000" dirty="0"/>
              <a:t> </a:t>
            </a:r>
            <a:r>
              <a:rPr lang="fr-FR" sz="4000" dirty="0" err="1"/>
              <a:t>hinamanana</a:t>
            </a:r>
            <a:r>
              <a:rPr lang="fr-FR" sz="4000" dirty="0"/>
              <a:t> </a:t>
            </a:r>
            <a:r>
              <a:rPr lang="fr-FR" sz="4000" dirty="0" err="1"/>
              <a:t>amin’ireo</a:t>
            </a:r>
            <a:r>
              <a:rPr lang="fr-FR" sz="4000" dirty="0"/>
              <a:t> </a:t>
            </a:r>
            <a:r>
              <a:rPr lang="fr-FR" sz="4000" dirty="0" err="1"/>
              <a:t>mpino</a:t>
            </a:r>
            <a:r>
              <a:rPr lang="fr-FR" sz="4000" dirty="0"/>
              <a:t> Islamo </a:t>
            </a:r>
            <a:r>
              <a:rPr lang="fr-FR" sz="4000" dirty="0" err="1"/>
              <a:t>manodidina</a:t>
            </a:r>
            <a:r>
              <a:rPr lang="fr-FR" sz="4000" dirty="0"/>
              <a:t> </a:t>
            </a:r>
            <a:r>
              <a:rPr lang="fr-FR" sz="4000" dirty="0" err="1"/>
              <a:t>antsika</a:t>
            </a:r>
            <a:r>
              <a:rPr lang="fr-FR" sz="4000" dirty="0"/>
              <a:t> </a:t>
            </a:r>
            <a:r>
              <a:rPr lang="fr-FR" sz="4000" dirty="0" err="1"/>
              <a:t>izany</a:t>
            </a:r>
            <a:r>
              <a:rPr lang="fr-FR" sz="4000" dirty="0"/>
              <a:t> no </a:t>
            </a:r>
            <a:r>
              <a:rPr lang="fr-FR" sz="4000" dirty="0" err="1"/>
              <a:t>ataontsika</a:t>
            </a:r>
            <a:r>
              <a:rPr lang="fr-FR" sz="4000" dirty="0"/>
              <a:t>, fa </a:t>
            </a:r>
            <a:r>
              <a:rPr lang="fr-FR" sz="4000" dirty="0" err="1"/>
              <a:t>tsy</a:t>
            </a:r>
            <a:r>
              <a:rPr lang="fr-FR" sz="4000" dirty="0"/>
              <a:t> </a:t>
            </a:r>
            <a:r>
              <a:rPr lang="fr-FR" sz="4000" dirty="0" err="1"/>
              <a:t>handositra</a:t>
            </a:r>
            <a:r>
              <a:rPr lang="fr-FR" sz="4000" dirty="0"/>
              <a:t> </a:t>
            </a:r>
            <a:r>
              <a:rPr lang="fr-FR" sz="4000" dirty="0" err="1"/>
              <a:t>azy</a:t>
            </a:r>
            <a:r>
              <a:rPr lang="fr-FR" sz="4000" dirty="0"/>
              <a:t> </a:t>
            </a:r>
            <a:r>
              <a:rPr lang="fr-FR" sz="4000" dirty="0" err="1"/>
              <a:t>ireny</a:t>
            </a:r>
            <a:r>
              <a:rPr lang="fr-FR" sz="4000" dirty="0"/>
              <a:t> </a:t>
            </a:r>
            <a:r>
              <a:rPr lang="fr-FR" sz="4000" dirty="0" err="1"/>
              <a:t>akory</a:t>
            </a:r>
            <a:r>
              <a:rPr lang="fr-FR" sz="4000" dirty="0"/>
              <a:t>.</a:t>
            </a:r>
            <a:endParaRPr b="0" i="0" dirty="0"/>
          </a:p>
        </p:txBody>
      </p:sp>
    </p:spTree>
    <p:extLst>
      <p:ext uri="{BB962C8B-B14F-4D97-AF65-F5344CB8AC3E}">
        <p14:creationId xmlns:p14="http://schemas.microsoft.com/office/powerpoint/2010/main" val="74510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build="p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2369" y="210381"/>
            <a:ext cx="10353822" cy="1325563"/>
          </a:xfrm>
        </p:spPr>
        <p:txBody>
          <a:bodyPr>
            <a:normAutofit/>
          </a:bodyPr>
          <a:lstStyle/>
          <a:p>
            <a:pPr algn="ctr"/>
            <a:r>
              <a:rPr lang="fr-FR" sz="5400" b="1" dirty="0" smtClean="0">
                <a:latin typeface="Arial Black" panose="020B0A04020102020204" pitchFamily="34" charset="0"/>
              </a:rPr>
              <a:t>ANTOM-PISIAN’NY AMR</a:t>
            </a:r>
            <a:endParaRPr lang="fr-FR" sz="5400" b="1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 err="1"/>
              <a:t>Antom-pisian’ny</a:t>
            </a:r>
            <a:r>
              <a:rPr lang="fr-FR" sz="3200" b="1" dirty="0"/>
              <a:t> </a:t>
            </a:r>
            <a:r>
              <a:rPr lang="fr-FR" sz="3200" b="1" dirty="0" err="1"/>
              <a:t>ivon-toerana</a:t>
            </a:r>
            <a:r>
              <a:rPr lang="fr-FR" sz="3200" b="1" dirty="0"/>
              <a:t> </a:t>
            </a:r>
            <a:r>
              <a:rPr lang="fr-FR" sz="3200" b="1" dirty="0" err="1"/>
              <a:t>misahana</a:t>
            </a:r>
            <a:r>
              <a:rPr lang="fr-FR" sz="3200" b="1" dirty="0"/>
              <a:t> </a:t>
            </a:r>
            <a:r>
              <a:rPr lang="fr-FR" sz="3200" b="1" dirty="0" err="1"/>
              <a:t>ny</a:t>
            </a:r>
            <a:r>
              <a:rPr lang="fr-FR" sz="3200" b="1" dirty="0"/>
              <a:t> AMR </a:t>
            </a:r>
            <a:r>
              <a:rPr lang="fr-FR" sz="3200" b="1" dirty="0" err="1"/>
              <a:t>ny</a:t>
            </a:r>
            <a:r>
              <a:rPr lang="fr-FR" sz="3200" b="1" dirty="0"/>
              <a:t> </a:t>
            </a:r>
            <a:r>
              <a:rPr lang="fr-FR" sz="3200" b="1" dirty="0" err="1"/>
              <a:t>hanampiana</a:t>
            </a:r>
            <a:r>
              <a:rPr lang="fr-FR" sz="3200" b="1" dirty="0"/>
              <a:t> </a:t>
            </a:r>
            <a:r>
              <a:rPr lang="fr-FR" sz="3200" b="1" dirty="0" err="1"/>
              <a:t>antsika</a:t>
            </a:r>
            <a:r>
              <a:rPr lang="fr-FR" sz="3200" b="1" dirty="0"/>
              <a:t> </a:t>
            </a:r>
            <a:r>
              <a:rPr lang="fr-FR" sz="3200" b="1" dirty="0" err="1"/>
              <a:t>hanana</a:t>
            </a:r>
            <a:r>
              <a:rPr lang="fr-FR" sz="3200" b="1" dirty="0"/>
              <a:t> </a:t>
            </a:r>
            <a:r>
              <a:rPr lang="fr-FR" sz="3200" b="1" dirty="0" err="1"/>
              <a:t>fanandramana</a:t>
            </a:r>
            <a:r>
              <a:rPr lang="fr-FR" sz="3200" b="1" dirty="0"/>
              <a:t> </a:t>
            </a:r>
            <a:r>
              <a:rPr lang="fr-FR" sz="3200" b="1" dirty="0" err="1"/>
              <a:t>amin’ny</a:t>
            </a:r>
            <a:r>
              <a:rPr lang="fr-FR" sz="3200" b="1" dirty="0"/>
              <a:t> maha-</a:t>
            </a:r>
            <a:r>
              <a:rPr lang="fr-FR" sz="3200" b="1" dirty="0" err="1"/>
              <a:t>Samaritana</a:t>
            </a:r>
            <a:r>
              <a:rPr lang="fr-FR" sz="3200" b="1" dirty="0"/>
              <a:t> </a:t>
            </a:r>
            <a:r>
              <a:rPr lang="fr-FR" sz="3200" b="1" dirty="0" err="1"/>
              <a:t>Tsara</a:t>
            </a:r>
            <a:r>
              <a:rPr lang="fr-FR" sz="3200" b="1" dirty="0"/>
              <a:t> </a:t>
            </a:r>
            <a:r>
              <a:rPr lang="fr-FR" sz="3200" b="1" dirty="0" err="1"/>
              <a:t>Fanahy</a:t>
            </a:r>
            <a:r>
              <a:rPr lang="fr-FR" sz="3200" b="1" dirty="0"/>
              <a:t> </a:t>
            </a:r>
            <a:r>
              <a:rPr lang="fr-FR" sz="3200" b="1" dirty="0" err="1"/>
              <a:t>antsika</a:t>
            </a:r>
            <a:r>
              <a:rPr lang="fr-FR" sz="3200" b="1" dirty="0"/>
              <a:t>, </a:t>
            </a:r>
            <a:r>
              <a:rPr lang="fr-FR" sz="3200" b="1" dirty="0" err="1"/>
              <a:t>amin’ireo</a:t>
            </a:r>
            <a:r>
              <a:rPr lang="fr-FR" sz="3200" b="1" dirty="0"/>
              <a:t> </a:t>
            </a:r>
            <a:r>
              <a:rPr lang="fr-FR" sz="3200" b="1" dirty="0" err="1"/>
              <a:t>olona</a:t>
            </a:r>
            <a:r>
              <a:rPr lang="fr-FR" sz="3200" b="1" dirty="0"/>
              <a:t> </a:t>
            </a:r>
            <a:r>
              <a:rPr lang="fr-FR" sz="3200" b="1" dirty="0" err="1"/>
              <a:t>manodidina</a:t>
            </a:r>
            <a:r>
              <a:rPr lang="fr-FR" sz="3200" b="1" dirty="0"/>
              <a:t> </a:t>
            </a:r>
            <a:r>
              <a:rPr lang="fr-FR" sz="3200" b="1" dirty="0" err="1"/>
              <a:t>antsika</a:t>
            </a:r>
            <a:r>
              <a:rPr lang="fr-FR" sz="3200" b="1" dirty="0"/>
              <a:t>; </a:t>
            </a:r>
            <a:r>
              <a:rPr lang="fr-FR" sz="3200" b="1" dirty="0" err="1"/>
              <a:t>sy</a:t>
            </a:r>
            <a:r>
              <a:rPr lang="fr-FR" sz="3200" b="1" dirty="0"/>
              <a:t> </a:t>
            </a:r>
            <a:r>
              <a:rPr lang="fr-FR" sz="3200" b="1" dirty="0" err="1"/>
              <a:t>ny</a:t>
            </a:r>
            <a:r>
              <a:rPr lang="fr-FR" sz="3200" b="1" dirty="0"/>
              <a:t> </a:t>
            </a:r>
            <a:r>
              <a:rPr lang="fr-FR" sz="3200" b="1" dirty="0" err="1"/>
              <a:t>hitia</a:t>
            </a:r>
            <a:r>
              <a:rPr lang="fr-FR" sz="3200" b="1" dirty="0"/>
              <a:t> </a:t>
            </a:r>
            <a:r>
              <a:rPr lang="fr-FR" sz="3200" b="1" dirty="0" err="1"/>
              <a:t>ireo</a:t>
            </a:r>
            <a:r>
              <a:rPr lang="fr-FR" sz="3200" b="1" dirty="0"/>
              <a:t> </a:t>
            </a:r>
            <a:r>
              <a:rPr lang="fr-FR" sz="3200" b="1" dirty="0" err="1"/>
              <a:t>izay</a:t>
            </a:r>
            <a:r>
              <a:rPr lang="fr-FR" sz="3200" b="1" dirty="0"/>
              <a:t> </a:t>
            </a:r>
            <a:r>
              <a:rPr lang="fr-FR" sz="3200" b="1" dirty="0" err="1"/>
              <a:t>ankahalain’ny</a:t>
            </a:r>
            <a:r>
              <a:rPr lang="fr-FR" sz="3200" b="1" dirty="0"/>
              <a:t> </a:t>
            </a:r>
            <a:r>
              <a:rPr lang="fr-FR" sz="3200" b="1" dirty="0" err="1"/>
              <a:t>hafa</a:t>
            </a:r>
            <a:r>
              <a:rPr lang="fr-FR" sz="3200" b="1" dirty="0"/>
              <a:t> </a:t>
            </a:r>
            <a:r>
              <a:rPr lang="fr-FR" sz="3200" b="1" dirty="0" err="1"/>
              <a:t>ary</a:t>
            </a:r>
            <a:r>
              <a:rPr lang="fr-FR" sz="3200" b="1" dirty="0"/>
              <a:t> </a:t>
            </a:r>
            <a:r>
              <a:rPr lang="fr-FR" sz="3200" b="1" dirty="0" err="1"/>
              <a:t>ny</a:t>
            </a:r>
            <a:r>
              <a:rPr lang="fr-FR" sz="3200" b="1" dirty="0"/>
              <a:t> </a:t>
            </a:r>
            <a:r>
              <a:rPr lang="fr-FR" sz="3200" b="1" dirty="0" err="1"/>
              <a:t>hanao</a:t>
            </a:r>
            <a:r>
              <a:rPr lang="fr-FR" sz="3200" b="1" dirty="0"/>
              <a:t> </a:t>
            </a:r>
            <a:r>
              <a:rPr lang="fr-FR" sz="3200" b="1" dirty="0" err="1"/>
              <a:t>amin’ny</a:t>
            </a:r>
            <a:r>
              <a:rPr lang="fr-FR" sz="3200" b="1" dirty="0"/>
              <a:t> </a:t>
            </a:r>
            <a:r>
              <a:rPr lang="fr-FR" sz="3200" b="1" dirty="0" err="1"/>
              <a:t>hafa</a:t>
            </a:r>
            <a:r>
              <a:rPr lang="fr-FR" sz="3200" b="1" dirty="0"/>
              <a:t>, </a:t>
            </a:r>
            <a:r>
              <a:rPr lang="fr-FR" sz="3200" b="1" dirty="0" err="1"/>
              <a:t>izay</a:t>
            </a:r>
            <a:r>
              <a:rPr lang="fr-FR" sz="3200" b="1" dirty="0"/>
              <a:t> </a:t>
            </a:r>
            <a:r>
              <a:rPr lang="fr-FR" sz="3200" b="1" dirty="0" err="1"/>
              <a:t>nataon’ny</a:t>
            </a:r>
            <a:r>
              <a:rPr lang="fr-FR" sz="3200" b="1" dirty="0"/>
              <a:t> </a:t>
            </a:r>
            <a:r>
              <a:rPr lang="fr-FR" sz="3200" b="1" dirty="0" err="1"/>
              <a:t>hafa</a:t>
            </a:r>
            <a:r>
              <a:rPr lang="fr-FR" sz="3200" b="1" dirty="0"/>
              <a:t> </a:t>
            </a:r>
            <a:r>
              <a:rPr lang="fr-FR" sz="3200" b="1" dirty="0" err="1"/>
              <a:t>tamintsika</a:t>
            </a:r>
            <a:r>
              <a:rPr lang="fr-FR" sz="3200" b="1" dirty="0"/>
              <a:t> </a:t>
            </a:r>
            <a:r>
              <a:rPr lang="fr-FR" sz="3200" b="1" dirty="0" err="1"/>
              <a:t>ihany</a:t>
            </a:r>
            <a:r>
              <a:rPr lang="fr-FR" sz="3200" b="1" dirty="0"/>
              <a:t> </a:t>
            </a:r>
            <a:r>
              <a:rPr lang="fr-FR" sz="3200" b="1" dirty="0" err="1"/>
              <a:t>koa</a:t>
            </a:r>
            <a:r>
              <a:rPr lang="fr-FR" sz="3200" b="1" dirty="0"/>
              <a:t>. </a:t>
            </a:r>
            <a:r>
              <a:rPr lang="fr-FR" sz="3200" b="1" dirty="0" err="1"/>
              <a:t>Miorina</a:t>
            </a:r>
            <a:r>
              <a:rPr lang="fr-FR" sz="3200" b="1" dirty="0"/>
              <a:t> </a:t>
            </a:r>
            <a:r>
              <a:rPr lang="fr-FR" sz="3200" b="1" dirty="0" err="1"/>
              <a:t>amin’ny</a:t>
            </a:r>
            <a:r>
              <a:rPr lang="fr-FR" sz="3200" b="1" dirty="0"/>
              <a:t> </a:t>
            </a:r>
            <a:r>
              <a:rPr lang="fr-FR" sz="3200" b="1" dirty="0" err="1"/>
              <a:t>fitsipika</a:t>
            </a:r>
            <a:r>
              <a:rPr lang="fr-FR" sz="3200" b="1" dirty="0"/>
              <a:t> ara-</a:t>
            </a:r>
            <a:r>
              <a:rPr lang="fr-FR" sz="3200" b="1" dirty="0" err="1"/>
              <a:t>Baiboly</a:t>
            </a:r>
            <a:r>
              <a:rPr lang="fr-FR" sz="3200" b="1" dirty="0"/>
              <a:t> </a:t>
            </a:r>
            <a:r>
              <a:rPr lang="fr-FR" sz="3200" b="1" dirty="0" err="1"/>
              <a:t>avokoa</a:t>
            </a:r>
            <a:r>
              <a:rPr lang="fr-FR" sz="3200" b="1" dirty="0"/>
              <a:t> </a:t>
            </a:r>
            <a:r>
              <a:rPr lang="fr-FR" sz="3200" b="1" dirty="0" err="1"/>
              <a:t>izany</a:t>
            </a:r>
            <a:r>
              <a:rPr lang="fr-FR" sz="3200" b="1" dirty="0"/>
              <a:t> </a:t>
            </a:r>
            <a:r>
              <a:rPr lang="fr-FR" sz="3200" b="1" dirty="0" err="1"/>
              <a:t>rehetra</a:t>
            </a:r>
            <a:r>
              <a:rPr lang="fr-FR" sz="3200" b="1" dirty="0"/>
              <a:t> </a:t>
            </a:r>
            <a:r>
              <a:rPr lang="fr-FR" sz="3200" b="1" dirty="0" err="1"/>
              <a:t>izany</a:t>
            </a:r>
            <a:r>
              <a:rPr lang="fr-FR" sz="3200" b="1" dirty="0"/>
              <a:t>, </a:t>
            </a:r>
            <a:r>
              <a:rPr lang="fr-FR" sz="3200" b="1" dirty="0" err="1"/>
              <a:t>sy</a:t>
            </a:r>
            <a:r>
              <a:rPr lang="fr-FR" sz="3200" b="1" dirty="0"/>
              <a:t> </a:t>
            </a:r>
            <a:r>
              <a:rPr lang="fr-FR" sz="3200" b="1" dirty="0" err="1"/>
              <a:t>amin’ny</a:t>
            </a:r>
            <a:r>
              <a:rPr lang="fr-FR" sz="3200" b="1" dirty="0"/>
              <a:t> </a:t>
            </a:r>
            <a:r>
              <a:rPr lang="fr-FR" sz="3200" b="1" dirty="0" err="1"/>
              <a:t>ohatra</a:t>
            </a:r>
            <a:r>
              <a:rPr lang="fr-FR" sz="3200" b="1" dirty="0"/>
              <a:t> </a:t>
            </a:r>
            <a:r>
              <a:rPr lang="fr-FR" sz="3200" b="1" dirty="0" err="1"/>
              <a:t>napetrak’i</a:t>
            </a:r>
            <a:r>
              <a:rPr lang="fr-FR" sz="3200" b="1" dirty="0"/>
              <a:t> </a:t>
            </a:r>
            <a:r>
              <a:rPr lang="fr-FR" sz="3200" b="1" dirty="0" err="1"/>
              <a:t>Kristy</a:t>
            </a:r>
            <a:r>
              <a:rPr lang="fr-FR" sz="3200" b="1" dirty="0"/>
              <a:t> </a:t>
            </a:r>
            <a:r>
              <a:rPr lang="fr-FR" sz="3200" b="1" dirty="0" err="1"/>
              <a:t>manao</a:t>
            </a:r>
            <a:r>
              <a:rPr lang="fr-FR" sz="3200" b="1" dirty="0"/>
              <a:t> </a:t>
            </a:r>
            <a:r>
              <a:rPr lang="fr-FR" sz="3200" b="1" dirty="0" err="1"/>
              <a:t>hoe</a:t>
            </a:r>
            <a:r>
              <a:rPr lang="fr-FR" sz="3200" b="1" dirty="0"/>
              <a:t> “</a:t>
            </a:r>
            <a:r>
              <a:rPr lang="fr-FR" sz="3200" b="1" dirty="0" err="1"/>
              <a:t>mankanesa</a:t>
            </a:r>
            <a:r>
              <a:rPr lang="fr-FR" sz="3200" b="1" dirty="0"/>
              <a:t>” </a:t>
            </a:r>
            <a:r>
              <a:rPr lang="fr-FR" sz="3200" b="1" dirty="0" err="1"/>
              <a:t>sy</a:t>
            </a:r>
            <a:r>
              <a:rPr lang="fr-FR" sz="3200" b="1" dirty="0"/>
              <a:t> “</a:t>
            </a:r>
            <a:r>
              <a:rPr lang="fr-FR" sz="3200" b="1" dirty="0" err="1"/>
              <a:t>mandehana</a:t>
            </a:r>
            <a:r>
              <a:rPr lang="fr-FR" sz="3200" b="1" dirty="0"/>
              <a:t>.” </a:t>
            </a:r>
          </a:p>
        </p:txBody>
      </p:sp>
    </p:spTree>
    <p:extLst>
      <p:ext uri="{BB962C8B-B14F-4D97-AF65-F5344CB8AC3E}">
        <p14:creationId xmlns:p14="http://schemas.microsoft.com/office/powerpoint/2010/main" val="1378762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766"/>
          <p:cNvSpPr/>
          <p:nvPr/>
        </p:nvSpPr>
        <p:spPr>
          <a:xfrm>
            <a:off x="-4313238" y="6405562"/>
            <a:ext cx="10107615" cy="10109201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6" name="Shape 767"/>
          <p:cNvSpPr/>
          <p:nvPr/>
        </p:nvSpPr>
        <p:spPr>
          <a:xfrm>
            <a:off x="-5949950" y="4959350"/>
            <a:ext cx="9124950" cy="9124950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7" name="Shape 768"/>
          <p:cNvSpPr txBox="1"/>
          <p:nvPr/>
        </p:nvSpPr>
        <p:spPr>
          <a:xfrm>
            <a:off x="8299450" y="6246812"/>
            <a:ext cx="1223964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208" name="Shape 769"/>
          <p:cNvSpPr txBox="1"/>
          <p:nvPr/>
        </p:nvSpPr>
        <p:spPr>
          <a:xfrm>
            <a:off x="8021639" y="6405562"/>
            <a:ext cx="1489076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209" name="Shape 770"/>
          <p:cNvSpPr/>
          <p:nvPr/>
        </p:nvSpPr>
        <p:spPr>
          <a:xfrm>
            <a:off x="9517063" y="6264275"/>
            <a:ext cx="1479551" cy="349250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10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188" y="5849937"/>
            <a:ext cx="698501" cy="711201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Shape 772"/>
          <p:cNvSpPr/>
          <p:nvPr/>
        </p:nvSpPr>
        <p:spPr>
          <a:xfrm>
            <a:off x="9510713" y="-4117975"/>
            <a:ext cx="5357813" cy="5357815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2" name="Shape 773"/>
          <p:cNvSpPr/>
          <p:nvPr/>
        </p:nvSpPr>
        <p:spPr>
          <a:xfrm>
            <a:off x="7743825" y="-4994275"/>
            <a:ext cx="5357815" cy="5357815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16" name="Shape 775"/>
          <p:cNvGrpSpPr/>
          <p:nvPr/>
        </p:nvGrpSpPr>
        <p:grpSpPr>
          <a:xfrm>
            <a:off x="2322514" y="1260475"/>
            <a:ext cx="403224" cy="107950"/>
            <a:chOff x="0" y="0"/>
            <a:chExt cx="403223" cy="107950"/>
          </a:xfrm>
        </p:grpSpPr>
        <p:sp>
          <p:nvSpPr>
            <p:cNvPr id="213" name="Shape 776"/>
            <p:cNvSpPr/>
            <p:nvPr/>
          </p:nvSpPr>
          <p:spPr>
            <a:xfrm>
              <a:off x="295043" y="0"/>
              <a:ext cx="108181" cy="107950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4" name="Shape 777"/>
            <p:cNvSpPr/>
            <p:nvPr/>
          </p:nvSpPr>
          <p:spPr>
            <a:xfrm>
              <a:off x="-1" y="0"/>
              <a:ext cx="108181" cy="107950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5" name="Shape 778"/>
            <p:cNvSpPr/>
            <p:nvPr/>
          </p:nvSpPr>
          <p:spPr>
            <a:xfrm>
              <a:off x="147521" y="0"/>
              <a:ext cx="108181" cy="107950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015AAA-CEF6-7846-BA1D-731BAEFB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5" y="365125"/>
            <a:ext cx="10852355" cy="1325563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Iraka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ara-Baiboly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amin’ny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maha-Advantista</a:t>
            </a:r>
            <a:r>
              <a:rPr lang="en-US" b="1" dirty="0">
                <a:latin typeface="Arial Black" panose="020B0A04020102020204" pitchFamily="34" charset="0"/>
              </a:rPr>
              <a:t>, ho </a:t>
            </a:r>
            <a:r>
              <a:rPr lang="en-US" b="1" dirty="0" err="1">
                <a:latin typeface="Arial Black" panose="020B0A04020102020204" pitchFamily="34" charset="0"/>
              </a:rPr>
              <a:t>an’ny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Taranak’Isimaela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217" name="Content Placeholder 2"/>
          <p:cNvSpPr txBox="1">
            <a:spLocks noGrp="1"/>
          </p:cNvSpPr>
          <p:nvPr>
            <p:ph idx="1"/>
          </p:nvPr>
        </p:nvSpPr>
        <p:spPr>
          <a:xfrm>
            <a:off x="324465" y="1782763"/>
            <a:ext cx="11029335" cy="4351338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0" indent="0">
              <a:buNone/>
              <a:defRPr sz="4800" b="1" i="1"/>
            </a:pPr>
            <a:r>
              <a:rPr lang="fr-FR" sz="6600" dirty="0" err="1"/>
              <a:t>Araka</a:t>
            </a:r>
            <a:r>
              <a:rPr lang="fr-FR" sz="6600" dirty="0"/>
              <a:t> </a:t>
            </a:r>
            <a:r>
              <a:rPr lang="fr-FR" sz="6600" dirty="0" err="1"/>
              <a:t>ny</a:t>
            </a:r>
            <a:r>
              <a:rPr lang="fr-FR" sz="6600" dirty="0"/>
              <a:t> </a:t>
            </a:r>
            <a:r>
              <a:rPr lang="fr-FR" sz="6600" dirty="0" err="1"/>
              <a:t>fantatsika</a:t>
            </a:r>
            <a:r>
              <a:rPr lang="fr-FR" sz="6600" dirty="0"/>
              <a:t>, </a:t>
            </a:r>
            <a:r>
              <a:rPr lang="fr-FR" sz="6600" dirty="0" err="1"/>
              <a:t>araka</a:t>
            </a:r>
            <a:r>
              <a:rPr lang="fr-FR" sz="6600" dirty="0"/>
              <a:t> </a:t>
            </a:r>
            <a:r>
              <a:rPr lang="fr-FR" sz="6600" dirty="0" err="1"/>
              <a:t>ny</a:t>
            </a:r>
            <a:r>
              <a:rPr lang="fr-FR" sz="6600" dirty="0"/>
              <a:t> </a:t>
            </a:r>
            <a:r>
              <a:rPr lang="fr-FR" sz="6600" dirty="0" err="1"/>
              <a:t>Baiboly</a:t>
            </a:r>
            <a:r>
              <a:rPr lang="fr-FR" sz="6600" dirty="0"/>
              <a:t>, </a:t>
            </a:r>
            <a:r>
              <a:rPr lang="fr-FR" sz="6600" dirty="0" err="1"/>
              <a:t>ny</a:t>
            </a:r>
            <a:r>
              <a:rPr lang="fr-FR" sz="6600" dirty="0"/>
              <a:t> </a:t>
            </a:r>
            <a:r>
              <a:rPr lang="fr-FR" sz="6600" dirty="0" err="1"/>
              <a:t>Jiosy</a:t>
            </a:r>
            <a:r>
              <a:rPr lang="fr-FR" sz="6600" dirty="0"/>
              <a:t> dia </a:t>
            </a:r>
            <a:r>
              <a:rPr lang="fr-FR" sz="6600" dirty="0" err="1"/>
              <a:t>Isiraelita</a:t>
            </a:r>
            <a:r>
              <a:rPr lang="fr-FR" sz="6600" dirty="0"/>
              <a:t> </a:t>
            </a:r>
            <a:r>
              <a:rPr lang="fr-FR" sz="6600" dirty="0" err="1"/>
              <a:t>izay</a:t>
            </a:r>
            <a:r>
              <a:rPr lang="fr-FR" sz="6600" dirty="0"/>
              <a:t> </a:t>
            </a:r>
            <a:r>
              <a:rPr lang="fr-FR" sz="6600" dirty="0" err="1"/>
              <a:t>taranak’i</a:t>
            </a:r>
            <a:r>
              <a:rPr lang="fr-FR" sz="6600" dirty="0"/>
              <a:t> </a:t>
            </a:r>
            <a:r>
              <a:rPr lang="fr-FR" sz="6600" dirty="0" err="1"/>
              <a:t>Abrahama</a:t>
            </a:r>
            <a:r>
              <a:rPr lang="fr-FR" sz="6600" dirty="0"/>
              <a:t> </a:t>
            </a:r>
            <a:r>
              <a:rPr lang="fr-FR" sz="6600" dirty="0" err="1"/>
              <a:t>avy</a:t>
            </a:r>
            <a:r>
              <a:rPr lang="fr-FR" sz="6600" dirty="0"/>
              <a:t> </a:t>
            </a:r>
            <a:r>
              <a:rPr lang="fr-FR" sz="6600" dirty="0" err="1"/>
              <a:t>tamin’Isaka</a:t>
            </a:r>
            <a:r>
              <a:rPr lang="fr-FR" sz="6600" dirty="0"/>
              <a:t>, </a:t>
            </a:r>
            <a:r>
              <a:rPr lang="fr-FR" sz="6600" dirty="0" err="1"/>
              <a:t>ary</a:t>
            </a:r>
            <a:r>
              <a:rPr lang="fr-FR" sz="6600" dirty="0"/>
              <a:t> </a:t>
            </a:r>
            <a:r>
              <a:rPr lang="fr-FR" sz="6600" dirty="0" err="1"/>
              <a:t>ny</a:t>
            </a:r>
            <a:r>
              <a:rPr lang="fr-FR" sz="6600" dirty="0"/>
              <a:t> Arabo </a:t>
            </a:r>
            <a:r>
              <a:rPr lang="fr-FR" sz="6600" dirty="0" err="1"/>
              <a:t>kosa</a:t>
            </a:r>
            <a:r>
              <a:rPr lang="fr-FR" sz="6600" dirty="0"/>
              <a:t> dia </a:t>
            </a:r>
            <a:r>
              <a:rPr lang="fr-FR" sz="6600" dirty="0" err="1"/>
              <a:t>Isimaelita</a:t>
            </a:r>
            <a:r>
              <a:rPr lang="fr-FR" sz="6600" dirty="0"/>
              <a:t> </a:t>
            </a:r>
            <a:r>
              <a:rPr lang="fr-FR" sz="6600" dirty="0" err="1"/>
              <a:t>izay</a:t>
            </a:r>
            <a:r>
              <a:rPr lang="fr-FR" sz="6600" dirty="0"/>
              <a:t> </a:t>
            </a:r>
            <a:r>
              <a:rPr lang="fr-FR" sz="6600" dirty="0" err="1"/>
              <a:t>taranak’i</a:t>
            </a:r>
            <a:r>
              <a:rPr lang="fr-FR" sz="6600" dirty="0"/>
              <a:t> </a:t>
            </a:r>
            <a:r>
              <a:rPr lang="fr-FR" sz="6600" dirty="0" err="1"/>
              <a:t>Abrahama</a:t>
            </a:r>
            <a:r>
              <a:rPr lang="fr-FR" sz="6600" dirty="0"/>
              <a:t> </a:t>
            </a:r>
            <a:r>
              <a:rPr lang="fr-FR" sz="6600" dirty="0" err="1"/>
              <a:t>tamin’Isimaela</a:t>
            </a:r>
            <a:r>
              <a:rPr lang="fr-FR" sz="6600" dirty="0"/>
              <a:t>. </a:t>
            </a:r>
            <a:r>
              <a:rPr lang="fr-FR" sz="6600" dirty="0" err="1"/>
              <a:t>Ny</a:t>
            </a:r>
            <a:r>
              <a:rPr lang="fr-FR" sz="6600" dirty="0"/>
              <a:t> </a:t>
            </a:r>
            <a:r>
              <a:rPr lang="fr-FR" sz="6600" dirty="0" err="1"/>
              <a:t>mpino</a:t>
            </a:r>
            <a:r>
              <a:rPr lang="fr-FR" sz="6600" dirty="0"/>
              <a:t> </a:t>
            </a:r>
            <a:r>
              <a:rPr lang="fr-FR" sz="6600" dirty="0" err="1"/>
              <a:t>Advantista</a:t>
            </a:r>
            <a:r>
              <a:rPr lang="fr-FR" sz="6600" dirty="0"/>
              <a:t> </a:t>
            </a:r>
            <a:r>
              <a:rPr lang="fr-FR" sz="6600" dirty="0" err="1"/>
              <a:t>izay</a:t>
            </a:r>
            <a:r>
              <a:rPr lang="fr-FR" sz="6600" dirty="0"/>
              <a:t> </a:t>
            </a:r>
            <a:r>
              <a:rPr lang="fr-FR" sz="6600" dirty="0" err="1"/>
              <a:t>azo</a:t>
            </a:r>
            <a:r>
              <a:rPr lang="fr-FR" sz="6600" dirty="0"/>
              <a:t> </a:t>
            </a:r>
            <a:r>
              <a:rPr lang="fr-FR" sz="6600" dirty="0" err="1"/>
              <a:t>lazaina</a:t>
            </a:r>
            <a:r>
              <a:rPr lang="fr-FR" sz="6600" dirty="0"/>
              <a:t> fa </a:t>
            </a:r>
            <a:r>
              <a:rPr lang="fr-FR" sz="6600" dirty="0" err="1"/>
              <a:t>manana</a:t>
            </a:r>
            <a:r>
              <a:rPr lang="fr-FR" sz="6600" dirty="0"/>
              <a:t> </a:t>
            </a:r>
            <a:r>
              <a:rPr lang="fr-FR" sz="6600" dirty="0" err="1"/>
              <a:t>fahalalana</a:t>
            </a:r>
            <a:r>
              <a:rPr lang="fr-FR" sz="6600" dirty="0"/>
              <a:t> </a:t>
            </a:r>
            <a:r>
              <a:rPr lang="fr-FR" sz="6600" dirty="0" err="1"/>
              <a:t>ampy</a:t>
            </a:r>
            <a:r>
              <a:rPr lang="fr-FR" sz="6600" dirty="0"/>
              <a:t> </a:t>
            </a:r>
            <a:r>
              <a:rPr lang="fr-FR" sz="6600" dirty="0" err="1"/>
              <a:t>ihany</a:t>
            </a:r>
            <a:r>
              <a:rPr lang="fr-FR" sz="6600" dirty="0"/>
              <a:t>, </a:t>
            </a:r>
            <a:r>
              <a:rPr lang="fr-FR" sz="6600" dirty="0" err="1"/>
              <a:t>amin’izao</a:t>
            </a:r>
            <a:r>
              <a:rPr lang="fr-FR" sz="6600" dirty="0"/>
              <a:t> </a:t>
            </a:r>
            <a:r>
              <a:rPr lang="fr-FR" sz="6600" dirty="0" err="1"/>
              <a:t>fotoana</a:t>
            </a:r>
            <a:r>
              <a:rPr lang="fr-FR" sz="6600" dirty="0"/>
              <a:t> </a:t>
            </a:r>
            <a:r>
              <a:rPr lang="fr-FR" sz="6600" dirty="0" err="1"/>
              <a:t>izao</a:t>
            </a:r>
            <a:r>
              <a:rPr lang="fr-FR" sz="6600" dirty="0"/>
              <a:t>, dia </a:t>
            </a:r>
            <a:r>
              <a:rPr lang="fr-FR" sz="6600" dirty="0" err="1"/>
              <a:t>tsy</a:t>
            </a:r>
            <a:r>
              <a:rPr lang="fr-FR" sz="6600" dirty="0"/>
              <a:t> </a:t>
            </a:r>
            <a:r>
              <a:rPr lang="fr-FR" sz="6600" dirty="0" err="1"/>
              <a:t>mahafantatra</a:t>
            </a:r>
            <a:r>
              <a:rPr lang="fr-FR" sz="6600" dirty="0"/>
              <a:t> </a:t>
            </a:r>
            <a:r>
              <a:rPr lang="fr-FR" sz="6600" dirty="0" err="1"/>
              <a:t>firy</a:t>
            </a:r>
            <a:r>
              <a:rPr lang="fr-FR" sz="6600" dirty="0"/>
              <a:t> </a:t>
            </a:r>
            <a:r>
              <a:rPr lang="fr-FR" sz="6600" dirty="0" err="1"/>
              <a:t>ny</a:t>
            </a:r>
            <a:r>
              <a:rPr lang="fr-FR" sz="6600" dirty="0"/>
              <a:t> </a:t>
            </a:r>
            <a:r>
              <a:rPr lang="fr-FR" sz="6600" dirty="0" err="1"/>
              <a:t>karazam-pifandraisana</a:t>
            </a:r>
            <a:r>
              <a:rPr lang="fr-FR" sz="6600" dirty="0"/>
              <a:t> </a:t>
            </a:r>
            <a:r>
              <a:rPr lang="fr-FR" sz="6600" dirty="0" err="1"/>
              <a:t>misy</a:t>
            </a:r>
            <a:r>
              <a:rPr lang="fr-FR" sz="6600" dirty="0"/>
              <a:t> </a:t>
            </a:r>
            <a:r>
              <a:rPr lang="fr-FR" sz="6600" dirty="0" err="1"/>
              <a:t>eo</a:t>
            </a:r>
            <a:r>
              <a:rPr lang="fr-FR" sz="6600" dirty="0"/>
              <a:t> </a:t>
            </a:r>
            <a:r>
              <a:rPr lang="fr-FR" sz="6600" dirty="0" err="1"/>
              <a:t>amintsika</a:t>
            </a:r>
            <a:r>
              <a:rPr lang="fr-FR" sz="6600" dirty="0"/>
              <a:t> </a:t>
            </a:r>
            <a:r>
              <a:rPr lang="fr-FR" sz="6600" dirty="0" err="1"/>
              <a:t>sy</a:t>
            </a:r>
            <a:r>
              <a:rPr lang="fr-FR" sz="6600" dirty="0"/>
              <a:t> </a:t>
            </a:r>
            <a:r>
              <a:rPr lang="fr-FR" sz="6600" dirty="0" err="1"/>
              <a:t>ny</a:t>
            </a:r>
            <a:r>
              <a:rPr lang="fr-FR" sz="6600" dirty="0"/>
              <a:t> </a:t>
            </a:r>
            <a:r>
              <a:rPr lang="fr-FR" sz="6600" dirty="0" err="1"/>
              <a:t>mpino</a:t>
            </a:r>
            <a:r>
              <a:rPr lang="fr-FR" sz="6600" dirty="0"/>
              <a:t> Islamo. </a:t>
            </a:r>
            <a:r>
              <a:rPr lang="fr-FR" sz="6600" dirty="0" err="1"/>
              <a:t>Nahazo</a:t>
            </a:r>
            <a:r>
              <a:rPr lang="fr-FR" sz="6600" dirty="0"/>
              <a:t> </a:t>
            </a:r>
            <a:r>
              <a:rPr lang="fr-FR" sz="6600" dirty="0" err="1"/>
              <a:t>iraka</a:t>
            </a:r>
            <a:r>
              <a:rPr lang="fr-FR" sz="6600" dirty="0"/>
              <a:t> ara-</a:t>
            </a:r>
            <a:r>
              <a:rPr lang="fr-FR" sz="6600" dirty="0" err="1"/>
              <a:t>Baiboly</a:t>
            </a:r>
            <a:r>
              <a:rPr lang="fr-FR" sz="6600" dirty="0"/>
              <a:t> </a:t>
            </a:r>
            <a:r>
              <a:rPr lang="fr-FR" sz="6600" dirty="0" err="1"/>
              <a:t>hanatratra</a:t>
            </a:r>
            <a:r>
              <a:rPr lang="fr-FR" sz="6600" dirty="0"/>
              <a:t> </a:t>
            </a:r>
            <a:r>
              <a:rPr lang="fr-FR" sz="6600" dirty="0" err="1"/>
              <a:t>ny</a:t>
            </a:r>
            <a:r>
              <a:rPr lang="fr-FR" sz="6600" dirty="0"/>
              <a:t> </a:t>
            </a:r>
            <a:r>
              <a:rPr lang="fr-FR" sz="6600" dirty="0" err="1"/>
              <a:t>olon-drehetra</a:t>
            </a:r>
            <a:r>
              <a:rPr lang="fr-FR" sz="6600" dirty="0"/>
              <a:t> </a:t>
            </a:r>
            <a:r>
              <a:rPr lang="fr-FR" sz="6600" dirty="0" err="1"/>
              <a:t>anefa</a:t>
            </a:r>
            <a:r>
              <a:rPr lang="fr-FR" sz="6600" dirty="0"/>
              <a:t> </a:t>
            </a:r>
            <a:r>
              <a:rPr lang="fr-FR" sz="6600" dirty="0" err="1"/>
              <a:t>isika</a:t>
            </a:r>
            <a:r>
              <a:rPr lang="fr-FR" sz="6600" dirty="0"/>
              <a:t>, </a:t>
            </a:r>
            <a:r>
              <a:rPr lang="fr-FR" sz="6600" dirty="0" err="1"/>
              <a:t>anisan’izany</a:t>
            </a:r>
            <a:r>
              <a:rPr lang="fr-FR" sz="6600" dirty="0"/>
              <a:t> </a:t>
            </a:r>
            <a:r>
              <a:rPr lang="fr-FR" sz="6600" dirty="0" err="1"/>
              <a:t>ny</a:t>
            </a:r>
            <a:r>
              <a:rPr lang="fr-FR" sz="6600" dirty="0"/>
              <a:t> </a:t>
            </a:r>
            <a:r>
              <a:rPr lang="fr-FR" sz="6600" dirty="0" err="1"/>
              <a:t>taranak’Isimaela</a:t>
            </a:r>
            <a:r>
              <a:rPr lang="fr-FR" sz="6600" dirty="0"/>
              <a:t>. 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94037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build="p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766"/>
          <p:cNvSpPr/>
          <p:nvPr/>
        </p:nvSpPr>
        <p:spPr>
          <a:xfrm>
            <a:off x="-4313238" y="6405562"/>
            <a:ext cx="10107615" cy="10109201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6" name="Shape 767"/>
          <p:cNvSpPr/>
          <p:nvPr/>
        </p:nvSpPr>
        <p:spPr>
          <a:xfrm>
            <a:off x="-5949950" y="4959350"/>
            <a:ext cx="9124950" cy="9124950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7" name="Shape 768"/>
          <p:cNvSpPr txBox="1"/>
          <p:nvPr/>
        </p:nvSpPr>
        <p:spPr>
          <a:xfrm>
            <a:off x="8299450" y="6246812"/>
            <a:ext cx="1223964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208" name="Shape 769"/>
          <p:cNvSpPr txBox="1"/>
          <p:nvPr/>
        </p:nvSpPr>
        <p:spPr>
          <a:xfrm>
            <a:off x="8021639" y="6405562"/>
            <a:ext cx="1489076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209" name="Shape 770"/>
          <p:cNvSpPr/>
          <p:nvPr/>
        </p:nvSpPr>
        <p:spPr>
          <a:xfrm>
            <a:off x="9517063" y="6264275"/>
            <a:ext cx="1479551" cy="349250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10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188" y="5849937"/>
            <a:ext cx="698501" cy="711201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Shape 772"/>
          <p:cNvSpPr/>
          <p:nvPr/>
        </p:nvSpPr>
        <p:spPr>
          <a:xfrm>
            <a:off x="9510713" y="-4117975"/>
            <a:ext cx="5357813" cy="5357815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2" name="Shape 773"/>
          <p:cNvSpPr/>
          <p:nvPr/>
        </p:nvSpPr>
        <p:spPr>
          <a:xfrm>
            <a:off x="7743825" y="-4994275"/>
            <a:ext cx="5357815" cy="5357815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16" name="Shape 775"/>
          <p:cNvGrpSpPr/>
          <p:nvPr/>
        </p:nvGrpSpPr>
        <p:grpSpPr>
          <a:xfrm>
            <a:off x="2322514" y="1260475"/>
            <a:ext cx="403224" cy="107950"/>
            <a:chOff x="0" y="0"/>
            <a:chExt cx="403223" cy="107950"/>
          </a:xfrm>
        </p:grpSpPr>
        <p:sp>
          <p:nvSpPr>
            <p:cNvPr id="213" name="Shape 776"/>
            <p:cNvSpPr/>
            <p:nvPr/>
          </p:nvSpPr>
          <p:spPr>
            <a:xfrm>
              <a:off x="295043" y="0"/>
              <a:ext cx="108181" cy="107950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4" name="Shape 777"/>
            <p:cNvSpPr/>
            <p:nvPr/>
          </p:nvSpPr>
          <p:spPr>
            <a:xfrm>
              <a:off x="-1" y="0"/>
              <a:ext cx="108181" cy="107950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5" name="Shape 778"/>
            <p:cNvSpPr/>
            <p:nvPr/>
          </p:nvSpPr>
          <p:spPr>
            <a:xfrm>
              <a:off x="147521" y="0"/>
              <a:ext cx="108181" cy="107950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A0274C-C55F-F940-B698-F7AB0AB6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b="1" dirty="0"/>
              <a:t>Ny Maha-Isika Antsika (Iza moa isika?)</a:t>
            </a:r>
            <a:endParaRPr lang="en-US" b="1" dirty="0"/>
          </a:p>
        </p:txBody>
      </p:sp>
      <p:sp>
        <p:nvSpPr>
          <p:cNvPr id="217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>
              <a:defRPr sz="4800" b="1" i="1"/>
            </a:pPr>
            <a:r>
              <a:rPr lang="en-US" sz="4800" dirty="0">
                <a:latin typeface="Arial" panose="020B0604020202020204" pitchFamily="34" charset="0"/>
                <a:ea typeface="MS Mincho"/>
              </a:rPr>
              <a:t>Raha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tena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marina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dia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misy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maha-samihafa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antsika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amin’ny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Kristiana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hafa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,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fomba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fampahafantarantsika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Advantista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tenantsika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amin’ny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mpino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Islamo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.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Rehefa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mifankahafantatra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amin’ny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Advantista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iray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ihany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namana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Islamo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,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vao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manontany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tena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hoe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inona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moa no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antony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mahatonga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Advantista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manao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tenany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ho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Kristiana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kanefa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sady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mihinana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henankisoa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no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misotro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divay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ary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mandeha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any am-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piangonana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amin’ny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andro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Alahady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.</a:t>
            </a:r>
            <a:endParaRPr b="0" i="0" dirty="0"/>
          </a:p>
        </p:txBody>
      </p:sp>
      <p:pic>
        <p:nvPicPr>
          <p:cNvPr id="21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5778501"/>
            <a:ext cx="3157539" cy="83502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2482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build="p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766"/>
          <p:cNvSpPr/>
          <p:nvPr/>
        </p:nvSpPr>
        <p:spPr>
          <a:xfrm>
            <a:off x="-4313238" y="6405562"/>
            <a:ext cx="10107615" cy="10109201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6" name="Shape 767"/>
          <p:cNvSpPr/>
          <p:nvPr/>
        </p:nvSpPr>
        <p:spPr>
          <a:xfrm>
            <a:off x="-5949950" y="4959350"/>
            <a:ext cx="9124950" cy="9124950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7" name="Shape 768"/>
          <p:cNvSpPr txBox="1"/>
          <p:nvPr/>
        </p:nvSpPr>
        <p:spPr>
          <a:xfrm>
            <a:off x="8299450" y="6246812"/>
            <a:ext cx="1223964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208" name="Shape 769"/>
          <p:cNvSpPr txBox="1"/>
          <p:nvPr/>
        </p:nvSpPr>
        <p:spPr>
          <a:xfrm>
            <a:off x="8021639" y="6405562"/>
            <a:ext cx="1489076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209" name="Shape 770"/>
          <p:cNvSpPr/>
          <p:nvPr/>
        </p:nvSpPr>
        <p:spPr>
          <a:xfrm>
            <a:off x="9517063" y="6264275"/>
            <a:ext cx="1479551" cy="349250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10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188" y="5849937"/>
            <a:ext cx="698501" cy="711201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Shape 772"/>
          <p:cNvSpPr/>
          <p:nvPr/>
        </p:nvSpPr>
        <p:spPr>
          <a:xfrm>
            <a:off x="9510713" y="-4117975"/>
            <a:ext cx="5357813" cy="5357815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2" name="Shape 773"/>
          <p:cNvSpPr/>
          <p:nvPr/>
        </p:nvSpPr>
        <p:spPr>
          <a:xfrm>
            <a:off x="7743825" y="-4994275"/>
            <a:ext cx="5357815" cy="5357815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16" name="Shape 775"/>
          <p:cNvGrpSpPr/>
          <p:nvPr/>
        </p:nvGrpSpPr>
        <p:grpSpPr>
          <a:xfrm>
            <a:off x="2322514" y="1260475"/>
            <a:ext cx="403224" cy="107950"/>
            <a:chOff x="0" y="0"/>
            <a:chExt cx="403223" cy="107950"/>
          </a:xfrm>
        </p:grpSpPr>
        <p:sp>
          <p:nvSpPr>
            <p:cNvPr id="213" name="Shape 776"/>
            <p:cNvSpPr/>
            <p:nvPr/>
          </p:nvSpPr>
          <p:spPr>
            <a:xfrm>
              <a:off x="295043" y="0"/>
              <a:ext cx="108181" cy="107950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4" name="Shape 777"/>
            <p:cNvSpPr/>
            <p:nvPr/>
          </p:nvSpPr>
          <p:spPr>
            <a:xfrm>
              <a:off x="-1" y="0"/>
              <a:ext cx="108181" cy="107950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5" name="Shape 778"/>
            <p:cNvSpPr/>
            <p:nvPr/>
          </p:nvSpPr>
          <p:spPr>
            <a:xfrm>
              <a:off x="147521" y="0"/>
              <a:ext cx="108181" cy="107950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A0274C-C55F-F940-B698-F7AB0AB6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b="1" dirty="0"/>
              <a:t>Ny Maha-Isika Antsika (Iza moa isika?)</a:t>
            </a:r>
            <a:endParaRPr lang="en-US" b="1" dirty="0"/>
          </a:p>
        </p:txBody>
      </p:sp>
      <p:sp>
        <p:nvSpPr>
          <p:cNvPr id="217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>
              <a:defRPr sz="4800" b="1" i="1"/>
            </a:pPr>
            <a:r>
              <a:rPr lang="en-US" sz="4800" dirty="0" err="1">
                <a:latin typeface="Arial" panose="020B0604020202020204" pitchFamily="34" charset="0"/>
                <a:ea typeface="MS Mincho"/>
              </a:rPr>
              <a:t>Mametra-panontaniana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momba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maha-Kristiana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ireo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mpino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Islamo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satria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:</a:t>
            </a:r>
          </a:p>
          <a:p>
            <a:pPr>
              <a:defRPr sz="4800" b="1" i="1"/>
            </a:pPr>
            <a:r>
              <a:rPr lang="en-US" sz="4800" dirty="0" smtClean="0">
                <a:latin typeface="Arial" panose="020B0604020202020204" pitchFamily="34" charset="0"/>
                <a:ea typeface="MS Mincho"/>
              </a:rPr>
              <a:t>1.Hitan’izy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ireo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fa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mifanaraka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mihitsy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zavatra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voalazan’ny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Baiboly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fomba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amam-panaon’ny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“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Kristiana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” –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amin’ny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haino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aman-jery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amin’ny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fiainana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andavan’andro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.</a:t>
            </a:r>
          </a:p>
          <a:p>
            <a:pPr>
              <a:defRPr sz="4800" b="1" i="1"/>
            </a:pPr>
            <a:r>
              <a:rPr lang="en-US" sz="4800" dirty="0" smtClean="0">
                <a:latin typeface="Arial" panose="020B0604020202020204" pitchFamily="34" charset="0"/>
                <a:ea typeface="MS Mincho"/>
              </a:rPr>
              <a:t>2.	</a:t>
            </a:r>
            <a:r>
              <a:rPr lang="en-US" sz="4800" dirty="0" err="1" smtClean="0">
                <a:latin typeface="Arial" panose="020B0604020202020204" pitchFamily="34" charset="0"/>
                <a:ea typeface="MS Mincho"/>
              </a:rPr>
              <a:t>Tsy</a:t>
            </a:r>
            <a:r>
              <a:rPr lang="en-US" sz="4800" dirty="0" smtClean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afaka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ampilaharina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akory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Jesosy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sy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ny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maha-Kristiana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izay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hitan’izy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ireo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,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indrindra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any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amin’ireo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firenena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 </a:t>
            </a:r>
            <a:r>
              <a:rPr lang="en-US" sz="4800" dirty="0" err="1">
                <a:latin typeface="Arial" panose="020B0604020202020204" pitchFamily="34" charset="0"/>
                <a:ea typeface="MS Mincho"/>
              </a:rPr>
              <a:t>Tandrefana</a:t>
            </a:r>
            <a:r>
              <a:rPr lang="en-US" sz="4800" dirty="0">
                <a:latin typeface="Arial" panose="020B0604020202020204" pitchFamily="34" charset="0"/>
                <a:ea typeface="MS Mincho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313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build="p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766"/>
          <p:cNvSpPr/>
          <p:nvPr/>
        </p:nvSpPr>
        <p:spPr>
          <a:xfrm>
            <a:off x="-4313238" y="6405562"/>
            <a:ext cx="10107615" cy="10109201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3" name="Shape 767"/>
          <p:cNvSpPr/>
          <p:nvPr/>
        </p:nvSpPr>
        <p:spPr>
          <a:xfrm>
            <a:off x="-5949950" y="4959350"/>
            <a:ext cx="9124950" cy="9124950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4" name="Shape 768"/>
          <p:cNvSpPr txBox="1"/>
          <p:nvPr/>
        </p:nvSpPr>
        <p:spPr>
          <a:xfrm>
            <a:off x="8299450" y="6246812"/>
            <a:ext cx="1223964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255" name="Shape 769"/>
          <p:cNvSpPr txBox="1"/>
          <p:nvPr/>
        </p:nvSpPr>
        <p:spPr>
          <a:xfrm>
            <a:off x="8021639" y="6405562"/>
            <a:ext cx="1489076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256" name="Shape 770"/>
          <p:cNvSpPr/>
          <p:nvPr/>
        </p:nvSpPr>
        <p:spPr>
          <a:xfrm>
            <a:off x="9517063" y="6264275"/>
            <a:ext cx="1479551" cy="349250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57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188" y="5849937"/>
            <a:ext cx="698501" cy="711201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Shape 772"/>
          <p:cNvSpPr/>
          <p:nvPr/>
        </p:nvSpPr>
        <p:spPr>
          <a:xfrm>
            <a:off x="9510713" y="-4117975"/>
            <a:ext cx="5357813" cy="5357815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9" name="Shape 773"/>
          <p:cNvSpPr/>
          <p:nvPr/>
        </p:nvSpPr>
        <p:spPr>
          <a:xfrm>
            <a:off x="7743825" y="-4994275"/>
            <a:ext cx="5357815" cy="5357815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63" name="Shape 775"/>
          <p:cNvGrpSpPr/>
          <p:nvPr/>
        </p:nvGrpSpPr>
        <p:grpSpPr>
          <a:xfrm>
            <a:off x="2322514" y="1260475"/>
            <a:ext cx="403224" cy="107950"/>
            <a:chOff x="0" y="0"/>
            <a:chExt cx="403223" cy="107950"/>
          </a:xfrm>
        </p:grpSpPr>
        <p:sp>
          <p:nvSpPr>
            <p:cNvPr id="260" name="Shape 776"/>
            <p:cNvSpPr/>
            <p:nvPr/>
          </p:nvSpPr>
          <p:spPr>
            <a:xfrm>
              <a:off x="295043" y="0"/>
              <a:ext cx="108181" cy="107950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1" name="Shape 777"/>
            <p:cNvSpPr/>
            <p:nvPr/>
          </p:nvSpPr>
          <p:spPr>
            <a:xfrm>
              <a:off x="-1" y="0"/>
              <a:ext cx="108181" cy="107950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2" name="Shape 778"/>
            <p:cNvSpPr/>
            <p:nvPr/>
          </p:nvSpPr>
          <p:spPr>
            <a:xfrm>
              <a:off x="147521" y="0"/>
              <a:ext cx="108181" cy="107950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6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sz="4800"/>
            </a:lvl1pPr>
          </a:lstStyle>
          <a:p>
            <a:r>
              <a:rPr lang="fi-FI" b="1" dirty="0"/>
              <a:t>Ny Maha-Isika Antsika (Iza moa isika?)</a:t>
            </a:r>
            <a:endParaRPr b="1" dirty="0"/>
          </a:p>
        </p:txBody>
      </p:sp>
      <p:sp>
        <p:nvSpPr>
          <p:cNvPr id="26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6533" y="1600201"/>
            <a:ext cx="11006667" cy="4525963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 sz="3200"/>
            </a:pPr>
            <a:r>
              <a:rPr lang="fr-FR" sz="4400" dirty="0" err="1"/>
              <a:t>Izao</a:t>
            </a:r>
            <a:r>
              <a:rPr lang="fr-FR" sz="4400" dirty="0"/>
              <a:t> no </a:t>
            </a:r>
            <a:r>
              <a:rPr lang="fr-FR" sz="4400" dirty="0" err="1"/>
              <a:t>tsy</a:t>
            </a:r>
            <a:r>
              <a:rPr lang="fr-FR" sz="4400" dirty="0"/>
              <a:t> </a:t>
            </a:r>
            <a:r>
              <a:rPr lang="fr-FR" sz="4400" dirty="0" err="1"/>
              <a:t>fahombiazana</a:t>
            </a:r>
            <a:r>
              <a:rPr lang="fr-FR" sz="4400" dirty="0"/>
              <a:t> </a:t>
            </a:r>
            <a:r>
              <a:rPr lang="fr-FR" sz="4400" dirty="0" err="1"/>
              <a:t>lehibe</a:t>
            </a:r>
            <a:r>
              <a:rPr lang="fr-FR" sz="4400" dirty="0"/>
              <a:t> </a:t>
            </a:r>
            <a:r>
              <a:rPr lang="fr-FR" sz="4400" dirty="0" err="1"/>
              <a:t>indrindra</a:t>
            </a:r>
            <a:r>
              <a:rPr lang="fr-FR" sz="4400" dirty="0"/>
              <a:t> </a:t>
            </a:r>
            <a:r>
              <a:rPr lang="fr-FR" sz="4400" dirty="0" err="1"/>
              <a:t>ao</a:t>
            </a:r>
            <a:r>
              <a:rPr lang="fr-FR" sz="4400" dirty="0"/>
              <a:t> </a:t>
            </a:r>
            <a:r>
              <a:rPr lang="fr-FR" sz="4400" dirty="0" err="1"/>
              <a:t>anatin’ny</a:t>
            </a:r>
            <a:r>
              <a:rPr lang="fr-FR" sz="4400" dirty="0"/>
              <a:t> </a:t>
            </a:r>
            <a:r>
              <a:rPr lang="fr-FR" sz="4400" dirty="0" err="1"/>
              <a:t>iraka</a:t>
            </a:r>
            <a:r>
              <a:rPr lang="fr-FR" sz="4400" dirty="0"/>
              <a:t> </a:t>
            </a:r>
            <a:r>
              <a:rPr lang="fr-FR" sz="4400" dirty="0" err="1"/>
              <a:t>nampanaovina</a:t>
            </a:r>
            <a:r>
              <a:rPr lang="fr-FR" sz="4400" dirty="0"/>
              <a:t> </a:t>
            </a:r>
            <a:r>
              <a:rPr lang="fr-FR" sz="4400" dirty="0" err="1"/>
              <a:t>antsika</a:t>
            </a:r>
            <a:r>
              <a:rPr lang="fr-FR" sz="4400" dirty="0"/>
              <a:t> ho </a:t>
            </a:r>
            <a:r>
              <a:rPr lang="fr-FR" sz="4400" dirty="0" err="1"/>
              <a:t>an’ny</a:t>
            </a:r>
            <a:r>
              <a:rPr lang="fr-FR" sz="4400" dirty="0"/>
              <a:t> Islamo: </a:t>
            </a:r>
            <a:r>
              <a:rPr lang="fr-FR" sz="4400" dirty="0" err="1"/>
              <a:t>ao</a:t>
            </a:r>
            <a:r>
              <a:rPr lang="fr-FR" sz="4400" dirty="0"/>
              <a:t> </a:t>
            </a:r>
            <a:r>
              <a:rPr lang="fr-FR" sz="4400" dirty="0" err="1"/>
              <a:t>anatin’ny</a:t>
            </a:r>
            <a:r>
              <a:rPr lang="fr-FR" sz="4400" dirty="0"/>
              <a:t> </a:t>
            </a:r>
            <a:r>
              <a:rPr lang="fr-FR" sz="4400" dirty="0" err="1"/>
              <a:t>sehatra</a:t>
            </a:r>
            <a:r>
              <a:rPr lang="fr-FR" sz="4400" dirty="0"/>
              <a:t> </a:t>
            </a:r>
            <a:r>
              <a:rPr lang="fr-FR" sz="4400" dirty="0" err="1"/>
              <a:t>misy</a:t>
            </a:r>
            <a:r>
              <a:rPr lang="fr-FR" sz="4400" dirty="0"/>
              <a:t> </a:t>
            </a:r>
            <a:r>
              <a:rPr lang="fr-FR" sz="4400" dirty="0" err="1"/>
              <a:t>ny</a:t>
            </a:r>
            <a:r>
              <a:rPr lang="fr-FR" sz="4400" dirty="0"/>
              <a:t> </a:t>
            </a:r>
            <a:r>
              <a:rPr lang="fr-FR" sz="4400" dirty="0" err="1"/>
              <a:t>Kristiana</a:t>
            </a:r>
            <a:r>
              <a:rPr lang="fr-FR" sz="4400" dirty="0"/>
              <a:t> </a:t>
            </a:r>
            <a:r>
              <a:rPr lang="fr-FR" sz="4400" dirty="0" err="1"/>
              <a:t>isika</a:t>
            </a:r>
            <a:r>
              <a:rPr lang="fr-FR" sz="4400" dirty="0"/>
              <a:t> no </a:t>
            </a:r>
            <a:r>
              <a:rPr lang="fr-FR" sz="4400" dirty="0" err="1"/>
              <a:t>miasa</a:t>
            </a:r>
            <a:r>
              <a:rPr lang="fr-FR" sz="4400" dirty="0"/>
              <a:t>. </a:t>
            </a:r>
            <a:r>
              <a:rPr lang="fr-FR" sz="4400" dirty="0" err="1"/>
              <a:t>Tsara</a:t>
            </a:r>
            <a:r>
              <a:rPr lang="fr-FR" sz="4400" dirty="0"/>
              <a:t> </a:t>
            </a:r>
            <a:r>
              <a:rPr lang="fr-FR" sz="4400" dirty="0" err="1"/>
              <a:t>io</a:t>
            </a:r>
            <a:r>
              <a:rPr lang="fr-FR" sz="4400" dirty="0"/>
              <a:t> </a:t>
            </a:r>
            <a:r>
              <a:rPr lang="fr-FR" sz="4400" dirty="0" err="1"/>
              <a:t>sehatra</a:t>
            </a:r>
            <a:r>
              <a:rPr lang="fr-FR" sz="4400" dirty="0"/>
              <a:t> </a:t>
            </a:r>
            <a:r>
              <a:rPr lang="fr-FR" sz="4400" dirty="0" err="1"/>
              <a:t>io</a:t>
            </a:r>
            <a:r>
              <a:rPr lang="fr-FR" sz="4400" dirty="0"/>
              <a:t> </a:t>
            </a:r>
            <a:r>
              <a:rPr lang="fr-FR" sz="4400" dirty="0" err="1"/>
              <a:t>ao</a:t>
            </a:r>
            <a:r>
              <a:rPr lang="fr-FR" sz="4400" dirty="0"/>
              <a:t> </a:t>
            </a:r>
            <a:r>
              <a:rPr lang="fr-FR" sz="4400" dirty="0" err="1"/>
              <a:t>anatin’ny</a:t>
            </a:r>
            <a:r>
              <a:rPr lang="fr-FR" sz="4400" dirty="0"/>
              <a:t> </a:t>
            </a:r>
            <a:r>
              <a:rPr lang="fr-FR" sz="4400" dirty="0" err="1"/>
              <a:t>antokom-pivavahana</a:t>
            </a:r>
            <a:r>
              <a:rPr lang="fr-FR" sz="4400" dirty="0"/>
              <a:t> </a:t>
            </a:r>
            <a:r>
              <a:rPr lang="fr-FR" sz="4400" dirty="0" err="1"/>
              <a:t>Kristiana</a:t>
            </a:r>
            <a:r>
              <a:rPr lang="fr-FR" sz="4400" dirty="0"/>
              <a:t> </a:t>
            </a:r>
            <a:r>
              <a:rPr lang="fr-FR" sz="4400" dirty="0" err="1"/>
              <a:t>misy</a:t>
            </a:r>
            <a:r>
              <a:rPr lang="fr-FR" sz="4400" dirty="0"/>
              <a:t> </a:t>
            </a:r>
            <a:r>
              <a:rPr lang="fr-FR" sz="4400" dirty="0" err="1"/>
              <a:t>antsika</a:t>
            </a:r>
            <a:r>
              <a:rPr lang="fr-FR" sz="4400" dirty="0"/>
              <a:t>, </a:t>
            </a:r>
            <a:r>
              <a:rPr lang="fr-FR" sz="4400" dirty="0" err="1"/>
              <a:t>satria</a:t>
            </a:r>
            <a:r>
              <a:rPr lang="fr-FR" sz="4400" dirty="0"/>
              <a:t> </a:t>
            </a:r>
            <a:r>
              <a:rPr lang="fr-FR" sz="4400" dirty="0" err="1"/>
              <a:t>fantatry</a:t>
            </a:r>
            <a:r>
              <a:rPr lang="fr-FR" sz="4400" dirty="0"/>
              <a:t> </a:t>
            </a:r>
            <a:r>
              <a:rPr lang="fr-FR" sz="4400" dirty="0" err="1"/>
              <a:t>ny</a:t>
            </a:r>
            <a:r>
              <a:rPr lang="fr-FR" sz="4400" dirty="0"/>
              <a:t> </a:t>
            </a:r>
            <a:r>
              <a:rPr lang="fr-FR" sz="4400" dirty="0" err="1"/>
              <a:t>Kristiana</a:t>
            </a:r>
            <a:r>
              <a:rPr lang="fr-FR" sz="4400" dirty="0"/>
              <a:t> </a:t>
            </a:r>
            <a:r>
              <a:rPr lang="fr-FR" sz="4400" dirty="0" err="1"/>
              <a:t>hafa</a:t>
            </a:r>
            <a:r>
              <a:rPr lang="fr-FR" sz="4400" dirty="0"/>
              <a:t> </a:t>
            </a:r>
            <a:r>
              <a:rPr lang="fr-FR" sz="4400" dirty="0" err="1"/>
              <a:t>ny</a:t>
            </a:r>
            <a:r>
              <a:rPr lang="fr-FR" sz="4400" dirty="0"/>
              <a:t> </a:t>
            </a:r>
            <a:r>
              <a:rPr lang="fr-FR" sz="4400" dirty="0" err="1"/>
              <a:t>tiantsika</a:t>
            </a:r>
            <a:r>
              <a:rPr lang="fr-FR" sz="4400" dirty="0"/>
              <a:t> </a:t>
            </a:r>
            <a:r>
              <a:rPr lang="fr-FR" sz="4400" dirty="0" err="1"/>
              <a:t>ambara</a:t>
            </a:r>
            <a:r>
              <a:rPr lang="fr-FR" sz="4400" dirty="0"/>
              <a:t> </a:t>
            </a:r>
            <a:r>
              <a:rPr lang="fr-FR" sz="4400" dirty="0" err="1"/>
              <a:t>rehefa</a:t>
            </a:r>
            <a:r>
              <a:rPr lang="fr-FR" sz="4400" dirty="0"/>
              <a:t> </a:t>
            </a:r>
            <a:r>
              <a:rPr lang="fr-FR" sz="4400" dirty="0" err="1"/>
              <a:t>miteny</a:t>
            </a:r>
            <a:r>
              <a:rPr lang="fr-FR" sz="4400" dirty="0"/>
              <a:t> </a:t>
            </a:r>
            <a:r>
              <a:rPr lang="fr-FR" sz="4400" dirty="0" err="1"/>
              <a:t>isika</a:t>
            </a:r>
            <a:r>
              <a:rPr lang="fr-FR" sz="4400" dirty="0"/>
              <a:t> </a:t>
            </a:r>
            <a:r>
              <a:rPr lang="fr-FR" sz="4400" dirty="0" err="1"/>
              <a:t>hoe</a:t>
            </a:r>
            <a:r>
              <a:rPr lang="fr-FR" sz="4400" dirty="0"/>
              <a:t> “</a:t>
            </a:r>
            <a:r>
              <a:rPr lang="fr-FR" sz="4400" dirty="0" err="1"/>
              <a:t>Kristiana</a:t>
            </a:r>
            <a:r>
              <a:rPr lang="fr-FR" sz="4400" dirty="0"/>
              <a:t> </a:t>
            </a:r>
            <a:r>
              <a:rPr lang="fr-FR" sz="4400" dirty="0" err="1"/>
              <a:t>izahay</a:t>
            </a:r>
            <a:r>
              <a:rPr lang="fr-FR" sz="4400" dirty="0"/>
              <a:t>”; ho </a:t>
            </a:r>
            <a:r>
              <a:rPr lang="fr-FR" sz="4400" dirty="0" err="1"/>
              <a:t>an’ny</a:t>
            </a:r>
            <a:r>
              <a:rPr lang="fr-FR" sz="4400" dirty="0"/>
              <a:t> Islamo </a:t>
            </a:r>
            <a:r>
              <a:rPr lang="fr-FR" sz="4400" dirty="0" err="1"/>
              <a:t>kosa</a:t>
            </a:r>
            <a:r>
              <a:rPr lang="fr-FR" sz="4400" dirty="0"/>
              <a:t> </a:t>
            </a:r>
            <a:r>
              <a:rPr lang="fr-FR" sz="4400" dirty="0" err="1"/>
              <a:t>anefa</a:t>
            </a:r>
            <a:r>
              <a:rPr lang="fr-FR" sz="4400" dirty="0"/>
              <a:t> dia </a:t>
            </a:r>
            <a:r>
              <a:rPr lang="fr-FR" sz="4400" dirty="0" err="1"/>
              <a:t>mifono</a:t>
            </a:r>
            <a:r>
              <a:rPr lang="fr-FR" sz="4400" dirty="0"/>
              <a:t> </a:t>
            </a:r>
            <a:r>
              <a:rPr lang="fr-FR" sz="4400" dirty="0" err="1"/>
              <a:t>hevitra</a:t>
            </a:r>
            <a:r>
              <a:rPr lang="fr-FR" sz="4400" dirty="0"/>
              <a:t> </a:t>
            </a:r>
            <a:r>
              <a:rPr lang="fr-FR" sz="4400" dirty="0" err="1"/>
              <a:t>ratsy</a:t>
            </a:r>
            <a:r>
              <a:rPr lang="fr-FR" sz="4400" dirty="0"/>
              <a:t> </a:t>
            </a:r>
            <a:r>
              <a:rPr lang="fr-FR" sz="4400" dirty="0" err="1"/>
              <a:t>io</a:t>
            </a:r>
            <a:r>
              <a:rPr lang="fr-FR" sz="4400" dirty="0"/>
              <a:t> </a:t>
            </a:r>
            <a:r>
              <a:rPr lang="fr-FR" sz="4400" dirty="0" err="1"/>
              <a:t>teny</a:t>
            </a:r>
            <a:r>
              <a:rPr lang="fr-FR" sz="4400" dirty="0"/>
              <a:t> </a:t>
            </a:r>
            <a:r>
              <a:rPr lang="fr-FR" sz="4400" dirty="0" err="1"/>
              <a:t>io</a:t>
            </a:r>
            <a:r>
              <a:rPr lang="fr-FR" sz="4400" dirty="0"/>
              <a:t>, </a:t>
            </a:r>
            <a:r>
              <a:rPr lang="fr-FR" sz="4400" dirty="0" err="1"/>
              <a:t>ary</a:t>
            </a:r>
            <a:r>
              <a:rPr lang="fr-FR" sz="4400" dirty="0"/>
              <a:t> </a:t>
            </a:r>
            <a:r>
              <a:rPr lang="fr-FR" sz="4400" dirty="0" err="1"/>
              <a:t>izany</a:t>
            </a:r>
            <a:r>
              <a:rPr lang="fr-FR" sz="4400" dirty="0"/>
              <a:t> </a:t>
            </a:r>
            <a:r>
              <a:rPr lang="fr-FR" sz="4400" dirty="0" err="1"/>
              <a:t>hevitra</a:t>
            </a:r>
            <a:r>
              <a:rPr lang="fr-FR" sz="4400" dirty="0"/>
              <a:t> </a:t>
            </a:r>
            <a:r>
              <a:rPr lang="fr-FR" sz="4400" dirty="0" err="1"/>
              <a:t>ratsy</a:t>
            </a:r>
            <a:r>
              <a:rPr lang="fr-FR" sz="4400" dirty="0"/>
              <a:t> </a:t>
            </a:r>
            <a:r>
              <a:rPr lang="fr-FR" sz="4400" dirty="0" err="1"/>
              <a:t>fonosiny</a:t>
            </a:r>
            <a:r>
              <a:rPr lang="fr-FR" sz="4400" dirty="0"/>
              <a:t> </a:t>
            </a:r>
            <a:r>
              <a:rPr lang="fr-FR" sz="4400" dirty="0" err="1"/>
              <a:t>izany</a:t>
            </a:r>
            <a:r>
              <a:rPr lang="fr-FR" sz="4400" dirty="0"/>
              <a:t> dia </a:t>
            </a:r>
            <a:r>
              <a:rPr lang="fr-FR" sz="4400" dirty="0" err="1"/>
              <a:t>tsy</a:t>
            </a:r>
            <a:r>
              <a:rPr lang="fr-FR" sz="4400" dirty="0"/>
              <a:t> </a:t>
            </a:r>
            <a:r>
              <a:rPr lang="fr-FR" sz="4400" dirty="0" err="1"/>
              <a:t>mifanaraka</a:t>
            </a:r>
            <a:r>
              <a:rPr lang="fr-FR" sz="4400" dirty="0"/>
              <a:t> </a:t>
            </a:r>
            <a:r>
              <a:rPr lang="fr-FR" sz="4400" dirty="0" err="1"/>
              <a:t>amin’ny</a:t>
            </a:r>
            <a:r>
              <a:rPr lang="fr-FR" sz="4400" dirty="0"/>
              <a:t> </a:t>
            </a:r>
            <a:r>
              <a:rPr lang="fr-FR" sz="4400" dirty="0" err="1"/>
              <a:t>fomba</a:t>
            </a:r>
            <a:r>
              <a:rPr lang="fr-FR" sz="4400" dirty="0"/>
              <a:t> </a:t>
            </a:r>
            <a:r>
              <a:rPr lang="fr-FR" sz="4400" dirty="0" err="1"/>
              <a:t>fiaina</a:t>
            </a:r>
            <a:r>
              <a:rPr lang="fr-FR" sz="4400" dirty="0"/>
              <a:t> </a:t>
            </a:r>
            <a:r>
              <a:rPr lang="fr-FR" sz="4400" dirty="0" err="1"/>
              <a:t>Advantista</a:t>
            </a:r>
            <a:r>
              <a:rPr lang="fr-FR" sz="4400" dirty="0"/>
              <a:t>. 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49629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 animBg="1" advAuto="0"/>
      <p:bldP spid="265" grpId="0" build="p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766"/>
          <p:cNvSpPr/>
          <p:nvPr/>
        </p:nvSpPr>
        <p:spPr>
          <a:xfrm>
            <a:off x="-4313238" y="6405562"/>
            <a:ext cx="10107615" cy="10109201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9" name="Shape 767"/>
          <p:cNvSpPr/>
          <p:nvPr/>
        </p:nvSpPr>
        <p:spPr>
          <a:xfrm>
            <a:off x="-5949950" y="4959350"/>
            <a:ext cx="9124950" cy="9124950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0" name="Shape 768"/>
          <p:cNvSpPr txBox="1"/>
          <p:nvPr/>
        </p:nvSpPr>
        <p:spPr>
          <a:xfrm>
            <a:off x="8299450" y="6246812"/>
            <a:ext cx="1223964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271" name="Shape 769"/>
          <p:cNvSpPr txBox="1"/>
          <p:nvPr/>
        </p:nvSpPr>
        <p:spPr>
          <a:xfrm>
            <a:off x="8021639" y="6405562"/>
            <a:ext cx="1489076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272" name="Shape 770"/>
          <p:cNvSpPr/>
          <p:nvPr/>
        </p:nvSpPr>
        <p:spPr>
          <a:xfrm>
            <a:off x="9517063" y="6264275"/>
            <a:ext cx="1479551" cy="349250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73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188" y="5849937"/>
            <a:ext cx="698501" cy="711201"/>
          </a:xfrm>
          <a:prstGeom prst="rect">
            <a:avLst/>
          </a:prstGeom>
          <a:ln w="12700">
            <a:miter lim="400000"/>
          </a:ln>
        </p:spPr>
      </p:pic>
      <p:sp>
        <p:nvSpPr>
          <p:cNvPr id="274" name="Shape 772"/>
          <p:cNvSpPr/>
          <p:nvPr/>
        </p:nvSpPr>
        <p:spPr>
          <a:xfrm>
            <a:off x="9510713" y="-4117975"/>
            <a:ext cx="5357813" cy="5357815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5" name="Shape 773"/>
          <p:cNvSpPr/>
          <p:nvPr/>
        </p:nvSpPr>
        <p:spPr>
          <a:xfrm>
            <a:off x="7743825" y="-4994275"/>
            <a:ext cx="5357815" cy="5357815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79" name="Shape 775"/>
          <p:cNvGrpSpPr/>
          <p:nvPr/>
        </p:nvGrpSpPr>
        <p:grpSpPr>
          <a:xfrm>
            <a:off x="2322514" y="1260475"/>
            <a:ext cx="403224" cy="107950"/>
            <a:chOff x="0" y="0"/>
            <a:chExt cx="403223" cy="107950"/>
          </a:xfrm>
        </p:grpSpPr>
        <p:sp>
          <p:nvSpPr>
            <p:cNvPr id="276" name="Shape 776"/>
            <p:cNvSpPr/>
            <p:nvPr/>
          </p:nvSpPr>
          <p:spPr>
            <a:xfrm>
              <a:off x="295043" y="0"/>
              <a:ext cx="108181" cy="107950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7" name="Shape 777"/>
            <p:cNvSpPr/>
            <p:nvPr/>
          </p:nvSpPr>
          <p:spPr>
            <a:xfrm>
              <a:off x="-1" y="0"/>
              <a:ext cx="108181" cy="107950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8" name="Shape 778"/>
            <p:cNvSpPr/>
            <p:nvPr/>
          </p:nvSpPr>
          <p:spPr>
            <a:xfrm>
              <a:off x="147521" y="0"/>
              <a:ext cx="108181" cy="107950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8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06477" y="363541"/>
            <a:ext cx="11783962" cy="576262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896111">
              <a:lnSpc>
                <a:spcPct val="81000"/>
              </a:lnSpc>
              <a:spcBef>
                <a:spcPts val="900"/>
              </a:spcBef>
              <a:buNone/>
              <a:defRPr sz="3136"/>
            </a:pPr>
            <a:r>
              <a:rPr lang="fr-FR" sz="3600" dirty="0" err="1"/>
              <a:t>Rehefa</a:t>
            </a:r>
            <a:r>
              <a:rPr lang="fr-FR" sz="3600" dirty="0"/>
              <a:t> </a:t>
            </a:r>
            <a:r>
              <a:rPr lang="fr-FR" sz="3600" dirty="0" err="1"/>
              <a:t>miresaka</a:t>
            </a:r>
            <a:r>
              <a:rPr lang="fr-FR" sz="3600" dirty="0"/>
              <a:t> </a:t>
            </a:r>
            <a:r>
              <a:rPr lang="fr-FR" sz="3600" dirty="0" err="1"/>
              <a:t>amin’ny</a:t>
            </a:r>
            <a:r>
              <a:rPr lang="fr-FR" sz="3600" dirty="0"/>
              <a:t> Islamo </a:t>
            </a:r>
            <a:r>
              <a:rPr lang="fr-FR" sz="3600" dirty="0" err="1"/>
              <a:t>isika</a:t>
            </a:r>
            <a:r>
              <a:rPr lang="fr-FR" sz="3600" dirty="0"/>
              <a:t> dia </a:t>
            </a:r>
            <a:r>
              <a:rPr lang="fr-FR" sz="3600" dirty="0" err="1"/>
              <a:t>tsapa</a:t>
            </a:r>
            <a:r>
              <a:rPr lang="fr-FR" sz="3600" dirty="0"/>
              <a:t> fa </a:t>
            </a:r>
            <a:r>
              <a:rPr lang="fr-FR" sz="3600" dirty="0" err="1"/>
              <a:t>tena</a:t>
            </a:r>
            <a:r>
              <a:rPr lang="fr-FR" sz="3600" dirty="0"/>
              <a:t> </a:t>
            </a:r>
            <a:r>
              <a:rPr lang="fr-FR" sz="3600" dirty="0" err="1"/>
              <a:t>olana</a:t>
            </a:r>
            <a:r>
              <a:rPr lang="fr-FR" sz="3600" dirty="0"/>
              <a:t> </a:t>
            </a:r>
            <a:r>
              <a:rPr lang="fr-FR" sz="3600" dirty="0" err="1"/>
              <a:t>lehibe</a:t>
            </a:r>
            <a:r>
              <a:rPr lang="fr-FR" sz="3600" dirty="0"/>
              <a:t> </a:t>
            </a:r>
            <a:r>
              <a:rPr lang="fr-FR" sz="3600" dirty="0" err="1"/>
              <a:t>tokoa</a:t>
            </a:r>
            <a:r>
              <a:rPr lang="fr-FR" sz="3600" dirty="0"/>
              <a:t> </a:t>
            </a:r>
            <a:r>
              <a:rPr lang="fr-FR" sz="3600" dirty="0" err="1"/>
              <a:t>ny</a:t>
            </a:r>
            <a:r>
              <a:rPr lang="fr-FR" sz="3600" dirty="0"/>
              <a:t> </a:t>
            </a:r>
            <a:r>
              <a:rPr lang="fr-FR" sz="3600" dirty="0" err="1"/>
              <a:t>resaka</a:t>
            </a:r>
            <a:r>
              <a:rPr lang="fr-FR" sz="3600" dirty="0"/>
              <a:t> </a:t>
            </a:r>
            <a:r>
              <a:rPr lang="fr-FR" sz="3600" dirty="0" err="1"/>
              <a:t>mahakasika</a:t>
            </a:r>
            <a:r>
              <a:rPr lang="fr-FR" sz="3600" dirty="0"/>
              <a:t> </a:t>
            </a:r>
            <a:r>
              <a:rPr lang="fr-FR" sz="3600" dirty="0" err="1"/>
              <a:t>ny</a:t>
            </a:r>
            <a:r>
              <a:rPr lang="fr-FR" sz="3600" dirty="0"/>
              <a:t> maha-</a:t>
            </a:r>
            <a:r>
              <a:rPr lang="fr-FR" sz="3600" dirty="0" err="1"/>
              <a:t>izy</a:t>
            </a:r>
            <a:r>
              <a:rPr lang="fr-FR" sz="3600" dirty="0"/>
              <a:t> </a:t>
            </a:r>
            <a:r>
              <a:rPr lang="fr-FR" sz="3600" dirty="0" err="1"/>
              <a:t>azy</a:t>
            </a:r>
            <a:r>
              <a:rPr lang="fr-FR" sz="3600" dirty="0"/>
              <a:t> </a:t>
            </a:r>
            <a:r>
              <a:rPr lang="fr-FR" sz="3600" dirty="0" err="1"/>
              <a:t>ny</a:t>
            </a:r>
            <a:r>
              <a:rPr lang="fr-FR" sz="3600" dirty="0"/>
              <a:t> </a:t>
            </a:r>
            <a:r>
              <a:rPr lang="fr-FR" sz="3600" dirty="0" err="1"/>
              <a:t>Kristiana</a:t>
            </a:r>
            <a:r>
              <a:rPr lang="fr-FR" sz="3600" dirty="0"/>
              <a:t>. </a:t>
            </a:r>
            <a:r>
              <a:rPr lang="fr-FR" sz="3600" dirty="0" err="1"/>
              <a:t>Ny</a:t>
            </a:r>
            <a:r>
              <a:rPr lang="fr-FR" sz="3600" dirty="0"/>
              <a:t> </a:t>
            </a:r>
            <a:r>
              <a:rPr lang="fr-FR" sz="3600" dirty="0" err="1"/>
              <a:t>fomba</a:t>
            </a:r>
            <a:r>
              <a:rPr lang="fr-FR" sz="3600" dirty="0"/>
              <a:t> </a:t>
            </a:r>
            <a:r>
              <a:rPr lang="fr-FR" sz="3600" dirty="0" err="1"/>
              <a:t>fahitan’ny</a:t>
            </a:r>
            <a:r>
              <a:rPr lang="fr-FR" sz="3600" dirty="0"/>
              <a:t> Islamo </a:t>
            </a:r>
            <a:r>
              <a:rPr lang="fr-FR" sz="3600" dirty="0" err="1"/>
              <a:t>ny</a:t>
            </a:r>
            <a:r>
              <a:rPr lang="fr-FR" sz="3600" dirty="0"/>
              <a:t> “</a:t>
            </a:r>
            <a:r>
              <a:rPr lang="fr-FR" sz="3600" dirty="0" err="1"/>
              <a:t>Kristiana</a:t>
            </a:r>
            <a:r>
              <a:rPr lang="fr-FR" sz="3600" dirty="0"/>
              <a:t>” dia </a:t>
            </a:r>
            <a:r>
              <a:rPr lang="fr-FR" sz="3600" dirty="0" err="1"/>
              <a:t>mety</a:t>
            </a:r>
            <a:r>
              <a:rPr lang="fr-FR" sz="3600" dirty="0"/>
              <a:t> </a:t>
            </a:r>
            <a:r>
              <a:rPr lang="fr-FR" sz="3600" dirty="0" err="1"/>
              <a:t>samihafa</a:t>
            </a:r>
            <a:r>
              <a:rPr lang="fr-FR" sz="3600" dirty="0"/>
              <a:t> </a:t>
            </a:r>
            <a:r>
              <a:rPr lang="fr-FR" sz="3600" dirty="0" err="1"/>
              <a:t>be</a:t>
            </a:r>
            <a:r>
              <a:rPr lang="fr-FR" sz="3600" dirty="0"/>
              <a:t> </a:t>
            </a:r>
            <a:r>
              <a:rPr lang="fr-FR" sz="3600" dirty="0" err="1"/>
              <a:t>amin’ny</a:t>
            </a:r>
            <a:r>
              <a:rPr lang="fr-FR" sz="3600" dirty="0"/>
              <a:t> </a:t>
            </a:r>
            <a:r>
              <a:rPr lang="fr-FR" sz="3600" dirty="0" err="1"/>
              <a:t>fomba</a:t>
            </a:r>
            <a:r>
              <a:rPr lang="fr-FR" sz="3600" dirty="0"/>
              <a:t> </a:t>
            </a:r>
            <a:r>
              <a:rPr lang="fr-FR" sz="3600" dirty="0" err="1"/>
              <a:t>fahitantsika</a:t>
            </a:r>
            <a:r>
              <a:rPr lang="fr-FR" sz="3600" dirty="0"/>
              <a:t> </a:t>
            </a:r>
            <a:r>
              <a:rPr lang="fr-FR" sz="3600" dirty="0" err="1"/>
              <a:t>azy</a:t>
            </a:r>
            <a:r>
              <a:rPr lang="fr-FR" sz="3600" dirty="0"/>
              <a:t> </a:t>
            </a:r>
            <a:r>
              <a:rPr lang="fr-FR" sz="3600" dirty="0" err="1"/>
              <a:t>araka</a:t>
            </a:r>
            <a:r>
              <a:rPr lang="fr-FR" sz="3600" dirty="0"/>
              <a:t> </a:t>
            </a:r>
            <a:r>
              <a:rPr lang="fr-FR" sz="3600" dirty="0" err="1"/>
              <a:t>ny</a:t>
            </a:r>
            <a:r>
              <a:rPr lang="fr-FR" sz="3600" dirty="0"/>
              <a:t> </a:t>
            </a:r>
            <a:r>
              <a:rPr lang="fr-FR" sz="3600" dirty="0" err="1"/>
              <a:t>mahazatra</a:t>
            </a:r>
            <a:r>
              <a:rPr lang="fr-FR" sz="3600" dirty="0"/>
              <a:t>. </a:t>
            </a:r>
            <a:r>
              <a:rPr lang="fr-FR" sz="3600" dirty="0" err="1"/>
              <a:t>Ny</a:t>
            </a:r>
            <a:r>
              <a:rPr lang="fr-FR" sz="3600" dirty="0"/>
              <a:t> </a:t>
            </a:r>
            <a:r>
              <a:rPr lang="fr-FR" sz="3600" dirty="0" err="1"/>
              <a:t>ankamaroan’ny</a:t>
            </a:r>
            <a:r>
              <a:rPr lang="fr-FR" sz="3600" dirty="0"/>
              <a:t> Islamo dia </a:t>
            </a:r>
            <a:r>
              <a:rPr lang="fr-FR" sz="3600" dirty="0" err="1"/>
              <a:t>mihevitra</a:t>
            </a:r>
            <a:r>
              <a:rPr lang="fr-FR" sz="3600" dirty="0"/>
              <a:t> fa </a:t>
            </a:r>
            <a:r>
              <a:rPr lang="fr-FR" sz="3600" dirty="0" err="1"/>
              <a:t>ny</a:t>
            </a:r>
            <a:r>
              <a:rPr lang="fr-FR" sz="3600" dirty="0"/>
              <a:t> </a:t>
            </a:r>
            <a:r>
              <a:rPr lang="fr-FR" sz="3600" dirty="0" err="1"/>
              <a:t>Kristiana</a:t>
            </a:r>
            <a:r>
              <a:rPr lang="fr-FR" sz="3600" dirty="0"/>
              <a:t> dia </a:t>
            </a:r>
            <a:r>
              <a:rPr lang="fr-FR" sz="3600" dirty="0" err="1"/>
              <a:t>ireo</a:t>
            </a:r>
            <a:r>
              <a:rPr lang="fr-FR" sz="3600" dirty="0"/>
              <a:t> </a:t>
            </a:r>
            <a:r>
              <a:rPr lang="fr-FR" sz="3600" dirty="0" err="1"/>
              <a:t>izay</a:t>
            </a:r>
            <a:r>
              <a:rPr lang="fr-FR" sz="3600" dirty="0"/>
              <a:t>: </a:t>
            </a:r>
          </a:p>
          <a:p>
            <a:pPr marL="0" indent="0" defTabSz="896111">
              <a:lnSpc>
                <a:spcPct val="81000"/>
              </a:lnSpc>
              <a:spcBef>
                <a:spcPts val="900"/>
              </a:spcBef>
              <a:buNone/>
              <a:defRPr sz="3136"/>
            </a:pPr>
            <a:r>
              <a:rPr lang="fr-FR" sz="3600" dirty="0"/>
              <a:t>•	</a:t>
            </a:r>
            <a:r>
              <a:rPr lang="fr-FR" sz="3600" dirty="0" err="1"/>
              <a:t>Mihinana</a:t>
            </a:r>
            <a:r>
              <a:rPr lang="fr-FR" sz="3600" dirty="0"/>
              <a:t> </a:t>
            </a:r>
            <a:r>
              <a:rPr lang="fr-FR" sz="3600" dirty="0" err="1"/>
              <a:t>henankisoa</a:t>
            </a:r>
            <a:r>
              <a:rPr lang="fr-FR" sz="3600" dirty="0"/>
              <a:t> </a:t>
            </a:r>
          </a:p>
          <a:p>
            <a:pPr marL="0" indent="0" defTabSz="896111">
              <a:lnSpc>
                <a:spcPct val="81000"/>
              </a:lnSpc>
              <a:spcBef>
                <a:spcPts val="900"/>
              </a:spcBef>
              <a:buNone/>
              <a:defRPr sz="3136"/>
            </a:pPr>
            <a:r>
              <a:rPr lang="fr-FR" sz="3600" dirty="0"/>
              <a:t>•	</a:t>
            </a:r>
            <a:r>
              <a:rPr lang="fr-FR" sz="3600" dirty="0" err="1"/>
              <a:t>Misotro</a:t>
            </a:r>
            <a:r>
              <a:rPr lang="fr-FR" sz="3600" dirty="0"/>
              <a:t> </a:t>
            </a:r>
            <a:r>
              <a:rPr lang="fr-FR" sz="3600" dirty="0" err="1"/>
              <a:t>divay</a:t>
            </a:r>
            <a:r>
              <a:rPr lang="fr-FR" sz="3600" dirty="0"/>
              <a:t> </a:t>
            </a:r>
          </a:p>
          <a:p>
            <a:pPr marL="0" indent="0" defTabSz="896111">
              <a:lnSpc>
                <a:spcPct val="81000"/>
              </a:lnSpc>
              <a:spcBef>
                <a:spcPts val="900"/>
              </a:spcBef>
              <a:buNone/>
              <a:defRPr sz="3136"/>
            </a:pPr>
            <a:r>
              <a:rPr lang="fr-FR" sz="3600" dirty="0"/>
              <a:t>•	</a:t>
            </a:r>
            <a:r>
              <a:rPr lang="fr-FR" sz="3600" dirty="0" err="1"/>
              <a:t>Mandeha</a:t>
            </a:r>
            <a:r>
              <a:rPr lang="fr-FR" sz="3600" dirty="0"/>
              <a:t> </a:t>
            </a:r>
            <a:r>
              <a:rPr lang="fr-FR" sz="3600" dirty="0" err="1"/>
              <a:t>any</a:t>
            </a:r>
            <a:r>
              <a:rPr lang="fr-FR" sz="3600" dirty="0"/>
              <a:t> </a:t>
            </a:r>
            <a:r>
              <a:rPr lang="fr-FR" sz="3600" dirty="0" err="1"/>
              <a:t>am-piangonana</a:t>
            </a:r>
            <a:r>
              <a:rPr lang="fr-FR" sz="3600" dirty="0"/>
              <a:t> </a:t>
            </a:r>
            <a:r>
              <a:rPr lang="fr-FR" sz="3600" dirty="0" err="1"/>
              <a:t>amin’ny</a:t>
            </a:r>
            <a:r>
              <a:rPr lang="fr-FR" sz="3600" dirty="0"/>
              <a:t> </a:t>
            </a:r>
            <a:r>
              <a:rPr lang="fr-FR" sz="3600" dirty="0" err="1"/>
              <a:t>andro</a:t>
            </a:r>
            <a:r>
              <a:rPr lang="fr-FR" sz="3600" dirty="0"/>
              <a:t> </a:t>
            </a:r>
            <a:r>
              <a:rPr lang="fr-FR" sz="3600" dirty="0" err="1"/>
              <a:t>Alahady</a:t>
            </a:r>
            <a:endParaRPr lang="fr-FR" sz="3600" dirty="0"/>
          </a:p>
          <a:p>
            <a:pPr marL="0" indent="0" defTabSz="896111">
              <a:lnSpc>
                <a:spcPct val="81000"/>
              </a:lnSpc>
              <a:spcBef>
                <a:spcPts val="900"/>
              </a:spcBef>
              <a:buNone/>
              <a:defRPr sz="3136"/>
            </a:pPr>
            <a:r>
              <a:rPr lang="fr-FR" sz="3600" dirty="0"/>
              <a:t>•	</a:t>
            </a:r>
            <a:r>
              <a:rPr lang="fr-FR" sz="3600" dirty="0" err="1"/>
              <a:t>Manao</a:t>
            </a:r>
            <a:r>
              <a:rPr lang="fr-FR" sz="3600" dirty="0"/>
              <a:t> </a:t>
            </a:r>
            <a:r>
              <a:rPr lang="fr-FR" sz="3600" dirty="0" err="1"/>
              <a:t>fitafiana</a:t>
            </a:r>
            <a:r>
              <a:rPr lang="fr-FR" sz="3600" dirty="0"/>
              <a:t> </a:t>
            </a:r>
            <a:r>
              <a:rPr lang="fr-FR" sz="3600" dirty="0" err="1"/>
              <a:t>tsy</a:t>
            </a:r>
            <a:r>
              <a:rPr lang="fr-FR" sz="3600" dirty="0"/>
              <a:t> </a:t>
            </a:r>
            <a:r>
              <a:rPr lang="fr-FR" sz="3600" dirty="0" err="1"/>
              <a:t>mendrika</a:t>
            </a:r>
            <a:r>
              <a:rPr lang="fr-FR" sz="3600" dirty="0"/>
              <a:t> </a:t>
            </a:r>
          </a:p>
          <a:p>
            <a:pPr marL="0" indent="0" defTabSz="896111">
              <a:lnSpc>
                <a:spcPct val="81000"/>
              </a:lnSpc>
              <a:spcBef>
                <a:spcPts val="900"/>
              </a:spcBef>
              <a:buNone/>
              <a:defRPr sz="3136"/>
            </a:pPr>
            <a:r>
              <a:rPr lang="fr-FR" sz="3600" dirty="0"/>
              <a:t>•	</a:t>
            </a:r>
            <a:r>
              <a:rPr lang="fr-FR" sz="3600" dirty="0" err="1"/>
              <a:t>Manana</a:t>
            </a:r>
            <a:r>
              <a:rPr lang="fr-FR" sz="3600" dirty="0"/>
              <a:t> </a:t>
            </a:r>
            <a:r>
              <a:rPr lang="fr-FR" sz="3600" dirty="0" err="1"/>
              <a:t>fomba</a:t>
            </a:r>
            <a:r>
              <a:rPr lang="fr-FR" sz="3600" dirty="0"/>
              <a:t> </a:t>
            </a:r>
            <a:r>
              <a:rPr lang="fr-FR" sz="3600" dirty="0" err="1"/>
              <a:t>fiaina</a:t>
            </a:r>
            <a:r>
              <a:rPr lang="fr-FR" sz="3600" dirty="0"/>
              <a:t> </a:t>
            </a:r>
            <a:r>
              <a:rPr lang="fr-FR" sz="3600" dirty="0" err="1"/>
              <a:t>feno</a:t>
            </a:r>
            <a:r>
              <a:rPr lang="fr-FR" sz="3600" dirty="0"/>
              <a:t> </a:t>
            </a:r>
            <a:r>
              <a:rPr lang="fr-FR" sz="3600" dirty="0" err="1"/>
              <a:t>faharatsiana</a:t>
            </a:r>
            <a:r>
              <a:rPr lang="fr-FR" sz="3600" dirty="0"/>
              <a:t> (</a:t>
            </a:r>
            <a:r>
              <a:rPr lang="fr-FR" sz="3600" dirty="0" err="1"/>
              <a:t>fitiavana</a:t>
            </a:r>
            <a:r>
              <a:rPr lang="fr-FR" sz="3600" dirty="0"/>
              <a:t> </a:t>
            </a:r>
            <a:r>
              <a:rPr lang="fr-FR" sz="3600" dirty="0" err="1"/>
              <a:t>manao</a:t>
            </a:r>
            <a:r>
              <a:rPr lang="fr-FR" sz="3600" dirty="0"/>
              <a:t> </a:t>
            </a:r>
            <a:r>
              <a:rPr lang="fr-FR" sz="3600" dirty="0" err="1"/>
              <a:t>lanonana</a:t>
            </a:r>
            <a:r>
              <a:rPr lang="fr-FR" sz="3600" dirty="0"/>
              <a:t>, </a:t>
            </a:r>
            <a:r>
              <a:rPr lang="fr-FR" sz="3600" dirty="0" err="1"/>
              <a:t>firaisana</a:t>
            </a:r>
            <a:r>
              <a:rPr lang="fr-FR" sz="3600" dirty="0"/>
              <a:t> ara-</a:t>
            </a:r>
            <a:r>
              <a:rPr lang="fr-FR" sz="3600" dirty="0" err="1"/>
              <a:t>nofo</a:t>
            </a:r>
            <a:r>
              <a:rPr lang="fr-FR" sz="3600" dirty="0"/>
              <a:t>, </a:t>
            </a:r>
            <a:r>
              <a:rPr lang="fr-FR" sz="3600" dirty="0" err="1"/>
              <a:t>zava-mahadomelina</a:t>
            </a:r>
            <a:r>
              <a:rPr lang="fr-FR" sz="3600" dirty="0"/>
              <a:t>, …)</a:t>
            </a:r>
          </a:p>
          <a:p>
            <a:pPr marL="0" indent="0" defTabSz="896111">
              <a:lnSpc>
                <a:spcPct val="81000"/>
              </a:lnSpc>
              <a:spcBef>
                <a:spcPts val="900"/>
              </a:spcBef>
              <a:buNone/>
              <a:defRPr sz="3136"/>
            </a:pP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11638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 build="p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766"/>
          <p:cNvSpPr/>
          <p:nvPr/>
        </p:nvSpPr>
        <p:spPr>
          <a:xfrm>
            <a:off x="-4313262" y="6406177"/>
            <a:ext cx="10108058" cy="10108059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4" name="Shape 767"/>
          <p:cNvSpPr/>
          <p:nvPr/>
        </p:nvSpPr>
        <p:spPr>
          <a:xfrm>
            <a:off x="-5949540" y="4959344"/>
            <a:ext cx="9124297" cy="9124297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" name="Shape 768"/>
          <p:cNvSpPr txBox="1"/>
          <p:nvPr/>
        </p:nvSpPr>
        <p:spPr>
          <a:xfrm>
            <a:off x="8299302" y="6247483"/>
            <a:ext cx="1223413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146" name="Shape 769"/>
          <p:cNvSpPr txBox="1"/>
          <p:nvPr/>
        </p:nvSpPr>
        <p:spPr>
          <a:xfrm>
            <a:off x="8021256" y="6406177"/>
            <a:ext cx="1489510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147" name="Shape 770"/>
          <p:cNvSpPr/>
          <p:nvPr/>
        </p:nvSpPr>
        <p:spPr>
          <a:xfrm>
            <a:off x="9517505" y="6264614"/>
            <a:ext cx="1478605" cy="348913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48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545" y="5850021"/>
            <a:ext cx="698501" cy="711437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hape 772"/>
          <p:cNvSpPr/>
          <p:nvPr/>
        </p:nvSpPr>
        <p:spPr>
          <a:xfrm>
            <a:off x="9510765" y="-4118182"/>
            <a:ext cx="5357729" cy="5357729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0" name="Shape 773"/>
          <p:cNvSpPr/>
          <p:nvPr/>
        </p:nvSpPr>
        <p:spPr>
          <a:xfrm>
            <a:off x="7743652" y="-4994505"/>
            <a:ext cx="5357729" cy="5357729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1" name="Shape 774"/>
          <p:cNvSpPr txBox="1"/>
          <p:nvPr/>
        </p:nvSpPr>
        <p:spPr>
          <a:xfrm>
            <a:off x="294968" y="1483994"/>
            <a:ext cx="11897031" cy="5262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>
              <a:buSzPct val="100000"/>
              <a:defRPr sz="3200"/>
            </a:pPr>
            <a:r>
              <a:rPr lang="fr-FR" sz="2800" dirty="0" err="1"/>
              <a:t>Rehefa</a:t>
            </a:r>
            <a:r>
              <a:rPr lang="fr-FR" sz="2800" dirty="0"/>
              <a:t> </a:t>
            </a:r>
            <a:r>
              <a:rPr lang="fr-FR" sz="2800" dirty="0" err="1"/>
              <a:t>nifidy</a:t>
            </a:r>
            <a:r>
              <a:rPr lang="fr-FR" sz="2800" dirty="0"/>
              <a:t> </a:t>
            </a: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Isiraelita</a:t>
            </a:r>
            <a:r>
              <a:rPr lang="fr-FR" sz="2800" dirty="0"/>
              <a:t> ho </a:t>
            </a:r>
            <a:r>
              <a:rPr lang="fr-FR" sz="2800" dirty="0" err="1"/>
              <a:t>olom-boafidiny</a:t>
            </a:r>
            <a:r>
              <a:rPr lang="fr-FR" sz="2800" dirty="0"/>
              <a:t> </a:t>
            </a:r>
            <a:r>
              <a:rPr lang="fr-FR" sz="2800" dirty="0" err="1"/>
              <a:t>Andriamanitra</a:t>
            </a:r>
            <a:r>
              <a:rPr lang="fr-FR" sz="2800" dirty="0"/>
              <a:t>, dia </a:t>
            </a:r>
            <a:r>
              <a:rPr lang="fr-FR" sz="2800" dirty="0" err="1"/>
              <a:t>nanome</a:t>
            </a:r>
            <a:r>
              <a:rPr lang="fr-FR" sz="2800" dirty="0"/>
              <a:t> </a:t>
            </a:r>
            <a:r>
              <a:rPr lang="fr-FR" sz="2800" dirty="0" err="1"/>
              <a:t>azy</a:t>
            </a:r>
            <a:r>
              <a:rPr lang="fr-FR" sz="2800" dirty="0"/>
              <a:t> </a:t>
            </a:r>
            <a:r>
              <a:rPr lang="fr-FR" sz="2800" dirty="0" err="1"/>
              <a:t>ireo</a:t>
            </a:r>
            <a:r>
              <a:rPr lang="fr-FR" sz="2800" dirty="0"/>
              <a:t> </a:t>
            </a:r>
            <a:r>
              <a:rPr lang="fr-FR" sz="2800" dirty="0" err="1"/>
              <a:t>famantarana</a:t>
            </a:r>
            <a:r>
              <a:rPr lang="fr-FR" sz="2800" dirty="0"/>
              <a:t> </a:t>
            </a:r>
            <a:r>
              <a:rPr lang="fr-FR" sz="2800" dirty="0" err="1"/>
              <a:t>dimy</a:t>
            </a:r>
            <a:r>
              <a:rPr lang="fr-FR" sz="2800" dirty="0"/>
              <a:t> </a:t>
            </a:r>
            <a:r>
              <a:rPr lang="fr-FR" sz="2800" dirty="0" err="1"/>
              <a:t>mazava</a:t>
            </a:r>
            <a:r>
              <a:rPr lang="fr-FR" sz="2800" dirty="0"/>
              <a:t> </a:t>
            </a:r>
            <a:r>
              <a:rPr lang="fr-FR" sz="2800" dirty="0" err="1"/>
              <a:t>tsara</a:t>
            </a:r>
            <a:r>
              <a:rPr lang="fr-FR" sz="2800" dirty="0"/>
              <a:t>, </a:t>
            </a:r>
            <a:r>
              <a:rPr lang="fr-FR" sz="2800" dirty="0" err="1"/>
              <a:t>izay</a:t>
            </a:r>
            <a:r>
              <a:rPr lang="fr-FR" sz="2800" dirty="0"/>
              <a:t> </a:t>
            </a:r>
            <a:r>
              <a:rPr lang="fr-FR" sz="2800" dirty="0" err="1"/>
              <a:t>mampiavaka</a:t>
            </a:r>
            <a:r>
              <a:rPr lang="fr-FR" sz="2800" dirty="0"/>
              <a:t> </a:t>
            </a:r>
            <a:r>
              <a:rPr lang="fr-FR" sz="2800" dirty="0" err="1"/>
              <a:t>azy</a:t>
            </a:r>
            <a:r>
              <a:rPr lang="fr-FR" sz="2800" dirty="0"/>
              <a:t> </a:t>
            </a:r>
            <a:r>
              <a:rPr lang="fr-FR" sz="2800" dirty="0" err="1"/>
              <a:t>ireo</a:t>
            </a:r>
            <a:r>
              <a:rPr lang="fr-FR" sz="2800" dirty="0"/>
              <a:t> </a:t>
            </a:r>
            <a:r>
              <a:rPr lang="fr-FR" sz="2800" dirty="0" err="1"/>
              <a:t>amin’ny</a:t>
            </a:r>
            <a:r>
              <a:rPr lang="fr-FR" sz="2800" dirty="0"/>
              <a:t> </a:t>
            </a:r>
            <a:r>
              <a:rPr lang="fr-FR" sz="2800" dirty="0" err="1"/>
              <a:t>olon-kafa</a:t>
            </a:r>
            <a:r>
              <a:rPr lang="fr-FR" sz="2800" dirty="0"/>
              <a:t> </a:t>
            </a:r>
            <a:r>
              <a:rPr lang="fr-FR" sz="2800" dirty="0" err="1"/>
              <a:t>rehetra</a:t>
            </a:r>
            <a:r>
              <a:rPr lang="fr-FR" sz="2800" dirty="0"/>
              <a:t>:</a:t>
            </a:r>
          </a:p>
          <a:p>
            <a:pPr>
              <a:buSzPct val="100000"/>
              <a:defRPr sz="3200"/>
            </a:pPr>
            <a:r>
              <a:rPr lang="fr-FR" sz="2800" dirty="0" err="1" smtClean="0"/>
              <a:t>a.Tsy</a:t>
            </a:r>
            <a:r>
              <a:rPr lang="fr-FR" sz="2800" dirty="0" smtClean="0"/>
              <a:t> </a:t>
            </a:r>
            <a:r>
              <a:rPr lang="fr-FR" sz="2800" dirty="0" err="1"/>
              <a:t>maintsy</a:t>
            </a:r>
            <a:r>
              <a:rPr lang="fr-FR" sz="2800" dirty="0"/>
              <a:t> </a:t>
            </a:r>
            <a:r>
              <a:rPr lang="fr-FR" sz="2800" dirty="0" err="1"/>
              <a:t>taranak’i</a:t>
            </a:r>
            <a:r>
              <a:rPr lang="fr-FR" sz="2800" dirty="0"/>
              <a:t> </a:t>
            </a:r>
            <a:r>
              <a:rPr lang="fr-FR" sz="2800" dirty="0" err="1"/>
              <a:t>Abrahama</a:t>
            </a:r>
            <a:r>
              <a:rPr lang="fr-FR" sz="2800" dirty="0"/>
              <a:t> </a:t>
            </a:r>
            <a:r>
              <a:rPr lang="fr-FR" sz="2800" dirty="0" err="1"/>
              <a:t>izy</a:t>
            </a:r>
            <a:r>
              <a:rPr lang="fr-FR" sz="2800" dirty="0"/>
              <a:t> </a:t>
            </a:r>
            <a:r>
              <a:rPr lang="fr-FR" sz="2800" dirty="0" err="1"/>
              <a:t>ireo</a:t>
            </a:r>
            <a:r>
              <a:rPr lang="fr-FR" sz="2800" dirty="0"/>
              <a:t>.</a:t>
            </a:r>
          </a:p>
          <a:p>
            <a:pPr>
              <a:buSzPct val="100000"/>
              <a:defRPr sz="3200"/>
            </a:pPr>
            <a:r>
              <a:rPr lang="fr-FR" sz="2800" dirty="0" err="1" smtClean="0"/>
              <a:t>b.Tsy</a:t>
            </a:r>
            <a:r>
              <a:rPr lang="fr-FR" sz="2800" dirty="0" smtClean="0"/>
              <a:t> </a:t>
            </a:r>
            <a:r>
              <a:rPr lang="fr-FR" sz="2800" dirty="0" err="1"/>
              <a:t>maintsy</a:t>
            </a:r>
            <a:r>
              <a:rPr lang="fr-FR" sz="2800" dirty="0"/>
              <a:t> </a:t>
            </a:r>
            <a:r>
              <a:rPr lang="fr-FR" sz="2800" dirty="0" err="1"/>
              <a:t>forana</a:t>
            </a:r>
            <a:r>
              <a:rPr lang="fr-FR" sz="2800" dirty="0"/>
              <a:t> </a:t>
            </a:r>
            <a:r>
              <a:rPr lang="fr-FR" sz="2800" dirty="0" err="1"/>
              <a:t>avokoa</a:t>
            </a:r>
            <a:r>
              <a:rPr lang="fr-FR" sz="2800" dirty="0"/>
              <a:t> </a:t>
            </a: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zazalahy</a:t>
            </a:r>
            <a:r>
              <a:rPr lang="fr-FR" sz="2800" dirty="0"/>
              <a:t> </a:t>
            </a:r>
            <a:r>
              <a:rPr lang="fr-FR" sz="2800" dirty="0" err="1"/>
              <a:t>rehetra</a:t>
            </a:r>
            <a:r>
              <a:rPr lang="fr-FR" sz="2800" dirty="0"/>
              <a:t> </a:t>
            </a:r>
            <a:r>
              <a:rPr lang="fr-FR" sz="2800" dirty="0" err="1"/>
              <a:t>taranak’i</a:t>
            </a:r>
            <a:r>
              <a:rPr lang="fr-FR" sz="2800" dirty="0"/>
              <a:t> </a:t>
            </a:r>
            <a:r>
              <a:rPr lang="fr-FR" sz="2800" dirty="0" err="1"/>
              <a:t>Abrahama</a:t>
            </a:r>
            <a:r>
              <a:rPr lang="fr-FR" sz="2800" dirty="0"/>
              <a:t>.</a:t>
            </a:r>
          </a:p>
          <a:p>
            <a:pPr>
              <a:buSzPct val="100000"/>
              <a:defRPr sz="3200"/>
            </a:pPr>
            <a:r>
              <a:rPr lang="fr-FR" sz="2800" dirty="0" err="1" smtClean="0"/>
              <a:t>d.Tsy</a:t>
            </a:r>
            <a:r>
              <a:rPr lang="fr-FR" sz="2800" dirty="0" smtClean="0"/>
              <a:t> </a:t>
            </a:r>
            <a:r>
              <a:rPr lang="fr-FR" sz="2800" dirty="0" err="1"/>
              <a:t>maintsy</a:t>
            </a:r>
            <a:r>
              <a:rPr lang="fr-FR" sz="2800" dirty="0"/>
              <a:t> </a:t>
            </a:r>
            <a:r>
              <a:rPr lang="fr-FR" sz="2800" dirty="0" err="1"/>
              <a:t>mahay</a:t>
            </a:r>
            <a:r>
              <a:rPr lang="fr-FR" sz="2800" dirty="0"/>
              <a:t> </a:t>
            </a:r>
            <a:r>
              <a:rPr lang="fr-FR" sz="2800" dirty="0" err="1"/>
              <a:t>manavaka</a:t>
            </a:r>
            <a:r>
              <a:rPr lang="fr-FR" sz="2800" dirty="0"/>
              <a:t> </a:t>
            </a: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madio</a:t>
            </a:r>
            <a:r>
              <a:rPr lang="fr-FR" sz="2800" dirty="0"/>
              <a:t> </a:t>
            </a:r>
            <a:r>
              <a:rPr lang="fr-FR" sz="2800" dirty="0" err="1"/>
              <a:t>sy</a:t>
            </a:r>
            <a:r>
              <a:rPr lang="fr-FR" sz="2800" dirty="0"/>
              <a:t> </a:t>
            </a: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tsy</a:t>
            </a:r>
            <a:r>
              <a:rPr lang="fr-FR" sz="2800" dirty="0"/>
              <a:t> </a:t>
            </a:r>
            <a:r>
              <a:rPr lang="fr-FR" sz="2800" dirty="0" err="1"/>
              <a:t>madio</a:t>
            </a:r>
            <a:r>
              <a:rPr lang="fr-FR" sz="2800" dirty="0"/>
              <a:t> </a:t>
            </a:r>
            <a:r>
              <a:rPr lang="fr-FR" sz="2800" dirty="0" err="1"/>
              <a:t>izy</a:t>
            </a:r>
            <a:r>
              <a:rPr lang="fr-FR" sz="2800" dirty="0"/>
              <a:t> </a:t>
            </a:r>
            <a:r>
              <a:rPr lang="fr-FR" sz="2800" dirty="0" err="1"/>
              <a:t>ireo</a:t>
            </a:r>
            <a:r>
              <a:rPr lang="fr-FR" sz="2800" dirty="0"/>
              <a:t>.</a:t>
            </a:r>
          </a:p>
          <a:p>
            <a:pPr>
              <a:buSzPct val="100000"/>
              <a:defRPr sz="3200"/>
            </a:pPr>
            <a:r>
              <a:rPr lang="fr-FR" sz="2800" dirty="0" err="1" smtClean="0"/>
              <a:t>e.Tsy</a:t>
            </a:r>
            <a:r>
              <a:rPr lang="fr-FR" sz="2800" dirty="0" smtClean="0"/>
              <a:t> </a:t>
            </a:r>
            <a:r>
              <a:rPr lang="fr-FR" sz="2800" dirty="0" err="1"/>
              <a:t>maintsy</a:t>
            </a:r>
            <a:r>
              <a:rPr lang="fr-FR" sz="2800" dirty="0"/>
              <a:t> </a:t>
            </a:r>
            <a:r>
              <a:rPr lang="fr-FR" sz="2800" dirty="0" err="1"/>
              <a:t>mino</a:t>
            </a:r>
            <a:r>
              <a:rPr lang="fr-FR" sz="2800" dirty="0"/>
              <a:t> </a:t>
            </a:r>
            <a:r>
              <a:rPr lang="fr-FR" sz="2800" dirty="0" err="1"/>
              <a:t>izy</a:t>
            </a:r>
            <a:r>
              <a:rPr lang="fr-FR" sz="2800" dirty="0"/>
              <a:t> </a:t>
            </a:r>
            <a:r>
              <a:rPr lang="fr-FR" sz="2800" dirty="0" err="1"/>
              <a:t>ireo</a:t>
            </a:r>
            <a:r>
              <a:rPr lang="fr-FR" sz="2800" dirty="0"/>
              <a:t> </a:t>
            </a:r>
            <a:r>
              <a:rPr lang="fr-FR" sz="2800" dirty="0" err="1"/>
              <a:t>ary</a:t>
            </a:r>
            <a:r>
              <a:rPr lang="fr-FR" sz="2800" dirty="0"/>
              <a:t> </a:t>
            </a:r>
            <a:r>
              <a:rPr lang="fr-FR" sz="2800" dirty="0" err="1"/>
              <a:t>manaraka</a:t>
            </a:r>
            <a:r>
              <a:rPr lang="fr-FR" sz="2800" dirty="0"/>
              <a:t> </a:t>
            </a: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Soratra</a:t>
            </a:r>
            <a:r>
              <a:rPr lang="fr-FR" sz="2800" dirty="0"/>
              <a:t> </a:t>
            </a:r>
            <a:r>
              <a:rPr lang="fr-FR" sz="2800" dirty="0" err="1"/>
              <a:t>Masina</a:t>
            </a:r>
            <a:r>
              <a:rPr lang="fr-FR" sz="2800" dirty="0"/>
              <a:t> </a:t>
            </a:r>
            <a:r>
              <a:rPr lang="fr-FR" sz="2800" dirty="0" err="1"/>
              <a:t>izay</a:t>
            </a:r>
            <a:r>
              <a:rPr lang="fr-FR" sz="2800" dirty="0"/>
              <a:t> </a:t>
            </a:r>
            <a:r>
              <a:rPr lang="fr-FR" sz="2800" dirty="0" err="1"/>
              <a:t>nampahafantarin’Andriamanitra</a:t>
            </a:r>
            <a:endParaRPr lang="fr-FR" sz="2800" dirty="0"/>
          </a:p>
          <a:p>
            <a:pPr>
              <a:buSzPct val="100000"/>
              <a:defRPr sz="3200"/>
            </a:pPr>
            <a:r>
              <a:rPr lang="fr-FR" sz="2800" dirty="0" err="1" smtClean="0"/>
              <a:t>f.Tsy</a:t>
            </a:r>
            <a:r>
              <a:rPr lang="fr-FR" sz="2800" dirty="0" smtClean="0"/>
              <a:t> </a:t>
            </a:r>
            <a:r>
              <a:rPr lang="fr-FR" sz="2800" dirty="0" err="1"/>
              <a:t>maintsy</a:t>
            </a:r>
            <a:r>
              <a:rPr lang="fr-FR" sz="2800" dirty="0"/>
              <a:t> </a:t>
            </a:r>
            <a:r>
              <a:rPr lang="fr-FR" sz="2800" dirty="0" err="1"/>
              <a:t>mitandrina</a:t>
            </a:r>
            <a:r>
              <a:rPr lang="fr-FR" sz="2800" dirty="0"/>
              <a:t> </a:t>
            </a: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Sabatan’ny</a:t>
            </a:r>
            <a:r>
              <a:rPr lang="fr-FR" sz="2800" dirty="0"/>
              <a:t> </a:t>
            </a:r>
            <a:r>
              <a:rPr lang="fr-FR" sz="2800" dirty="0" err="1"/>
              <a:t>Tompo</a:t>
            </a:r>
            <a:r>
              <a:rPr lang="fr-FR" sz="2800" dirty="0"/>
              <a:t> </a:t>
            </a:r>
            <a:r>
              <a:rPr lang="fr-FR" sz="2800" dirty="0" err="1"/>
              <a:t>izy</a:t>
            </a:r>
            <a:r>
              <a:rPr lang="fr-FR" sz="2800" dirty="0"/>
              <a:t> </a:t>
            </a:r>
            <a:r>
              <a:rPr lang="fr-FR" sz="2800" dirty="0" err="1"/>
              <a:t>ireo</a:t>
            </a:r>
            <a:r>
              <a:rPr lang="fr-FR" sz="2800" dirty="0"/>
              <a:t>.</a:t>
            </a:r>
          </a:p>
          <a:p>
            <a:pPr>
              <a:buSzPct val="100000"/>
              <a:defRPr sz="3200"/>
            </a:pP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roa</a:t>
            </a:r>
            <a:r>
              <a:rPr lang="fr-FR" sz="2800" dirty="0"/>
              <a:t> </a:t>
            </a:r>
            <a:r>
              <a:rPr lang="fr-FR" sz="2800" dirty="0" err="1"/>
              <a:t>voalohany</a:t>
            </a:r>
            <a:r>
              <a:rPr lang="fr-FR" sz="2800" dirty="0"/>
              <a:t> dia </a:t>
            </a:r>
            <a:r>
              <a:rPr lang="fr-FR" sz="2800" dirty="0" err="1"/>
              <a:t>mariky</a:t>
            </a:r>
            <a:r>
              <a:rPr lang="fr-FR" sz="2800" dirty="0"/>
              <a:t> </a:t>
            </a: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taranaka</a:t>
            </a:r>
            <a:r>
              <a:rPr lang="fr-FR" sz="2800" dirty="0"/>
              <a:t> </a:t>
            </a:r>
            <a:r>
              <a:rPr lang="fr-FR" sz="2800" dirty="0" err="1"/>
              <a:t>misy</a:t>
            </a:r>
            <a:r>
              <a:rPr lang="fr-FR" sz="2800" dirty="0"/>
              <a:t> </a:t>
            </a:r>
            <a:r>
              <a:rPr lang="fr-FR" sz="2800" dirty="0" err="1"/>
              <a:t>azy</a:t>
            </a:r>
            <a:r>
              <a:rPr lang="fr-FR" sz="2800" dirty="0"/>
              <a:t> </a:t>
            </a:r>
            <a:r>
              <a:rPr lang="fr-FR" sz="2800" dirty="0" err="1"/>
              <a:t>ireo</a:t>
            </a:r>
            <a:r>
              <a:rPr lang="fr-FR" sz="2800" dirty="0"/>
              <a:t>, fa </a:t>
            </a:r>
            <a:r>
              <a:rPr lang="fr-FR" sz="2800" dirty="0" err="1"/>
              <a:t>ireo</a:t>
            </a:r>
            <a:r>
              <a:rPr lang="fr-FR" sz="2800" dirty="0"/>
              <a:t> </a:t>
            </a:r>
            <a:r>
              <a:rPr lang="fr-FR" sz="2800" dirty="0" err="1"/>
              <a:t>telo</a:t>
            </a:r>
            <a:r>
              <a:rPr lang="fr-FR" sz="2800" dirty="0"/>
              <a:t> </a:t>
            </a:r>
            <a:r>
              <a:rPr lang="fr-FR" sz="2800" dirty="0" err="1"/>
              <a:t>hafa</a:t>
            </a:r>
            <a:r>
              <a:rPr lang="fr-FR" sz="2800" dirty="0"/>
              <a:t> </a:t>
            </a:r>
            <a:r>
              <a:rPr lang="fr-FR" sz="2800" dirty="0" err="1"/>
              <a:t>kosa</a:t>
            </a:r>
            <a:r>
              <a:rPr lang="fr-FR" sz="2800" dirty="0"/>
              <a:t> dia </a:t>
            </a:r>
            <a:r>
              <a:rPr lang="fr-FR" sz="2800" dirty="0" err="1"/>
              <a:t>marika</a:t>
            </a:r>
            <a:r>
              <a:rPr lang="fr-FR" sz="2800" dirty="0"/>
              <a:t> </a:t>
            </a:r>
            <a:r>
              <a:rPr lang="fr-FR" sz="2800" dirty="0" err="1"/>
              <a:t>mifandraika</a:t>
            </a:r>
            <a:r>
              <a:rPr lang="fr-FR" sz="2800" dirty="0"/>
              <a:t> </a:t>
            </a:r>
            <a:r>
              <a:rPr lang="fr-FR" sz="2800" dirty="0" err="1"/>
              <a:t>amin’ny</a:t>
            </a:r>
            <a:r>
              <a:rPr lang="fr-FR" sz="2800" dirty="0"/>
              <a:t> </a:t>
            </a:r>
            <a:r>
              <a:rPr lang="fr-FR" sz="2800" dirty="0" err="1"/>
              <a:t>fitondrantenan’ireo</a:t>
            </a:r>
            <a:r>
              <a:rPr lang="fr-FR" sz="2800" dirty="0"/>
              <a:t> </a:t>
            </a:r>
            <a:r>
              <a:rPr lang="fr-FR" sz="2800" dirty="0" err="1"/>
              <a:t>taranaka</a:t>
            </a:r>
            <a:r>
              <a:rPr lang="fr-FR" sz="2800" dirty="0"/>
              <a:t> </a:t>
            </a:r>
            <a:r>
              <a:rPr lang="fr-FR" sz="2800" dirty="0" err="1"/>
              <a:t>nofidiana</a:t>
            </a:r>
            <a:r>
              <a:rPr lang="fr-FR" sz="2800" dirty="0"/>
              <a:t> </a:t>
            </a:r>
            <a:r>
              <a:rPr lang="fr-FR" sz="2800" dirty="0" err="1"/>
              <a:t>manokana</a:t>
            </a:r>
            <a:r>
              <a:rPr lang="fr-FR" sz="2800" dirty="0"/>
              <a:t> </a:t>
            </a:r>
            <a:r>
              <a:rPr lang="fr-FR" sz="2800" dirty="0" err="1"/>
              <a:t>ireo</a:t>
            </a:r>
            <a:r>
              <a:rPr lang="fr-FR" sz="2800" dirty="0"/>
              <a:t>.</a:t>
            </a:r>
          </a:p>
        </p:txBody>
      </p:sp>
      <p:grpSp>
        <p:nvGrpSpPr>
          <p:cNvPr id="155" name="Shape 775"/>
          <p:cNvGrpSpPr/>
          <p:nvPr/>
        </p:nvGrpSpPr>
        <p:grpSpPr>
          <a:xfrm>
            <a:off x="2322551" y="1260636"/>
            <a:ext cx="402858" cy="108083"/>
            <a:chOff x="0" y="0"/>
            <a:chExt cx="402856" cy="108082"/>
          </a:xfrm>
        </p:grpSpPr>
        <p:sp>
          <p:nvSpPr>
            <p:cNvPr id="152" name="Shape 776"/>
            <p:cNvSpPr/>
            <p:nvPr/>
          </p:nvSpPr>
          <p:spPr>
            <a:xfrm>
              <a:off x="294774" y="-1"/>
              <a:ext cx="108083" cy="108084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3" name="Shape 777"/>
            <p:cNvSpPr/>
            <p:nvPr/>
          </p:nvSpPr>
          <p:spPr>
            <a:xfrm>
              <a:off x="-1" y="-1"/>
              <a:ext cx="108083" cy="108084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4" name="Shape 778"/>
            <p:cNvSpPr/>
            <p:nvPr/>
          </p:nvSpPr>
          <p:spPr>
            <a:xfrm>
              <a:off x="147386" y="-1"/>
              <a:ext cx="108083" cy="108084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56" name="Shape 779"/>
          <p:cNvSpPr txBox="1"/>
          <p:nvPr/>
        </p:nvSpPr>
        <p:spPr>
          <a:xfrm>
            <a:off x="518615" y="462327"/>
            <a:ext cx="10616417" cy="120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ctr">
              <a:defRPr sz="3600" b="1"/>
            </a:pP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Olom-Boafidin’Andriamanitra</a:t>
            </a:r>
            <a:r>
              <a:rPr lang="fr-FR" dirty="0"/>
              <a:t> – </a:t>
            </a:r>
            <a:r>
              <a:rPr lang="fr-FR" dirty="0" err="1"/>
              <a:t>Isiraelitan’ny</a:t>
            </a:r>
            <a:r>
              <a:rPr lang="fr-FR" dirty="0"/>
              <a:t> </a:t>
            </a:r>
            <a:r>
              <a:rPr lang="fr-FR" dirty="0" err="1"/>
              <a:t>Testamenta</a:t>
            </a:r>
            <a:r>
              <a:rPr lang="fr-FR" dirty="0"/>
              <a:t> </a:t>
            </a:r>
            <a:r>
              <a:rPr lang="fr-FR" dirty="0" err="1"/>
              <a:t>Taloha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035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 dir="u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 advAuto="0"/>
      <p:bldP spid="156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766"/>
          <p:cNvSpPr/>
          <p:nvPr/>
        </p:nvSpPr>
        <p:spPr>
          <a:xfrm>
            <a:off x="-4313262" y="6406177"/>
            <a:ext cx="10108058" cy="10108059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9" name="Shape 767"/>
          <p:cNvSpPr/>
          <p:nvPr/>
        </p:nvSpPr>
        <p:spPr>
          <a:xfrm>
            <a:off x="-5949540" y="4959344"/>
            <a:ext cx="9124297" cy="9124297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" name="Shape 768"/>
          <p:cNvSpPr txBox="1"/>
          <p:nvPr/>
        </p:nvSpPr>
        <p:spPr>
          <a:xfrm>
            <a:off x="8299302" y="6247483"/>
            <a:ext cx="1223413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161" name="Shape 769"/>
          <p:cNvSpPr txBox="1"/>
          <p:nvPr/>
        </p:nvSpPr>
        <p:spPr>
          <a:xfrm>
            <a:off x="8021256" y="6406177"/>
            <a:ext cx="1489510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162" name="Shape 770"/>
          <p:cNvSpPr/>
          <p:nvPr/>
        </p:nvSpPr>
        <p:spPr>
          <a:xfrm>
            <a:off x="9517505" y="6264614"/>
            <a:ext cx="1478605" cy="348913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3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545" y="5850021"/>
            <a:ext cx="698501" cy="711437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Shape 772"/>
          <p:cNvSpPr/>
          <p:nvPr/>
        </p:nvSpPr>
        <p:spPr>
          <a:xfrm>
            <a:off x="9510765" y="-4118182"/>
            <a:ext cx="5357729" cy="5357729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Shape 773"/>
          <p:cNvSpPr/>
          <p:nvPr/>
        </p:nvSpPr>
        <p:spPr>
          <a:xfrm>
            <a:off x="7743652" y="-4994505"/>
            <a:ext cx="5357729" cy="5357729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" name="Shape 774"/>
          <p:cNvSpPr txBox="1"/>
          <p:nvPr/>
        </p:nvSpPr>
        <p:spPr>
          <a:xfrm>
            <a:off x="2617326" y="2250910"/>
            <a:ext cx="7137218" cy="39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00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’</a:t>
            </a:r>
          </a:p>
        </p:txBody>
      </p:sp>
      <p:grpSp>
        <p:nvGrpSpPr>
          <p:cNvPr id="170" name="Shape 775"/>
          <p:cNvGrpSpPr/>
          <p:nvPr/>
        </p:nvGrpSpPr>
        <p:grpSpPr>
          <a:xfrm>
            <a:off x="2322551" y="1260636"/>
            <a:ext cx="402858" cy="108083"/>
            <a:chOff x="0" y="0"/>
            <a:chExt cx="402856" cy="108082"/>
          </a:xfrm>
        </p:grpSpPr>
        <p:sp>
          <p:nvSpPr>
            <p:cNvPr id="167" name="Shape 776"/>
            <p:cNvSpPr/>
            <p:nvPr/>
          </p:nvSpPr>
          <p:spPr>
            <a:xfrm>
              <a:off x="294774" y="-1"/>
              <a:ext cx="108083" cy="108084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8" name="Shape 777"/>
            <p:cNvSpPr/>
            <p:nvPr/>
          </p:nvSpPr>
          <p:spPr>
            <a:xfrm>
              <a:off x="-1" y="-1"/>
              <a:ext cx="108083" cy="108084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9" name="Shape 778"/>
            <p:cNvSpPr/>
            <p:nvPr/>
          </p:nvSpPr>
          <p:spPr>
            <a:xfrm>
              <a:off x="147386" y="-1"/>
              <a:ext cx="108083" cy="108084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71" name="Title 3"/>
          <p:cNvSpPr txBox="1">
            <a:spLocks noGrp="1"/>
          </p:cNvSpPr>
          <p:nvPr>
            <p:ph type="title"/>
          </p:nvPr>
        </p:nvSpPr>
        <p:spPr>
          <a:xfrm>
            <a:off x="132735" y="542103"/>
            <a:ext cx="11221065" cy="133094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Olom-boafidin’Andriamanitra</a:t>
            </a:r>
            <a:r>
              <a:rPr lang="fr-FR" sz="3600" b="1" dirty="0">
                <a:latin typeface="Arial Black" panose="020B0A04020102020204" pitchFamily="34" charset="0"/>
              </a:rPr>
              <a:t> – </a:t>
            </a:r>
            <a:r>
              <a:rPr lang="fr-FR" sz="3600" b="1" dirty="0" err="1">
                <a:latin typeface="Arial Black" panose="020B0A04020102020204" pitchFamily="34" charset="0"/>
              </a:rPr>
              <a:t>Isiraelita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Vaovao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Mpanara</a:t>
            </a:r>
            <a:r>
              <a:rPr lang="fr-FR" sz="3600" b="1" dirty="0">
                <a:latin typeface="Arial Black" panose="020B0A04020102020204" pitchFamily="34" charset="0"/>
              </a:rPr>
              <a:t>-dia </a:t>
            </a:r>
            <a:r>
              <a:rPr lang="fr-FR" sz="3600" b="1" dirty="0" err="1">
                <a:latin typeface="Arial Black" panose="020B0A04020102020204" pitchFamily="34" charset="0"/>
              </a:rPr>
              <a:t>an’i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Jesosy</a:t>
            </a:r>
            <a:r>
              <a:rPr lang="fr-FR" sz="3600" b="1" dirty="0">
                <a:latin typeface="Arial Black" panose="020B0A04020102020204" pitchFamily="34" charset="0"/>
              </a:rPr>
              <a:t>)</a:t>
            </a:r>
            <a:endParaRPr sz="3600" b="1" dirty="0">
              <a:latin typeface="Arial Black" panose="020B0A04020102020204" pitchFamily="34" charset="0"/>
            </a:endParaRPr>
          </a:p>
        </p:txBody>
      </p:sp>
      <p:sp>
        <p:nvSpPr>
          <p:cNvPr id="172" name="Text Placeholder 2"/>
          <p:cNvSpPr txBox="1">
            <a:spLocks noGrp="1"/>
          </p:cNvSpPr>
          <p:nvPr>
            <p:ph type="body" idx="1"/>
          </p:nvPr>
        </p:nvSpPr>
        <p:spPr>
          <a:xfrm>
            <a:off x="235974" y="2003674"/>
            <a:ext cx="11460158" cy="4620904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217170" indent="-217170" defTabSz="868680">
              <a:spcBef>
                <a:spcPts val="900"/>
              </a:spcBef>
              <a:defRPr sz="3040"/>
            </a:pPr>
            <a:r>
              <a:rPr lang="fr-FR" dirty="0" err="1"/>
              <a:t>Rehefa</a:t>
            </a:r>
            <a:r>
              <a:rPr lang="fr-FR" dirty="0"/>
              <a:t>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teto</a:t>
            </a:r>
            <a:r>
              <a:rPr lang="fr-FR" dirty="0"/>
              <a:t> </a:t>
            </a:r>
            <a:r>
              <a:rPr lang="fr-FR" dirty="0" err="1"/>
              <a:t>amin'ity</a:t>
            </a:r>
            <a:r>
              <a:rPr lang="fr-FR" dirty="0"/>
              <a:t> </a:t>
            </a:r>
            <a:r>
              <a:rPr lang="fr-FR" dirty="0" err="1"/>
              <a:t>tontolo</a:t>
            </a:r>
            <a:r>
              <a:rPr lang="fr-FR" dirty="0"/>
              <a:t> </a:t>
            </a:r>
            <a:r>
              <a:rPr lang="fr-FR" dirty="0" err="1"/>
              <a:t>ity</a:t>
            </a:r>
            <a:r>
              <a:rPr lang="fr-FR" dirty="0"/>
              <a:t> i </a:t>
            </a:r>
            <a:r>
              <a:rPr lang="fr-FR" dirty="0" err="1" smtClean="0"/>
              <a:t>Jesosy</a:t>
            </a:r>
            <a:r>
              <a:rPr lang="fr-FR" dirty="0" smtClean="0"/>
              <a:t>, </a:t>
            </a:r>
            <a:r>
              <a:rPr lang="fr-FR" dirty="0"/>
              <a:t>dia </a:t>
            </a:r>
            <a:r>
              <a:rPr lang="fr-FR" dirty="0" err="1"/>
              <a:t>nantsoina</a:t>
            </a:r>
            <a:r>
              <a:rPr lang="fr-FR" dirty="0"/>
              <a:t> </a:t>
            </a:r>
            <a:r>
              <a:rPr lang="fr-FR" dirty="0" err="1"/>
              <a:t>hoe</a:t>
            </a:r>
            <a:r>
              <a:rPr lang="fr-FR" dirty="0"/>
              <a:t> </a:t>
            </a:r>
            <a:r>
              <a:rPr lang="fr-FR" dirty="0" err="1"/>
              <a:t>Jentilisa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tao </a:t>
            </a:r>
            <a:r>
              <a:rPr lang="fr-FR" dirty="0" err="1"/>
              <a:t>anatin'ny</a:t>
            </a:r>
            <a:r>
              <a:rPr lang="fr-FR" dirty="0"/>
              <a:t> "</a:t>
            </a:r>
            <a:r>
              <a:rPr lang="fr-FR" dirty="0" err="1"/>
              <a:t>Vahoakan'Andriamanitra</a:t>
            </a:r>
            <a:r>
              <a:rPr lang="fr-FR" dirty="0"/>
              <a:t>" (na "</a:t>
            </a:r>
            <a:r>
              <a:rPr lang="fr-FR" dirty="0" err="1"/>
              <a:t>Vahoakan'ny</a:t>
            </a:r>
            <a:r>
              <a:rPr lang="fr-FR" dirty="0"/>
              <a:t> </a:t>
            </a:r>
            <a:r>
              <a:rPr lang="fr-FR" dirty="0" err="1"/>
              <a:t>Boky</a:t>
            </a:r>
            <a:r>
              <a:rPr lang="fr-FR" dirty="0"/>
              <a:t>") </a:t>
            </a:r>
            <a:r>
              <a:rPr lang="fr-FR" dirty="0" err="1"/>
              <a:t>tamin'ny</a:t>
            </a:r>
            <a:r>
              <a:rPr lang="fr-FR" dirty="0"/>
              <a:t> </a:t>
            </a:r>
            <a:r>
              <a:rPr lang="fr-FR" dirty="0" err="1"/>
              <a:t>alalan'ny</a:t>
            </a:r>
            <a:r>
              <a:rPr lang="fr-FR" dirty="0"/>
              <a:t> </a:t>
            </a:r>
            <a:r>
              <a:rPr lang="fr-FR" dirty="0" err="1"/>
              <a:t>taranak'i</a:t>
            </a:r>
            <a:r>
              <a:rPr lang="fr-FR" dirty="0"/>
              <a:t> </a:t>
            </a:r>
            <a:r>
              <a:rPr lang="fr-FR" dirty="0" err="1"/>
              <a:t>Abrahama</a:t>
            </a:r>
            <a:r>
              <a:rPr lang="fr-FR" dirty="0"/>
              <a:t>. </a:t>
            </a:r>
            <a:r>
              <a:rPr lang="fr-FR" dirty="0" err="1"/>
              <a:t>Nanomboka</a:t>
            </a:r>
            <a:r>
              <a:rPr lang="fr-FR" dirty="0"/>
              <a:t> </a:t>
            </a:r>
            <a:r>
              <a:rPr lang="fr-FR" dirty="0" err="1"/>
              <a:t>teo</a:t>
            </a:r>
            <a:r>
              <a:rPr lang="fr-FR" dirty="0"/>
              <a:t> dia </a:t>
            </a:r>
            <a:r>
              <a:rPr lang="fr-FR" dirty="0" err="1"/>
              <a:t>afaka</a:t>
            </a:r>
            <a:r>
              <a:rPr lang="fr-FR" dirty="0"/>
              <a:t> </a:t>
            </a:r>
            <a:r>
              <a:rPr lang="fr-FR" dirty="0" err="1"/>
              <a:t>nanana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 tao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fianakavian'Andriamanitra</a:t>
            </a:r>
            <a:r>
              <a:rPr lang="fr-FR" dirty="0"/>
              <a:t> </a:t>
            </a:r>
            <a:r>
              <a:rPr lang="fr-FR" dirty="0" err="1"/>
              <a:t>koa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. Na dia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mbola</a:t>
            </a:r>
            <a:r>
              <a:rPr lang="fr-FR" dirty="0"/>
              <a:t> tao </a:t>
            </a:r>
            <a:r>
              <a:rPr lang="fr-FR" dirty="0" err="1"/>
              <a:t>anatin'izany</a:t>
            </a:r>
            <a:r>
              <a:rPr lang="fr-FR" dirty="0"/>
              <a:t> </a:t>
            </a:r>
            <a:r>
              <a:rPr lang="fr-FR" dirty="0" err="1"/>
              <a:t>aza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tany</a:t>
            </a:r>
            <a:r>
              <a:rPr lang="fr-FR" dirty="0"/>
              <a:t> </a:t>
            </a:r>
            <a:r>
              <a:rPr lang="fr-FR" dirty="0" err="1"/>
              <a:t>aloha</a:t>
            </a:r>
            <a:r>
              <a:rPr lang="fr-FR" dirty="0"/>
              <a:t> </a:t>
            </a:r>
            <a:r>
              <a:rPr lang="fr-FR" dirty="0" err="1"/>
              <a:t>noho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fisian'ny</a:t>
            </a:r>
            <a:r>
              <a:rPr lang="fr-FR" dirty="0"/>
              <a:t> </a:t>
            </a:r>
            <a:r>
              <a:rPr lang="fr-FR" dirty="0" err="1"/>
              <a:t>famorana</a:t>
            </a:r>
            <a:r>
              <a:rPr lang="fr-FR" dirty="0"/>
              <a:t>, dia </a:t>
            </a:r>
            <a:r>
              <a:rPr lang="fr-FR" dirty="0" err="1"/>
              <a:t>lasa</a:t>
            </a:r>
            <a:r>
              <a:rPr lang="fr-FR" dirty="0"/>
              <a:t> </a:t>
            </a:r>
            <a:r>
              <a:rPr lang="fr-FR" dirty="0" err="1"/>
              <a:t>isan'ny</a:t>
            </a:r>
            <a:r>
              <a:rPr lang="fr-FR" dirty="0"/>
              <a:t> "</a:t>
            </a:r>
            <a:r>
              <a:rPr lang="fr-FR" dirty="0" err="1"/>
              <a:t>Vahoakan'Andriamanitra</a:t>
            </a:r>
            <a:r>
              <a:rPr lang="fr-FR" dirty="0"/>
              <a:t>" </a:t>
            </a:r>
            <a:r>
              <a:rPr lang="fr-FR" dirty="0" err="1"/>
              <a:t>kosa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alalan'ny</a:t>
            </a:r>
            <a:r>
              <a:rPr lang="fr-FR" dirty="0"/>
              <a:t> </a:t>
            </a:r>
            <a:r>
              <a:rPr lang="fr-FR" dirty="0" err="1"/>
              <a:t>fanekena</a:t>
            </a:r>
            <a:r>
              <a:rPr lang="fr-FR" dirty="0"/>
              <a:t> </a:t>
            </a:r>
            <a:r>
              <a:rPr lang="fr-FR" dirty="0" err="1"/>
              <a:t>an'i</a:t>
            </a:r>
            <a:r>
              <a:rPr lang="fr-FR" dirty="0"/>
              <a:t> </a:t>
            </a:r>
            <a:r>
              <a:rPr lang="fr-FR" dirty="0" err="1" smtClean="0"/>
              <a:t>Jesosy</a:t>
            </a:r>
            <a:r>
              <a:rPr lang="fr-FR" dirty="0" smtClean="0"/>
              <a:t> </a:t>
            </a:r>
            <a:r>
              <a:rPr lang="fr-FR" dirty="0"/>
              <a:t>ho </a:t>
            </a:r>
            <a:r>
              <a:rPr lang="fr-FR" dirty="0" err="1"/>
              <a:t>Mpamonjy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, ka </a:t>
            </a:r>
            <a:r>
              <a:rPr lang="fr-FR" dirty="0" err="1"/>
              <a:t>lasa</a:t>
            </a:r>
            <a:r>
              <a:rPr lang="fr-FR" dirty="0"/>
              <a:t> </a:t>
            </a:r>
            <a:r>
              <a:rPr lang="fr-FR" dirty="0" err="1"/>
              <a:t>ampahany</a:t>
            </a:r>
            <a:r>
              <a:rPr lang="fr-FR" dirty="0"/>
              <a:t> </a:t>
            </a:r>
            <a:r>
              <a:rPr lang="fr-FR" dirty="0" err="1"/>
              <a:t>amin'ilay</a:t>
            </a:r>
            <a:r>
              <a:rPr lang="fr-FR" dirty="0"/>
              <a:t> </a:t>
            </a:r>
            <a:r>
              <a:rPr lang="fr-FR" dirty="0" err="1"/>
              <a:t>Isiraely</a:t>
            </a:r>
            <a:r>
              <a:rPr lang="fr-FR" dirty="0"/>
              <a:t> </a:t>
            </a:r>
            <a:r>
              <a:rPr lang="fr-FR" dirty="0" err="1"/>
              <a:t>Vaovao</a:t>
            </a:r>
            <a:r>
              <a:rPr lang="fr-FR" dirty="0"/>
              <a:t>. </a:t>
            </a:r>
            <a:r>
              <a:rPr lang="fr-FR" dirty="0" err="1"/>
              <a:t>Noho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,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nanana</a:t>
            </a:r>
            <a:r>
              <a:rPr lang="fr-FR" dirty="0"/>
              <a:t> maha-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 (identité)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isan'ny</a:t>
            </a:r>
            <a:r>
              <a:rPr lang="fr-FR" dirty="0"/>
              <a:t> </a:t>
            </a:r>
            <a:r>
              <a:rPr lang="fr-FR" dirty="0" err="1"/>
              <a:t>vahoakan'Andriamanitra</a:t>
            </a:r>
            <a:r>
              <a:rPr lang="fr-FR" dirty="0"/>
              <a:t> dia </a:t>
            </a:r>
            <a:r>
              <a:rPr lang="fr-FR" dirty="0" err="1"/>
              <a:t>afaka</a:t>
            </a:r>
            <a:r>
              <a:rPr lang="fr-FR" dirty="0"/>
              <a:t> </a:t>
            </a:r>
            <a:r>
              <a:rPr lang="fr-FR" dirty="0" err="1"/>
              <a:t>nahazo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maha-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</a:t>
            </a:r>
            <a:r>
              <a:rPr lang="fr-FR" dirty="0" err="1"/>
              <a:t>tamin'ny</a:t>
            </a:r>
            <a:r>
              <a:rPr lang="fr-FR" dirty="0"/>
              <a:t> </a:t>
            </a:r>
            <a:r>
              <a:rPr lang="fr-FR" dirty="0" err="1"/>
              <a:t>alalan'i</a:t>
            </a:r>
            <a:r>
              <a:rPr lang="fr-FR" dirty="0"/>
              <a:t> </a:t>
            </a:r>
            <a:r>
              <a:rPr lang="fr-FR" dirty="0" err="1"/>
              <a:t>Jesoa</a:t>
            </a:r>
            <a:r>
              <a:rPr lang="fr-FR" dirty="0"/>
              <a:t>. </a:t>
            </a:r>
            <a:r>
              <a:rPr lang="fr-FR" dirty="0" err="1"/>
              <a:t>Milaza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Baiboly</a:t>
            </a:r>
            <a:r>
              <a:rPr lang="fr-FR" dirty="0"/>
              <a:t> </a:t>
            </a:r>
            <a:r>
              <a:rPr lang="fr-FR" dirty="0" err="1"/>
              <a:t>ao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Jaona</a:t>
            </a:r>
            <a:r>
              <a:rPr lang="fr-FR" dirty="0"/>
              <a:t> 1:12 </a:t>
            </a:r>
            <a:r>
              <a:rPr lang="fr-FR" dirty="0" err="1"/>
              <a:t>hoe</a:t>
            </a:r>
            <a:r>
              <a:rPr lang="fr-FR" dirty="0"/>
              <a:t>:</a:t>
            </a:r>
          </a:p>
          <a:p>
            <a:pPr marL="0" indent="0" defTabSz="868680">
              <a:spcBef>
                <a:spcPts val="900"/>
              </a:spcBef>
              <a:buNone/>
              <a:defRPr sz="3040"/>
            </a:pPr>
            <a:r>
              <a:rPr lang="fr-FR" dirty="0"/>
              <a:t>"Fa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</a:t>
            </a:r>
            <a:r>
              <a:rPr lang="fr-FR" dirty="0" err="1"/>
              <a:t>nandray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 dia </a:t>
            </a:r>
            <a:r>
              <a:rPr lang="fr-FR" dirty="0" err="1"/>
              <a:t>nomeny</a:t>
            </a:r>
            <a:r>
              <a:rPr lang="fr-FR" dirty="0"/>
              <a:t> </a:t>
            </a:r>
            <a:r>
              <a:rPr lang="fr-FR" dirty="0" err="1"/>
              <a:t>fahefana</a:t>
            </a:r>
            <a:r>
              <a:rPr lang="fr-FR" dirty="0"/>
              <a:t> ho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zanak'Andriamanitra</a:t>
            </a:r>
            <a:r>
              <a:rPr lang="fr-FR" dirty="0"/>
              <a:t>, dia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mino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anarany</a:t>
            </a:r>
            <a:r>
              <a:rPr lang="fr-FR" dirty="0"/>
              <a:t>."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177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blinds dir="vert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17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0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 advAuto="0"/>
      <p:bldP spid="172" grpId="0" build="p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766"/>
          <p:cNvSpPr/>
          <p:nvPr/>
        </p:nvSpPr>
        <p:spPr>
          <a:xfrm>
            <a:off x="-4313262" y="6406177"/>
            <a:ext cx="10108058" cy="10108059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9" name="Shape 767"/>
          <p:cNvSpPr/>
          <p:nvPr/>
        </p:nvSpPr>
        <p:spPr>
          <a:xfrm>
            <a:off x="-5949540" y="4959344"/>
            <a:ext cx="9124297" cy="9124297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" name="Shape 768"/>
          <p:cNvSpPr txBox="1"/>
          <p:nvPr/>
        </p:nvSpPr>
        <p:spPr>
          <a:xfrm>
            <a:off x="8299302" y="6247483"/>
            <a:ext cx="1223413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161" name="Shape 769"/>
          <p:cNvSpPr txBox="1"/>
          <p:nvPr/>
        </p:nvSpPr>
        <p:spPr>
          <a:xfrm>
            <a:off x="8021256" y="6406177"/>
            <a:ext cx="1489510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162" name="Shape 770"/>
          <p:cNvSpPr/>
          <p:nvPr/>
        </p:nvSpPr>
        <p:spPr>
          <a:xfrm>
            <a:off x="9517505" y="6264614"/>
            <a:ext cx="1478605" cy="348913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3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545" y="5850021"/>
            <a:ext cx="698501" cy="711437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Shape 772"/>
          <p:cNvSpPr/>
          <p:nvPr/>
        </p:nvSpPr>
        <p:spPr>
          <a:xfrm>
            <a:off x="9510765" y="-4118182"/>
            <a:ext cx="5357729" cy="5357729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Shape 773"/>
          <p:cNvSpPr/>
          <p:nvPr/>
        </p:nvSpPr>
        <p:spPr>
          <a:xfrm>
            <a:off x="7743652" y="-4994505"/>
            <a:ext cx="5357729" cy="5357729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" name="Shape 774"/>
          <p:cNvSpPr txBox="1"/>
          <p:nvPr/>
        </p:nvSpPr>
        <p:spPr>
          <a:xfrm>
            <a:off x="2617326" y="2250910"/>
            <a:ext cx="7137218" cy="39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00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’</a:t>
            </a:r>
          </a:p>
        </p:txBody>
      </p:sp>
      <p:grpSp>
        <p:nvGrpSpPr>
          <p:cNvPr id="170" name="Shape 775"/>
          <p:cNvGrpSpPr/>
          <p:nvPr/>
        </p:nvGrpSpPr>
        <p:grpSpPr>
          <a:xfrm>
            <a:off x="2322551" y="1260636"/>
            <a:ext cx="402858" cy="108083"/>
            <a:chOff x="0" y="0"/>
            <a:chExt cx="402856" cy="108082"/>
          </a:xfrm>
        </p:grpSpPr>
        <p:sp>
          <p:nvSpPr>
            <p:cNvPr id="167" name="Shape 776"/>
            <p:cNvSpPr/>
            <p:nvPr/>
          </p:nvSpPr>
          <p:spPr>
            <a:xfrm>
              <a:off x="294774" y="-1"/>
              <a:ext cx="108083" cy="108084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8" name="Shape 777"/>
            <p:cNvSpPr/>
            <p:nvPr/>
          </p:nvSpPr>
          <p:spPr>
            <a:xfrm>
              <a:off x="-1" y="-1"/>
              <a:ext cx="108083" cy="108084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9" name="Shape 778"/>
            <p:cNvSpPr/>
            <p:nvPr/>
          </p:nvSpPr>
          <p:spPr>
            <a:xfrm>
              <a:off x="147386" y="-1"/>
              <a:ext cx="108083" cy="108084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71" name="Title 3"/>
          <p:cNvSpPr txBox="1">
            <a:spLocks noGrp="1"/>
          </p:cNvSpPr>
          <p:nvPr>
            <p:ph type="title"/>
          </p:nvPr>
        </p:nvSpPr>
        <p:spPr>
          <a:xfrm>
            <a:off x="132735" y="542103"/>
            <a:ext cx="11221065" cy="133094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Olom-boafidin’Andriamanitra</a:t>
            </a:r>
            <a:r>
              <a:rPr lang="fr-FR" sz="3600" b="1" dirty="0">
                <a:latin typeface="Arial Black" panose="020B0A04020102020204" pitchFamily="34" charset="0"/>
              </a:rPr>
              <a:t> – </a:t>
            </a:r>
            <a:r>
              <a:rPr lang="fr-FR" sz="3600" b="1" dirty="0" err="1">
                <a:latin typeface="Arial Black" panose="020B0A04020102020204" pitchFamily="34" charset="0"/>
              </a:rPr>
              <a:t>Isiraelita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Vaovao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Mpanara</a:t>
            </a:r>
            <a:r>
              <a:rPr lang="fr-FR" sz="3600" b="1" dirty="0">
                <a:latin typeface="Arial Black" panose="020B0A04020102020204" pitchFamily="34" charset="0"/>
              </a:rPr>
              <a:t>-dia </a:t>
            </a:r>
            <a:r>
              <a:rPr lang="fr-FR" sz="3600" b="1" dirty="0" err="1">
                <a:latin typeface="Arial Black" panose="020B0A04020102020204" pitchFamily="34" charset="0"/>
              </a:rPr>
              <a:t>an’i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Jesosy</a:t>
            </a:r>
            <a:r>
              <a:rPr lang="fr-FR" sz="3600" b="1" dirty="0">
                <a:latin typeface="Arial Black" panose="020B0A04020102020204" pitchFamily="34" charset="0"/>
              </a:rPr>
              <a:t>)</a:t>
            </a:r>
            <a:endParaRPr sz="3600" b="1" dirty="0">
              <a:latin typeface="Arial Black" panose="020B0A04020102020204" pitchFamily="34" charset="0"/>
            </a:endParaRPr>
          </a:p>
        </p:txBody>
      </p:sp>
      <p:sp>
        <p:nvSpPr>
          <p:cNvPr id="172" name="Text Placeholder 2"/>
          <p:cNvSpPr txBox="1">
            <a:spLocks noGrp="1"/>
          </p:cNvSpPr>
          <p:nvPr>
            <p:ph type="body" idx="1"/>
          </p:nvPr>
        </p:nvSpPr>
        <p:spPr>
          <a:xfrm>
            <a:off x="235974" y="2003674"/>
            <a:ext cx="11460158" cy="46209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868680">
              <a:spcBef>
                <a:spcPts val="900"/>
              </a:spcBef>
              <a:buNone/>
              <a:defRPr sz="3040"/>
            </a:pPr>
            <a:r>
              <a:rPr lang="fr-FR" dirty="0"/>
              <a:t>Na </a:t>
            </a:r>
            <a:r>
              <a:rPr lang="fr-FR" dirty="0" err="1"/>
              <a:t>izany</a:t>
            </a:r>
            <a:r>
              <a:rPr lang="fr-FR" dirty="0"/>
              <a:t> </a:t>
            </a:r>
            <a:r>
              <a:rPr lang="fr-FR" dirty="0" err="1"/>
              <a:t>aza</a:t>
            </a:r>
            <a:r>
              <a:rPr lang="fr-FR" dirty="0"/>
              <a:t> </a:t>
            </a:r>
            <a:r>
              <a:rPr lang="fr-FR" dirty="0" err="1"/>
              <a:t>anefa</a:t>
            </a:r>
            <a:r>
              <a:rPr lang="fr-FR" dirty="0"/>
              <a:t> dia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miova</a:t>
            </a:r>
            <a:r>
              <a:rPr lang="fr-FR" dirty="0"/>
              <a:t> </a:t>
            </a:r>
            <a:r>
              <a:rPr lang="fr-FR" dirty="0" err="1"/>
              <a:t>kosa</a:t>
            </a:r>
            <a:r>
              <a:rPr lang="fr-FR" dirty="0"/>
              <a:t> </a:t>
            </a:r>
            <a:r>
              <a:rPr lang="fr-FR" dirty="0" err="1"/>
              <a:t>ilay</a:t>
            </a:r>
            <a:r>
              <a:rPr lang="fr-FR" dirty="0"/>
              <a:t> </a:t>
            </a:r>
            <a:r>
              <a:rPr lang="fr-FR" dirty="0" err="1"/>
              <a:t>resaka</a:t>
            </a:r>
            <a:r>
              <a:rPr lang="fr-FR" dirty="0"/>
              <a:t> </a:t>
            </a:r>
            <a:r>
              <a:rPr lang="fr-FR" dirty="0" err="1"/>
              <a:t>fitondrantena</a:t>
            </a:r>
            <a:r>
              <a:rPr lang="fr-FR" dirty="0"/>
              <a:t>; </a:t>
            </a:r>
            <a:r>
              <a:rPr lang="fr-FR" dirty="0" err="1"/>
              <a:t>mbola</a:t>
            </a:r>
            <a:r>
              <a:rPr lang="fr-FR" dirty="0"/>
              <a:t> </a:t>
            </a:r>
            <a:r>
              <a:rPr lang="fr-FR" dirty="0" err="1"/>
              <a:t>mahay</a:t>
            </a:r>
            <a:r>
              <a:rPr lang="fr-FR" dirty="0"/>
              <a:t> </a:t>
            </a:r>
            <a:r>
              <a:rPr lang="fr-FR" dirty="0" err="1"/>
              <a:t>manavaka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madio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madio</a:t>
            </a:r>
            <a:r>
              <a:rPr lang="fr-FR" dirty="0"/>
              <a:t> </a:t>
            </a:r>
            <a:r>
              <a:rPr lang="fr-FR" dirty="0" err="1"/>
              <a:t>hatrany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(</a:t>
            </a:r>
            <a:r>
              <a:rPr lang="fr-FR" dirty="0" err="1"/>
              <a:t>kisoa</a:t>
            </a:r>
            <a:r>
              <a:rPr lang="fr-FR" dirty="0"/>
              <a:t>, </a:t>
            </a:r>
            <a:r>
              <a:rPr lang="fr-FR" dirty="0" err="1"/>
              <a:t>alikaola</a:t>
            </a:r>
            <a:r>
              <a:rPr lang="fr-FR" dirty="0"/>
              <a:t>, </a:t>
            </a:r>
            <a:r>
              <a:rPr lang="fr-FR" dirty="0" err="1"/>
              <a:t>sns</a:t>
            </a:r>
            <a:r>
              <a:rPr lang="fr-FR" dirty="0"/>
              <a:t>.), ka </a:t>
            </a:r>
            <a:r>
              <a:rPr lang="fr-FR" dirty="0" err="1"/>
              <a:t>mino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manaraka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Soratra</a:t>
            </a:r>
            <a:r>
              <a:rPr lang="fr-FR" dirty="0"/>
              <a:t> </a:t>
            </a:r>
            <a:r>
              <a:rPr lang="fr-FR" dirty="0" err="1"/>
              <a:t>Masina</a:t>
            </a:r>
            <a:r>
              <a:rPr lang="fr-FR" dirty="0"/>
              <a:t> </a:t>
            </a:r>
            <a:r>
              <a:rPr lang="fr-FR" dirty="0" err="1"/>
              <a:t>araka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nampahafantarin’Andriamanitra</a:t>
            </a:r>
            <a:r>
              <a:rPr lang="fr-FR" dirty="0"/>
              <a:t> (</a:t>
            </a:r>
            <a:r>
              <a:rPr lang="fr-FR" dirty="0" err="1"/>
              <a:t>ao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Testamenta</a:t>
            </a:r>
            <a:r>
              <a:rPr lang="fr-FR" dirty="0"/>
              <a:t> </a:t>
            </a:r>
            <a:r>
              <a:rPr lang="fr-FR" dirty="0" err="1"/>
              <a:t>Taloha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Testamenta</a:t>
            </a:r>
            <a:r>
              <a:rPr lang="fr-FR" dirty="0"/>
              <a:t> </a:t>
            </a:r>
            <a:r>
              <a:rPr lang="fr-FR" dirty="0" err="1"/>
              <a:t>Vaovao</a:t>
            </a:r>
            <a:r>
              <a:rPr lang="fr-FR" dirty="0"/>
              <a:t>)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manohy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fitandremana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Sabatan’ny</a:t>
            </a:r>
            <a:r>
              <a:rPr lang="fr-FR" dirty="0"/>
              <a:t> </a:t>
            </a:r>
            <a:r>
              <a:rPr lang="fr-FR" dirty="0" err="1"/>
              <a:t>Tompo</a:t>
            </a:r>
            <a:r>
              <a:rPr lang="fr-FR" dirty="0"/>
              <a:t>. </a:t>
            </a:r>
            <a:r>
              <a:rPr lang="fr-FR" dirty="0" err="1" smtClean="0"/>
              <a:t>Rehefa</a:t>
            </a:r>
            <a:r>
              <a:rPr lang="fr-FR" dirty="0" smtClean="0"/>
              <a:t> </a:t>
            </a:r>
            <a:r>
              <a:rPr lang="fr-FR" dirty="0" err="1"/>
              <a:t>izany</a:t>
            </a:r>
            <a:r>
              <a:rPr lang="fr-FR" dirty="0"/>
              <a:t> dia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miova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marika</a:t>
            </a:r>
            <a:r>
              <a:rPr lang="fr-FR" dirty="0"/>
              <a:t> </a:t>
            </a:r>
            <a:r>
              <a:rPr lang="fr-FR" dirty="0" err="1"/>
              <a:t>mifandraika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fitondrantena</a:t>
            </a:r>
            <a:r>
              <a:rPr lang="fr-FR" dirty="0"/>
              <a:t>, fa </a:t>
            </a:r>
            <a:r>
              <a:rPr lang="fr-FR" dirty="0" err="1"/>
              <a:t>tonga</a:t>
            </a:r>
            <a:r>
              <a:rPr lang="fr-FR" dirty="0"/>
              <a:t> “</a:t>
            </a:r>
            <a:r>
              <a:rPr lang="fr-FR" dirty="0" err="1"/>
              <a:t>Vahoakan’Andriamanitra</a:t>
            </a:r>
            <a:r>
              <a:rPr lang="fr-FR" dirty="0"/>
              <a:t>” na “</a:t>
            </a:r>
            <a:r>
              <a:rPr lang="fr-FR" dirty="0" err="1"/>
              <a:t>Olon’ny</a:t>
            </a:r>
            <a:r>
              <a:rPr lang="fr-FR" dirty="0"/>
              <a:t> </a:t>
            </a:r>
            <a:r>
              <a:rPr lang="fr-FR" dirty="0" err="1"/>
              <a:t>Boky</a:t>
            </a:r>
            <a:r>
              <a:rPr lang="fr-FR" dirty="0"/>
              <a:t>” </a:t>
            </a:r>
            <a:r>
              <a:rPr lang="fr-FR" dirty="0" err="1"/>
              <a:t>kosa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,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maha-</a:t>
            </a:r>
            <a:r>
              <a:rPr lang="fr-FR" dirty="0" err="1"/>
              <a:t>taranak’i</a:t>
            </a:r>
            <a:r>
              <a:rPr lang="fr-FR" dirty="0"/>
              <a:t> </a:t>
            </a:r>
            <a:r>
              <a:rPr lang="fr-FR" dirty="0" err="1"/>
              <a:t>Abrahama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, fa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</a:t>
            </a:r>
            <a:r>
              <a:rPr lang="fr-FR" dirty="0" err="1"/>
              <a:t>mino</a:t>
            </a:r>
            <a:r>
              <a:rPr lang="fr-FR" dirty="0"/>
              <a:t> </a:t>
            </a:r>
            <a:r>
              <a:rPr lang="fr-FR" dirty="0" err="1"/>
              <a:t>an’i</a:t>
            </a:r>
            <a:r>
              <a:rPr lang="fr-FR" dirty="0"/>
              <a:t> </a:t>
            </a:r>
            <a:r>
              <a:rPr lang="fr-FR" dirty="0" err="1"/>
              <a:t>Jesosy</a:t>
            </a:r>
            <a:r>
              <a:rPr lang="fr-FR" dirty="0"/>
              <a:t> </a:t>
            </a:r>
            <a:r>
              <a:rPr lang="fr-FR" dirty="0" err="1"/>
              <a:t>Kristy</a:t>
            </a:r>
            <a:r>
              <a:rPr lang="fr-FR" dirty="0"/>
              <a:t> dia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anisan’io</a:t>
            </a:r>
            <a:r>
              <a:rPr lang="fr-FR" dirty="0"/>
              <a:t> </a:t>
            </a:r>
            <a:r>
              <a:rPr lang="fr-FR" dirty="0" err="1"/>
              <a:t>olom-boafidin’Andriamanitra</a:t>
            </a:r>
            <a:r>
              <a:rPr lang="fr-FR" dirty="0"/>
              <a:t> </a:t>
            </a:r>
            <a:r>
              <a:rPr lang="fr-FR" dirty="0" err="1"/>
              <a:t>io</a:t>
            </a:r>
            <a:r>
              <a:rPr lang="fr-FR" dirty="0"/>
              <a:t> </a:t>
            </a:r>
            <a:r>
              <a:rPr lang="fr-FR" dirty="0" err="1"/>
              <a:t>avokoa</a:t>
            </a:r>
            <a:r>
              <a:rPr lang="fr-FR" dirty="0"/>
              <a:t>. </a:t>
            </a:r>
          </a:p>
          <a:p>
            <a:pPr marL="217170" indent="-217170" defTabSz="868680">
              <a:spcBef>
                <a:spcPts val="900"/>
              </a:spcBef>
              <a:defRPr sz="304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084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blinds dir="vert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17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0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 advAuto="0"/>
      <p:bldP spid="172" grpId="0" build="p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766"/>
          <p:cNvSpPr/>
          <p:nvPr/>
        </p:nvSpPr>
        <p:spPr>
          <a:xfrm>
            <a:off x="-4313262" y="6406177"/>
            <a:ext cx="10108058" cy="10108059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9" name="Shape 767"/>
          <p:cNvSpPr/>
          <p:nvPr/>
        </p:nvSpPr>
        <p:spPr>
          <a:xfrm>
            <a:off x="-5949540" y="4959344"/>
            <a:ext cx="9124297" cy="9124297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" name="Shape 768"/>
          <p:cNvSpPr txBox="1"/>
          <p:nvPr/>
        </p:nvSpPr>
        <p:spPr>
          <a:xfrm>
            <a:off x="8299302" y="6247483"/>
            <a:ext cx="1223413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161" name="Shape 769"/>
          <p:cNvSpPr txBox="1"/>
          <p:nvPr/>
        </p:nvSpPr>
        <p:spPr>
          <a:xfrm>
            <a:off x="8021256" y="6406177"/>
            <a:ext cx="1489510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162" name="Shape 770"/>
          <p:cNvSpPr/>
          <p:nvPr/>
        </p:nvSpPr>
        <p:spPr>
          <a:xfrm>
            <a:off x="9517505" y="6264614"/>
            <a:ext cx="1478605" cy="348913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3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545" y="5850021"/>
            <a:ext cx="698501" cy="711437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Shape 772"/>
          <p:cNvSpPr/>
          <p:nvPr/>
        </p:nvSpPr>
        <p:spPr>
          <a:xfrm>
            <a:off x="9510765" y="-4118182"/>
            <a:ext cx="5357729" cy="5357729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Shape 773"/>
          <p:cNvSpPr/>
          <p:nvPr/>
        </p:nvSpPr>
        <p:spPr>
          <a:xfrm>
            <a:off x="7743652" y="-4994505"/>
            <a:ext cx="5357729" cy="5357729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" name="Shape 774"/>
          <p:cNvSpPr txBox="1"/>
          <p:nvPr/>
        </p:nvSpPr>
        <p:spPr>
          <a:xfrm>
            <a:off x="2617326" y="2250910"/>
            <a:ext cx="7137218" cy="39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00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’</a:t>
            </a:r>
          </a:p>
        </p:txBody>
      </p:sp>
      <p:grpSp>
        <p:nvGrpSpPr>
          <p:cNvPr id="170" name="Shape 775"/>
          <p:cNvGrpSpPr/>
          <p:nvPr/>
        </p:nvGrpSpPr>
        <p:grpSpPr>
          <a:xfrm>
            <a:off x="2322551" y="1260636"/>
            <a:ext cx="402858" cy="108083"/>
            <a:chOff x="0" y="0"/>
            <a:chExt cx="402856" cy="108082"/>
          </a:xfrm>
        </p:grpSpPr>
        <p:sp>
          <p:nvSpPr>
            <p:cNvPr id="167" name="Shape 776"/>
            <p:cNvSpPr/>
            <p:nvPr/>
          </p:nvSpPr>
          <p:spPr>
            <a:xfrm>
              <a:off x="294774" y="-1"/>
              <a:ext cx="108083" cy="108084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8" name="Shape 777"/>
            <p:cNvSpPr/>
            <p:nvPr/>
          </p:nvSpPr>
          <p:spPr>
            <a:xfrm>
              <a:off x="-1" y="-1"/>
              <a:ext cx="108083" cy="108084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9" name="Shape 778"/>
            <p:cNvSpPr/>
            <p:nvPr/>
          </p:nvSpPr>
          <p:spPr>
            <a:xfrm>
              <a:off x="147386" y="-1"/>
              <a:ext cx="108083" cy="108084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71" name="Title 3"/>
          <p:cNvSpPr txBox="1">
            <a:spLocks noGrp="1"/>
          </p:cNvSpPr>
          <p:nvPr>
            <p:ph type="title"/>
          </p:nvPr>
        </p:nvSpPr>
        <p:spPr>
          <a:xfrm>
            <a:off x="132735" y="542103"/>
            <a:ext cx="11221065" cy="133094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Olom-boafidin’Andriamanitra</a:t>
            </a:r>
            <a:r>
              <a:rPr lang="fr-FR" sz="3600" b="1" dirty="0">
                <a:latin typeface="Arial Black" panose="020B0A04020102020204" pitchFamily="34" charset="0"/>
              </a:rPr>
              <a:t> – </a:t>
            </a:r>
            <a:r>
              <a:rPr lang="fr-FR" sz="3600" b="1" dirty="0" err="1">
                <a:latin typeface="Arial Black" panose="020B0A04020102020204" pitchFamily="34" charset="0"/>
              </a:rPr>
              <a:t>Isiraelita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Vaovao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Mpanara</a:t>
            </a:r>
            <a:r>
              <a:rPr lang="fr-FR" sz="3600" b="1" dirty="0">
                <a:latin typeface="Arial Black" panose="020B0A04020102020204" pitchFamily="34" charset="0"/>
              </a:rPr>
              <a:t>-dia </a:t>
            </a:r>
            <a:r>
              <a:rPr lang="fr-FR" sz="3600" b="1" dirty="0" err="1">
                <a:latin typeface="Arial Black" panose="020B0A04020102020204" pitchFamily="34" charset="0"/>
              </a:rPr>
              <a:t>an’i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Jesosy</a:t>
            </a:r>
            <a:r>
              <a:rPr lang="fr-FR" sz="3600" b="1" dirty="0">
                <a:latin typeface="Arial Black" panose="020B0A04020102020204" pitchFamily="34" charset="0"/>
              </a:rPr>
              <a:t>)</a:t>
            </a:r>
            <a:endParaRPr sz="3600" b="1" dirty="0">
              <a:latin typeface="Arial Black" panose="020B0A04020102020204" pitchFamily="34" charset="0"/>
            </a:endParaRPr>
          </a:p>
        </p:txBody>
      </p:sp>
      <p:sp>
        <p:nvSpPr>
          <p:cNvPr id="172" name="Text Placeholder 2"/>
          <p:cNvSpPr txBox="1">
            <a:spLocks noGrp="1"/>
          </p:cNvSpPr>
          <p:nvPr>
            <p:ph type="body" idx="1"/>
          </p:nvPr>
        </p:nvSpPr>
        <p:spPr>
          <a:xfrm>
            <a:off x="235974" y="2003674"/>
            <a:ext cx="11460158" cy="46209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17170" indent="-217170" defTabSz="868680">
              <a:spcBef>
                <a:spcPts val="900"/>
              </a:spcBef>
              <a:defRPr sz="3040"/>
            </a:pPr>
            <a:r>
              <a:rPr lang="fr-FR" dirty="0" err="1"/>
              <a:t>Nitombo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isan’ireo</a:t>
            </a:r>
            <a:r>
              <a:rPr lang="fr-FR" dirty="0"/>
              <a:t> </a:t>
            </a:r>
            <a:r>
              <a:rPr lang="fr-FR" dirty="0" err="1"/>
              <a:t>mpanara</a:t>
            </a:r>
            <a:r>
              <a:rPr lang="fr-FR" dirty="0"/>
              <a:t>-dia </a:t>
            </a:r>
            <a:r>
              <a:rPr lang="fr-FR" dirty="0" err="1"/>
              <a:t>an’i</a:t>
            </a:r>
            <a:r>
              <a:rPr lang="fr-FR" dirty="0"/>
              <a:t> </a:t>
            </a:r>
            <a:r>
              <a:rPr lang="fr-FR" dirty="0" err="1"/>
              <a:t>Jesosy</a:t>
            </a:r>
            <a:r>
              <a:rPr lang="fr-FR" dirty="0"/>
              <a:t> tao </a:t>
            </a:r>
            <a:r>
              <a:rPr lang="fr-FR" dirty="0" err="1"/>
              <a:t>anatin’ny</a:t>
            </a:r>
            <a:r>
              <a:rPr lang="fr-FR" dirty="0"/>
              <a:t> 300 </a:t>
            </a:r>
            <a:r>
              <a:rPr lang="fr-FR" dirty="0" err="1"/>
              <a:t>taona</a:t>
            </a:r>
            <a:r>
              <a:rPr lang="fr-FR" dirty="0"/>
              <a:t>, </a:t>
            </a:r>
            <a:r>
              <a:rPr lang="fr-FR" dirty="0" err="1"/>
              <a:t>niova</a:t>
            </a:r>
            <a:r>
              <a:rPr lang="fr-FR" dirty="0"/>
              <a:t> </a:t>
            </a:r>
            <a:r>
              <a:rPr lang="fr-FR" dirty="0" err="1"/>
              <a:t>tanteraka</a:t>
            </a:r>
            <a:r>
              <a:rPr lang="fr-FR" dirty="0"/>
              <a:t> </a:t>
            </a:r>
            <a:r>
              <a:rPr lang="fr-FR" dirty="0" err="1"/>
              <a:t>anefa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</a:t>
            </a:r>
            <a:r>
              <a:rPr lang="fr-FR" dirty="0" err="1"/>
              <a:t>taty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taonjato</a:t>
            </a:r>
            <a:r>
              <a:rPr lang="fr-FR" dirty="0"/>
              <a:t> </a:t>
            </a:r>
            <a:r>
              <a:rPr lang="fr-FR" dirty="0" err="1"/>
              <a:t>fahefatra</a:t>
            </a:r>
            <a:r>
              <a:rPr lang="fr-FR" dirty="0"/>
              <a:t>. Na dia </a:t>
            </a:r>
            <a:r>
              <a:rPr lang="fr-FR" dirty="0" err="1"/>
              <a:t>milaza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tenany</a:t>
            </a:r>
            <a:r>
              <a:rPr lang="fr-FR" dirty="0"/>
              <a:t> ho </a:t>
            </a:r>
            <a:r>
              <a:rPr lang="fr-FR" dirty="0" err="1"/>
              <a:t>zanak’Andriamanitra</a:t>
            </a:r>
            <a:r>
              <a:rPr lang="fr-FR" dirty="0"/>
              <a:t> </a:t>
            </a:r>
            <a:r>
              <a:rPr lang="fr-FR" dirty="0" err="1"/>
              <a:t>sady</a:t>
            </a:r>
            <a:r>
              <a:rPr lang="fr-FR" dirty="0"/>
              <a:t> </a:t>
            </a:r>
            <a:r>
              <a:rPr lang="fr-FR" dirty="0" err="1"/>
              <a:t>mino</a:t>
            </a:r>
            <a:r>
              <a:rPr lang="fr-FR" dirty="0"/>
              <a:t> </a:t>
            </a:r>
            <a:r>
              <a:rPr lang="fr-FR" dirty="0" err="1"/>
              <a:t>an’i</a:t>
            </a:r>
            <a:r>
              <a:rPr lang="fr-FR" dirty="0"/>
              <a:t> </a:t>
            </a:r>
            <a:r>
              <a:rPr lang="fr-FR" dirty="0" err="1"/>
              <a:t>Jesosy</a:t>
            </a:r>
            <a:r>
              <a:rPr lang="fr-FR" dirty="0"/>
              <a:t> </a:t>
            </a:r>
            <a:r>
              <a:rPr lang="fr-FR" dirty="0" err="1"/>
              <a:t>aza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, dia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nanaraka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didin’i</a:t>
            </a:r>
            <a:r>
              <a:rPr lang="fr-FR" dirty="0"/>
              <a:t> </a:t>
            </a:r>
            <a:r>
              <a:rPr lang="fr-FR" dirty="0" err="1"/>
              <a:t>Jesosy</a:t>
            </a:r>
            <a:r>
              <a:rPr lang="fr-FR" dirty="0"/>
              <a:t>.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hain’izy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manavaka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madio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madio</a:t>
            </a:r>
            <a:r>
              <a:rPr lang="fr-FR" dirty="0"/>
              <a:t>.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Soratra</a:t>
            </a:r>
            <a:r>
              <a:rPr lang="fr-FR" dirty="0"/>
              <a:t> </a:t>
            </a:r>
            <a:r>
              <a:rPr lang="fr-FR" dirty="0" err="1"/>
              <a:t>Masina</a:t>
            </a:r>
            <a:r>
              <a:rPr lang="fr-FR" dirty="0"/>
              <a:t> </a:t>
            </a:r>
            <a:r>
              <a:rPr lang="fr-FR" dirty="0" err="1"/>
              <a:t>avy</a:t>
            </a:r>
            <a:r>
              <a:rPr lang="fr-FR" dirty="0"/>
              <a:t> </a:t>
            </a:r>
            <a:r>
              <a:rPr lang="fr-FR" dirty="0" err="1"/>
              <a:t>amin’Andriamanitra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. </a:t>
            </a:r>
            <a:r>
              <a:rPr lang="fr-FR" dirty="0" err="1"/>
              <a:t>Lasa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nitandrina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Sabata</a:t>
            </a:r>
            <a:r>
              <a:rPr lang="fr-FR" dirty="0"/>
              <a:t> </a:t>
            </a:r>
            <a:r>
              <a:rPr lang="fr-FR" dirty="0" err="1"/>
              <a:t>intsony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fa </a:t>
            </a:r>
            <a:r>
              <a:rPr lang="fr-FR" dirty="0" err="1"/>
              <a:t>nosoloiny</a:t>
            </a:r>
            <a:r>
              <a:rPr lang="fr-FR" dirty="0"/>
              <a:t> </a:t>
            </a:r>
            <a:r>
              <a:rPr lang="fr-FR" dirty="0" err="1"/>
              <a:t>Alahady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andro</a:t>
            </a:r>
            <a:r>
              <a:rPr lang="fr-FR" dirty="0"/>
              <a:t> </a:t>
            </a:r>
            <a:r>
              <a:rPr lang="fr-FR" dirty="0" err="1"/>
              <a:t>fiankohofana</a:t>
            </a:r>
            <a:r>
              <a:rPr lang="fr-FR" dirty="0"/>
              <a:t>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786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blinds dir="vert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17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0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 advAuto="0"/>
      <p:bldP spid="172" grpId="0" build="p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766"/>
          <p:cNvSpPr/>
          <p:nvPr/>
        </p:nvSpPr>
        <p:spPr>
          <a:xfrm>
            <a:off x="-4313262" y="6406177"/>
            <a:ext cx="10108058" cy="10108059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5" name="Shape 767"/>
          <p:cNvSpPr/>
          <p:nvPr/>
        </p:nvSpPr>
        <p:spPr>
          <a:xfrm>
            <a:off x="-5949540" y="4959344"/>
            <a:ext cx="9124297" cy="9124297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6" name="Shape 768"/>
          <p:cNvSpPr txBox="1"/>
          <p:nvPr/>
        </p:nvSpPr>
        <p:spPr>
          <a:xfrm>
            <a:off x="8299302" y="6247483"/>
            <a:ext cx="1223413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177" name="Shape 769"/>
          <p:cNvSpPr txBox="1"/>
          <p:nvPr/>
        </p:nvSpPr>
        <p:spPr>
          <a:xfrm>
            <a:off x="8021256" y="6406177"/>
            <a:ext cx="1489510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178" name="Shape 770"/>
          <p:cNvSpPr/>
          <p:nvPr/>
        </p:nvSpPr>
        <p:spPr>
          <a:xfrm>
            <a:off x="9517505" y="6264614"/>
            <a:ext cx="1478605" cy="348913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9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545" y="5850021"/>
            <a:ext cx="698501" cy="711437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hape 772"/>
          <p:cNvSpPr/>
          <p:nvPr/>
        </p:nvSpPr>
        <p:spPr>
          <a:xfrm>
            <a:off x="9510765" y="-4118182"/>
            <a:ext cx="5357729" cy="5357729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1" name="Shape 773"/>
          <p:cNvSpPr/>
          <p:nvPr/>
        </p:nvSpPr>
        <p:spPr>
          <a:xfrm>
            <a:off x="7743652" y="-4994505"/>
            <a:ext cx="5357729" cy="5357729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2" name="Shape 774"/>
          <p:cNvSpPr txBox="1"/>
          <p:nvPr/>
        </p:nvSpPr>
        <p:spPr>
          <a:xfrm>
            <a:off x="2617326" y="2250910"/>
            <a:ext cx="7137218" cy="39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00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’</a:t>
            </a:r>
          </a:p>
        </p:txBody>
      </p:sp>
      <p:grpSp>
        <p:nvGrpSpPr>
          <p:cNvPr id="186" name="Shape 775"/>
          <p:cNvGrpSpPr/>
          <p:nvPr/>
        </p:nvGrpSpPr>
        <p:grpSpPr>
          <a:xfrm>
            <a:off x="2322551" y="1260636"/>
            <a:ext cx="402858" cy="108083"/>
            <a:chOff x="0" y="0"/>
            <a:chExt cx="402856" cy="108082"/>
          </a:xfrm>
        </p:grpSpPr>
        <p:sp>
          <p:nvSpPr>
            <p:cNvPr id="183" name="Shape 776"/>
            <p:cNvSpPr/>
            <p:nvPr/>
          </p:nvSpPr>
          <p:spPr>
            <a:xfrm>
              <a:off x="294774" y="-1"/>
              <a:ext cx="108083" cy="108084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4" name="Shape 777"/>
            <p:cNvSpPr/>
            <p:nvPr/>
          </p:nvSpPr>
          <p:spPr>
            <a:xfrm>
              <a:off x="-1" y="-1"/>
              <a:ext cx="108083" cy="108084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5" name="Shape 778"/>
            <p:cNvSpPr/>
            <p:nvPr/>
          </p:nvSpPr>
          <p:spPr>
            <a:xfrm>
              <a:off x="147386" y="-1"/>
              <a:ext cx="108083" cy="108084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87" name="Title 3"/>
          <p:cNvSpPr txBox="1">
            <a:spLocks noGrp="1"/>
          </p:cNvSpPr>
          <p:nvPr>
            <p:ph type="title"/>
          </p:nvPr>
        </p:nvSpPr>
        <p:spPr>
          <a:xfrm>
            <a:off x="-1" y="365125"/>
            <a:ext cx="11990439" cy="1325563"/>
          </a:xfrm>
          <a:prstGeom prst="rect">
            <a:avLst/>
          </a:prstGeom>
        </p:spPr>
        <p:txBody>
          <a:bodyPr/>
          <a:lstStyle/>
          <a:p>
            <a:r>
              <a:rPr lang="fr-FR" b="1" dirty="0" err="1">
                <a:latin typeface="Arial Black" panose="020B0A04020102020204" pitchFamily="34" charset="0"/>
              </a:rPr>
              <a:t>Ny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Vanim-potoan’ny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Haizina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sy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ny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Fanavaozam-Pivavahana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endParaRPr b="1" dirty="0">
              <a:latin typeface="Arial Black" panose="020B0A04020102020204" pitchFamily="34" charset="0"/>
            </a:endParaRPr>
          </a:p>
        </p:txBody>
      </p:sp>
      <p:sp>
        <p:nvSpPr>
          <p:cNvPr id="188" name="Text Placeholder 2"/>
          <p:cNvSpPr txBox="1">
            <a:spLocks noGrp="1"/>
          </p:cNvSpPr>
          <p:nvPr>
            <p:ph type="body" idx="1"/>
          </p:nvPr>
        </p:nvSpPr>
        <p:spPr>
          <a:xfrm>
            <a:off x="250723" y="1825625"/>
            <a:ext cx="11103077" cy="4351338"/>
          </a:xfrm>
          <a:prstGeom prst="rect">
            <a:avLst/>
          </a:prstGeom>
        </p:spPr>
        <p:txBody>
          <a:bodyPr/>
          <a:lstStyle/>
          <a:p>
            <a:pPr marL="224027" indent="-224027" defTabSz="896111">
              <a:spcBef>
                <a:spcPts val="900"/>
              </a:spcBef>
              <a:defRPr sz="3136"/>
            </a:pPr>
            <a:r>
              <a:rPr lang="fr-FR" dirty="0" err="1"/>
              <a:t>Nanditra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vanim-potoan’ny</a:t>
            </a:r>
            <a:r>
              <a:rPr lang="fr-FR" dirty="0"/>
              <a:t> </a:t>
            </a:r>
            <a:r>
              <a:rPr lang="fr-FR" dirty="0" err="1"/>
              <a:t>haizina</a:t>
            </a:r>
            <a:r>
              <a:rPr lang="fr-FR" dirty="0"/>
              <a:t> dia </a:t>
            </a:r>
            <a:r>
              <a:rPr lang="fr-FR" dirty="0" err="1"/>
              <a:t>nitsahan’ny</a:t>
            </a:r>
            <a:r>
              <a:rPr lang="fr-FR" dirty="0"/>
              <a:t> </a:t>
            </a:r>
            <a:r>
              <a:rPr lang="fr-FR" dirty="0" err="1"/>
              <a:t>Kristiana</a:t>
            </a:r>
            <a:r>
              <a:rPr lang="fr-FR" dirty="0"/>
              <a:t> tao </a:t>
            </a:r>
            <a:r>
              <a:rPr lang="fr-FR" dirty="0" err="1"/>
              <a:t>ambany</a:t>
            </a:r>
            <a:r>
              <a:rPr lang="fr-FR" dirty="0"/>
              <a:t> </a:t>
            </a:r>
            <a:r>
              <a:rPr lang="fr-FR" dirty="0" err="1"/>
              <a:t>faladihany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fahamarinan’Andriamanitra</a:t>
            </a:r>
            <a:r>
              <a:rPr lang="fr-FR" dirty="0"/>
              <a:t>. </a:t>
            </a:r>
            <a:r>
              <a:rPr lang="fr-FR" dirty="0" err="1"/>
              <a:t>Nisy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nitahiry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fahamarinan’Andriamanitra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ho </a:t>
            </a:r>
            <a:r>
              <a:rPr lang="fr-FR" dirty="0" err="1"/>
              <a:t>velona</a:t>
            </a:r>
            <a:r>
              <a:rPr lang="fr-FR" dirty="0"/>
              <a:t> </a:t>
            </a:r>
            <a:r>
              <a:rPr lang="fr-FR" dirty="0" err="1"/>
              <a:t>ihany</a:t>
            </a:r>
            <a:r>
              <a:rPr lang="fr-FR" dirty="0"/>
              <a:t> </a:t>
            </a:r>
            <a:r>
              <a:rPr lang="fr-FR" dirty="0" err="1"/>
              <a:t>anefa</a:t>
            </a:r>
            <a:r>
              <a:rPr lang="fr-FR" dirty="0"/>
              <a:t> tao </a:t>
            </a:r>
            <a:r>
              <a:rPr lang="fr-FR" dirty="0" err="1"/>
              <a:t>anatin’izany</a:t>
            </a:r>
            <a:r>
              <a:rPr lang="fr-FR" dirty="0"/>
              <a:t> </a:t>
            </a:r>
            <a:r>
              <a:rPr lang="fr-FR" dirty="0" err="1"/>
              <a:t>vanim-potoana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, ka </a:t>
            </a:r>
            <a:r>
              <a:rPr lang="fr-FR" dirty="0" err="1"/>
              <a:t>niafina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(</a:t>
            </a:r>
            <a:r>
              <a:rPr lang="fr-FR" dirty="0" err="1"/>
              <a:t>tahaka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Vaudois). </a:t>
            </a:r>
            <a:r>
              <a:rPr lang="fr-FR" dirty="0" err="1"/>
              <a:t>Nandritra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fanavaozam-pivavahana</a:t>
            </a:r>
            <a:r>
              <a:rPr lang="fr-FR" dirty="0"/>
              <a:t> </a:t>
            </a:r>
            <a:r>
              <a:rPr lang="fr-FR" dirty="0" err="1"/>
              <a:t>tamin’ny</a:t>
            </a:r>
            <a:r>
              <a:rPr lang="fr-FR" dirty="0"/>
              <a:t> </a:t>
            </a:r>
            <a:r>
              <a:rPr lang="fr-FR" dirty="0" err="1"/>
              <a:t>taonjato</a:t>
            </a:r>
            <a:r>
              <a:rPr lang="fr-FR" dirty="0"/>
              <a:t> faha-16, dia </a:t>
            </a:r>
            <a:r>
              <a:rPr lang="fr-FR" dirty="0" err="1"/>
              <a:t>tafavoaka</a:t>
            </a:r>
            <a:r>
              <a:rPr lang="fr-FR" dirty="0"/>
              <a:t> </a:t>
            </a:r>
            <a:r>
              <a:rPr lang="fr-FR" dirty="0" err="1"/>
              <a:t>ihany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fahamarinana</a:t>
            </a:r>
            <a:r>
              <a:rPr lang="fr-FR" dirty="0"/>
              <a:t>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natolotra</a:t>
            </a:r>
            <a:r>
              <a:rPr lang="fr-FR" dirty="0"/>
              <a:t> </a:t>
            </a:r>
            <a:r>
              <a:rPr lang="fr-FR" dirty="0" err="1"/>
              <a:t>teo</a:t>
            </a:r>
            <a:r>
              <a:rPr lang="fr-FR" dirty="0"/>
              <a:t> an-</a:t>
            </a:r>
            <a:r>
              <a:rPr lang="fr-FR" dirty="0" err="1"/>
              <a:t>tanan’ny</a:t>
            </a:r>
            <a:r>
              <a:rPr lang="fr-FR" dirty="0"/>
              <a:t> </a:t>
            </a:r>
            <a:r>
              <a:rPr lang="fr-FR" dirty="0" err="1"/>
              <a:t>mpanaradia</a:t>
            </a:r>
            <a:r>
              <a:rPr lang="fr-FR" dirty="0"/>
              <a:t> </a:t>
            </a:r>
            <a:r>
              <a:rPr lang="fr-FR" dirty="0" err="1"/>
              <a:t>an’i</a:t>
            </a:r>
            <a:r>
              <a:rPr lang="fr-FR" dirty="0"/>
              <a:t> </a:t>
            </a:r>
            <a:r>
              <a:rPr lang="fr-FR" dirty="0" err="1"/>
              <a:t>Jesosy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Baiboly</a:t>
            </a:r>
            <a:r>
              <a:rPr lang="fr-FR" dirty="0"/>
              <a:t>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970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doors dir="vert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5" presetClass="entr" presetSubtype="12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animBg="1" advAuto="0"/>
      <p:bldP spid="188" grpId="0" build="p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766"/>
          <p:cNvSpPr/>
          <p:nvPr/>
        </p:nvSpPr>
        <p:spPr>
          <a:xfrm>
            <a:off x="-4313262" y="6406177"/>
            <a:ext cx="10108058" cy="10108059"/>
          </a:xfrm>
          <a:prstGeom prst="ellipse">
            <a:avLst/>
          </a:prstGeom>
          <a:solidFill>
            <a:srgbClr val="F9B000">
              <a:alpha val="9568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5" name="Shape 767"/>
          <p:cNvSpPr/>
          <p:nvPr/>
        </p:nvSpPr>
        <p:spPr>
          <a:xfrm>
            <a:off x="-5949540" y="4959344"/>
            <a:ext cx="9124297" cy="9124297"/>
          </a:xfrm>
          <a:prstGeom prst="ellipse">
            <a:avLst/>
          </a:prstGeom>
          <a:solidFill>
            <a:srgbClr val="F7BE16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6" name="Shape 768"/>
          <p:cNvSpPr txBox="1"/>
          <p:nvPr/>
        </p:nvSpPr>
        <p:spPr>
          <a:xfrm>
            <a:off x="8299302" y="6247483"/>
            <a:ext cx="1223413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AdventistMission.org</a:t>
            </a:r>
          </a:p>
        </p:txBody>
      </p:sp>
      <p:sp>
        <p:nvSpPr>
          <p:cNvPr id="177" name="Shape 769"/>
          <p:cNvSpPr txBox="1"/>
          <p:nvPr/>
        </p:nvSpPr>
        <p:spPr>
          <a:xfrm>
            <a:off x="8021256" y="6406177"/>
            <a:ext cx="1489510" cy="21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 GlobalMissionCenters.org</a:t>
            </a:r>
          </a:p>
        </p:txBody>
      </p:sp>
      <p:sp>
        <p:nvSpPr>
          <p:cNvPr id="178" name="Shape 770"/>
          <p:cNvSpPr/>
          <p:nvPr/>
        </p:nvSpPr>
        <p:spPr>
          <a:xfrm>
            <a:off x="9517505" y="6264614"/>
            <a:ext cx="1478605" cy="348913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9" name="Shape 771" descr="Shape 7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545" y="5850021"/>
            <a:ext cx="698501" cy="711437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hape 772"/>
          <p:cNvSpPr/>
          <p:nvPr/>
        </p:nvSpPr>
        <p:spPr>
          <a:xfrm>
            <a:off x="9510765" y="-4118182"/>
            <a:ext cx="5357729" cy="5357729"/>
          </a:xfrm>
          <a:prstGeom prst="ellipse">
            <a:avLst/>
          </a:prstGeom>
          <a:solidFill>
            <a:srgbClr val="007581">
              <a:alpha val="6274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1" name="Shape 773"/>
          <p:cNvSpPr/>
          <p:nvPr/>
        </p:nvSpPr>
        <p:spPr>
          <a:xfrm>
            <a:off x="7743652" y="-4994505"/>
            <a:ext cx="5357729" cy="5357729"/>
          </a:xfrm>
          <a:prstGeom prst="ellipse">
            <a:avLst/>
          </a:prstGeom>
          <a:solidFill>
            <a:srgbClr val="7DB3BD">
              <a:alpha val="7097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2" name="Shape 774"/>
          <p:cNvSpPr txBox="1"/>
          <p:nvPr/>
        </p:nvSpPr>
        <p:spPr>
          <a:xfrm>
            <a:off x="2617326" y="2250910"/>
            <a:ext cx="7137218" cy="39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00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’</a:t>
            </a:r>
          </a:p>
        </p:txBody>
      </p:sp>
      <p:grpSp>
        <p:nvGrpSpPr>
          <p:cNvPr id="186" name="Shape 775"/>
          <p:cNvGrpSpPr/>
          <p:nvPr/>
        </p:nvGrpSpPr>
        <p:grpSpPr>
          <a:xfrm>
            <a:off x="2322551" y="1260636"/>
            <a:ext cx="402858" cy="108083"/>
            <a:chOff x="0" y="0"/>
            <a:chExt cx="402856" cy="108082"/>
          </a:xfrm>
        </p:grpSpPr>
        <p:sp>
          <p:nvSpPr>
            <p:cNvPr id="183" name="Shape 776"/>
            <p:cNvSpPr/>
            <p:nvPr/>
          </p:nvSpPr>
          <p:spPr>
            <a:xfrm>
              <a:off x="294774" y="-1"/>
              <a:ext cx="108083" cy="108084"/>
            </a:xfrm>
            <a:prstGeom prst="ellipse">
              <a:avLst/>
            </a:prstGeom>
            <a:solidFill>
              <a:srgbClr val="F46B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4" name="Shape 777"/>
            <p:cNvSpPr/>
            <p:nvPr/>
          </p:nvSpPr>
          <p:spPr>
            <a:xfrm>
              <a:off x="-1" y="-1"/>
              <a:ext cx="108083" cy="108084"/>
            </a:xfrm>
            <a:prstGeom prst="ellipse">
              <a:avLst/>
            </a:prstGeom>
            <a:solidFill>
              <a:srgbClr val="E3DE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5" name="Shape 778"/>
            <p:cNvSpPr/>
            <p:nvPr/>
          </p:nvSpPr>
          <p:spPr>
            <a:xfrm>
              <a:off x="147386" y="-1"/>
              <a:ext cx="108083" cy="108084"/>
            </a:xfrm>
            <a:prstGeom prst="ellipse">
              <a:avLst/>
            </a:prstGeom>
            <a:solidFill>
              <a:srgbClr val="F7BE1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87" name="Title 3"/>
          <p:cNvSpPr txBox="1">
            <a:spLocks noGrp="1"/>
          </p:cNvSpPr>
          <p:nvPr>
            <p:ph type="title"/>
          </p:nvPr>
        </p:nvSpPr>
        <p:spPr>
          <a:xfrm>
            <a:off x="-1" y="365125"/>
            <a:ext cx="11990439" cy="1325563"/>
          </a:xfrm>
          <a:prstGeom prst="rect">
            <a:avLst/>
          </a:prstGeom>
        </p:spPr>
        <p:txBody>
          <a:bodyPr/>
          <a:lstStyle/>
          <a:p>
            <a:r>
              <a:rPr lang="fr-FR" b="1" dirty="0" err="1">
                <a:latin typeface="Arial Black" panose="020B0A04020102020204" pitchFamily="34" charset="0"/>
              </a:rPr>
              <a:t>Ny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Vanim-potoan’ny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Haizina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sy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ny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r>
              <a:rPr lang="fr-FR" b="1" dirty="0" err="1">
                <a:latin typeface="Arial Black" panose="020B0A04020102020204" pitchFamily="34" charset="0"/>
              </a:rPr>
              <a:t>Fanavaozam-Pivavahana</a:t>
            </a:r>
            <a:r>
              <a:rPr lang="fr-FR" b="1" dirty="0">
                <a:latin typeface="Arial Black" panose="020B0A04020102020204" pitchFamily="34" charset="0"/>
              </a:rPr>
              <a:t> </a:t>
            </a:r>
            <a:endParaRPr b="1" dirty="0">
              <a:latin typeface="Arial Black" panose="020B0A04020102020204" pitchFamily="34" charset="0"/>
            </a:endParaRPr>
          </a:p>
        </p:txBody>
      </p:sp>
      <p:sp>
        <p:nvSpPr>
          <p:cNvPr id="188" name="Text Placeholder 2"/>
          <p:cNvSpPr txBox="1">
            <a:spLocks noGrp="1"/>
          </p:cNvSpPr>
          <p:nvPr>
            <p:ph type="body" idx="1"/>
          </p:nvPr>
        </p:nvSpPr>
        <p:spPr>
          <a:xfrm>
            <a:off x="250723" y="1825625"/>
            <a:ext cx="11103077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224027" indent="-224027" defTabSz="896111">
              <a:spcBef>
                <a:spcPts val="900"/>
              </a:spcBef>
              <a:defRPr sz="3136"/>
            </a:pPr>
            <a:r>
              <a:rPr lang="fr-FR" dirty="0"/>
              <a:t>Na dia </a:t>
            </a:r>
            <a:r>
              <a:rPr lang="fr-FR" dirty="0" err="1"/>
              <a:t>tsara</a:t>
            </a:r>
            <a:r>
              <a:rPr lang="fr-FR" dirty="0"/>
              <a:t> </a:t>
            </a:r>
            <a:r>
              <a:rPr lang="fr-FR" dirty="0" err="1"/>
              <a:t>aza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fanavaozam-pivavahana</a:t>
            </a:r>
            <a:r>
              <a:rPr lang="fr-FR" dirty="0"/>
              <a:t>,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nanandratra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Baiboly</a:t>
            </a:r>
            <a:r>
              <a:rPr lang="fr-FR" dirty="0"/>
              <a:t> ka </a:t>
            </a:r>
            <a:r>
              <a:rPr lang="fr-FR" dirty="0" err="1"/>
              <a:t>nanolotra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 ho </a:t>
            </a:r>
            <a:r>
              <a:rPr lang="fr-FR" dirty="0" err="1"/>
              <a:t>eo</a:t>
            </a:r>
            <a:r>
              <a:rPr lang="fr-FR" dirty="0"/>
              <a:t> an-</a:t>
            </a:r>
            <a:r>
              <a:rPr lang="fr-FR" dirty="0" err="1"/>
              <a:t>tanan’ny</a:t>
            </a:r>
            <a:r>
              <a:rPr lang="fr-FR" dirty="0"/>
              <a:t> </a:t>
            </a:r>
            <a:r>
              <a:rPr lang="fr-FR" dirty="0" err="1"/>
              <a:t>Kristiana</a:t>
            </a:r>
            <a:r>
              <a:rPr lang="fr-FR" dirty="0"/>
              <a:t>, dia </a:t>
            </a:r>
            <a:r>
              <a:rPr lang="fr-FR" dirty="0" err="1"/>
              <a:t>mbola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hain’izy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ihany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nanavaka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madio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madio</a:t>
            </a:r>
            <a:r>
              <a:rPr lang="fr-FR" dirty="0"/>
              <a:t>, </a:t>
            </a:r>
            <a:r>
              <a:rPr lang="fr-FR" dirty="0" err="1"/>
              <a:t>novakiana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Soratra</a:t>
            </a:r>
            <a:r>
              <a:rPr lang="fr-FR" dirty="0"/>
              <a:t> </a:t>
            </a:r>
            <a:r>
              <a:rPr lang="fr-FR" dirty="0" err="1"/>
              <a:t>Masina</a:t>
            </a:r>
            <a:r>
              <a:rPr lang="fr-FR" dirty="0"/>
              <a:t> </a:t>
            </a:r>
            <a:r>
              <a:rPr lang="fr-FR" dirty="0" err="1"/>
              <a:t>kanefa</a:t>
            </a:r>
            <a:r>
              <a:rPr lang="fr-FR" dirty="0"/>
              <a:t> </a:t>
            </a:r>
            <a:r>
              <a:rPr lang="fr-FR" dirty="0" err="1"/>
              <a:t>nodian-tsy</a:t>
            </a:r>
            <a:r>
              <a:rPr lang="fr-FR" dirty="0"/>
              <a:t> </a:t>
            </a:r>
            <a:r>
              <a:rPr lang="fr-FR" dirty="0" err="1"/>
              <a:t>hita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Testamenta</a:t>
            </a:r>
            <a:r>
              <a:rPr lang="fr-FR" dirty="0"/>
              <a:t> </a:t>
            </a:r>
            <a:r>
              <a:rPr lang="fr-FR" dirty="0" err="1"/>
              <a:t>Taloha</a:t>
            </a:r>
            <a:r>
              <a:rPr lang="fr-FR" dirty="0"/>
              <a:t> </a:t>
            </a:r>
            <a:r>
              <a:rPr lang="fr-FR" dirty="0" err="1"/>
              <a:t>satria</a:t>
            </a:r>
            <a:r>
              <a:rPr lang="fr-FR" dirty="0"/>
              <a:t> </a:t>
            </a:r>
            <a:r>
              <a:rPr lang="fr-FR" dirty="0" err="1"/>
              <a:t>nolazaina</a:t>
            </a:r>
            <a:r>
              <a:rPr lang="fr-FR" dirty="0"/>
              <a:t> fa “</a:t>
            </a:r>
            <a:r>
              <a:rPr lang="fr-FR" dirty="0" err="1"/>
              <a:t>efa</a:t>
            </a:r>
            <a:r>
              <a:rPr lang="fr-FR" dirty="0"/>
              <a:t> </a:t>
            </a:r>
            <a:r>
              <a:rPr lang="fr-FR" dirty="0" err="1"/>
              <a:t>foana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lalàna</a:t>
            </a:r>
            <a:r>
              <a:rPr lang="fr-FR" dirty="0"/>
              <a:t>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efa</a:t>
            </a:r>
            <a:r>
              <a:rPr lang="fr-FR" dirty="0"/>
              <a:t> </a:t>
            </a:r>
            <a:r>
              <a:rPr lang="fr-FR" dirty="0" err="1"/>
              <a:t>eo</a:t>
            </a:r>
            <a:r>
              <a:rPr lang="fr-FR" dirty="0"/>
              <a:t> </a:t>
            </a:r>
            <a:r>
              <a:rPr lang="fr-FR" dirty="0" err="1"/>
              <a:t>ambany</a:t>
            </a:r>
            <a:r>
              <a:rPr lang="fr-FR" dirty="0"/>
              <a:t> </a:t>
            </a:r>
            <a:r>
              <a:rPr lang="fr-FR" dirty="0" err="1"/>
              <a:t>fahasoavana</a:t>
            </a:r>
            <a:r>
              <a:rPr lang="fr-FR" dirty="0"/>
              <a:t> </a:t>
            </a:r>
            <a:r>
              <a:rPr lang="fr-FR" dirty="0" err="1"/>
              <a:t>isika</a:t>
            </a:r>
            <a:r>
              <a:rPr lang="fr-FR" dirty="0"/>
              <a:t>,”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Alahady</a:t>
            </a:r>
            <a:r>
              <a:rPr lang="fr-FR" dirty="0"/>
              <a:t> </a:t>
            </a:r>
            <a:r>
              <a:rPr lang="fr-FR" dirty="0" err="1"/>
              <a:t>ihany</a:t>
            </a:r>
            <a:r>
              <a:rPr lang="fr-FR" dirty="0"/>
              <a:t> no </a:t>
            </a:r>
            <a:r>
              <a:rPr lang="fr-FR" dirty="0" err="1"/>
              <a:t>mbola</a:t>
            </a:r>
            <a:r>
              <a:rPr lang="fr-FR" dirty="0"/>
              <a:t> </a:t>
            </a:r>
            <a:r>
              <a:rPr lang="fr-FR" dirty="0" err="1"/>
              <a:t>andro</a:t>
            </a:r>
            <a:r>
              <a:rPr lang="fr-FR" dirty="0"/>
              <a:t> </a:t>
            </a:r>
            <a:r>
              <a:rPr lang="fr-FR" dirty="0" err="1"/>
              <a:t>niankohofana</a:t>
            </a:r>
            <a:r>
              <a:rPr lang="fr-FR" dirty="0"/>
              <a:t>. </a:t>
            </a:r>
            <a:r>
              <a:rPr lang="fr-FR" dirty="0" err="1"/>
              <a:t>Tsara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</a:t>
            </a:r>
            <a:r>
              <a:rPr lang="fr-FR" dirty="0" err="1"/>
              <a:t>ilay</a:t>
            </a:r>
            <a:r>
              <a:rPr lang="fr-FR" dirty="0"/>
              <a:t> </a:t>
            </a:r>
            <a:r>
              <a:rPr lang="fr-FR" dirty="0" err="1"/>
              <a:t>Fanavaozam-Pivavahana</a:t>
            </a:r>
            <a:r>
              <a:rPr lang="fr-FR" dirty="0"/>
              <a:t> </a:t>
            </a:r>
            <a:r>
              <a:rPr lang="fr-FR" dirty="0" err="1"/>
              <a:t>kanefa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feno</a:t>
            </a:r>
            <a:r>
              <a:rPr lang="fr-FR" dirty="0"/>
              <a:t>. </a:t>
            </a:r>
            <a:r>
              <a:rPr lang="fr-FR" dirty="0" err="1"/>
              <a:t>Noho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, </a:t>
            </a:r>
            <a:r>
              <a:rPr lang="fr-FR" dirty="0" err="1"/>
              <a:t>ilaina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famerenana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laoniny</a:t>
            </a:r>
            <a:r>
              <a:rPr lang="fr-FR" dirty="0"/>
              <a:t>. </a:t>
            </a:r>
            <a:r>
              <a:rPr lang="fr-FR" dirty="0" err="1"/>
              <a:t>Araka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hita</a:t>
            </a:r>
            <a:r>
              <a:rPr lang="fr-FR" dirty="0"/>
              <a:t> </a:t>
            </a:r>
            <a:r>
              <a:rPr lang="fr-FR" dirty="0" err="1"/>
              <a:t>ao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Apokalypsy</a:t>
            </a:r>
            <a:r>
              <a:rPr lang="fr-FR" dirty="0"/>
              <a:t> 14:12, dia “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mitandrina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didin’Andriamanitra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mitana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finoana</a:t>
            </a:r>
            <a:r>
              <a:rPr lang="fr-FR" dirty="0"/>
              <a:t> </a:t>
            </a:r>
            <a:r>
              <a:rPr lang="fr-FR" dirty="0" err="1"/>
              <a:t>an’i</a:t>
            </a:r>
            <a:r>
              <a:rPr lang="fr-FR" dirty="0"/>
              <a:t> </a:t>
            </a:r>
            <a:r>
              <a:rPr lang="fr-FR" dirty="0" err="1"/>
              <a:t>Jesosy</a:t>
            </a:r>
            <a:r>
              <a:rPr lang="fr-FR" dirty="0"/>
              <a:t>” no </a:t>
            </a:r>
            <a:r>
              <a:rPr lang="fr-FR" dirty="0" err="1"/>
              <a:t>vahoakan’Andriamanitra</a:t>
            </a:r>
            <a:r>
              <a:rPr lang="fr-FR" dirty="0"/>
              <a:t> </a:t>
            </a:r>
            <a:r>
              <a:rPr lang="fr-FR" dirty="0" err="1"/>
              <a:t>mahatoky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andro</a:t>
            </a:r>
            <a:r>
              <a:rPr lang="fr-FR" dirty="0"/>
              <a:t> </a:t>
            </a:r>
            <a:r>
              <a:rPr lang="fr-FR" dirty="0" err="1"/>
              <a:t>farany</a:t>
            </a:r>
            <a:r>
              <a:rPr lang="fr-F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98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doors dir="vert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8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5" presetClass="entr" presetSubtype="12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animBg="1" advAuto="0"/>
      <p:bldP spid="188" grpId="0" build="p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365125"/>
            <a:ext cx="10911348" cy="1325563"/>
          </a:xfrm>
        </p:spPr>
        <p:txBody>
          <a:bodyPr/>
          <a:lstStyle/>
          <a:p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Olom-Boafidin’Andriamanitra</a:t>
            </a:r>
            <a:r>
              <a:rPr lang="en-US" b="1" dirty="0">
                <a:latin typeface="Arial Black" panose="020B0A04020102020204" pitchFamily="34" charset="0"/>
              </a:rPr>
              <a:t> –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Isiraelita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Ara-Panahy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1587752"/>
            <a:ext cx="11769213" cy="5270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Io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manazava</a:t>
            </a:r>
            <a:r>
              <a:rPr lang="en-US" dirty="0"/>
              <a:t> fa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mpanara-dia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hitandrina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didiny</a:t>
            </a:r>
            <a:r>
              <a:rPr lang="en-US" dirty="0"/>
              <a:t>. </a:t>
            </a:r>
            <a:r>
              <a:rPr lang="en-US" dirty="0" err="1"/>
              <a:t>Fotoana</a:t>
            </a:r>
            <a:r>
              <a:rPr lang="en-US" dirty="0"/>
              <a:t> </a:t>
            </a:r>
            <a:r>
              <a:rPr lang="en-US" dirty="0" err="1"/>
              <a:t>fohy</a:t>
            </a:r>
            <a:r>
              <a:rPr lang="en-US" dirty="0"/>
              <a:t> </a:t>
            </a:r>
            <a:r>
              <a:rPr lang="en-US" dirty="0" err="1"/>
              <a:t>taorian’ny</a:t>
            </a:r>
            <a:r>
              <a:rPr lang="en-US" dirty="0"/>
              <a:t> </a:t>
            </a:r>
            <a:r>
              <a:rPr lang="en-US" dirty="0" err="1"/>
              <a:t>fanavaozam-pivavahana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niforona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vondrona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antsoina</a:t>
            </a:r>
            <a:r>
              <a:rPr lang="en-US" dirty="0"/>
              <a:t> hoe </a:t>
            </a:r>
            <a:r>
              <a:rPr lang="en-US" dirty="0" err="1"/>
              <a:t>Advantista</a:t>
            </a:r>
            <a:r>
              <a:rPr lang="en-US" dirty="0"/>
              <a:t> </a:t>
            </a:r>
            <a:r>
              <a:rPr lang="en-US" dirty="0" err="1"/>
              <a:t>Mitandrina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Fahafito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vitan’ny</a:t>
            </a:r>
            <a:r>
              <a:rPr lang="en-US" dirty="0"/>
              <a:t> hoe </a:t>
            </a:r>
            <a:r>
              <a:rPr lang="en-US" dirty="0" err="1"/>
              <a:t>milaza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tenany</a:t>
            </a:r>
            <a:r>
              <a:rPr lang="en-US" dirty="0"/>
              <a:t> ho manana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marika</a:t>
            </a:r>
            <a:r>
              <a:rPr lang="en-US" dirty="0"/>
              <a:t> </a:t>
            </a:r>
            <a:r>
              <a:rPr lang="en-US" dirty="0" err="1"/>
              <a:t>dimy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fotsiny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, fa </a:t>
            </a:r>
            <a:r>
              <a:rPr lang="en-US" dirty="0" err="1"/>
              <a:t>maneho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fiainany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 smtClean="0"/>
              <a:t>a.Milaza</a:t>
            </a:r>
            <a:r>
              <a:rPr lang="en-US" dirty="0" smtClean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tenany</a:t>
            </a:r>
            <a:r>
              <a:rPr lang="en-US" dirty="0"/>
              <a:t> ho </a:t>
            </a:r>
            <a:r>
              <a:rPr lang="en-US" dirty="0" err="1"/>
              <a:t>zanak’Andriamanitra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 smtClean="0"/>
              <a:t>b.Milaza</a:t>
            </a:r>
            <a:r>
              <a:rPr lang="en-US" dirty="0" smtClean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hoe </a:t>
            </a:r>
            <a:r>
              <a:rPr lang="en-US" dirty="0" err="1"/>
              <a:t>mino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 smtClean="0"/>
              <a:t>d.Milaza</a:t>
            </a:r>
            <a:r>
              <a:rPr lang="en-US" dirty="0" smtClean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hoe </a:t>
            </a:r>
            <a:r>
              <a:rPr lang="en-US" dirty="0" err="1"/>
              <a:t>manavaka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madio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madio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e. </a:t>
            </a:r>
            <a:r>
              <a:rPr lang="en-US" dirty="0" err="1"/>
              <a:t>Milaza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hoe </a:t>
            </a:r>
            <a:r>
              <a:rPr lang="en-US" dirty="0" err="1"/>
              <a:t>mino</a:t>
            </a:r>
            <a:r>
              <a:rPr lang="en-US" dirty="0"/>
              <a:t>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manaraka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Soratra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nampahafantarin’Andriamanitra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 smtClean="0"/>
              <a:t>f.Milaza</a:t>
            </a:r>
            <a:r>
              <a:rPr lang="en-US" dirty="0" smtClean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hoe </a:t>
            </a:r>
            <a:r>
              <a:rPr lang="en-US" dirty="0" err="1"/>
              <a:t>mitandrina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Sabatan’ny</a:t>
            </a:r>
            <a:r>
              <a:rPr lang="en-US" dirty="0"/>
              <a:t> </a:t>
            </a:r>
            <a:r>
              <a:rPr lang="en-US" dirty="0" err="1"/>
              <a:t>Tompo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3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365125"/>
            <a:ext cx="10911348" cy="1325563"/>
          </a:xfrm>
        </p:spPr>
        <p:txBody>
          <a:bodyPr/>
          <a:lstStyle/>
          <a:p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Olom-Boafidin’Andriamanitra</a:t>
            </a:r>
            <a:r>
              <a:rPr lang="en-US" b="1" dirty="0">
                <a:latin typeface="Arial Black" panose="020B0A04020102020204" pitchFamily="34" charset="0"/>
              </a:rPr>
              <a:t> –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Isiraelita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Ara-Panahy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1587752"/>
            <a:ext cx="11769213" cy="5270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 err="1"/>
              <a:t>Noho</a:t>
            </a:r>
            <a:r>
              <a:rPr lang="en-US" sz="4800" dirty="0"/>
              <a:t> </a:t>
            </a:r>
            <a:r>
              <a:rPr lang="en-US" sz="4800" dirty="0" err="1"/>
              <a:t>izany</a:t>
            </a:r>
            <a:r>
              <a:rPr lang="en-US" sz="4800" dirty="0"/>
              <a:t>,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Advantista</a:t>
            </a:r>
            <a:r>
              <a:rPr lang="en-US" sz="4800" dirty="0"/>
              <a:t> </a:t>
            </a:r>
            <a:r>
              <a:rPr lang="en-US" sz="4800" dirty="0" err="1"/>
              <a:t>dia</a:t>
            </a:r>
            <a:r>
              <a:rPr lang="en-US" sz="4800" dirty="0"/>
              <a:t> </a:t>
            </a:r>
            <a:r>
              <a:rPr lang="en-US" sz="4800" dirty="0" err="1"/>
              <a:t>tafiditra</a:t>
            </a:r>
            <a:r>
              <a:rPr lang="en-US" sz="4800" dirty="0"/>
              <a:t> </a:t>
            </a:r>
            <a:r>
              <a:rPr lang="en-US" sz="4800" dirty="0" err="1"/>
              <a:t>ao</a:t>
            </a:r>
            <a:r>
              <a:rPr lang="en-US" sz="4800" dirty="0"/>
              <a:t> </a:t>
            </a:r>
            <a:r>
              <a:rPr lang="en-US" sz="4800" dirty="0" err="1"/>
              <a:t>anatin’ny</a:t>
            </a:r>
            <a:r>
              <a:rPr lang="en-US" sz="4800" dirty="0"/>
              <a:t> </a:t>
            </a:r>
            <a:r>
              <a:rPr lang="en-US" sz="4800" dirty="0" err="1"/>
              <a:t>taranaka</a:t>
            </a:r>
            <a:r>
              <a:rPr lang="en-US" sz="4800" dirty="0"/>
              <a:t> </a:t>
            </a:r>
            <a:r>
              <a:rPr lang="en-US" sz="4800" dirty="0" err="1"/>
              <a:t>mitana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fahamarinana</a:t>
            </a:r>
            <a:r>
              <a:rPr lang="en-US" sz="4800" dirty="0"/>
              <a:t> </a:t>
            </a:r>
            <a:r>
              <a:rPr lang="en-US" sz="4800" dirty="0" err="1"/>
              <a:t>avy</a:t>
            </a:r>
            <a:r>
              <a:rPr lang="en-US" sz="4800" dirty="0"/>
              <a:t> </a:t>
            </a:r>
            <a:r>
              <a:rPr lang="en-US" sz="4800" dirty="0" err="1"/>
              <a:t>amin’i</a:t>
            </a:r>
            <a:r>
              <a:rPr lang="en-US" sz="4800" dirty="0"/>
              <a:t> </a:t>
            </a:r>
            <a:r>
              <a:rPr lang="en-US" sz="4800" dirty="0" err="1"/>
              <a:t>Abrahama</a:t>
            </a:r>
            <a:r>
              <a:rPr lang="en-US" sz="4800" dirty="0"/>
              <a:t>, </a:t>
            </a:r>
            <a:r>
              <a:rPr lang="en-US" sz="4800" dirty="0" err="1"/>
              <a:t>ary</a:t>
            </a:r>
            <a:r>
              <a:rPr lang="en-US" sz="4800" dirty="0"/>
              <a:t> </a:t>
            </a:r>
            <a:r>
              <a:rPr lang="en-US" sz="4800" dirty="0" err="1"/>
              <a:t>mitory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hafatra</a:t>
            </a:r>
            <a:r>
              <a:rPr lang="en-US" sz="4800" dirty="0"/>
              <a:t> </a:t>
            </a:r>
            <a:r>
              <a:rPr lang="en-US" sz="4800" dirty="0" err="1"/>
              <a:t>farany</a:t>
            </a:r>
            <a:r>
              <a:rPr lang="en-US" sz="4800" dirty="0"/>
              <a:t> ho </a:t>
            </a:r>
            <a:r>
              <a:rPr lang="en-US" sz="4800" dirty="0" err="1"/>
              <a:t>amin’ny</a:t>
            </a:r>
            <a:r>
              <a:rPr lang="en-US" sz="4800" dirty="0"/>
              <a:t> “</a:t>
            </a:r>
            <a:r>
              <a:rPr lang="en-US" sz="4800" dirty="0" err="1"/>
              <a:t>firenena</a:t>
            </a:r>
            <a:r>
              <a:rPr lang="en-US" sz="4800" dirty="0"/>
              <a:t> </a:t>
            </a:r>
            <a:r>
              <a:rPr lang="en-US" sz="4800" dirty="0" err="1"/>
              <a:t>sy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fokom-pirenena</a:t>
            </a:r>
            <a:r>
              <a:rPr lang="en-US" sz="4800" dirty="0"/>
              <a:t> </a:t>
            </a:r>
            <a:r>
              <a:rPr lang="en-US" sz="4800" dirty="0" err="1"/>
              <a:t>sy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samy</a:t>
            </a:r>
            <a:r>
              <a:rPr lang="en-US" sz="4800" dirty="0"/>
              <a:t> </a:t>
            </a:r>
            <a:r>
              <a:rPr lang="en-US" sz="4800" dirty="0" err="1"/>
              <a:t>hafa</a:t>
            </a:r>
            <a:r>
              <a:rPr lang="en-US" sz="4800" dirty="0"/>
              <a:t> </a:t>
            </a:r>
            <a:r>
              <a:rPr lang="en-US" sz="4800" dirty="0" err="1"/>
              <a:t>fiteny</a:t>
            </a:r>
            <a:r>
              <a:rPr lang="en-US" sz="4800" dirty="0"/>
              <a:t> </a:t>
            </a:r>
            <a:r>
              <a:rPr lang="en-US" sz="4800" dirty="0" err="1"/>
              <a:t>ary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olona</a:t>
            </a:r>
            <a:r>
              <a:rPr lang="en-US" sz="4800" dirty="0"/>
              <a:t> </a:t>
            </a:r>
            <a:r>
              <a:rPr lang="en-US" sz="4800" dirty="0" err="1"/>
              <a:t>rehetra</a:t>
            </a:r>
            <a:r>
              <a:rPr lang="en-US" sz="4800" dirty="0"/>
              <a:t>.” (</a:t>
            </a:r>
            <a:r>
              <a:rPr lang="en-US" sz="4800" dirty="0" err="1"/>
              <a:t>Apokalypsy</a:t>
            </a:r>
            <a:r>
              <a:rPr lang="en-US" sz="4800" dirty="0"/>
              <a:t> 14:6-7)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56992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fomba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fahitan’ny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Islamo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Advantista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sy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Kristiana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Vokatr’io</a:t>
            </a:r>
            <a:r>
              <a:rPr lang="en-US" dirty="0"/>
              <a:t> </a:t>
            </a:r>
            <a:r>
              <a:rPr lang="en-US" dirty="0" err="1"/>
              <a:t>maha-izy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Advantista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maro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manam-pahaizana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 </a:t>
            </a:r>
            <a:r>
              <a:rPr lang="en-US" dirty="0" err="1"/>
              <a:t>mahita</a:t>
            </a:r>
            <a:r>
              <a:rPr lang="en-US" dirty="0"/>
              <a:t> fa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Advantista</a:t>
            </a:r>
            <a:r>
              <a:rPr lang="en-US" dirty="0"/>
              <a:t> no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Olon’ny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mitandrina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didin’Andriamanitra</a:t>
            </a:r>
            <a:r>
              <a:rPr lang="en-US" dirty="0"/>
              <a:t> </a:t>
            </a:r>
            <a:r>
              <a:rPr lang="en-US" dirty="0" err="1"/>
              <a:t>sady</a:t>
            </a:r>
            <a:r>
              <a:rPr lang="en-US" dirty="0"/>
              <a:t> manana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finoana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miorina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:</a:t>
            </a:r>
          </a:p>
          <a:p>
            <a:r>
              <a:rPr lang="en-US" dirty="0"/>
              <a:t>	Fa </a:t>
            </a:r>
            <a:r>
              <a:rPr lang="en-US" dirty="0" err="1"/>
              <a:t>ianareo</a:t>
            </a:r>
            <a:r>
              <a:rPr lang="en-US" dirty="0"/>
              <a:t> no </a:t>
            </a:r>
            <a:r>
              <a:rPr lang="en-US" dirty="0" err="1"/>
              <a:t>vahoaka</a:t>
            </a:r>
            <a:r>
              <a:rPr lang="en-US" dirty="0"/>
              <a:t> </a:t>
            </a:r>
            <a:r>
              <a:rPr lang="en-US" dirty="0" err="1"/>
              <a:t>mendrika</a:t>
            </a:r>
            <a:r>
              <a:rPr lang="en-US" dirty="0"/>
              <a:t> </a:t>
            </a:r>
            <a:r>
              <a:rPr lang="en-US" dirty="0" err="1"/>
              <a:t>indrindra</a:t>
            </a:r>
            <a:r>
              <a:rPr lang="en-US" dirty="0"/>
              <a:t> </a:t>
            </a:r>
            <a:r>
              <a:rPr lang="en-US" dirty="0" err="1"/>
              <a:t>notsongaina</a:t>
            </a:r>
            <a:r>
              <a:rPr lang="en-US" dirty="0"/>
              <a:t> </a:t>
            </a:r>
            <a:r>
              <a:rPr lang="en-US" dirty="0" err="1"/>
              <a:t>tamin’ireo</a:t>
            </a:r>
            <a:r>
              <a:rPr lang="en-US" dirty="0"/>
              <a:t> </a:t>
            </a:r>
            <a:r>
              <a:rPr lang="en-US" dirty="0" err="1"/>
              <a:t>olombelona</a:t>
            </a:r>
            <a:r>
              <a:rPr lang="en-US" dirty="0"/>
              <a:t> 	</a:t>
            </a:r>
            <a:r>
              <a:rPr lang="en-US" dirty="0" err="1"/>
              <a:t>rehetra</a:t>
            </a:r>
            <a:r>
              <a:rPr lang="en-US" dirty="0"/>
              <a:t>, </a:t>
            </a:r>
            <a:r>
              <a:rPr lang="en-US" dirty="0" err="1"/>
              <a:t>satria</a:t>
            </a:r>
            <a:r>
              <a:rPr lang="en-US" dirty="0"/>
              <a:t> </a:t>
            </a:r>
            <a:r>
              <a:rPr lang="en-US" dirty="0" err="1"/>
              <a:t>ianareo</a:t>
            </a:r>
            <a:r>
              <a:rPr lang="en-US" dirty="0"/>
              <a:t> no </a:t>
            </a:r>
            <a:r>
              <a:rPr lang="en-US" dirty="0" err="1"/>
              <a:t>hampirisika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fanaovan-tsoa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 smtClean="0"/>
              <a:t>handrara</a:t>
            </a:r>
            <a:r>
              <a:rPr lang="en-US" dirty="0" smtClean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hanao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ratsy</a:t>
            </a:r>
            <a:r>
              <a:rPr lang="en-US" dirty="0"/>
              <a:t>, fa </a:t>
            </a:r>
            <a:r>
              <a:rPr lang="en-US" dirty="0" err="1"/>
              <a:t>mino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/>
              <a:t>ianareo</a:t>
            </a:r>
            <a:r>
              <a:rPr lang="en-US" dirty="0"/>
              <a:t>.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 smtClean="0"/>
              <a:t>misafidy</a:t>
            </a:r>
            <a:r>
              <a:rPr lang="en-US" dirty="0" smtClean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hino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olon’ny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tsara</a:t>
            </a:r>
            <a:r>
              <a:rPr lang="en-US" dirty="0"/>
              <a:t> ho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 </a:t>
            </a:r>
            <a:r>
              <a:rPr lang="en-US" dirty="0" err="1"/>
              <a:t>tokoa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, </a:t>
            </a:r>
            <a:r>
              <a:rPr lang="en-US" dirty="0" err="1"/>
              <a:t>misy</a:t>
            </a:r>
            <a:r>
              <a:rPr lang="en-US" dirty="0"/>
              <a:t> 	</a:t>
            </a:r>
            <a:r>
              <a:rPr lang="en-US" dirty="0" err="1"/>
              <a:t>amin’izy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 no </a:t>
            </a:r>
            <a:r>
              <a:rPr lang="en-US" dirty="0" err="1"/>
              <a:t>mpino</a:t>
            </a:r>
            <a:r>
              <a:rPr lang="en-US" dirty="0"/>
              <a:t>, fa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ankabetsahany</a:t>
            </a:r>
            <a:r>
              <a:rPr lang="en-US" dirty="0"/>
              <a:t> </a:t>
            </a:r>
            <a:r>
              <a:rPr lang="en-US" dirty="0" err="1"/>
              <a:t>kosa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ratsy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. Surah 	Imran 3:110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8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fomba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fahitan’ny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Islamo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Advantista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sy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Kristiana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Mba</a:t>
            </a:r>
            <a:r>
              <a:rPr lang="en-US" dirty="0"/>
              <a:t> </a:t>
            </a:r>
            <a:r>
              <a:rPr lang="en-US" dirty="0" err="1"/>
              <a:t>ahatakarana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fahasahiranana</a:t>
            </a:r>
            <a:r>
              <a:rPr lang="en-US" dirty="0"/>
              <a:t> </a:t>
            </a:r>
            <a:r>
              <a:rPr lang="en-US" dirty="0" err="1"/>
              <a:t>tsapan’ny</a:t>
            </a:r>
            <a:r>
              <a:rPr lang="en-US" dirty="0"/>
              <a:t> </a:t>
            </a:r>
            <a:r>
              <a:rPr lang="en-US" dirty="0" err="1"/>
              <a:t>mpino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fiezahana</a:t>
            </a:r>
            <a:r>
              <a:rPr lang="en-US" dirty="0"/>
              <a:t> </a:t>
            </a:r>
            <a:r>
              <a:rPr lang="en-US" dirty="0" err="1"/>
              <a:t>mamantatra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atao</a:t>
            </a:r>
            <a:r>
              <a:rPr lang="en-US" dirty="0"/>
              <a:t> hoe </a:t>
            </a:r>
            <a:r>
              <a:rPr lang="en-US" dirty="0" err="1"/>
              <a:t>Kristiana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famaritana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izao</a:t>
            </a:r>
            <a:r>
              <a:rPr lang="en-US" dirty="0"/>
              <a:t> </a:t>
            </a:r>
            <a:r>
              <a:rPr lang="en-US" dirty="0" err="1"/>
              <a:t>manaraka</a:t>
            </a:r>
            <a:r>
              <a:rPr lang="en-US" dirty="0"/>
              <a:t> </a:t>
            </a:r>
            <a:r>
              <a:rPr lang="en-US" dirty="0" err="1"/>
              <a:t>izao</a:t>
            </a:r>
            <a:r>
              <a:rPr lang="en-US" dirty="0"/>
              <a:t> no </a:t>
            </a:r>
            <a:r>
              <a:rPr lang="en-US" dirty="0" err="1"/>
              <a:t>nosoratan’i</a:t>
            </a:r>
            <a:r>
              <a:rPr lang="en-US" dirty="0"/>
              <a:t> John Travis </a:t>
            </a:r>
            <a:r>
              <a:rPr lang="en-US" dirty="0" err="1"/>
              <a:t>tao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“Messianic Muslim followers of Isa” (</a:t>
            </a:r>
            <a:r>
              <a:rPr lang="en-US" dirty="0" err="1"/>
              <a:t>Islamo</a:t>
            </a:r>
            <a:r>
              <a:rPr lang="en-US" dirty="0"/>
              <a:t> </a:t>
            </a:r>
            <a:r>
              <a:rPr lang="en-US" dirty="0" err="1"/>
              <a:t>mino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Mesia</a:t>
            </a:r>
            <a:r>
              <a:rPr lang="en-US" dirty="0"/>
              <a:t>, </a:t>
            </a:r>
            <a:r>
              <a:rPr lang="en-US" dirty="0" err="1"/>
              <a:t>mpanara-dia</a:t>
            </a:r>
            <a:r>
              <a:rPr lang="en-US" dirty="0"/>
              <a:t> </a:t>
            </a:r>
            <a:r>
              <a:rPr lang="en-US" dirty="0" err="1"/>
              <a:t>an’Isa</a:t>
            </a:r>
            <a:r>
              <a:rPr lang="en-US" dirty="0"/>
              <a:t>) </a:t>
            </a:r>
            <a:endParaRPr lang="en-US" dirty="0" smtClean="0"/>
          </a:p>
          <a:p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hoe “</a:t>
            </a:r>
            <a:r>
              <a:rPr lang="en-US" dirty="0" err="1"/>
              <a:t>Kristiana</a:t>
            </a:r>
            <a:r>
              <a:rPr lang="en-US" dirty="0"/>
              <a:t>”, </a:t>
            </a:r>
            <a:r>
              <a:rPr lang="en-US" dirty="0" err="1"/>
              <a:t>rehefa</a:t>
            </a:r>
            <a:r>
              <a:rPr lang="en-US" dirty="0"/>
              <a:t> </a:t>
            </a:r>
            <a:r>
              <a:rPr lang="en-US" dirty="0" err="1"/>
              <a:t>noforonina</a:t>
            </a:r>
            <a:r>
              <a:rPr lang="en-US" dirty="0"/>
              <a:t> </a:t>
            </a:r>
            <a:r>
              <a:rPr lang="en-US" dirty="0" err="1"/>
              <a:t>roa</a:t>
            </a:r>
            <a:r>
              <a:rPr lang="en-US" dirty="0"/>
              <a:t> </a:t>
            </a:r>
            <a:r>
              <a:rPr lang="en-US" dirty="0" err="1"/>
              <a:t>arivo</a:t>
            </a:r>
            <a:r>
              <a:rPr lang="en-US" dirty="0"/>
              <a:t> </a:t>
            </a:r>
            <a:r>
              <a:rPr lang="en-US" dirty="0" err="1"/>
              <a:t>taona</a:t>
            </a:r>
            <a:r>
              <a:rPr lang="en-US" dirty="0"/>
              <a:t> </a:t>
            </a:r>
            <a:r>
              <a:rPr lang="en-US" dirty="0" err="1"/>
              <a:t>lasa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, </a:t>
            </a:r>
            <a:r>
              <a:rPr lang="en-US" dirty="0" err="1"/>
              <a:t>tany</a:t>
            </a:r>
            <a:r>
              <a:rPr lang="en-US" dirty="0"/>
              <a:t> </a:t>
            </a:r>
            <a:r>
              <a:rPr lang="en-US" dirty="0" err="1"/>
              <a:t>Antiokia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nidika</a:t>
            </a:r>
            <a:r>
              <a:rPr lang="en-US" dirty="0"/>
              <a:t> hoe “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Kristy.”  Lasa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anefa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dikan’io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amin’izao</a:t>
            </a:r>
            <a:r>
              <a:rPr lang="en-US" dirty="0"/>
              <a:t> </a:t>
            </a:r>
            <a:r>
              <a:rPr lang="en-US" dirty="0" err="1"/>
              <a:t>fotoana</a:t>
            </a:r>
            <a:r>
              <a:rPr lang="en-US" dirty="0"/>
              <a:t> </a:t>
            </a:r>
            <a:r>
              <a:rPr lang="en-US" dirty="0" err="1"/>
              <a:t>izao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vondron’olona</a:t>
            </a:r>
            <a:r>
              <a:rPr lang="en-US" dirty="0"/>
              <a:t> </a:t>
            </a:r>
            <a:r>
              <a:rPr lang="en-US" dirty="0" err="1"/>
              <a:t>tiana</a:t>
            </a:r>
            <a:r>
              <a:rPr lang="en-US" dirty="0"/>
              <a:t> </a:t>
            </a:r>
            <a:r>
              <a:rPr lang="en-US" dirty="0" err="1"/>
              <a:t>ambara</a:t>
            </a:r>
            <a:r>
              <a:rPr lang="en-US" dirty="0"/>
              <a:t> </a:t>
            </a:r>
            <a:r>
              <a:rPr lang="en-US" dirty="0" err="1"/>
              <a:t>rehefa</a:t>
            </a:r>
            <a:r>
              <a:rPr lang="en-US" dirty="0"/>
              <a:t> </a:t>
            </a:r>
            <a:r>
              <a:rPr lang="en-US" dirty="0" err="1"/>
              <a:t>mampiasa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. Ho </a:t>
            </a:r>
            <a:r>
              <a:rPr lang="en-US" dirty="0" err="1"/>
              <a:t>an’ireo</a:t>
            </a:r>
            <a:r>
              <a:rPr lang="en-US" dirty="0"/>
              <a:t> </a:t>
            </a:r>
            <a:r>
              <a:rPr lang="en-US" dirty="0" err="1"/>
              <a:t>Amerikana</a:t>
            </a:r>
            <a:r>
              <a:rPr lang="en-US" dirty="0"/>
              <a:t> </a:t>
            </a:r>
            <a:r>
              <a:rPr lang="en-US" dirty="0" err="1"/>
              <a:t>mpandala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Filazantsara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hoe “</a:t>
            </a:r>
            <a:r>
              <a:rPr lang="en-US" dirty="0" err="1"/>
              <a:t>Kristiana</a:t>
            </a:r>
            <a:r>
              <a:rPr lang="en-US" dirty="0"/>
              <a:t>”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mifono</a:t>
            </a:r>
            <a:r>
              <a:rPr lang="en-US" dirty="0"/>
              <a:t> </a:t>
            </a:r>
            <a:r>
              <a:rPr lang="en-US" dirty="0" err="1"/>
              <a:t>hevitra</a:t>
            </a:r>
            <a:r>
              <a:rPr lang="en-US" dirty="0"/>
              <a:t> </a:t>
            </a:r>
            <a:r>
              <a:rPr lang="en-US" dirty="0" err="1"/>
              <a:t>tsara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midika</a:t>
            </a:r>
            <a:r>
              <a:rPr lang="en-US" dirty="0"/>
              <a:t> hoe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mahafantatra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manolotena</a:t>
            </a:r>
            <a:r>
              <a:rPr lang="en-US" dirty="0"/>
              <a:t> ho </a:t>
            </a:r>
            <a:r>
              <a:rPr lang="en-US" dirty="0" err="1"/>
              <a:t>an’i</a:t>
            </a:r>
            <a:r>
              <a:rPr lang="en-US" dirty="0"/>
              <a:t> Kristy… </a:t>
            </a:r>
            <a:r>
              <a:rPr lang="en-US" dirty="0" err="1"/>
              <a:t>Mifanohitra</a:t>
            </a:r>
            <a:r>
              <a:rPr lang="en-US" dirty="0"/>
              <a:t> </a:t>
            </a:r>
            <a:r>
              <a:rPr lang="en-US" dirty="0" err="1"/>
              <a:t>amin’izany</a:t>
            </a:r>
            <a:r>
              <a:rPr lang="en-US" dirty="0"/>
              <a:t> </a:t>
            </a:r>
            <a:r>
              <a:rPr lang="en-US" dirty="0" err="1"/>
              <a:t>kosa</a:t>
            </a:r>
            <a:r>
              <a:rPr lang="en-US" dirty="0"/>
              <a:t>, </a:t>
            </a:r>
            <a:r>
              <a:rPr lang="en-US" dirty="0" err="1"/>
              <a:t>rehefa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mifandraika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Filazantsara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fampiasana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maro</a:t>
            </a:r>
            <a:r>
              <a:rPr lang="en-US" dirty="0"/>
              <a:t> </a:t>
            </a:r>
            <a:r>
              <a:rPr lang="en-US" dirty="0" err="1"/>
              <a:t>amin’ireo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tafiditra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anatin’io</a:t>
            </a:r>
            <a:r>
              <a:rPr lang="en-US" dirty="0"/>
              <a:t> 86% </a:t>
            </a:r>
            <a:r>
              <a:rPr lang="en-US" dirty="0" err="1"/>
              <a:t>io</a:t>
            </a:r>
            <a:r>
              <a:rPr lang="en-US" dirty="0"/>
              <a:t> no </a:t>
            </a:r>
            <a:r>
              <a:rPr lang="en-US" dirty="0" err="1"/>
              <a:t>mamaritra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hoe “</a:t>
            </a:r>
            <a:r>
              <a:rPr lang="en-US" dirty="0" err="1"/>
              <a:t>Kristiana</a:t>
            </a:r>
            <a:r>
              <a:rPr lang="en-US" dirty="0"/>
              <a:t>” ho </a:t>
            </a:r>
            <a:r>
              <a:rPr lang="en-US" dirty="0" err="1"/>
              <a:t>fomba</a:t>
            </a:r>
            <a:r>
              <a:rPr lang="en-US" dirty="0"/>
              <a:t> </a:t>
            </a:r>
            <a:r>
              <a:rPr lang="en-US" dirty="0" err="1"/>
              <a:t>nentim-paharazana</a:t>
            </a:r>
            <a:r>
              <a:rPr lang="en-US" dirty="0"/>
              <a:t>, ho </a:t>
            </a:r>
            <a:r>
              <a:rPr lang="en-US" dirty="0" err="1"/>
              <a:t>mambra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anaram-piangonana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, ho </a:t>
            </a:r>
            <a:r>
              <a:rPr lang="en-US" dirty="0" err="1"/>
              <a:t>lova</a:t>
            </a:r>
            <a:r>
              <a:rPr lang="en-US" dirty="0"/>
              <a:t> </a:t>
            </a:r>
            <a:r>
              <a:rPr lang="en-US" dirty="0" err="1"/>
              <a:t>nentim-paharazana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mihoatra</a:t>
            </a:r>
            <a:r>
              <a:rPr lang="en-US" dirty="0"/>
              <a:t> </a:t>
            </a:r>
            <a:r>
              <a:rPr lang="en-US" dirty="0" err="1"/>
              <a:t>noho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, ho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tafiditra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antokom-pivavahana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(oh: </a:t>
            </a:r>
            <a:r>
              <a:rPr lang="en-US" dirty="0" err="1"/>
              <a:t>Jodaisma</a:t>
            </a:r>
            <a:r>
              <a:rPr lang="en-US" dirty="0"/>
              <a:t>, </a:t>
            </a:r>
            <a:r>
              <a:rPr lang="en-US" dirty="0" err="1"/>
              <a:t>Islamo</a:t>
            </a:r>
            <a:r>
              <a:rPr lang="en-US" dirty="0"/>
              <a:t>, </a:t>
            </a:r>
            <a:r>
              <a:rPr lang="en-US" dirty="0" err="1"/>
              <a:t>Hindoisma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Bodisma</a:t>
            </a:r>
            <a:r>
              <a:rPr lang="en-US" dirty="0"/>
              <a:t>). Ireo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miombon-kevitra</a:t>
            </a:r>
            <a:r>
              <a:rPr lang="en-US" dirty="0"/>
              <a:t> </a:t>
            </a:r>
            <a:r>
              <a:rPr lang="en-US" dirty="0" err="1"/>
              <a:t>amin’izany</a:t>
            </a:r>
            <a:r>
              <a:rPr lang="en-US" dirty="0"/>
              <a:t> </a:t>
            </a:r>
            <a:r>
              <a:rPr lang="en-US" dirty="0" err="1"/>
              <a:t>famaritana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mahatsapa</a:t>
            </a:r>
            <a:r>
              <a:rPr lang="en-US" dirty="0"/>
              <a:t> fa </a:t>
            </a:r>
            <a:r>
              <a:rPr lang="en-US" dirty="0" err="1"/>
              <a:t>vanim-potoana</a:t>
            </a:r>
            <a:r>
              <a:rPr lang="en-US" dirty="0"/>
              <a:t> </a:t>
            </a:r>
            <a:r>
              <a:rPr lang="en-US" dirty="0" err="1"/>
              <a:t>manokana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fiainan’ny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nobeazina</a:t>
            </a:r>
            <a:r>
              <a:rPr lang="en-US" dirty="0"/>
              <a:t> </a:t>
            </a:r>
            <a:r>
              <a:rPr lang="en-US" dirty="0" err="1"/>
              <a:t>tao</a:t>
            </a:r>
            <a:r>
              <a:rPr lang="en-US" dirty="0"/>
              <a:t> am-</a:t>
            </a:r>
            <a:r>
              <a:rPr lang="en-US" dirty="0" err="1"/>
              <a:t>piangonana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fotoana</a:t>
            </a:r>
            <a:r>
              <a:rPr lang="en-US" dirty="0"/>
              <a:t> </a:t>
            </a:r>
            <a:r>
              <a:rPr lang="en-US" dirty="0" err="1"/>
              <a:t>hilazany</a:t>
            </a:r>
            <a:r>
              <a:rPr lang="en-US" dirty="0"/>
              <a:t> hoe “Tonga </a:t>
            </a:r>
            <a:r>
              <a:rPr lang="en-US" dirty="0" err="1"/>
              <a:t>Kristiana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,” </a:t>
            </a:r>
            <a:r>
              <a:rPr lang="en-US" dirty="0" err="1"/>
              <a:t>aty</a:t>
            </a:r>
            <a:r>
              <a:rPr lang="en-US" dirty="0"/>
              <a:t> </a:t>
            </a:r>
            <a:r>
              <a:rPr lang="en-US" dirty="0" err="1"/>
              <a:t>aoriana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72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fomba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fahitan’ny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Islamo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Advantista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sy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Kristiana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finoana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 </a:t>
            </a:r>
            <a:r>
              <a:rPr lang="en-US" dirty="0" err="1"/>
              <a:t>kosa</a:t>
            </a:r>
            <a:r>
              <a:rPr lang="en-US" dirty="0"/>
              <a:t> </a:t>
            </a:r>
            <a:r>
              <a:rPr lang="en-US" dirty="0" err="1"/>
              <a:t>indray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hoe “</a:t>
            </a:r>
            <a:r>
              <a:rPr lang="en-US" dirty="0" err="1"/>
              <a:t>Kristiana</a:t>
            </a:r>
            <a:r>
              <a:rPr lang="en-US" dirty="0"/>
              <a:t>” </a:t>
            </a:r>
            <a:r>
              <a:rPr lang="en-US" dirty="0" err="1"/>
              <a:t>amin’izao</a:t>
            </a:r>
            <a:r>
              <a:rPr lang="en-US" dirty="0"/>
              <a:t> </a:t>
            </a:r>
            <a:r>
              <a:rPr lang="en-US" dirty="0" err="1"/>
              <a:t>fotoana</a:t>
            </a:r>
            <a:r>
              <a:rPr lang="en-US" dirty="0"/>
              <a:t> </a:t>
            </a:r>
            <a:r>
              <a:rPr lang="en-US" dirty="0" err="1"/>
              <a:t>izao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nivoana</a:t>
            </a:r>
            <a:r>
              <a:rPr lang="en-US" dirty="0"/>
              <a:t> </a:t>
            </a:r>
            <a:r>
              <a:rPr lang="en-US" dirty="0" err="1"/>
              <a:t>tanteraka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dikany</a:t>
            </a:r>
            <a:r>
              <a:rPr lang="en-US" dirty="0"/>
              <a:t> </a:t>
            </a:r>
            <a:r>
              <a:rPr lang="en-US" dirty="0" err="1"/>
              <a:t>araka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Soratra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</a:t>
            </a:r>
            <a:r>
              <a:rPr lang="en-US" dirty="0" err="1"/>
              <a:t>tany</a:t>
            </a:r>
            <a:r>
              <a:rPr lang="en-US" dirty="0"/>
              <a:t> am-</a:t>
            </a:r>
            <a:r>
              <a:rPr lang="en-US" dirty="0" err="1"/>
              <a:t>piandohana</a:t>
            </a:r>
            <a:r>
              <a:rPr lang="en-US" dirty="0"/>
              <a:t>,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bokin’ny</a:t>
            </a:r>
            <a:r>
              <a:rPr lang="en-US" dirty="0"/>
              <a:t> </a:t>
            </a:r>
            <a:r>
              <a:rPr lang="en-US" dirty="0" err="1"/>
              <a:t>Asan’ny</a:t>
            </a:r>
            <a:r>
              <a:rPr lang="en-US" dirty="0"/>
              <a:t> </a:t>
            </a:r>
            <a:r>
              <a:rPr lang="en-US" dirty="0" err="1"/>
              <a:t>Apostoly</a:t>
            </a:r>
            <a:r>
              <a:rPr lang="en-US" dirty="0"/>
              <a:t>. </a:t>
            </a:r>
            <a:r>
              <a:rPr lang="en-US" dirty="0" err="1"/>
              <a:t>Izao</a:t>
            </a:r>
            <a:r>
              <a:rPr lang="en-US" dirty="0"/>
              <a:t> no </a:t>
            </a:r>
            <a:r>
              <a:rPr lang="en-US" dirty="0" err="1"/>
              <a:t>hevitra</a:t>
            </a:r>
            <a:r>
              <a:rPr lang="en-US" dirty="0"/>
              <a:t> </a:t>
            </a:r>
            <a:r>
              <a:rPr lang="en-US" dirty="0" err="1"/>
              <a:t>fonosin’io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ankehitriny</a:t>
            </a:r>
            <a:r>
              <a:rPr lang="en-US" dirty="0"/>
              <a:t>: </a:t>
            </a:r>
            <a:r>
              <a:rPr lang="en-US" dirty="0" err="1"/>
              <a:t>kolotsaina</a:t>
            </a:r>
            <a:r>
              <a:rPr lang="en-US" dirty="0"/>
              <a:t> </a:t>
            </a:r>
            <a:r>
              <a:rPr lang="en-US" dirty="0" err="1"/>
              <a:t>Tandrefana</a:t>
            </a:r>
            <a:r>
              <a:rPr lang="en-US" dirty="0"/>
              <a:t>, </a:t>
            </a:r>
            <a:r>
              <a:rPr lang="en-US" dirty="0" err="1"/>
              <a:t>ady</a:t>
            </a:r>
            <a:r>
              <a:rPr lang="en-US" dirty="0"/>
              <a:t> (</a:t>
            </a:r>
            <a:r>
              <a:rPr lang="en-US" dirty="0" err="1"/>
              <a:t>Croisade</a:t>
            </a:r>
            <a:r>
              <a:rPr lang="en-US" dirty="0"/>
              <a:t>: </a:t>
            </a:r>
            <a:r>
              <a:rPr lang="en-US" dirty="0" err="1"/>
              <a:t>ady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mpino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), </a:t>
            </a:r>
            <a:r>
              <a:rPr lang="en-US" dirty="0" err="1"/>
              <a:t>fanjanahana</a:t>
            </a:r>
            <a:r>
              <a:rPr lang="en-US" dirty="0"/>
              <a:t> (</a:t>
            </a:r>
            <a:r>
              <a:rPr lang="en-US" dirty="0" err="1"/>
              <a:t>colonialisme</a:t>
            </a:r>
            <a:r>
              <a:rPr lang="en-US" dirty="0"/>
              <a:t>)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fanaparam-pahefana</a:t>
            </a:r>
            <a:r>
              <a:rPr lang="en-US" dirty="0"/>
              <a:t> (</a:t>
            </a:r>
            <a:r>
              <a:rPr lang="en-US" dirty="0" err="1"/>
              <a:t>impérialisme</a:t>
            </a:r>
            <a:r>
              <a:rPr lang="en-US" dirty="0"/>
              <a:t>). Na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mpino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 </a:t>
            </a:r>
            <a:r>
              <a:rPr lang="en-US" dirty="0" err="1"/>
              <a:t>sasany</a:t>
            </a:r>
            <a:r>
              <a:rPr lang="en-US" dirty="0"/>
              <a:t> </a:t>
            </a:r>
            <a:r>
              <a:rPr lang="en-US" dirty="0" err="1"/>
              <a:t>mampifandray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fitiavana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fiainana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fitiavantena</a:t>
            </a:r>
            <a:r>
              <a:rPr lang="en-US" dirty="0"/>
              <a:t> </a:t>
            </a:r>
            <a:r>
              <a:rPr lang="en-US" dirty="0" err="1"/>
              <a:t>nananan’i</a:t>
            </a:r>
            <a:r>
              <a:rPr lang="en-US" dirty="0"/>
              <a:t> </a:t>
            </a:r>
            <a:r>
              <a:rPr lang="en-US" dirty="0" err="1"/>
              <a:t>Mère</a:t>
            </a:r>
            <a:r>
              <a:rPr lang="en-US" dirty="0"/>
              <a:t> Teresa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fikambanana</a:t>
            </a:r>
            <a:r>
              <a:rPr lang="en-US" dirty="0"/>
              <a:t> </a:t>
            </a:r>
            <a:r>
              <a:rPr lang="en-US" dirty="0" err="1"/>
              <a:t>misahana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manan-kiahy</a:t>
            </a:r>
            <a:r>
              <a:rPr lang="en-US" dirty="0"/>
              <a:t> </a:t>
            </a:r>
            <a:r>
              <a:rPr lang="en-US" dirty="0" err="1"/>
              <a:t>aza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mifantoka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endrika</a:t>
            </a:r>
            <a:r>
              <a:rPr lang="en-US" dirty="0"/>
              <a:t> </a:t>
            </a:r>
            <a:r>
              <a:rPr lang="en-US" dirty="0" err="1"/>
              <a:t>ratsy</a:t>
            </a:r>
            <a:r>
              <a:rPr lang="en-US" dirty="0"/>
              <a:t> </a:t>
            </a:r>
            <a:r>
              <a:rPr lang="en-US" dirty="0" err="1"/>
              <a:t>isehoan’ny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kolotsaina</a:t>
            </a:r>
            <a:r>
              <a:rPr lang="en-US" dirty="0"/>
              <a:t> </a:t>
            </a:r>
            <a:r>
              <a:rPr lang="en-US" dirty="0" err="1"/>
              <a:t>Tandrefana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ankamaroan’ny</a:t>
            </a:r>
            <a:r>
              <a:rPr lang="en-US" dirty="0"/>
              <a:t> </a:t>
            </a:r>
            <a:r>
              <a:rPr lang="en-US" dirty="0" err="1"/>
              <a:t>mpino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, toy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fitafiana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mendrika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firaisana</a:t>
            </a:r>
            <a:r>
              <a:rPr lang="en-US" dirty="0"/>
              <a:t> </a:t>
            </a:r>
            <a:r>
              <a:rPr lang="en-US" dirty="0" err="1"/>
              <a:t>ara-nofo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samihafa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fanomezana</a:t>
            </a:r>
            <a:r>
              <a:rPr lang="en-US" dirty="0"/>
              <a:t> </a:t>
            </a:r>
            <a:r>
              <a:rPr lang="en-US" dirty="0" err="1"/>
              <a:t>haja</a:t>
            </a:r>
            <a:r>
              <a:rPr lang="en-US" dirty="0"/>
              <a:t> ho </a:t>
            </a:r>
            <a:r>
              <a:rPr lang="en-US" dirty="0" err="1"/>
              <a:t>an’ny</a:t>
            </a:r>
            <a:r>
              <a:rPr lang="en-US" dirty="0"/>
              <a:t> </a:t>
            </a:r>
            <a:r>
              <a:rPr lang="en-US" dirty="0" err="1"/>
              <a:t>zokiolona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fitiavana</a:t>
            </a:r>
            <a:r>
              <a:rPr lang="en-US" dirty="0"/>
              <a:t> </a:t>
            </a:r>
            <a:r>
              <a:rPr lang="en-US" dirty="0" err="1"/>
              <a:t>alikaola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herisetra</a:t>
            </a:r>
            <a:r>
              <a:rPr lang="en-US" dirty="0"/>
              <a:t> any Hollywood,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zava-mahadomelina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horonantsary</a:t>
            </a:r>
            <a:r>
              <a:rPr lang="en-US" dirty="0"/>
              <a:t> </a:t>
            </a:r>
            <a:r>
              <a:rPr lang="en-US" dirty="0" err="1"/>
              <a:t>mamoafady</a:t>
            </a:r>
            <a:r>
              <a:rPr lang="en-US" dirty="0"/>
              <a:t>. </a:t>
            </a:r>
            <a:r>
              <a:rPr lang="en-US" dirty="0" err="1"/>
              <a:t>Manoloana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endrika</a:t>
            </a:r>
            <a:r>
              <a:rPr lang="en-US" dirty="0"/>
              <a:t> </a:t>
            </a:r>
            <a:r>
              <a:rPr lang="en-US" dirty="0" err="1"/>
              <a:t>ratsy</a:t>
            </a:r>
            <a:r>
              <a:rPr lang="en-US" dirty="0"/>
              <a:t> </a:t>
            </a:r>
            <a:r>
              <a:rPr lang="en-US" dirty="0" err="1"/>
              <a:t>isehoan’ny</a:t>
            </a:r>
            <a:r>
              <a:rPr lang="en-US" dirty="0"/>
              <a:t> </a:t>
            </a:r>
            <a:r>
              <a:rPr lang="en-US" dirty="0" err="1"/>
              <a:t>Fiangonana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miorina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endrika</a:t>
            </a:r>
            <a:r>
              <a:rPr lang="en-US" dirty="0"/>
              <a:t> </a:t>
            </a:r>
            <a:r>
              <a:rPr lang="en-US" dirty="0" err="1"/>
              <a:t>ratsy</a:t>
            </a:r>
            <a:r>
              <a:rPr lang="en-US" dirty="0"/>
              <a:t> </a:t>
            </a:r>
            <a:r>
              <a:rPr lang="en-US" dirty="0" err="1"/>
              <a:t>isehoan’ny</a:t>
            </a:r>
            <a:r>
              <a:rPr lang="en-US" dirty="0"/>
              <a:t> </a:t>
            </a:r>
            <a:r>
              <a:rPr lang="en-US" dirty="0" err="1"/>
              <a:t>firenena</a:t>
            </a:r>
            <a:r>
              <a:rPr lang="en-US" dirty="0"/>
              <a:t> </a:t>
            </a:r>
            <a:r>
              <a:rPr lang="en-US" dirty="0" err="1"/>
              <a:t>Tandrefana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mahagaga</a:t>
            </a:r>
            <a:r>
              <a:rPr lang="en-US" dirty="0"/>
              <a:t> </a:t>
            </a:r>
            <a:r>
              <a:rPr lang="en-US" dirty="0" err="1"/>
              <a:t>firy</a:t>
            </a:r>
            <a:r>
              <a:rPr lang="en-US" dirty="0"/>
              <a:t>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toa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matetika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 no </a:t>
            </a:r>
            <a:r>
              <a:rPr lang="en-US" dirty="0" err="1"/>
              <a:t>mihevitra</a:t>
            </a:r>
            <a:r>
              <a:rPr lang="en-US" dirty="0"/>
              <a:t> fa “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fidirana</a:t>
            </a:r>
            <a:r>
              <a:rPr lang="en-US" dirty="0"/>
              <a:t> ho </a:t>
            </a:r>
            <a:r>
              <a:rPr lang="en-US" dirty="0" err="1"/>
              <a:t>anisan’ny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”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heverina</a:t>
            </a:r>
            <a:r>
              <a:rPr lang="en-US" dirty="0"/>
              <a:t> ho fivadihana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fianakavian’ny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fiarahamonina</a:t>
            </a:r>
            <a:r>
              <a:rPr lang="en-US" dirty="0"/>
              <a:t> </a:t>
            </a:r>
            <a:r>
              <a:rPr lang="en-US" dirty="0" err="1"/>
              <a:t>mba</a:t>
            </a:r>
            <a:r>
              <a:rPr lang="en-US" dirty="0"/>
              <a:t> </a:t>
            </a:r>
            <a:r>
              <a:rPr lang="en-US" dirty="0" err="1"/>
              <a:t>hidirana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tafiky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fahavalo</a:t>
            </a:r>
            <a:r>
              <a:rPr lang="en-US" dirty="0"/>
              <a:t> </a:t>
            </a:r>
            <a:r>
              <a:rPr lang="en-US" dirty="0" err="1"/>
              <a:t>mpanohitra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8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fomba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fahitan’ny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Islamo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Advantista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sy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Kristiana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Raha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marina,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fahafantarana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momba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maha-izy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Advantista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fampitambarana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toetra</a:t>
            </a:r>
            <a:r>
              <a:rPr lang="en-US" dirty="0"/>
              <a:t> </a:t>
            </a:r>
            <a:r>
              <a:rPr lang="en-US" dirty="0" err="1"/>
              <a:t>isan-karazany</a:t>
            </a:r>
            <a:r>
              <a:rPr lang="en-US" dirty="0"/>
              <a:t> </a:t>
            </a:r>
            <a:r>
              <a:rPr lang="en-US" dirty="0" err="1"/>
              <a:t>ananan’ny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hita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,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alalan’ny</a:t>
            </a:r>
            <a:r>
              <a:rPr lang="en-US" dirty="0"/>
              <a:t> </a:t>
            </a:r>
            <a:r>
              <a:rPr lang="en-US" dirty="0" err="1"/>
              <a:t>famerenana</a:t>
            </a:r>
            <a:r>
              <a:rPr lang="en-US" dirty="0"/>
              <a:t> </a:t>
            </a:r>
            <a:r>
              <a:rPr lang="en-US" dirty="0" err="1"/>
              <a:t>hatrany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filazana</a:t>
            </a:r>
            <a:r>
              <a:rPr lang="en-US" dirty="0"/>
              <a:t> hoe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vondrona</a:t>
            </a:r>
            <a:r>
              <a:rPr lang="en-US" dirty="0"/>
              <a:t> </a:t>
            </a:r>
            <a:r>
              <a:rPr lang="en-US" dirty="0" err="1"/>
              <a:t>roa</a:t>
            </a:r>
            <a:r>
              <a:rPr lang="en-US" dirty="0"/>
              <a:t> </a:t>
            </a:r>
            <a:r>
              <a:rPr lang="en-US" dirty="0" err="1"/>
              <a:t>miavaka</a:t>
            </a:r>
            <a:r>
              <a:rPr lang="en-US" dirty="0"/>
              <a:t> </a:t>
            </a:r>
            <a:r>
              <a:rPr lang="en-US" dirty="0" err="1"/>
              <a:t>tsara</a:t>
            </a:r>
            <a:r>
              <a:rPr lang="en-US" dirty="0"/>
              <a:t> </a:t>
            </a:r>
            <a:r>
              <a:rPr lang="en-US" dirty="0" err="1"/>
              <a:t>samy</a:t>
            </a:r>
            <a:r>
              <a:rPr lang="en-US" dirty="0"/>
              <a:t> </a:t>
            </a:r>
            <a:r>
              <a:rPr lang="en-US" dirty="0" err="1"/>
              <a:t>mitovy</a:t>
            </a:r>
            <a:r>
              <a:rPr lang="en-US" dirty="0"/>
              <a:t> </a:t>
            </a:r>
            <a:r>
              <a:rPr lang="en-US" dirty="0" err="1"/>
              <a:t>firehana</a:t>
            </a:r>
            <a:r>
              <a:rPr lang="en-US" dirty="0"/>
              <a:t> (</a:t>
            </a:r>
            <a:r>
              <a:rPr lang="en-US" dirty="0" err="1"/>
              <a:t>fariq</a:t>
            </a:r>
            <a:r>
              <a:rPr lang="en-US" dirty="0"/>
              <a:t>)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sokajy</a:t>
            </a:r>
            <a:r>
              <a:rPr lang="en-US" dirty="0"/>
              <a:t> (</a:t>
            </a:r>
            <a:r>
              <a:rPr lang="en-US" dirty="0" err="1"/>
              <a:t>Ta’ifa</a:t>
            </a:r>
            <a:r>
              <a:rPr lang="en-US" dirty="0"/>
              <a:t>)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Ahle-Kitab</a:t>
            </a:r>
            <a:r>
              <a:rPr lang="en-US" dirty="0"/>
              <a:t> 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tsara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ratsy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. </a:t>
            </a:r>
            <a:r>
              <a:rPr lang="en-US" dirty="0" err="1"/>
              <a:t>Ilay</a:t>
            </a:r>
            <a:r>
              <a:rPr lang="en-US" dirty="0"/>
              <a:t> </a:t>
            </a:r>
            <a:r>
              <a:rPr lang="en-US" dirty="0" err="1"/>
              <a:t>vondrona</a:t>
            </a:r>
            <a:r>
              <a:rPr lang="en-US" dirty="0"/>
              <a:t> </a:t>
            </a:r>
            <a:r>
              <a:rPr lang="en-US" dirty="0" err="1"/>
              <a:t>mivoy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firehana</a:t>
            </a:r>
            <a:r>
              <a:rPr lang="en-US" dirty="0"/>
              <a:t> </a:t>
            </a:r>
            <a:r>
              <a:rPr lang="en-US" dirty="0" err="1"/>
              <a:t>tsara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feno</a:t>
            </a:r>
            <a:r>
              <a:rPr lang="en-US" dirty="0"/>
              <a:t> </a:t>
            </a:r>
            <a:r>
              <a:rPr lang="en-US" dirty="0" err="1"/>
              <a:t>fanolorantena</a:t>
            </a:r>
            <a:r>
              <a:rPr lang="en-US" dirty="0"/>
              <a:t> ho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mitahiry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soratra</a:t>
            </a:r>
            <a:r>
              <a:rPr lang="en-US" dirty="0"/>
              <a:t> </a:t>
            </a:r>
            <a:r>
              <a:rPr lang="en-US" dirty="0" err="1"/>
              <a:t>masin’izy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manaraka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amim-pahatokiana</a:t>
            </a:r>
            <a:r>
              <a:rPr lang="en-US" dirty="0"/>
              <a:t>, fa </a:t>
            </a:r>
            <a:r>
              <a:rPr lang="en-US" dirty="0" err="1"/>
              <a:t>ilay</a:t>
            </a:r>
            <a:r>
              <a:rPr lang="en-US" dirty="0"/>
              <a:t> </a:t>
            </a:r>
            <a:r>
              <a:rPr lang="en-US" dirty="0" err="1"/>
              <a:t>vondrona</a:t>
            </a:r>
            <a:r>
              <a:rPr lang="en-US" dirty="0"/>
              <a:t> manana </a:t>
            </a:r>
            <a:r>
              <a:rPr lang="en-US" dirty="0" err="1"/>
              <a:t>firehana</a:t>
            </a:r>
            <a:r>
              <a:rPr lang="en-US" dirty="0"/>
              <a:t> </a:t>
            </a:r>
            <a:r>
              <a:rPr lang="en-US" dirty="0" err="1"/>
              <a:t>ratsy</a:t>
            </a:r>
            <a:r>
              <a:rPr lang="en-US" dirty="0"/>
              <a:t> </a:t>
            </a:r>
            <a:r>
              <a:rPr lang="en-US" dirty="0" err="1"/>
              <a:t>kosa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mampianatra</a:t>
            </a:r>
            <a:r>
              <a:rPr lang="en-US" dirty="0"/>
              <a:t> </a:t>
            </a:r>
            <a:r>
              <a:rPr lang="en-US" dirty="0" err="1"/>
              <a:t>foto-pinoana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mifanaraka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soratra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navadiny</a:t>
            </a:r>
            <a:r>
              <a:rPr lang="en-US" dirty="0"/>
              <a:t> </a:t>
            </a:r>
            <a:r>
              <a:rPr lang="en-US" dirty="0" err="1"/>
              <a:t>mihitsy</a:t>
            </a:r>
            <a:r>
              <a:rPr lang="en-US" dirty="0"/>
              <a:t> </a:t>
            </a:r>
            <a:r>
              <a:rPr lang="en-US" dirty="0" err="1"/>
              <a:t>aza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hevitra</a:t>
            </a:r>
            <a:r>
              <a:rPr lang="en-US" dirty="0"/>
              <a:t> </a:t>
            </a:r>
            <a:r>
              <a:rPr lang="en-US" dirty="0" err="1"/>
              <a:t>tian’ny</a:t>
            </a:r>
            <a:r>
              <a:rPr lang="en-US" dirty="0"/>
              <a:t> </a:t>
            </a:r>
            <a:r>
              <a:rPr lang="en-US" dirty="0" err="1"/>
              <a:t>soratra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</a:t>
            </a:r>
            <a:r>
              <a:rPr lang="en-US" dirty="0" err="1"/>
              <a:t>ambara</a:t>
            </a:r>
            <a:r>
              <a:rPr lang="en-US" dirty="0"/>
              <a:t>, </a:t>
            </a:r>
            <a:r>
              <a:rPr lang="en-US" dirty="0" err="1"/>
              <a:t>mba</a:t>
            </a:r>
            <a:r>
              <a:rPr lang="en-US" dirty="0"/>
              <a:t> </a:t>
            </a:r>
            <a:r>
              <a:rPr lang="en-US" dirty="0" err="1"/>
              <a:t>ahazoan’ny</a:t>
            </a:r>
            <a:r>
              <a:rPr lang="en-US" dirty="0"/>
              <a:t> </a:t>
            </a:r>
            <a:r>
              <a:rPr lang="en-US" dirty="0" err="1"/>
              <a:t>tenany</a:t>
            </a:r>
            <a:r>
              <a:rPr lang="en-US" dirty="0"/>
              <a:t> </a:t>
            </a:r>
            <a:r>
              <a:rPr lang="en-US" dirty="0" err="1"/>
              <a:t>tombotsoa</a:t>
            </a:r>
            <a:r>
              <a:rPr lang="en-US" dirty="0"/>
              <a:t> </a:t>
            </a:r>
            <a:r>
              <a:rPr lang="en-US" dirty="0" err="1"/>
              <a:t>manokana</a:t>
            </a:r>
            <a:r>
              <a:rPr lang="en-US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96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fomba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fahitan’ny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Islamo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Advantista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sy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Kristiana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Voamarika</a:t>
            </a:r>
            <a:r>
              <a:rPr lang="en-US" dirty="0"/>
              <a:t> fa </a:t>
            </a:r>
            <a:r>
              <a:rPr lang="en-US" dirty="0" err="1"/>
              <a:t>izao</a:t>
            </a:r>
            <a:r>
              <a:rPr lang="en-US" dirty="0"/>
              <a:t> no </a:t>
            </a:r>
            <a:r>
              <a:rPr lang="en-US" dirty="0" err="1"/>
              <a:t>voalaza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amin’ireto</a:t>
            </a:r>
            <a:r>
              <a:rPr lang="en-US" dirty="0"/>
              <a:t>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manaraka</a:t>
            </a:r>
            <a:r>
              <a:rPr lang="en-US" dirty="0"/>
              <a:t> </a:t>
            </a:r>
            <a:r>
              <a:rPr lang="en-US" dirty="0" err="1"/>
              <a:t>ireto</a:t>
            </a:r>
            <a:r>
              <a:rPr lang="en-US" dirty="0"/>
              <a:t>,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: </a:t>
            </a:r>
          </a:p>
          <a:p>
            <a:r>
              <a:rPr lang="en-US" dirty="0" err="1" smtClean="0"/>
              <a:t>Tsiary</a:t>
            </a:r>
            <a:r>
              <a:rPr lang="en-US" dirty="0" smtClean="0"/>
              <a:t> </a:t>
            </a:r>
            <a:r>
              <a:rPr lang="en-US" dirty="0"/>
              <a:t>ho </a:t>
            </a:r>
            <a:r>
              <a:rPr lang="en-US" dirty="0" err="1"/>
              <a:t>sahala</a:t>
            </a:r>
            <a:r>
              <a:rPr lang="en-US" dirty="0"/>
              <a:t> </a:t>
            </a:r>
            <a:r>
              <a:rPr lang="en-US" dirty="0" err="1"/>
              <a:t>avokoa</a:t>
            </a:r>
            <a:r>
              <a:rPr lang="en-US" dirty="0"/>
              <a:t> </a:t>
            </a:r>
            <a:r>
              <a:rPr lang="en-US" dirty="0" err="1"/>
              <a:t>anefa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.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amin’ireny</a:t>
            </a:r>
            <a:r>
              <a:rPr lang="en-US" dirty="0"/>
              <a:t> </a:t>
            </a:r>
            <a:r>
              <a:rPr lang="en-US" dirty="0" err="1"/>
              <a:t>olon’ny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 	</a:t>
            </a:r>
            <a:r>
              <a:rPr lang="en-US" dirty="0" err="1"/>
              <a:t>mantsy</a:t>
            </a:r>
            <a:r>
              <a:rPr lang="en-US" dirty="0"/>
              <a:t> </a:t>
            </a:r>
            <a:r>
              <a:rPr lang="en-US" dirty="0" err="1"/>
              <a:t>vahoaka</a:t>
            </a:r>
            <a:r>
              <a:rPr lang="en-US" dirty="0"/>
              <a:t> marina </a:t>
            </a:r>
            <a:r>
              <a:rPr lang="en-US" dirty="0" err="1"/>
              <a:t>mitanisa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porofo</a:t>
            </a:r>
            <a:r>
              <a:rPr lang="en-US" dirty="0"/>
              <a:t> </a:t>
            </a:r>
            <a:r>
              <a:rPr lang="en-US" dirty="0" err="1"/>
              <a:t>famantarana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	</a:t>
            </a:r>
            <a:r>
              <a:rPr lang="en-US" dirty="0" err="1"/>
              <a:t>amin’Andriamanitra</a:t>
            </a:r>
            <a:r>
              <a:rPr lang="en-US" dirty="0"/>
              <a:t> </a:t>
            </a:r>
            <a:r>
              <a:rPr lang="en-US" dirty="0" err="1"/>
              <a:t>mandritra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alina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miankohoka</a:t>
            </a:r>
            <a:r>
              <a:rPr lang="en-US" dirty="0"/>
              <a:t> </a:t>
            </a:r>
            <a:r>
              <a:rPr lang="en-US" dirty="0" err="1"/>
              <a:t>avokoa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. (Surat </a:t>
            </a:r>
            <a:r>
              <a:rPr lang="en-US" dirty="0" smtClean="0"/>
              <a:t>Al-Imran </a:t>
            </a:r>
            <a:r>
              <a:rPr lang="en-US" dirty="0"/>
              <a:t>3:113)</a:t>
            </a:r>
          </a:p>
          <a:p>
            <a:r>
              <a:rPr lang="en-US" dirty="0" err="1" smtClean="0"/>
              <a:t>Ary</a:t>
            </a:r>
            <a:r>
              <a:rPr lang="en-US" dirty="0" smtClean="0"/>
              <a:t> </a:t>
            </a:r>
            <a:r>
              <a:rPr lang="en-US" dirty="0"/>
              <a:t>marina, fa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amin’ireo</a:t>
            </a:r>
            <a:r>
              <a:rPr lang="en-US" dirty="0"/>
              <a:t> </a:t>
            </a:r>
            <a:r>
              <a:rPr lang="en-US" dirty="0" err="1"/>
              <a:t>olon’ny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mino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 smtClean="0"/>
              <a:t>tokoa,sy</a:t>
            </a:r>
            <a:r>
              <a:rPr lang="en-US" dirty="0" smtClean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nampidinina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</a:t>
            </a:r>
            <a:r>
              <a:rPr lang="en-US" dirty="0" err="1"/>
              <a:t>aminareo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nampidinina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</a:t>
            </a:r>
            <a:r>
              <a:rPr lang="en-US" dirty="0" err="1"/>
              <a:t>amin’izy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 smtClean="0"/>
              <a:t>koa</a:t>
            </a:r>
            <a:r>
              <a:rPr lang="en-US" dirty="0"/>
              <a:t>. </a:t>
            </a:r>
            <a:r>
              <a:rPr lang="en-US" dirty="0" err="1"/>
              <a:t>Manetritena</a:t>
            </a:r>
            <a:r>
              <a:rPr lang="en-US" dirty="0"/>
              <a:t> ho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/>
              <a:t>tokoa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manakalo</a:t>
            </a:r>
            <a:r>
              <a:rPr lang="en-US" dirty="0"/>
              <a:t> </a:t>
            </a:r>
            <a:r>
              <a:rPr lang="en-US" dirty="0" err="1"/>
              <a:t>velively</a:t>
            </a:r>
            <a:r>
              <a:rPr lang="en-US" dirty="0"/>
              <a:t> </a:t>
            </a:r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/>
              <a:t>tenin’Andriamanitra</a:t>
            </a:r>
            <a:r>
              <a:rPr lang="en-US" dirty="0"/>
              <a:t> </a:t>
            </a:r>
            <a:r>
              <a:rPr lang="en-US" dirty="0" err="1"/>
              <a:t>amin-javatra</a:t>
            </a:r>
            <a:r>
              <a:rPr lang="en-US" dirty="0"/>
              <a:t> </a:t>
            </a:r>
            <a:r>
              <a:rPr lang="en-US" dirty="0" err="1"/>
              <a:t>maivan-danja</a:t>
            </a:r>
            <a:r>
              <a:rPr lang="en-US" dirty="0"/>
              <a:t>. </a:t>
            </a:r>
            <a:r>
              <a:rPr lang="en-US" dirty="0" err="1"/>
              <a:t>Noho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,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smtClean="0"/>
              <a:t>no </a:t>
            </a:r>
            <a:r>
              <a:rPr lang="en-US" dirty="0" err="1"/>
              <a:t>hahazo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valin-kasasarany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 </a:t>
            </a:r>
            <a:r>
              <a:rPr lang="en-US" dirty="0" err="1"/>
              <a:t>anatrehan’ny</a:t>
            </a:r>
            <a:r>
              <a:rPr lang="en-US" dirty="0"/>
              <a:t> </a:t>
            </a:r>
            <a:r>
              <a:rPr lang="en-US" dirty="0" err="1"/>
              <a:t>Tompo</a:t>
            </a:r>
            <a:r>
              <a:rPr lang="en-US" dirty="0"/>
              <a:t> </a:t>
            </a:r>
            <a:r>
              <a:rPr lang="en-US" dirty="0" err="1"/>
              <a:t>Zanahariny</a:t>
            </a:r>
            <a:r>
              <a:rPr lang="en-US" dirty="0"/>
              <a:t>. </a:t>
            </a:r>
            <a:r>
              <a:rPr lang="en-US" dirty="0" err="1"/>
              <a:t>Eny</a:t>
            </a:r>
            <a:r>
              <a:rPr lang="en-US" dirty="0"/>
              <a:t>, fa </a:t>
            </a:r>
            <a:r>
              <a:rPr lang="en-US" dirty="0" err="1" smtClean="0"/>
              <a:t>haingam-pitsarana</a:t>
            </a:r>
            <a:r>
              <a:rPr lang="en-US" dirty="0" smtClean="0"/>
              <a:t> </a:t>
            </a:r>
            <a:r>
              <a:rPr lang="en-US" dirty="0" err="1"/>
              <a:t>tokoa</a:t>
            </a:r>
            <a:r>
              <a:rPr lang="en-US" dirty="0"/>
              <a:t> </a:t>
            </a:r>
            <a:r>
              <a:rPr lang="en-US" dirty="0" err="1"/>
              <a:t>Andriamanitra</a:t>
            </a:r>
            <a:r>
              <a:rPr lang="en-US" dirty="0"/>
              <a:t>. (Surat Al-Imran 3:199)</a:t>
            </a:r>
          </a:p>
          <a:p>
            <a:r>
              <a:rPr lang="en-US" dirty="0" err="1" smtClean="0"/>
              <a:t>Nomenay</a:t>
            </a:r>
            <a:r>
              <a:rPr lang="en-US" dirty="0" smtClean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valisoany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nino</a:t>
            </a:r>
            <a:r>
              <a:rPr lang="en-US" dirty="0"/>
              <a:t> </a:t>
            </a:r>
            <a:r>
              <a:rPr lang="en-US" dirty="0" err="1"/>
              <a:t>tamin’izy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. </a:t>
            </a:r>
            <a:r>
              <a:rPr lang="en-US" dirty="0" err="1"/>
              <a:t>Saingy</a:t>
            </a:r>
            <a:r>
              <a:rPr lang="en-US" dirty="0"/>
              <a:t> </a:t>
            </a:r>
            <a:r>
              <a:rPr lang="en-US" dirty="0" err="1"/>
              <a:t>maro</a:t>
            </a:r>
            <a:r>
              <a:rPr lang="en-US" dirty="0"/>
              <a:t> </a:t>
            </a:r>
            <a:r>
              <a:rPr lang="en-US" dirty="0" err="1"/>
              <a:t>kosa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ratsy</a:t>
            </a:r>
            <a:r>
              <a:rPr lang="en-US" dirty="0"/>
              <a:t> </a:t>
            </a:r>
            <a:r>
              <a:rPr lang="en-US" dirty="0" err="1" smtClean="0"/>
              <a:t>fitondrantena</a:t>
            </a:r>
            <a:r>
              <a:rPr lang="en-US" dirty="0"/>
              <a:t>. (Surat Al-</a:t>
            </a:r>
            <a:r>
              <a:rPr lang="en-US" dirty="0" err="1"/>
              <a:t>Hadid</a:t>
            </a:r>
            <a:r>
              <a:rPr lang="en-US" dirty="0"/>
              <a:t> 57:27)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2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1" name="Espace réservé du contenu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4342107"/>
              </p:ext>
            </p:extLst>
          </p:nvPr>
        </p:nvGraphicFramePr>
        <p:xfrm>
          <a:off x="838198" y="1678143"/>
          <a:ext cx="11166988" cy="5088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494">
                  <a:extLst>
                    <a:ext uri="{9D8B030D-6E8A-4147-A177-3AD203B41FA5}">
                      <a16:colId xmlns:a16="http://schemas.microsoft.com/office/drawing/2014/main" val="1404379807"/>
                    </a:ext>
                  </a:extLst>
                </a:gridCol>
                <a:gridCol w="5583494">
                  <a:extLst>
                    <a:ext uri="{9D8B030D-6E8A-4147-A177-3AD203B41FA5}">
                      <a16:colId xmlns:a16="http://schemas.microsoft.com/office/drawing/2014/main" val="1891419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Feno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Fanolorantena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Firehana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Tsara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eo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amin’ireo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Vahoakan’ny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Boky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mahay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manavaka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ratsy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sy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tsara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Mpanohitra, Firehana Ratsy eo amin’ny Vahoakan’ny Boky (mahay manavaka ny ratsy sy ny tsara)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188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Afaka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tamin’ny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fieboeboana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(5:83)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Tsy mahatoky, tsy malala-tànana (3:74)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01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Mahatoky amin’ny singam-bolamena (3:75)</a:t>
                      </a: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 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Tsy menatra mivadika amin’ny finoana (3:76)</a:t>
                      </a: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 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847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Mifaly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amin’ny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fahamarinana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mifady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ratsy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(3:113)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Mpanao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ratsy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(3:111)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70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Marina (3:113)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Mpikomy sy mpietraketraka (3:112)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170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Be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fiantrana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sy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mamindra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fo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(57:27)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Feno fahatezerana (3:120)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8447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Feno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Fanolorantena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Firehana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Tsara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eo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amin’ireo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Vahoakan’ny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Boky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Teôlôjia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sy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Foto-pinoana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)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Mpanohitra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Firehana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Ratsy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eo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amin’ny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Vahoakan’ny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Boky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Teôlôjia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sy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Foto-pinoana</a:t>
                      </a: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)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698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Mino an’Andriamanitra sy ny Andro Farany (3:113)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Mino hoe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nanana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vady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Andriamanitra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noho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izany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dia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misy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zanakalahin’Andriamanitra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tonga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nofo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(6:101, 72:3);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milaza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izy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ireo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hoe “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Nanan-janaka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Andriamanitra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” (10:68)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408437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83458" y="215154"/>
            <a:ext cx="105008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err="1">
                <a:latin typeface="Arial Black" panose="020B0A04020102020204" pitchFamily="34" charset="0"/>
              </a:rPr>
              <a:t>Ity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tabilao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etsy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ambany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ity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maneho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mazava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tsara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ny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fahasamihafana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misy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eo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amin’ireo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vondrona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roa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ireo</a:t>
            </a:r>
            <a:r>
              <a:rPr lang="fr-FR" sz="3200" b="1" dirty="0">
                <a:latin typeface="Arial Black" panose="020B0A040201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3346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1" name="Espace réservé du contenu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578137"/>
              </p:ext>
            </p:extLst>
          </p:nvPr>
        </p:nvGraphicFramePr>
        <p:xfrm>
          <a:off x="128511" y="1690688"/>
          <a:ext cx="12063489" cy="4994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9874">
                  <a:extLst>
                    <a:ext uri="{9D8B030D-6E8A-4147-A177-3AD203B41FA5}">
                      <a16:colId xmlns:a16="http://schemas.microsoft.com/office/drawing/2014/main" val="1404379807"/>
                    </a:ext>
                  </a:extLst>
                </a:gridCol>
                <a:gridCol w="5943615">
                  <a:extLst>
                    <a:ext uri="{9D8B030D-6E8A-4147-A177-3AD203B41FA5}">
                      <a16:colId xmlns:a16="http://schemas.microsoft.com/office/drawing/2014/main" val="1891419402"/>
                    </a:ext>
                  </a:extLst>
                </a:gridCol>
              </a:tblGrid>
              <a:tr h="8807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Miankohoka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amin’Andriamanitra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izy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ireo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ary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maharitra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mandritra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alina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iray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manontolo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izany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fiankohofana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izany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indraindray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. (3:113)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Andriamanitra telo samihafa no inoan’izy ireo: Jesosy, Maria, ary Allah (5:116). Milaza izy ireo hoe “Andriamanitra dia fahatelo amin’ireo telo.” (5:73)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1880622"/>
                  </a:ext>
                </a:extLst>
              </a:tr>
              <a:tr h="8807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Nametrahan’izy ireo hamoram-po sy halemem-panahy tao am-pon’ireo, fa tsy narahan’izy ireo araka ny tokony ho izy izany. (57:27)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Mihevitra izy ireo hoe afaka mifehy ny fahasoavan’Andriamanitra. (57:29)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0146871"/>
                  </a:ext>
                </a:extLst>
              </a:tr>
              <a:tr h="5807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Tsy misy tokony hampatahotra azy ireo (5:69)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Manavakavaka ireto manaraka ireto izy ireo: Abrahama, Isimaela, Isaka, Jakoba, Mosesy, ary ny Jiosy (3:84)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847594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Handray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valisoa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izy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ireo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rehefa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tonga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fitsarana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(3:113)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709025"/>
                  </a:ext>
                </a:extLst>
              </a:tr>
              <a:tr h="8807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Feno Fanolorantena, Firehana Tsara eo amin’ireo Vahoakan’ny Boky (Ny Toetrany Manoloana ny Soratra Masina)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Mpanohitra, Firehana Ratsy eo amin’ny Vahoakan’ny Boky (Ny Toetrany Manoloana ny Soratra Masina)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1700466"/>
                  </a:ext>
                </a:extLst>
              </a:tr>
              <a:tr h="5807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Mitanisa ny soratra masina (3:113)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Manafina ilay bokin’Andriamanitra any an-damosiny, sahala amin’ny hoe zavatra tsy fantatr’izy ireo izany (2:101)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844767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Mamaky ny boky amim-pahamarinana (2:121)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Minia milaza zavatra tsy marina momba an’Andriamanitra (3:76)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698001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Mino izany (2:121)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Minia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manafina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fahamarinana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(2:146)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408437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83458" y="215154"/>
            <a:ext cx="105008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err="1">
                <a:latin typeface="Arial Black" panose="020B0A04020102020204" pitchFamily="34" charset="0"/>
              </a:rPr>
              <a:t>Ity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tabilao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etsy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ambany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ity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maneho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mazava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tsara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ny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fahasamihafana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misy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eo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amin’ireo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vondrona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roa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ireo</a:t>
            </a:r>
            <a:r>
              <a:rPr lang="fr-FR" sz="3200" b="1" dirty="0">
                <a:latin typeface="Arial Black" panose="020B0A040201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5986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1" name="Espace réservé du contenu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732941"/>
              </p:ext>
            </p:extLst>
          </p:nvPr>
        </p:nvGraphicFramePr>
        <p:xfrm>
          <a:off x="64255" y="1899719"/>
          <a:ext cx="12063489" cy="4481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9874">
                  <a:extLst>
                    <a:ext uri="{9D8B030D-6E8A-4147-A177-3AD203B41FA5}">
                      <a16:colId xmlns:a16="http://schemas.microsoft.com/office/drawing/2014/main" val="1404379807"/>
                    </a:ext>
                  </a:extLst>
                </a:gridCol>
                <a:gridCol w="5943615">
                  <a:extLst>
                    <a:ext uri="{9D8B030D-6E8A-4147-A177-3AD203B41FA5}">
                      <a16:colId xmlns:a16="http://schemas.microsoft.com/office/drawing/2014/main" val="1891419402"/>
                    </a:ext>
                  </a:extLst>
                </a:gridCol>
              </a:tblGrid>
              <a:tr h="8807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Mitsara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amin’ny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alalan’ny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soratra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masina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nampidinina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teo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aminy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(5:47)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Tsy mahalala na inona na inona mikasika ny boky mirakitra ireo lahatsoratra masina, afa-tsy ny vetsovetsom-pony ka maminavina fotsiny (2:78)</a:t>
                      </a: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 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1880622"/>
                  </a:ext>
                </a:extLst>
              </a:tr>
              <a:tr h="8807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Feno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Fanolorantena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Firehana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Tsara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eo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amin’ireo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Vahoakan’ny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Boky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Fiheverany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Mahakasika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an’i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Jesosy</a:t>
                      </a: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)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Mpanohitra, Firehana Ratsy eo amin’ny Vahoakan’ny Boky (Ny Fiheverany Mahakasika an’i Jesosy)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0146871"/>
                  </a:ext>
                </a:extLst>
              </a:tr>
              <a:tr h="5807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Milaza fa ny Mesia dia mpanompon’Andriamanitra (4:172)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Mandà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maha-olombelona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an’i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Jesosy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izy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ireo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(5:75)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ary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milaza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fa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Jesosy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dia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niteny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hoe: “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Manompoa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ahy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ianareo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, fa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aza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manompo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an’Andriamanitra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” (3:79)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ary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handray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ireo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Anjely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koa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ireo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Irak’Andriamanitra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ho toy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ny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Tompo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izy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Times New Roman" panose="02020603050405020304" pitchFamily="18" charset="0"/>
                        </a:rPr>
                        <a:t>.”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847594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83458" y="215154"/>
            <a:ext cx="105008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err="1">
                <a:latin typeface="Arial Black" panose="020B0A04020102020204" pitchFamily="34" charset="0"/>
              </a:rPr>
              <a:t>Ity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tabilao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etsy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ambany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ity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maneho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mazava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tsara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ny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fahasamihafana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misy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eo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amin’ireo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vondrona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roa</a:t>
            </a:r>
            <a:r>
              <a:rPr lang="fr-FR" sz="3200" b="1" dirty="0">
                <a:latin typeface="Arial Black" panose="020B0A04020102020204" pitchFamily="34" charset="0"/>
              </a:rPr>
              <a:t> </a:t>
            </a:r>
            <a:r>
              <a:rPr lang="fr-FR" sz="3200" b="1" dirty="0" err="1">
                <a:latin typeface="Arial Black" panose="020B0A04020102020204" pitchFamily="34" charset="0"/>
              </a:rPr>
              <a:t>ireo</a:t>
            </a:r>
            <a:r>
              <a:rPr lang="fr-FR" sz="3200" b="1" dirty="0">
                <a:latin typeface="Arial Black" panose="020B0A040201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6758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" y="98474"/>
            <a:ext cx="12013808" cy="6078489"/>
          </a:xfrm>
        </p:spPr>
        <p:txBody>
          <a:bodyPr>
            <a:noAutofit/>
          </a:bodyPr>
          <a:lstStyle/>
          <a:p>
            <a:r>
              <a:rPr lang="fr-FR" sz="3200" dirty="0" err="1"/>
              <a:t>Milaza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Kor’any</a:t>
            </a:r>
            <a:r>
              <a:rPr lang="fr-FR" sz="3200" dirty="0"/>
              <a:t> </a:t>
            </a:r>
            <a:r>
              <a:rPr lang="fr-FR" sz="3200" dirty="0" err="1"/>
              <a:t>hoe</a:t>
            </a:r>
            <a:r>
              <a:rPr lang="fr-FR" sz="3200" dirty="0"/>
              <a:t> </a:t>
            </a:r>
            <a:r>
              <a:rPr lang="fr-FR" sz="3200" dirty="0" err="1"/>
              <a:t>misy</a:t>
            </a:r>
            <a:r>
              <a:rPr lang="fr-FR" sz="3200" dirty="0"/>
              <a:t> </a:t>
            </a:r>
            <a:r>
              <a:rPr lang="fr-FR" sz="3200" dirty="0" err="1"/>
              <a:t>mpino</a:t>
            </a:r>
            <a:r>
              <a:rPr lang="fr-FR" sz="3200" dirty="0"/>
              <a:t> </a:t>
            </a:r>
            <a:r>
              <a:rPr lang="fr-FR" sz="3200" dirty="0" err="1"/>
              <a:t>sasany</a:t>
            </a:r>
            <a:r>
              <a:rPr lang="fr-FR" sz="3200" dirty="0"/>
              <a:t> </a:t>
            </a:r>
            <a:r>
              <a:rPr lang="fr-FR" sz="3200" dirty="0" err="1"/>
              <a:t>tena</a:t>
            </a:r>
            <a:r>
              <a:rPr lang="fr-FR" sz="3200" dirty="0"/>
              <a:t> marina </a:t>
            </a:r>
            <a:r>
              <a:rPr lang="fr-FR" sz="3200" dirty="0" err="1"/>
              <a:t>ao</a:t>
            </a:r>
            <a:r>
              <a:rPr lang="fr-FR" sz="3200" dirty="0"/>
              <a:t> </a:t>
            </a:r>
            <a:r>
              <a:rPr lang="fr-FR" sz="3200" dirty="0" err="1"/>
              <a:t>anatin’ireo</a:t>
            </a:r>
            <a:r>
              <a:rPr lang="fr-FR" sz="3200" dirty="0"/>
              <a:t> </a:t>
            </a:r>
            <a:r>
              <a:rPr lang="fr-FR" sz="3200" dirty="0" err="1"/>
              <a:t>Olon’ny</a:t>
            </a:r>
            <a:r>
              <a:rPr lang="fr-FR" sz="3200" dirty="0"/>
              <a:t> </a:t>
            </a:r>
            <a:r>
              <a:rPr lang="fr-FR" sz="3200" dirty="0" err="1"/>
              <a:t>Boky</a:t>
            </a:r>
            <a:r>
              <a:rPr lang="fr-FR" sz="3200" dirty="0"/>
              <a:t> </a:t>
            </a:r>
            <a:r>
              <a:rPr lang="fr-FR" sz="3200" dirty="0" err="1"/>
              <a:t>ireo</a:t>
            </a:r>
            <a:r>
              <a:rPr lang="fr-FR" sz="3200" dirty="0"/>
              <a:t>, </a:t>
            </a:r>
            <a:r>
              <a:rPr lang="fr-FR" sz="3200" dirty="0" err="1"/>
              <a:t>vondrona</a:t>
            </a:r>
            <a:r>
              <a:rPr lang="fr-FR" sz="3200" dirty="0"/>
              <a:t> </a:t>
            </a:r>
            <a:r>
              <a:rPr lang="fr-FR" sz="3200" dirty="0" err="1"/>
              <a:t>izay</a:t>
            </a:r>
            <a:r>
              <a:rPr lang="fr-FR" sz="3200" dirty="0"/>
              <a:t> </a:t>
            </a:r>
            <a:r>
              <a:rPr lang="fr-FR" sz="3200" dirty="0" err="1"/>
              <a:t>manaraka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fampianaran’ny</a:t>
            </a:r>
            <a:r>
              <a:rPr lang="fr-FR" sz="3200" dirty="0"/>
              <a:t> </a:t>
            </a:r>
            <a:r>
              <a:rPr lang="fr-FR" sz="3200" dirty="0" err="1"/>
              <a:t>Bokiny</a:t>
            </a:r>
            <a:r>
              <a:rPr lang="fr-FR" sz="3200" dirty="0"/>
              <a:t> (Surah 3:110,113,115). </a:t>
            </a:r>
            <a:r>
              <a:rPr lang="fr-FR" sz="3200" dirty="0" err="1"/>
              <a:t>Izy</a:t>
            </a:r>
            <a:r>
              <a:rPr lang="fr-FR" sz="3200" dirty="0"/>
              <a:t> </a:t>
            </a:r>
            <a:r>
              <a:rPr lang="fr-FR" sz="3200" dirty="0" err="1"/>
              <a:t>ireo</a:t>
            </a:r>
            <a:r>
              <a:rPr lang="fr-FR" sz="3200" dirty="0"/>
              <a:t> dia </a:t>
            </a:r>
            <a:r>
              <a:rPr lang="fr-FR" sz="3200" dirty="0" err="1"/>
              <a:t>samihafa</a:t>
            </a:r>
            <a:r>
              <a:rPr lang="fr-FR" sz="3200" dirty="0"/>
              <a:t> </a:t>
            </a:r>
            <a:r>
              <a:rPr lang="fr-FR" sz="3200" dirty="0" err="1"/>
              <a:t>amin’ireo</a:t>
            </a:r>
            <a:r>
              <a:rPr lang="fr-FR" sz="3200" dirty="0"/>
              <a:t> </a:t>
            </a:r>
            <a:r>
              <a:rPr lang="fr-FR" sz="3200" dirty="0" err="1"/>
              <a:t>izay</a:t>
            </a:r>
            <a:r>
              <a:rPr lang="fr-FR" sz="3200" dirty="0"/>
              <a:t> </a:t>
            </a:r>
            <a:r>
              <a:rPr lang="fr-FR" sz="3200" dirty="0" err="1"/>
              <a:t>mampiseho</a:t>
            </a:r>
            <a:r>
              <a:rPr lang="fr-FR" sz="3200" dirty="0"/>
              <a:t> </a:t>
            </a:r>
            <a:r>
              <a:rPr lang="fr-FR" sz="3200" dirty="0" err="1"/>
              <a:t>fomba</a:t>
            </a:r>
            <a:r>
              <a:rPr lang="fr-FR" sz="3200" dirty="0"/>
              <a:t> </a:t>
            </a:r>
            <a:r>
              <a:rPr lang="fr-FR" sz="3200" dirty="0" err="1"/>
              <a:t>fijery</a:t>
            </a:r>
            <a:r>
              <a:rPr lang="fr-FR" sz="3200" dirty="0"/>
              <a:t> </a:t>
            </a:r>
            <a:r>
              <a:rPr lang="fr-FR" sz="3200" dirty="0" err="1"/>
              <a:t>tsy</a:t>
            </a:r>
            <a:r>
              <a:rPr lang="fr-FR" sz="3200" dirty="0"/>
              <a:t> </a:t>
            </a:r>
            <a:r>
              <a:rPr lang="fr-FR" sz="3200" dirty="0" err="1"/>
              <a:t>mifanaraka</a:t>
            </a:r>
            <a:r>
              <a:rPr lang="fr-FR" sz="3200" dirty="0"/>
              <a:t> </a:t>
            </a:r>
            <a:r>
              <a:rPr lang="fr-FR" sz="3200" dirty="0" err="1"/>
              <a:t>amin’ny</a:t>
            </a:r>
            <a:r>
              <a:rPr lang="fr-FR" sz="3200" dirty="0"/>
              <a:t> </a:t>
            </a:r>
            <a:r>
              <a:rPr lang="fr-FR" sz="3200" dirty="0" err="1"/>
              <a:t>Soratra</a:t>
            </a:r>
            <a:r>
              <a:rPr lang="fr-FR" sz="3200" dirty="0"/>
              <a:t> </a:t>
            </a:r>
            <a:r>
              <a:rPr lang="fr-FR" sz="3200" dirty="0" err="1"/>
              <a:t>Masina</a:t>
            </a:r>
            <a:r>
              <a:rPr lang="fr-FR" sz="3200" dirty="0"/>
              <a:t>. </a:t>
            </a:r>
            <a:r>
              <a:rPr lang="fr-FR" sz="3200" dirty="0" err="1"/>
              <a:t>Ao</a:t>
            </a:r>
            <a:r>
              <a:rPr lang="fr-FR" sz="3200" dirty="0"/>
              <a:t> </a:t>
            </a:r>
            <a:r>
              <a:rPr lang="fr-FR" sz="3200" dirty="0" err="1"/>
              <a:t>anatin’ny</a:t>
            </a:r>
            <a:r>
              <a:rPr lang="fr-FR" sz="3200" dirty="0"/>
              <a:t> </a:t>
            </a:r>
            <a:r>
              <a:rPr lang="fr-FR" sz="3200" dirty="0" err="1"/>
              <a:t>Kor’any</a:t>
            </a:r>
            <a:r>
              <a:rPr lang="fr-FR" sz="3200" dirty="0"/>
              <a:t> dia </a:t>
            </a:r>
            <a:r>
              <a:rPr lang="fr-FR" sz="3200" dirty="0" err="1"/>
              <a:t>misy</a:t>
            </a:r>
            <a:r>
              <a:rPr lang="fr-FR" sz="3200" dirty="0"/>
              <a:t> </a:t>
            </a:r>
            <a:r>
              <a:rPr lang="fr-FR" sz="3200" dirty="0" err="1"/>
              <a:t>famaritana</a:t>
            </a:r>
            <a:r>
              <a:rPr lang="fr-FR" sz="3200" dirty="0"/>
              <a:t> </a:t>
            </a:r>
            <a:r>
              <a:rPr lang="fr-FR" sz="3200" dirty="0" err="1"/>
              <a:t>momba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herezia</a:t>
            </a:r>
            <a:r>
              <a:rPr lang="fr-FR" sz="3200" dirty="0"/>
              <a:t> </a:t>
            </a:r>
            <a:r>
              <a:rPr lang="fr-FR" sz="3200" dirty="0" err="1"/>
              <a:t>ataon’ny</a:t>
            </a:r>
            <a:r>
              <a:rPr lang="fr-FR" sz="3200" dirty="0"/>
              <a:t> </a:t>
            </a:r>
            <a:r>
              <a:rPr lang="fr-FR" sz="3200" dirty="0" err="1"/>
              <a:t>Kristiana</a:t>
            </a:r>
            <a:r>
              <a:rPr lang="fr-FR" sz="3200" dirty="0"/>
              <a:t>, </a:t>
            </a:r>
            <a:r>
              <a:rPr lang="fr-FR" sz="3200" dirty="0" err="1"/>
              <a:t>izay</a:t>
            </a:r>
            <a:r>
              <a:rPr lang="fr-FR" sz="3200" dirty="0"/>
              <a:t> </a:t>
            </a:r>
            <a:r>
              <a:rPr lang="fr-FR" sz="3200" dirty="0" err="1"/>
              <a:t>mampianatra</a:t>
            </a:r>
            <a:r>
              <a:rPr lang="fr-FR" sz="3200" dirty="0"/>
              <a:t> fa </a:t>
            </a:r>
            <a:r>
              <a:rPr lang="fr-FR" sz="3200" dirty="0" err="1"/>
              <a:t>Andriamanitra</a:t>
            </a:r>
            <a:r>
              <a:rPr lang="fr-FR" sz="3200" dirty="0"/>
              <a:t> </a:t>
            </a:r>
            <a:r>
              <a:rPr lang="fr-FR" sz="3200" dirty="0" err="1"/>
              <a:t>sy</a:t>
            </a:r>
            <a:r>
              <a:rPr lang="fr-FR" sz="3200" dirty="0"/>
              <a:t> Maria (</a:t>
            </a:r>
            <a:r>
              <a:rPr lang="fr-FR" sz="3200" dirty="0" err="1"/>
              <a:t>Sanatria</a:t>
            </a:r>
            <a:r>
              <a:rPr lang="fr-FR" sz="3200" dirty="0"/>
              <a:t> </a:t>
            </a:r>
            <a:r>
              <a:rPr lang="fr-FR" sz="3200" dirty="0" err="1"/>
              <a:t>anie</a:t>
            </a:r>
            <a:r>
              <a:rPr lang="fr-FR" sz="3200" dirty="0"/>
              <a:t> </a:t>
            </a:r>
            <a:r>
              <a:rPr lang="fr-FR" sz="3200" dirty="0" err="1"/>
              <a:t>izany</a:t>
            </a:r>
            <a:r>
              <a:rPr lang="fr-FR" sz="3200" dirty="0"/>
              <a:t>!) no </a:t>
            </a:r>
            <a:r>
              <a:rPr lang="fr-FR" sz="3200" dirty="0" err="1"/>
              <a:t>niteraka</a:t>
            </a:r>
            <a:r>
              <a:rPr lang="fr-FR" sz="3200" dirty="0"/>
              <a:t> </a:t>
            </a:r>
            <a:r>
              <a:rPr lang="fr-FR" sz="3200" dirty="0" err="1"/>
              <a:t>an’i</a:t>
            </a:r>
            <a:r>
              <a:rPr lang="fr-FR" sz="3200" dirty="0"/>
              <a:t> </a:t>
            </a:r>
            <a:r>
              <a:rPr lang="fr-FR" sz="3200" dirty="0" err="1"/>
              <a:t>Jesosy</a:t>
            </a:r>
            <a:r>
              <a:rPr lang="fr-FR" sz="3200" dirty="0"/>
              <a:t>.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firaketana</a:t>
            </a:r>
            <a:r>
              <a:rPr lang="fr-FR" sz="3200" dirty="0"/>
              <a:t> ara-</a:t>
            </a:r>
            <a:r>
              <a:rPr lang="fr-FR" sz="3200" dirty="0" err="1"/>
              <a:t>tantara</a:t>
            </a:r>
            <a:r>
              <a:rPr lang="fr-FR" sz="3200" dirty="0"/>
              <a:t> dia </a:t>
            </a:r>
            <a:r>
              <a:rPr lang="fr-FR" sz="3200" dirty="0" err="1"/>
              <a:t>maneho</a:t>
            </a:r>
            <a:r>
              <a:rPr lang="fr-FR" sz="3200" dirty="0"/>
              <a:t> fa </a:t>
            </a:r>
            <a:r>
              <a:rPr lang="fr-FR" sz="3200" dirty="0" err="1"/>
              <a:t>ny</a:t>
            </a:r>
            <a:r>
              <a:rPr lang="fr-FR" sz="3200" dirty="0"/>
              <a:t> “</a:t>
            </a:r>
            <a:r>
              <a:rPr lang="fr-FR" sz="3200" dirty="0" err="1"/>
              <a:t>vondrona</a:t>
            </a:r>
            <a:r>
              <a:rPr lang="fr-FR" sz="3200" dirty="0"/>
              <a:t> </a:t>
            </a:r>
            <a:r>
              <a:rPr lang="fr-FR" sz="3200" dirty="0" err="1"/>
              <a:t>manana</a:t>
            </a:r>
            <a:r>
              <a:rPr lang="fr-FR" sz="3200" dirty="0"/>
              <a:t> </a:t>
            </a:r>
            <a:r>
              <a:rPr lang="fr-FR" sz="3200" dirty="0" err="1"/>
              <a:t>firehana</a:t>
            </a:r>
            <a:r>
              <a:rPr lang="fr-FR" sz="3200" dirty="0"/>
              <a:t> </a:t>
            </a:r>
            <a:r>
              <a:rPr lang="fr-FR" sz="3200" dirty="0" err="1"/>
              <a:t>ratsy</a:t>
            </a:r>
            <a:r>
              <a:rPr lang="fr-FR" sz="3200" dirty="0"/>
              <a:t>” </a:t>
            </a:r>
            <a:r>
              <a:rPr lang="fr-FR" sz="3200" dirty="0" err="1"/>
              <a:t>izay</a:t>
            </a:r>
            <a:r>
              <a:rPr lang="fr-FR" sz="3200" dirty="0"/>
              <a:t> </a:t>
            </a:r>
            <a:r>
              <a:rPr lang="fr-FR" sz="3200" dirty="0" err="1"/>
              <a:t>voafaritra</a:t>
            </a:r>
            <a:r>
              <a:rPr lang="fr-FR" sz="3200" dirty="0"/>
              <a:t> </a:t>
            </a:r>
            <a:r>
              <a:rPr lang="fr-FR" sz="3200" dirty="0" err="1"/>
              <a:t>ao</a:t>
            </a:r>
            <a:r>
              <a:rPr lang="fr-FR" sz="3200" dirty="0"/>
              <a:t> </a:t>
            </a:r>
            <a:r>
              <a:rPr lang="fr-FR" sz="3200" dirty="0" err="1"/>
              <a:t>amin’ny</a:t>
            </a:r>
            <a:r>
              <a:rPr lang="fr-FR" sz="3200" dirty="0"/>
              <a:t> </a:t>
            </a:r>
            <a:r>
              <a:rPr lang="fr-FR" sz="3200" dirty="0" err="1"/>
              <a:t>Kor’any</a:t>
            </a:r>
            <a:r>
              <a:rPr lang="fr-FR" sz="3200" dirty="0"/>
              <a:t>, dia </a:t>
            </a:r>
            <a:r>
              <a:rPr lang="fr-FR" sz="3200" dirty="0" err="1"/>
              <a:t>maneho</a:t>
            </a:r>
            <a:r>
              <a:rPr lang="fr-FR" sz="3200" dirty="0"/>
              <a:t> </a:t>
            </a:r>
            <a:r>
              <a:rPr lang="fr-FR" sz="3200" dirty="0" err="1"/>
              <a:t>ireo</a:t>
            </a:r>
            <a:r>
              <a:rPr lang="fr-FR" sz="3200" dirty="0"/>
              <a:t> </a:t>
            </a:r>
            <a:r>
              <a:rPr lang="fr-FR" sz="3200" dirty="0" err="1"/>
              <a:t>vondrona</a:t>
            </a:r>
            <a:r>
              <a:rPr lang="fr-FR" sz="3200" dirty="0"/>
              <a:t> </a:t>
            </a:r>
            <a:r>
              <a:rPr lang="fr-FR" sz="3200" dirty="0" err="1"/>
              <a:t>Kristiana</a:t>
            </a:r>
            <a:r>
              <a:rPr lang="fr-FR" sz="3200" dirty="0"/>
              <a:t> </a:t>
            </a:r>
            <a:r>
              <a:rPr lang="fr-FR" sz="3200" dirty="0" err="1"/>
              <a:t>vitsy</a:t>
            </a:r>
            <a:r>
              <a:rPr lang="fr-FR" sz="3200" dirty="0"/>
              <a:t> </a:t>
            </a:r>
            <a:r>
              <a:rPr lang="fr-FR" sz="3200" dirty="0" err="1"/>
              <a:t>an’isa</a:t>
            </a:r>
            <a:r>
              <a:rPr lang="fr-FR" sz="3200" dirty="0"/>
              <a:t> </a:t>
            </a:r>
            <a:r>
              <a:rPr lang="fr-FR" sz="3200" dirty="0" err="1"/>
              <a:t>izay</a:t>
            </a:r>
            <a:r>
              <a:rPr lang="fr-FR" sz="3200" dirty="0"/>
              <a:t> </a:t>
            </a:r>
            <a:r>
              <a:rPr lang="fr-FR" sz="3200" dirty="0" err="1"/>
              <a:t>lavin’ny</a:t>
            </a:r>
            <a:r>
              <a:rPr lang="fr-FR" sz="3200" dirty="0"/>
              <a:t> </a:t>
            </a:r>
            <a:r>
              <a:rPr lang="fr-FR" sz="3200" dirty="0" err="1"/>
              <a:t>ankamaroan’ny</a:t>
            </a:r>
            <a:r>
              <a:rPr lang="fr-FR" sz="3200" dirty="0"/>
              <a:t> </a:t>
            </a:r>
            <a:r>
              <a:rPr lang="fr-FR" sz="3200" dirty="0" err="1"/>
              <a:t>Kristiana</a:t>
            </a:r>
            <a:r>
              <a:rPr lang="fr-FR" sz="3200" dirty="0"/>
              <a:t> </a:t>
            </a:r>
            <a:r>
              <a:rPr lang="fr-FR" sz="3200" dirty="0" err="1"/>
              <a:t>ihany</a:t>
            </a:r>
            <a:r>
              <a:rPr lang="fr-FR" sz="3200" dirty="0"/>
              <a:t> </a:t>
            </a:r>
            <a:r>
              <a:rPr lang="fr-FR" sz="3200" dirty="0" err="1"/>
              <a:t>koa</a:t>
            </a:r>
            <a:r>
              <a:rPr lang="fr-FR" sz="3200" dirty="0"/>
              <a:t>. </a:t>
            </a:r>
            <a:r>
              <a:rPr lang="fr-FR" sz="3200" dirty="0" err="1"/>
              <a:t>Raha</a:t>
            </a:r>
            <a:r>
              <a:rPr lang="fr-FR" sz="3200" dirty="0"/>
              <a:t> </a:t>
            </a:r>
            <a:r>
              <a:rPr lang="fr-FR" sz="3200" dirty="0" err="1"/>
              <a:t>lazaina</a:t>
            </a:r>
            <a:r>
              <a:rPr lang="fr-FR" sz="3200" dirty="0"/>
              <a:t> </a:t>
            </a:r>
            <a:r>
              <a:rPr lang="fr-FR" sz="3200" dirty="0" err="1"/>
              <a:t>amin’ny</a:t>
            </a:r>
            <a:r>
              <a:rPr lang="fr-FR" sz="3200" dirty="0"/>
              <a:t> </a:t>
            </a:r>
            <a:r>
              <a:rPr lang="fr-FR" sz="3200" dirty="0" err="1"/>
              <a:t>teny</a:t>
            </a:r>
            <a:r>
              <a:rPr lang="fr-FR" sz="3200" dirty="0"/>
              <a:t> </a:t>
            </a:r>
            <a:r>
              <a:rPr lang="fr-FR" sz="3200" dirty="0" err="1"/>
              <a:t>hafa</a:t>
            </a:r>
            <a:r>
              <a:rPr lang="fr-FR" sz="3200" dirty="0"/>
              <a:t> dia </a:t>
            </a:r>
            <a:r>
              <a:rPr lang="fr-FR" sz="3200" dirty="0" err="1"/>
              <a:t>lavin’ny</a:t>
            </a:r>
            <a:r>
              <a:rPr lang="fr-FR" sz="3200" dirty="0"/>
              <a:t> </a:t>
            </a:r>
            <a:r>
              <a:rPr lang="fr-FR" sz="3200" dirty="0" err="1"/>
              <a:t>ankamaroan’ny</a:t>
            </a:r>
            <a:r>
              <a:rPr lang="fr-FR" sz="3200" dirty="0"/>
              <a:t> </a:t>
            </a:r>
            <a:r>
              <a:rPr lang="fr-FR" sz="3200" dirty="0" err="1"/>
              <a:t>Kristiana</a:t>
            </a:r>
            <a:r>
              <a:rPr lang="fr-FR" sz="3200" dirty="0"/>
              <a:t> </a:t>
            </a:r>
            <a:r>
              <a:rPr lang="fr-FR" sz="3200" dirty="0" err="1"/>
              <a:t>ihany</a:t>
            </a:r>
            <a:r>
              <a:rPr lang="fr-FR" sz="3200" dirty="0"/>
              <a:t> </a:t>
            </a:r>
            <a:r>
              <a:rPr lang="fr-FR" sz="3200" dirty="0" err="1"/>
              <a:t>koa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ankamaroan’ny</a:t>
            </a:r>
            <a:r>
              <a:rPr lang="fr-FR" sz="3200" dirty="0"/>
              <a:t> </a:t>
            </a:r>
            <a:r>
              <a:rPr lang="fr-FR" sz="3200" dirty="0" err="1"/>
              <a:t>zavatra</a:t>
            </a:r>
            <a:r>
              <a:rPr lang="fr-FR" sz="3200" dirty="0"/>
              <a:t> </a:t>
            </a:r>
            <a:r>
              <a:rPr lang="fr-FR" sz="3200" dirty="0" err="1"/>
              <a:t>izay</a:t>
            </a:r>
            <a:r>
              <a:rPr lang="fr-FR" sz="3200" dirty="0"/>
              <a:t> </a:t>
            </a:r>
            <a:r>
              <a:rPr lang="fr-FR" sz="3200" dirty="0" err="1"/>
              <a:t>lavin’ny</a:t>
            </a:r>
            <a:r>
              <a:rPr lang="fr-FR" sz="3200" dirty="0"/>
              <a:t> </a:t>
            </a:r>
            <a:r>
              <a:rPr lang="fr-FR" sz="3200" dirty="0" err="1"/>
              <a:t>Kor’any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293217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25" y="365125"/>
            <a:ext cx="11798709" cy="1325563"/>
          </a:xfrm>
        </p:spPr>
        <p:txBody>
          <a:bodyPr>
            <a:noAutofit/>
          </a:bodyPr>
          <a:lstStyle/>
          <a:p>
            <a:r>
              <a:rPr lang="en-US" sz="5400" b="1" dirty="0" err="1">
                <a:latin typeface="Arial Black" panose="020B0A04020102020204" pitchFamily="34" charset="0"/>
              </a:rPr>
              <a:t>Ny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Maha-Izy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Azy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ny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Advantista</a:t>
            </a:r>
            <a:r>
              <a:rPr lang="en-US" sz="4800" b="1" dirty="0">
                <a:latin typeface="Arial Black" panose="020B0A04020102020204" pitchFamily="34" charset="0"/>
              </a:rPr>
              <a:t/>
            </a:r>
            <a:br>
              <a:rPr lang="en-US" sz="4800" b="1" dirty="0">
                <a:latin typeface="Arial Black" panose="020B0A04020102020204" pitchFamily="34" charset="0"/>
              </a:rPr>
            </a:br>
            <a:endParaRPr lang="en-US" sz="48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5" y="1486415"/>
            <a:ext cx="1163647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firehana</a:t>
            </a:r>
            <a:r>
              <a:rPr lang="en-US" sz="3200" dirty="0"/>
              <a:t> </a:t>
            </a:r>
            <a:r>
              <a:rPr lang="en-US" sz="3200" dirty="0" err="1"/>
              <a:t>Advantista</a:t>
            </a:r>
            <a:r>
              <a:rPr lang="en-US" sz="3200" dirty="0"/>
              <a:t> </a:t>
            </a:r>
            <a:r>
              <a:rPr lang="en-US" sz="3200" dirty="0" err="1"/>
              <a:t>dia</a:t>
            </a:r>
            <a:r>
              <a:rPr lang="en-US" sz="3200" dirty="0"/>
              <a:t> </a:t>
            </a:r>
            <a:r>
              <a:rPr lang="en-US" sz="3200" dirty="0" err="1"/>
              <a:t>hetsika</a:t>
            </a:r>
            <a:r>
              <a:rPr lang="en-US" sz="3200" dirty="0"/>
              <a:t> </a:t>
            </a:r>
            <a:r>
              <a:rPr lang="en-US" sz="3200" dirty="0" err="1"/>
              <a:t>iray</a:t>
            </a:r>
            <a:r>
              <a:rPr lang="en-US" sz="3200" dirty="0"/>
              <a:t> </a:t>
            </a:r>
            <a:r>
              <a:rPr lang="en-US" sz="3200" dirty="0" err="1"/>
              <a:t>avy</a:t>
            </a:r>
            <a:r>
              <a:rPr lang="en-US" sz="3200" dirty="0"/>
              <a:t> </a:t>
            </a:r>
            <a:r>
              <a:rPr lang="en-US" sz="3200" dirty="0" err="1"/>
              <a:t>amin’Andriamanitra</a:t>
            </a:r>
            <a:r>
              <a:rPr lang="en-US" sz="3200" dirty="0"/>
              <a:t>, </a:t>
            </a:r>
            <a:r>
              <a:rPr lang="en-US" sz="3200" dirty="0" err="1"/>
              <a:t>izay</a:t>
            </a:r>
            <a:r>
              <a:rPr lang="en-US" sz="3200" dirty="0"/>
              <a:t> </a:t>
            </a:r>
            <a:r>
              <a:rPr lang="en-US" sz="3200" dirty="0" err="1"/>
              <a:t>manao</a:t>
            </a:r>
            <a:r>
              <a:rPr lang="en-US" sz="3200" dirty="0"/>
              <a:t> </a:t>
            </a:r>
            <a:r>
              <a:rPr lang="en-US" sz="3200" dirty="0" err="1"/>
              <a:t>antso</a:t>
            </a:r>
            <a:r>
              <a:rPr lang="en-US" sz="3200" dirty="0"/>
              <a:t> </a:t>
            </a:r>
            <a:r>
              <a:rPr lang="en-US" sz="3200" dirty="0" err="1"/>
              <a:t>amin’ny</a:t>
            </a:r>
            <a:r>
              <a:rPr lang="en-US" sz="3200" dirty="0"/>
              <a:t> </a:t>
            </a:r>
            <a:r>
              <a:rPr lang="en-US" sz="3200" dirty="0" err="1"/>
              <a:t>andro</a:t>
            </a:r>
            <a:r>
              <a:rPr lang="en-US" sz="3200" dirty="0"/>
              <a:t> </a:t>
            </a:r>
            <a:r>
              <a:rPr lang="en-US" sz="3200" dirty="0" err="1"/>
              <a:t>farany</a:t>
            </a:r>
            <a:r>
              <a:rPr lang="en-US" sz="3200" dirty="0"/>
              <a:t> ho </a:t>
            </a:r>
            <a:r>
              <a:rPr lang="en-US" sz="3200" dirty="0" err="1"/>
              <a:t>amin’ny</a:t>
            </a:r>
            <a:r>
              <a:rPr lang="en-US" sz="3200" dirty="0"/>
              <a:t> </a:t>
            </a:r>
            <a:r>
              <a:rPr lang="en-US" sz="3200" dirty="0" err="1"/>
              <a:t>firenena</a:t>
            </a:r>
            <a:r>
              <a:rPr lang="en-US" sz="3200" dirty="0"/>
              <a:t> </a:t>
            </a:r>
            <a:r>
              <a:rPr lang="en-US" sz="3200" dirty="0" err="1"/>
              <a:t>sy</a:t>
            </a:r>
            <a:r>
              <a:rPr lang="en-US" sz="3200" dirty="0"/>
              <a:t> </a:t>
            </a: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fokom-pirenena</a:t>
            </a:r>
            <a:r>
              <a:rPr lang="en-US" sz="3200" dirty="0"/>
              <a:t> </a:t>
            </a:r>
            <a:r>
              <a:rPr lang="en-US" sz="3200" dirty="0" err="1"/>
              <a:t>sy</a:t>
            </a:r>
            <a:r>
              <a:rPr lang="en-US" sz="3200" dirty="0"/>
              <a:t> </a:t>
            </a: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samy</a:t>
            </a:r>
            <a:r>
              <a:rPr lang="en-US" sz="3200" dirty="0"/>
              <a:t> </a:t>
            </a:r>
            <a:r>
              <a:rPr lang="en-US" sz="3200" dirty="0" err="1"/>
              <a:t>hafa</a:t>
            </a:r>
            <a:r>
              <a:rPr lang="en-US" sz="3200" dirty="0"/>
              <a:t> </a:t>
            </a:r>
            <a:r>
              <a:rPr lang="en-US" sz="3200" dirty="0" err="1"/>
              <a:t>fiteny</a:t>
            </a:r>
            <a:r>
              <a:rPr lang="en-US" sz="3200" dirty="0"/>
              <a:t> </a:t>
            </a:r>
            <a:r>
              <a:rPr lang="en-US" sz="3200" dirty="0" err="1"/>
              <a:t>ary</a:t>
            </a:r>
            <a:r>
              <a:rPr lang="en-US" sz="3200" dirty="0"/>
              <a:t> </a:t>
            </a: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olona</a:t>
            </a:r>
            <a:r>
              <a:rPr lang="en-US" sz="3200" dirty="0"/>
              <a:t> </a:t>
            </a:r>
            <a:r>
              <a:rPr lang="en-US" sz="3200" dirty="0" err="1"/>
              <a:t>rehetra</a:t>
            </a:r>
            <a:r>
              <a:rPr lang="en-US" sz="3200" dirty="0"/>
              <a:t>, </a:t>
            </a:r>
            <a:r>
              <a:rPr lang="en-US" sz="3200" dirty="0" err="1"/>
              <a:t>hafatra</a:t>
            </a:r>
            <a:r>
              <a:rPr lang="en-US" sz="3200" dirty="0"/>
              <a:t> </a:t>
            </a:r>
            <a:r>
              <a:rPr lang="en-US" sz="3200" dirty="0" err="1"/>
              <a:t>mirakitra</a:t>
            </a:r>
            <a:r>
              <a:rPr lang="en-US" sz="3200" dirty="0"/>
              <a:t> </a:t>
            </a:r>
            <a:r>
              <a:rPr lang="en-US" sz="3200" dirty="0" err="1"/>
              <a:t>zavatra</a:t>
            </a:r>
            <a:r>
              <a:rPr lang="en-US" sz="3200" dirty="0"/>
              <a:t> </a:t>
            </a:r>
            <a:r>
              <a:rPr lang="en-US" sz="3200" dirty="0" err="1"/>
              <a:t>telo</a:t>
            </a:r>
            <a:r>
              <a:rPr lang="en-US" sz="3200" dirty="0"/>
              <a:t> </a:t>
            </a:r>
            <a:r>
              <a:rPr lang="en-US" sz="3200" dirty="0" err="1"/>
              <a:t>araka</a:t>
            </a:r>
            <a:r>
              <a:rPr lang="en-US" sz="3200" dirty="0"/>
              <a:t> </a:t>
            </a: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hita</a:t>
            </a:r>
            <a:r>
              <a:rPr lang="en-US" sz="3200" dirty="0"/>
              <a:t> </a:t>
            </a:r>
            <a:r>
              <a:rPr lang="en-US" sz="3200" dirty="0" err="1"/>
              <a:t>ao</a:t>
            </a:r>
            <a:r>
              <a:rPr lang="en-US" sz="3200" dirty="0"/>
              <a:t> </a:t>
            </a:r>
            <a:r>
              <a:rPr lang="en-US" sz="3200" dirty="0" err="1"/>
              <a:t>amin’ny</a:t>
            </a:r>
            <a:r>
              <a:rPr lang="en-US" sz="3200" dirty="0"/>
              <a:t> </a:t>
            </a:r>
            <a:r>
              <a:rPr lang="en-US" sz="3200" dirty="0" err="1"/>
              <a:t>Apok</a:t>
            </a:r>
            <a:r>
              <a:rPr lang="en-US" sz="3200" dirty="0"/>
              <a:t>. 14:6-7. </a:t>
            </a:r>
            <a:r>
              <a:rPr lang="en-US" sz="3200" dirty="0" err="1"/>
              <a:t>Isika</a:t>
            </a:r>
            <a:r>
              <a:rPr lang="en-US" sz="3200" dirty="0"/>
              <a:t> </a:t>
            </a:r>
            <a:r>
              <a:rPr lang="en-US" sz="3200" dirty="0" err="1"/>
              <a:t>dia</a:t>
            </a:r>
            <a:r>
              <a:rPr lang="en-US" sz="3200" dirty="0"/>
              <a:t> </a:t>
            </a:r>
            <a:r>
              <a:rPr lang="en-US" sz="3200" dirty="0" err="1"/>
              <a:t>tokony</a:t>
            </a:r>
            <a:r>
              <a:rPr lang="en-US" sz="3200" dirty="0"/>
              <a:t>:</a:t>
            </a:r>
          </a:p>
          <a:p>
            <a:pPr marL="0" indent="0">
              <a:buNone/>
            </a:pPr>
            <a:r>
              <a:rPr lang="en-US" sz="3200" dirty="0" smtClean="0"/>
              <a:t>•</a:t>
            </a:r>
            <a:r>
              <a:rPr lang="en-US" sz="3200" dirty="0" err="1" smtClean="0"/>
              <a:t>Matahotra</a:t>
            </a:r>
            <a:r>
              <a:rPr lang="en-US" sz="3200" dirty="0" smtClean="0"/>
              <a:t> </a:t>
            </a:r>
            <a:r>
              <a:rPr lang="en-US" sz="3200" dirty="0" err="1"/>
              <a:t>an’Andriamanitra</a:t>
            </a:r>
            <a:r>
              <a:rPr lang="en-US" sz="3200" dirty="0"/>
              <a:t> </a:t>
            </a:r>
            <a:r>
              <a:rPr lang="en-US" sz="3200" dirty="0" err="1"/>
              <a:t>ary</a:t>
            </a:r>
            <a:r>
              <a:rPr lang="en-US" sz="3200" dirty="0"/>
              <a:t> </a:t>
            </a:r>
            <a:r>
              <a:rPr lang="en-US" sz="3200" dirty="0" err="1"/>
              <a:t>manome</a:t>
            </a:r>
            <a:r>
              <a:rPr lang="en-US" sz="3200" dirty="0"/>
              <a:t> </a:t>
            </a:r>
            <a:r>
              <a:rPr lang="en-US" sz="3200" dirty="0" err="1"/>
              <a:t>voninahitra</a:t>
            </a:r>
            <a:r>
              <a:rPr lang="en-US" sz="3200" dirty="0"/>
              <a:t> </a:t>
            </a:r>
            <a:r>
              <a:rPr lang="en-US" sz="3200" dirty="0" err="1"/>
              <a:t>Azy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 smtClean="0"/>
              <a:t>•</a:t>
            </a:r>
            <a:r>
              <a:rPr lang="en-US" sz="3200" dirty="0" err="1" smtClean="0"/>
              <a:t>Miomana</a:t>
            </a:r>
            <a:r>
              <a:rPr lang="en-US" sz="3200" dirty="0" smtClean="0"/>
              <a:t> </a:t>
            </a:r>
            <a:r>
              <a:rPr lang="en-US" sz="3200" dirty="0"/>
              <a:t>ho </a:t>
            </a:r>
            <a:r>
              <a:rPr lang="en-US" sz="3200" dirty="0" err="1"/>
              <a:t>amin’ny</a:t>
            </a:r>
            <a:r>
              <a:rPr lang="en-US" sz="3200" dirty="0"/>
              <a:t> </a:t>
            </a:r>
            <a:r>
              <a:rPr lang="en-US" sz="3200" dirty="0" err="1"/>
              <a:t>Andron’ny</a:t>
            </a:r>
            <a:r>
              <a:rPr lang="en-US" sz="3200" dirty="0"/>
              <a:t> </a:t>
            </a:r>
            <a:r>
              <a:rPr lang="en-US" sz="3200" dirty="0" err="1"/>
              <a:t>Tompo</a:t>
            </a:r>
            <a:r>
              <a:rPr lang="en-US" sz="3200" dirty="0"/>
              <a:t> (</a:t>
            </a:r>
            <a:r>
              <a:rPr lang="en-US" sz="3200" dirty="0" err="1"/>
              <a:t>Fitsarana</a:t>
            </a:r>
            <a:r>
              <a:rPr lang="en-US" sz="3200" dirty="0"/>
              <a:t> – </a:t>
            </a:r>
            <a:r>
              <a:rPr lang="en-US" sz="3200" dirty="0" err="1"/>
              <a:t>Fihaviana</a:t>
            </a:r>
            <a:r>
              <a:rPr lang="en-US" sz="3200" dirty="0"/>
              <a:t> </a:t>
            </a:r>
            <a:r>
              <a:rPr lang="en-US" sz="3200" dirty="0" err="1"/>
              <a:t>Fanindroany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r>
              <a:rPr lang="en-US" sz="3200" dirty="0" smtClean="0"/>
              <a:t>•</a:t>
            </a:r>
            <a:r>
              <a:rPr lang="en-US" sz="3200" dirty="0" err="1" smtClean="0"/>
              <a:t>Miankohoka</a:t>
            </a:r>
            <a:r>
              <a:rPr lang="en-US" sz="3200" dirty="0" smtClean="0"/>
              <a:t> </a:t>
            </a:r>
            <a:r>
              <a:rPr lang="en-US" sz="3200" dirty="0" err="1"/>
              <a:t>amin’ny</a:t>
            </a:r>
            <a:r>
              <a:rPr lang="en-US" sz="3200" dirty="0"/>
              <a:t> </a:t>
            </a:r>
            <a:r>
              <a:rPr lang="en-US" sz="3200" dirty="0" err="1"/>
              <a:t>Andron’ny</a:t>
            </a:r>
            <a:r>
              <a:rPr lang="en-US" sz="3200" dirty="0"/>
              <a:t> </a:t>
            </a:r>
            <a:r>
              <a:rPr lang="en-US" sz="3200" dirty="0" err="1"/>
              <a:t>Tompo</a:t>
            </a:r>
            <a:r>
              <a:rPr lang="en-US" sz="3200" dirty="0"/>
              <a:t> (</a:t>
            </a:r>
            <a:r>
              <a:rPr lang="en-US" sz="3200" dirty="0" err="1"/>
              <a:t>Sabata</a:t>
            </a:r>
            <a:r>
              <a:rPr lang="en-US" sz="3200" dirty="0"/>
              <a:t> – </a:t>
            </a:r>
            <a:r>
              <a:rPr lang="en-US" sz="3200" dirty="0" err="1"/>
              <a:t>Andro</a:t>
            </a:r>
            <a:r>
              <a:rPr lang="en-US" sz="3200" dirty="0"/>
              <a:t> </a:t>
            </a:r>
            <a:r>
              <a:rPr lang="en-US" sz="3200" dirty="0" err="1"/>
              <a:t>Fahafito</a:t>
            </a:r>
            <a:r>
              <a:rPr lang="en-US" sz="3200" dirty="0"/>
              <a:t>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852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25" y="365125"/>
            <a:ext cx="11798709" cy="1325563"/>
          </a:xfrm>
        </p:spPr>
        <p:txBody>
          <a:bodyPr>
            <a:noAutofit/>
          </a:bodyPr>
          <a:lstStyle/>
          <a:p>
            <a:r>
              <a:rPr lang="en-US" sz="5400" b="1" dirty="0" err="1">
                <a:latin typeface="Arial Black" panose="020B0A04020102020204" pitchFamily="34" charset="0"/>
              </a:rPr>
              <a:t>Ny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Maha-Izy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Azy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ny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Advantista</a:t>
            </a:r>
            <a:r>
              <a:rPr lang="en-US" sz="4800" b="1" dirty="0">
                <a:latin typeface="Arial Black" panose="020B0A04020102020204" pitchFamily="34" charset="0"/>
              </a:rPr>
              <a:t/>
            </a:r>
            <a:br>
              <a:rPr lang="en-US" sz="4800" b="1" dirty="0">
                <a:latin typeface="Arial Black" panose="020B0A04020102020204" pitchFamily="34" charset="0"/>
              </a:rPr>
            </a:br>
            <a:endParaRPr lang="en-US" sz="48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7" y="940733"/>
            <a:ext cx="11636478" cy="4351338"/>
          </a:xfrm>
        </p:spPr>
        <p:txBody>
          <a:bodyPr>
            <a:noAutofit/>
          </a:bodyPr>
          <a:lstStyle/>
          <a:p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fihetsehana</a:t>
            </a:r>
            <a:r>
              <a:rPr lang="en-US" dirty="0"/>
              <a:t> </a:t>
            </a:r>
            <a:r>
              <a:rPr lang="en-US" dirty="0" err="1"/>
              <a:t>Advantista</a:t>
            </a:r>
            <a:r>
              <a:rPr lang="en-US" dirty="0"/>
              <a:t> </a:t>
            </a:r>
            <a:r>
              <a:rPr lang="en-US" dirty="0" err="1"/>
              <a:t>Mitandrina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Fahafito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vitan’ny</a:t>
            </a:r>
            <a:r>
              <a:rPr lang="en-US" dirty="0"/>
              <a:t> hoe </a:t>
            </a:r>
            <a:r>
              <a:rPr lang="en-US" dirty="0" err="1"/>
              <a:t>Fiangonana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fotsiny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, fa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fihetsehana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amin’Andriamanitra</a:t>
            </a:r>
            <a:r>
              <a:rPr lang="en-US" dirty="0"/>
              <a:t> </a:t>
            </a:r>
            <a:r>
              <a:rPr lang="en-US" dirty="0" err="1"/>
              <a:t>mihitsy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mahasarika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marina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mahatoky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antokom-pivavahana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: </a:t>
            </a:r>
            <a:r>
              <a:rPr lang="en-US" dirty="0" err="1"/>
              <a:t>Islamo</a:t>
            </a:r>
            <a:r>
              <a:rPr lang="en-US" dirty="0"/>
              <a:t>, </a:t>
            </a:r>
            <a:r>
              <a:rPr lang="en-US" dirty="0" err="1"/>
              <a:t>Hindo</a:t>
            </a:r>
            <a:r>
              <a:rPr lang="en-US" dirty="0"/>
              <a:t>, </a:t>
            </a:r>
            <a:r>
              <a:rPr lang="en-US" dirty="0" err="1"/>
              <a:t>Bodista</a:t>
            </a:r>
            <a:r>
              <a:rPr lang="en-US" dirty="0"/>
              <a:t>, </a:t>
            </a:r>
            <a:r>
              <a:rPr lang="en-US" dirty="0" err="1"/>
              <a:t>Jiosy</a:t>
            </a:r>
            <a:r>
              <a:rPr lang="en-US" dirty="0"/>
              <a:t>, </a:t>
            </a:r>
            <a:r>
              <a:rPr lang="en-US" dirty="0" err="1"/>
              <a:t>eny</a:t>
            </a:r>
            <a:r>
              <a:rPr lang="en-US" dirty="0"/>
              <a:t> </a:t>
            </a:r>
            <a:r>
              <a:rPr lang="en-US" dirty="0" err="1"/>
              <a:t>hatramin’ny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aza</a:t>
            </a:r>
            <a:r>
              <a:rPr lang="en-US" dirty="0"/>
              <a:t>.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sehatra</a:t>
            </a:r>
            <a:r>
              <a:rPr lang="en-US" dirty="0"/>
              <a:t> </a:t>
            </a:r>
            <a:r>
              <a:rPr lang="en-US" dirty="0" err="1"/>
              <a:t>nentim-paharazana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maha-Kristiana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ankamaroan’ny</a:t>
            </a:r>
            <a:r>
              <a:rPr lang="en-US" dirty="0"/>
              <a:t> </a:t>
            </a:r>
            <a:r>
              <a:rPr lang="en-US" dirty="0" err="1"/>
              <a:t>Advantista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manaiky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Katolika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ho </a:t>
            </a:r>
            <a:r>
              <a:rPr lang="en-US" dirty="0" err="1"/>
              <a:t>rahalahiny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kosa</a:t>
            </a:r>
            <a:r>
              <a:rPr lang="en-US" dirty="0"/>
              <a:t> ho </a:t>
            </a:r>
            <a:r>
              <a:rPr lang="en-US" dirty="0" err="1"/>
              <a:t>fahavalony</a:t>
            </a:r>
            <a:r>
              <a:rPr lang="en-US" dirty="0"/>
              <a:t>. </a:t>
            </a:r>
            <a:r>
              <a:rPr lang="en-US" dirty="0" err="1"/>
              <a:t>Rehefa</a:t>
            </a:r>
            <a:r>
              <a:rPr lang="en-US" dirty="0"/>
              <a:t> </a:t>
            </a:r>
            <a:r>
              <a:rPr lang="en-US" dirty="0" err="1"/>
              <a:t>fantatsika</a:t>
            </a:r>
            <a:r>
              <a:rPr lang="en-US" dirty="0"/>
              <a:t> </a:t>
            </a:r>
            <a:r>
              <a:rPr lang="en-US" dirty="0" err="1"/>
              <a:t>anefa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vitan’ny</a:t>
            </a:r>
            <a:r>
              <a:rPr lang="en-US" dirty="0"/>
              <a:t> hoe </a:t>
            </a:r>
            <a:r>
              <a:rPr lang="en-US" dirty="0" err="1"/>
              <a:t>Fiangonana</a:t>
            </a:r>
            <a:r>
              <a:rPr lang="en-US" dirty="0"/>
              <a:t> </a:t>
            </a:r>
            <a:r>
              <a:rPr lang="en-US" dirty="0" err="1"/>
              <a:t>fotsiny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isika</a:t>
            </a:r>
            <a:r>
              <a:rPr lang="en-US" dirty="0"/>
              <a:t> fa </a:t>
            </a:r>
            <a:r>
              <a:rPr lang="en-US" dirty="0" err="1"/>
              <a:t>fihetsehana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amin’Andriamanitra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farany</a:t>
            </a:r>
            <a:r>
              <a:rPr lang="en-US" dirty="0"/>
              <a:t> </a:t>
            </a:r>
            <a:r>
              <a:rPr lang="en-US" dirty="0" err="1"/>
              <a:t>mihitsy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miantso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eto</a:t>
            </a:r>
            <a:r>
              <a:rPr lang="en-US" dirty="0"/>
              <a:t> an-</a:t>
            </a:r>
            <a:r>
              <a:rPr lang="en-US" dirty="0" err="1"/>
              <a:t>tany</a:t>
            </a:r>
            <a:r>
              <a:rPr lang="en-US" dirty="0"/>
              <a:t> (</a:t>
            </a:r>
            <a:r>
              <a:rPr lang="en-US" dirty="0" err="1"/>
              <a:t>anisan’izany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) </a:t>
            </a:r>
            <a:r>
              <a:rPr lang="en-US" dirty="0" err="1"/>
              <a:t>hanolotra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tenany</a:t>
            </a:r>
            <a:r>
              <a:rPr lang="en-US" dirty="0"/>
              <a:t> ho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fanarahana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didin’Andriamanitra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fiankohofana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Mpahary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Androny</a:t>
            </a:r>
            <a:r>
              <a:rPr lang="en-US" dirty="0"/>
              <a:t>. </a:t>
            </a:r>
            <a:r>
              <a:rPr lang="en-US" dirty="0" err="1"/>
              <a:t>Izany</a:t>
            </a:r>
            <a:r>
              <a:rPr lang="en-US" dirty="0"/>
              <a:t> no </a:t>
            </a:r>
            <a:r>
              <a:rPr lang="en-US" dirty="0" err="1"/>
              <a:t>mampisongadina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maha-isika</a:t>
            </a:r>
            <a:r>
              <a:rPr lang="en-US" dirty="0"/>
              <a:t> </a:t>
            </a:r>
            <a:r>
              <a:rPr lang="en-US" dirty="0" err="1"/>
              <a:t>antsika</a:t>
            </a:r>
            <a:r>
              <a:rPr lang="en-US" dirty="0"/>
              <a:t> </a:t>
            </a:r>
            <a:r>
              <a:rPr lang="en-US" dirty="0" err="1"/>
              <a:t>manokana</a:t>
            </a:r>
            <a:r>
              <a:rPr lang="en-US" dirty="0"/>
              <a:t>. </a:t>
            </a:r>
            <a:r>
              <a:rPr lang="en-US" dirty="0" err="1"/>
              <a:t>Manolotena</a:t>
            </a:r>
            <a:r>
              <a:rPr lang="en-US" dirty="0"/>
              <a:t> </a:t>
            </a:r>
            <a:r>
              <a:rPr lang="en-US" dirty="0" err="1"/>
              <a:t>hanaraka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/>
              <a:t>tahaka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nataon’i</a:t>
            </a:r>
            <a:r>
              <a:rPr lang="en-US" dirty="0"/>
              <a:t> </a:t>
            </a:r>
            <a:r>
              <a:rPr lang="en-US" dirty="0" err="1"/>
              <a:t>Abrahama</a:t>
            </a:r>
            <a:r>
              <a:rPr lang="en-US" dirty="0"/>
              <a:t> </a:t>
            </a:r>
            <a:r>
              <a:rPr lang="en-US" dirty="0" err="1"/>
              <a:t>isika</a:t>
            </a:r>
            <a:r>
              <a:rPr lang="en-US" dirty="0"/>
              <a:t>, </a:t>
            </a:r>
            <a:r>
              <a:rPr lang="en-US" dirty="0" err="1"/>
              <a:t>manasa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hiditra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anatin’io</a:t>
            </a:r>
            <a:r>
              <a:rPr lang="en-US" dirty="0"/>
              <a:t> </a:t>
            </a:r>
            <a:r>
              <a:rPr lang="en-US" dirty="0" err="1"/>
              <a:t>fihetsehan’ny</a:t>
            </a:r>
            <a:r>
              <a:rPr lang="en-US" dirty="0"/>
              <a:t> </a:t>
            </a:r>
            <a:r>
              <a:rPr lang="en-US" dirty="0" err="1"/>
              <a:t>vahoakan’Andriamanitra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farany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26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25" y="365125"/>
            <a:ext cx="11798709" cy="1325563"/>
          </a:xfrm>
        </p:spPr>
        <p:txBody>
          <a:bodyPr>
            <a:noAutofit/>
          </a:bodyPr>
          <a:lstStyle/>
          <a:p>
            <a:r>
              <a:rPr lang="en-US" sz="5400" b="1" dirty="0" err="1">
                <a:latin typeface="Arial Black" panose="020B0A04020102020204" pitchFamily="34" charset="0"/>
              </a:rPr>
              <a:t>Ny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Maha-Izy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Azy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ny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Advantista</a:t>
            </a:r>
            <a:r>
              <a:rPr lang="en-US" sz="4800" b="1" dirty="0">
                <a:latin typeface="Arial Black" panose="020B0A04020102020204" pitchFamily="34" charset="0"/>
              </a:rPr>
              <a:t/>
            </a:r>
            <a:br>
              <a:rPr lang="en-US" sz="4800" b="1" dirty="0">
                <a:latin typeface="Arial Black" panose="020B0A04020102020204" pitchFamily="34" charset="0"/>
              </a:rPr>
            </a:br>
            <a:endParaRPr lang="en-US" sz="48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7" y="2002616"/>
            <a:ext cx="1163647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Io </a:t>
            </a:r>
            <a:r>
              <a:rPr lang="en-US" dirty="0" err="1"/>
              <a:t>fihetsehana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farany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ahitana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•</a:t>
            </a:r>
            <a:r>
              <a:rPr lang="en-US" dirty="0" err="1" smtClean="0"/>
              <a:t>Miandry</a:t>
            </a:r>
            <a:r>
              <a:rPr lang="en-US" dirty="0" smtClean="0"/>
              <a:t> </a:t>
            </a:r>
            <a:r>
              <a:rPr lang="en-US" dirty="0" err="1"/>
              <a:t>ny</a:t>
            </a:r>
            <a:r>
              <a:rPr lang="en-US" dirty="0"/>
              <a:t> (</a:t>
            </a:r>
            <a:r>
              <a:rPr lang="en-US" dirty="0" err="1"/>
              <a:t>fitsarana</a:t>
            </a:r>
            <a:r>
              <a:rPr lang="en-US" dirty="0"/>
              <a:t>) </a:t>
            </a:r>
            <a:r>
              <a:rPr lang="en-US" dirty="0" err="1"/>
              <a:t>Andron’ny</a:t>
            </a:r>
            <a:r>
              <a:rPr lang="en-US" dirty="0"/>
              <a:t> </a:t>
            </a:r>
            <a:r>
              <a:rPr lang="en-US" dirty="0" err="1"/>
              <a:t>Tompo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•</a:t>
            </a:r>
            <a:r>
              <a:rPr lang="en-US" dirty="0" err="1" smtClean="0"/>
              <a:t>Miankohoka</a:t>
            </a:r>
            <a:r>
              <a:rPr lang="en-US" dirty="0" smtClean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Andron’ny</a:t>
            </a:r>
            <a:r>
              <a:rPr lang="en-US" dirty="0"/>
              <a:t> </a:t>
            </a:r>
            <a:r>
              <a:rPr lang="en-US" dirty="0" err="1"/>
              <a:t>Tompo</a:t>
            </a:r>
            <a:r>
              <a:rPr lang="en-US" dirty="0"/>
              <a:t> (</a:t>
            </a:r>
            <a:r>
              <a:rPr lang="en-US" dirty="0" err="1"/>
              <a:t>isan-kerinandro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/>
              <a:t>•</a:t>
            </a:r>
            <a:r>
              <a:rPr lang="en-US" dirty="0" err="1" smtClean="0"/>
              <a:t>Manavaka</a:t>
            </a:r>
            <a:r>
              <a:rPr lang="en-US" dirty="0" smtClean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madio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madio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smtClean="0"/>
              <a:t>•</a:t>
            </a:r>
            <a:r>
              <a:rPr lang="en-US" dirty="0" err="1" smtClean="0"/>
              <a:t>Manaraka</a:t>
            </a:r>
            <a:r>
              <a:rPr lang="en-US" dirty="0" smtClean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didin’Andriamanitra</a:t>
            </a:r>
            <a:r>
              <a:rPr lang="en-US" dirty="0"/>
              <a:t> </a:t>
            </a:r>
            <a:r>
              <a:rPr lang="en-US" dirty="0" err="1"/>
              <a:t>mihoatra</a:t>
            </a:r>
            <a:r>
              <a:rPr lang="en-US" dirty="0"/>
              <a:t> </a:t>
            </a:r>
            <a:r>
              <a:rPr lang="en-US" dirty="0" err="1"/>
              <a:t>noho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fampianaran’olombelona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smtClean="0"/>
              <a:t>•</a:t>
            </a:r>
            <a:r>
              <a:rPr lang="en-US" dirty="0" err="1" smtClean="0"/>
              <a:t>Miantso</a:t>
            </a:r>
            <a:r>
              <a:rPr lang="en-US" dirty="0" smtClean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tenany</a:t>
            </a:r>
            <a:r>
              <a:rPr lang="en-US" dirty="0"/>
              <a:t> hoe “</a:t>
            </a:r>
            <a:r>
              <a:rPr lang="en-US" dirty="0" err="1"/>
              <a:t>Advantista</a:t>
            </a:r>
            <a:r>
              <a:rPr lang="en-US" dirty="0"/>
              <a:t> </a:t>
            </a:r>
            <a:r>
              <a:rPr lang="en-US" dirty="0" err="1"/>
              <a:t>Mitandrina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Fahafito</a:t>
            </a:r>
            <a:r>
              <a:rPr lang="en-US" dirty="0"/>
              <a:t>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9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578021" y="292132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EDDD9-BDBA-FE4A-B69A-0ADD8E37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25" y="365125"/>
            <a:ext cx="11798709" cy="1325563"/>
          </a:xfrm>
        </p:spPr>
        <p:txBody>
          <a:bodyPr>
            <a:noAutofit/>
          </a:bodyPr>
          <a:lstStyle/>
          <a:p>
            <a:r>
              <a:rPr lang="en-US" sz="5400" b="1" dirty="0" err="1">
                <a:latin typeface="Arial Black" panose="020B0A04020102020204" pitchFamily="34" charset="0"/>
              </a:rPr>
              <a:t>Ny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Maha-Izy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Azy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ny</a:t>
            </a:r>
            <a:r>
              <a:rPr lang="en-US" sz="5400" b="1" dirty="0">
                <a:latin typeface="Arial Black" panose="020B0A04020102020204" pitchFamily="34" charset="0"/>
              </a:rPr>
              <a:t> </a:t>
            </a:r>
            <a:r>
              <a:rPr lang="en-US" sz="5400" b="1" dirty="0" err="1">
                <a:latin typeface="Arial Black" panose="020B0A04020102020204" pitchFamily="34" charset="0"/>
              </a:rPr>
              <a:t>Advantista</a:t>
            </a:r>
            <a:r>
              <a:rPr lang="en-US" sz="4800" b="1" dirty="0">
                <a:latin typeface="Arial Black" panose="020B0A04020102020204" pitchFamily="34" charset="0"/>
              </a:rPr>
              <a:t/>
            </a:r>
            <a:br>
              <a:rPr lang="en-US" sz="4800" b="1" dirty="0">
                <a:latin typeface="Arial Black" panose="020B0A04020102020204" pitchFamily="34" charset="0"/>
              </a:rPr>
            </a:br>
            <a:endParaRPr lang="en-US" sz="48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FEAF-E782-C144-ADAA-39FF84475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73" y="2002616"/>
            <a:ext cx="1163647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Koa </a:t>
            </a:r>
            <a:r>
              <a:rPr lang="en-US" dirty="0" err="1"/>
              <a:t>satria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Kristy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tian’ny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 </a:t>
            </a:r>
            <a:r>
              <a:rPr lang="en-US" dirty="0" err="1"/>
              <a:t>hafangaro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resaka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mahakasika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hitan’izy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fa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niova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mandrisika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hamakafaka</a:t>
            </a:r>
            <a:r>
              <a:rPr lang="en-US" dirty="0"/>
              <a:t> </a:t>
            </a:r>
            <a:r>
              <a:rPr lang="en-US" dirty="0" err="1"/>
              <a:t>momba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“</a:t>
            </a:r>
            <a:r>
              <a:rPr lang="en-US" dirty="0" err="1"/>
              <a:t>fihetsehana</a:t>
            </a:r>
            <a:r>
              <a:rPr lang="en-US" dirty="0"/>
              <a:t>”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ilay</a:t>
            </a:r>
            <a:r>
              <a:rPr lang="en-US" dirty="0"/>
              <a:t> </a:t>
            </a:r>
            <a:r>
              <a:rPr lang="en-US" dirty="0" err="1"/>
              <a:t>famaritana</a:t>
            </a:r>
            <a:r>
              <a:rPr lang="en-US" dirty="0"/>
              <a:t> </a:t>
            </a:r>
            <a:r>
              <a:rPr lang="en-US" dirty="0" err="1"/>
              <a:t>tetsy</a:t>
            </a:r>
            <a:r>
              <a:rPr lang="en-US" dirty="0"/>
              <a:t> aloha, </a:t>
            </a:r>
            <a:r>
              <a:rPr lang="en-US" dirty="0" err="1"/>
              <a:t>mialohan’ny</a:t>
            </a:r>
            <a:r>
              <a:rPr lang="en-US" dirty="0"/>
              <a:t> </a:t>
            </a:r>
            <a:r>
              <a:rPr lang="en-US" dirty="0" err="1"/>
              <a:t>hiheveran’izy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Advantista</a:t>
            </a:r>
            <a:r>
              <a:rPr lang="en-US" dirty="0"/>
              <a:t> ho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tarika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. </a:t>
            </a:r>
            <a:r>
              <a:rPr lang="en-US" dirty="0" err="1"/>
              <a:t>Fiovana</a:t>
            </a:r>
            <a:r>
              <a:rPr lang="en-US" dirty="0"/>
              <a:t> </a:t>
            </a:r>
            <a:r>
              <a:rPr lang="en-US" dirty="0" err="1"/>
              <a:t>Goavana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fomba</a:t>
            </a:r>
            <a:r>
              <a:rPr lang="en-US" dirty="0"/>
              <a:t> </a:t>
            </a:r>
            <a:r>
              <a:rPr lang="en-US" dirty="0" err="1"/>
              <a:t>fandrafetantsika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asa</a:t>
            </a:r>
            <a:r>
              <a:rPr lang="en-US" dirty="0"/>
              <a:t> </a:t>
            </a:r>
            <a:r>
              <a:rPr lang="en-US" dirty="0" err="1"/>
              <a:t>fanatrarana</a:t>
            </a:r>
            <a:r>
              <a:rPr lang="en-US" dirty="0"/>
              <a:t> </a:t>
            </a:r>
            <a:r>
              <a:rPr lang="en-US" dirty="0" err="1"/>
              <a:t>ataontsika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. </a:t>
            </a:r>
            <a:r>
              <a:rPr lang="en-US" dirty="0" err="1"/>
              <a:t>Rehefa</a:t>
            </a:r>
            <a:r>
              <a:rPr lang="en-US" dirty="0"/>
              <a:t> </a:t>
            </a:r>
            <a:r>
              <a:rPr lang="en-US" dirty="0" err="1"/>
              <a:t>ampiasaintsika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maha-Advantista</a:t>
            </a:r>
            <a:r>
              <a:rPr lang="en-US" dirty="0"/>
              <a:t> </a:t>
            </a:r>
            <a:r>
              <a:rPr lang="en-US" dirty="0" err="1"/>
              <a:t>antsika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misokatra</a:t>
            </a:r>
            <a:r>
              <a:rPr lang="en-US" dirty="0"/>
              <a:t> </a:t>
            </a:r>
            <a:r>
              <a:rPr lang="en-US" dirty="0" err="1"/>
              <a:t>kokoa</a:t>
            </a:r>
            <a:r>
              <a:rPr lang="en-US" dirty="0"/>
              <a:t> ho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fihainoana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maha-isika</a:t>
            </a:r>
            <a:r>
              <a:rPr lang="en-US" dirty="0"/>
              <a:t> </a:t>
            </a:r>
            <a:r>
              <a:rPr lang="en-US" dirty="0" err="1"/>
              <a:t>antsika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namantsika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, </a:t>
            </a:r>
            <a:r>
              <a:rPr lang="en-US" dirty="0" err="1"/>
              <a:t>satria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miavaka</a:t>
            </a:r>
            <a:r>
              <a:rPr lang="en-US" dirty="0"/>
              <a:t> </a:t>
            </a:r>
            <a:r>
              <a:rPr lang="en-US" dirty="0" err="1"/>
              <a:t>tsara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Kristiana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,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Olon’ny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marina.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25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3287</Words>
  <Application>Microsoft Office PowerPoint</Application>
  <PresentationFormat>Grand écran</PresentationFormat>
  <Paragraphs>206</Paragraphs>
  <Slides>31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9" baseType="lpstr">
      <vt:lpstr>Arial</vt:lpstr>
      <vt:lpstr>Arial Black</vt:lpstr>
      <vt:lpstr>Calibri</vt:lpstr>
      <vt:lpstr>Calibri Light</vt:lpstr>
      <vt:lpstr>Montserrat</vt:lpstr>
      <vt:lpstr>MS Mincho</vt:lpstr>
      <vt:lpstr>Times New Roman</vt:lpstr>
      <vt:lpstr>Office Theme</vt:lpstr>
      <vt:lpstr>Ireo “Olon’ny Boky” – Ny Advantista Mitandrina ny Andro Fahafito ve no tiana ambara amin’izany?</vt:lpstr>
      <vt:lpstr>Ireo “Olon’ny Boky” </vt:lpstr>
      <vt:lpstr>Présentation PowerPoint</vt:lpstr>
      <vt:lpstr>Mission Statement:</vt:lpstr>
      <vt:lpstr>ANTOM-PISIAN’NY AMR</vt:lpstr>
      <vt:lpstr>Ny Iraka ara-Baiboly amin’ny maha-Advantista, ho an’ny Taranak’Isimaela</vt:lpstr>
      <vt:lpstr>Ny Maha-Isika Antsika (Iza moa isika?)</vt:lpstr>
      <vt:lpstr>Ny Maha-Isika Antsika (Iza moa isika?)</vt:lpstr>
      <vt:lpstr>Ny Maha-Isika Antsika (Iza moa isika?)</vt:lpstr>
      <vt:lpstr>Présentation PowerPoint</vt:lpstr>
      <vt:lpstr>Présentation PowerPoint</vt:lpstr>
      <vt:lpstr>Ny Olom-boafidin’Andriamanitra – Isiraelita Vaovao (Mpanara-dia an’i Jesosy)</vt:lpstr>
      <vt:lpstr>Ny Olom-boafidin’Andriamanitra – Isiraelita Vaovao (Mpanara-dia an’i Jesosy)</vt:lpstr>
      <vt:lpstr>Ny Olom-boafidin’Andriamanitra – Isiraelita Vaovao (Mpanara-dia an’i Jesosy)</vt:lpstr>
      <vt:lpstr>Ny Vanim-potoan’ny Haizina sy ny Fanavaozam-Pivavahana </vt:lpstr>
      <vt:lpstr>Ny Vanim-potoan’ny Haizina sy ny Fanavaozam-Pivavahana </vt:lpstr>
      <vt:lpstr>Ny Olom-Boafidin’Andriamanitra – Ny Isiraelita Ara-Panahy</vt:lpstr>
      <vt:lpstr>Ny Olom-Boafidin’Andriamanitra – Ny Isiraelita Ara-Panahy</vt:lpstr>
      <vt:lpstr>Ny fomba fahitan’ny Islamo ny Advantista sy ny Kristiana</vt:lpstr>
      <vt:lpstr>Ny fomba fahitan’ny Islamo ny Advantista sy ny Kristiana</vt:lpstr>
      <vt:lpstr>Ny fomba fahitan’ny Islamo ny Advantista sy ny Kristiana</vt:lpstr>
      <vt:lpstr>Ny fomba fahitan’ny Islamo ny Advantista sy ny Kristiana</vt:lpstr>
      <vt:lpstr>Ny fomba fahitan’ny Islamo ny Advantista sy ny Kristiana</vt:lpstr>
      <vt:lpstr> </vt:lpstr>
      <vt:lpstr> </vt:lpstr>
      <vt:lpstr> </vt:lpstr>
      <vt:lpstr>Présentation PowerPoint</vt:lpstr>
      <vt:lpstr>Ny Maha-Izy Azy ny Advantista </vt:lpstr>
      <vt:lpstr>Ny Maha-Izy Azy ny Advantista </vt:lpstr>
      <vt:lpstr>Ny Maha-Izy Azy ny Advantista </vt:lpstr>
      <vt:lpstr>Ny Maha-Izy Azy ny Advantista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“People of the Book” Seventh-day Adventists?  </dc:title>
  <dc:creator>Lumwe, Samuel</dc:creator>
  <cp:lastModifiedBy>FLORENT</cp:lastModifiedBy>
  <cp:revision>15</cp:revision>
  <dcterms:created xsi:type="dcterms:W3CDTF">2019-05-21T18:41:23Z</dcterms:created>
  <dcterms:modified xsi:type="dcterms:W3CDTF">2026-04-20T16:29:22Z</dcterms:modified>
</cp:coreProperties>
</file>