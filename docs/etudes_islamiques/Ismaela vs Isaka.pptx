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12192000" cy="6858000"/>
  <p:notesSz cx="6858000" cy="9144000"/>
  <p:defaultTextStyle>
    <a:defPPr>
      <a:defRPr lang="fr-MG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60"/>
  </p:normalViewPr>
  <p:slideViewPr>
    <p:cSldViewPr snapToGrid="0">
      <p:cViewPr varScale="1">
        <p:scale>
          <a:sx n="69" d="100"/>
          <a:sy n="69" d="100"/>
        </p:scale>
        <p:origin x="738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476053B-F7A0-EACC-F698-075903D51F2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  <a:endParaRPr lang="fr-MG"/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883B1B4B-5B9B-047C-B7A0-4576B0C577A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  <a:endParaRPr lang="fr-MG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C7860DC4-A366-2EE1-8523-30442BE64F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C88323-CB0F-4BA4-A4D7-FF4914320741}" type="datetimeFigureOut">
              <a:rPr lang="fr-MG" smtClean="0"/>
              <a:t>04/24/2026</a:t>
            </a:fld>
            <a:endParaRPr lang="fr-MG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BC3CADFF-2B3F-3FE6-B52D-314BBE9817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MG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C0F915B0-4B60-4F8F-0E97-F517215C49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04F899-DD12-442F-9432-93EE23035CB1}" type="slidenum">
              <a:rPr lang="fr-MG" smtClean="0"/>
              <a:t>‹N°›</a:t>
            </a:fld>
            <a:endParaRPr lang="fr-MG"/>
          </a:p>
        </p:txBody>
      </p:sp>
    </p:spTree>
    <p:extLst>
      <p:ext uri="{BB962C8B-B14F-4D97-AF65-F5344CB8AC3E}">
        <p14:creationId xmlns:p14="http://schemas.microsoft.com/office/powerpoint/2010/main" val="26663481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5D71851-B591-0EEB-9869-F440DC726F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MG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5BA51102-99CD-A9CC-0B0D-585ACB894B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MG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4A4E3459-269F-2E83-4B9B-B382746D9F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C88323-CB0F-4BA4-A4D7-FF4914320741}" type="datetimeFigureOut">
              <a:rPr lang="fr-MG" smtClean="0"/>
              <a:t>04/24/2026</a:t>
            </a:fld>
            <a:endParaRPr lang="fr-MG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78C7C4E8-069A-569D-7C88-4DE79C4305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MG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FED9A36D-9CF2-5CF1-277C-508522EF3D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04F899-DD12-442F-9432-93EE23035CB1}" type="slidenum">
              <a:rPr lang="fr-MG" smtClean="0"/>
              <a:t>‹N°›</a:t>
            </a:fld>
            <a:endParaRPr lang="fr-MG"/>
          </a:p>
        </p:txBody>
      </p:sp>
    </p:spTree>
    <p:extLst>
      <p:ext uri="{BB962C8B-B14F-4D97-AF65-F5344CB8AC3E}">
        <p14:creationId xmlns:p14="http://schemas.microsoft.com/office/powerpoint/2010/main" val="20168521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5C95181-B498-99AC-4CBB-2DCAA7E96A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  <a:endParaRPr lang="fr-MG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6EF5F7BA-10C6-0D7E-ADF2-D944AF470E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27794037-2748-B6FF-787A-B3E386077D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C88323-CB0F-4BA4-A4D7-FF4914320741}" type="datetimeFigureOut">
              <a:rPr lang="fr-MG" smtClean="0"/>
              <a:t>04/24/2026</a:t>
            </a:fld>
            <a:endParaRPr lang="fr-MG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D003189F-C930-2AD9-D651-0D70EB212A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MG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B4E9A2D6-47DD-CB9B-85B6-01CFF1FF6F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04F899-DD12-442F-9432-93EE23035CB1}" type="slidenum">
              <a:rPr lang="fr-MG" smtClean="0"/>
              <a:t>‹N°›</a:t>
            </a:fld>
            <a:endParaRPr lang="fr-MG"/>
          </a:p>
        </p:txBody>
      </p:sp>
    </p:spTree>
    <p:extLst>
      <p:ext uri="{BB962C8B-B14F-4D97-AF65-F5344CB8AC3E}">
        <p14:creationId xmlns:p14="http://schemas.microsoft.com/office/powerpoint/2010/main" val="25492361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AF897E8-14A7-8554-6247-8C2940CAB3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MG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69A20DD-30B3-C26F-65A1-0BC30F6F925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MG"/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5164744F-4130-7D00-599F-C1B5CEE63FE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MG"/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88489F97-57B5-A636-E105-15A64D61CB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C88323-CB0F-4BA4-A4D7-FF4914320741}" type="datetimeFigureOut">
              <a:rPr lang="fr-MG" smtClean="0"/>
              <a:t>04/24/2026</a:t>
            </a:fld>
            <a:endParaRPr lang="fr-MG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A1304C7B-9F1E-658D-31E2-799709FC92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MG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CADD07E1-9816-8F9E-E71E-EA99CC0B90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04F899-DD12-442F-9432-93EE23035CB1}" type="slidenum">
              <a:rPr lang="fr-MG" smtClean="0"/>
              <a:t>‹N°›</a:t>
            </a:fld>
            <a:endParaRPr lang="fr-MG"/>
          </a:p>
        </p:txBody>
      </p:sp>
    </p:spTree>
    <p:extLst>
      <p:ext uri="{BB962C8B-B14F-4D97-AF65-F5344CB8AC3E}">
        <p14:creationId xmlns:p14="http://schemas.microsoft.com/office/powerpoint/2010/main" val="36850982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A0DDB8B-FFFB-5C50-6A1E-FF6314B795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fr-MG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5BDD4601-CDA0-D60B-1112-AB42FF0411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A410AF9C-A1B6-BCBC-0040-2080FF1B78D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MG"/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E49A413E-D5B6-12CB-8E9F-F3077DA93C4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0403F36E-9BD6-F098-34B9-E3BDD529D31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MG"/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898D4934-6264-0D2D-854C-DC7032FBAE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C88323-CB0F-4BA4-A4D7-FF4914320741}" type="datetimeFigureOut">
              <a:rPr lang="fr-MG" smtClean="0"/>
              <a:t>04/24/2026</a:t>
            </a:fld>
            <a:endParaRPr lang="fr-MG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128B6694-2319-AB2F-CC4B-36EF720091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MG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807B8A67-CFC1-BD19-1282-E48BAD1C5B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04F899-DD12-442F-9432-93EE23035CB1}" type="slidenum">
              <a:rPr lang="fr-MG" smtClean="0"/>
              <a:t>‹N°›</a:t>
            </a:fld>
            <a:endParaRPr lang="fr-MG"/>
          </a:p>
        </p:txBody>
      </p:sp>
    </p:spTree>
    <p:extLst>
      <p:ext uri="{BB962C8B-B14F-4D97-AF65-F5344CB8AC3E}">
        <p14:creationId xmlns:p14="http://schemas.microsoft.com/office/powerpoint/2010/main" val="8162044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F134B7C-702F-7BE4-D763-E0323462D2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MG"/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BF17CDC8-6DA0-FDBC-AEEE-55A956FBCC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C88323-CB0F-4BA4-A4D7-FF4914320741}" type="datetimeFigureOut">
              <a:rPr lang="fr-MG" smtClean="0"/>
              <a:t>04/24/2026</a:t>
            </a:fld>
            <a:endParaRPr lang="fr-MG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B60C75EB-C728-A76D-B414-18102D65D2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MG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87928269-5377-1260-114F-E28C7274BD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04F899-DD12-442F-9432-93EE23035CB1}" type="slidenum">
              <a:rPr lang="fr-MG" smtClean="0"/>
              <a:t>‹N°›</a:t>
            </a:fld>
            <a:endParaRPr lang="fr-MG"/>
          </a:p>
        </p:txBody>
      </p:sp>
    </p:spTree>
    <p:extLst>
      <p:ext uri="{BB962C8B-B14F-4D97-AF65-F5344CB8AC3E}">
        <p14:creationId xmlns:p14="http://schemas.microsoft.com/office/powerpoint/2010/main" val="20720629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8DD43C22-B9CD-9763-2944-C4DD8B9DCA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C88323-CB0F-4BA4-A4D7-FF4914320741}" type="datetimeFigureOut">
              <a:rPr lang="fr-MG" smtClean="0"/>
              <a:t>04/24/2026</a:t>
            </a:fld>
            <a:endParaRPr lang="fr-MG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93208496-0418-0947-90CC-EA8FDC07B0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MG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0B4699CF-59C0-4AAA-2FAF-DD39D8A130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04F899-DD12-442F-9432-93EE23035CB1}" type="slidenum">
              <a:rPr lang="fr-MG" smtClean="0"/>
              <a:t>‹N°›</a:t>
            </a:fld>
            <a:endParaRPr lang="fr-MG"/>
          </a:p>
        </p:txBody>
      </p:sp>
    </p:spTree>
    <p:extLst>
      <p:ext uri="{BB962C8B-B14F-4D97-AF65-F5344CB8AC3E}">
        <p14:creationId xmlns:p14="http://schemas.microsoft.com/office/powerpoint/2010/main" val="35914997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C8A1F7F-C0C4-453F-C2D2-0F68A843C8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fr-MG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140BC86E-5025-3AF8-DC05-4E5DE52440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MG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CBFCB739-89BD-4515-90BE-B7C289CA336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E14D0B49-BBBE-7D20-565C-8DBF456277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C88323-CB0F-4BA4-A4D7-FF4914320741}" type="datetimeFigureOut">
              <a:rPr lang="fr-MG" smtClean="0"/>
              <a:t>04/24/2026</a:t>
            </a:fld>
            <a:endParaRPr lang="fr-MG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8B1A126E-0DBD-CB90-FF1D-B944F6B5E4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MG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F784E223-8BC6-AFBE-C8D1-BA0E1CD1F8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04F899-DD12-442F-9432-93EE23035CB1}" type="slidenum">
              <a:rPr lang="fr-MG" smtClean="0"/>
              <a:t>‹N°›</a:t>
            </a:fld>
            <a:endParaRPr lang="fr-MG"/>
          </a:p>
        </p:txBody>
      </p:sp>
    </p:spTree>
    <p:extLst>
      <p:ext uri="{BB962C8B-B14F-4D97-AF65-F5344CB8AC3E}">
        <p14:creationId xmlns:p14="http://schemas.microsoft.com/office/powerpoint/2010/main" val="26349207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B65FDA0-1C89-A022-3D90-7B25BC5720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fr-MG"/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E6503242-2FDD-A29B-0727-3AA7EAAB786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MG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7237D297-1195-ABE2-354F-6873DA6F6E1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7AA77431-BD7D-BC1C-1D76-9B160B9694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C88323-CB0F-4BA4-A4D7-FF4914320741}" type="datetimeFigureOut">
              <a:rPr lang="fr-MG" smtClean="0"/>
              <a:t>04/24/2026</a:t>
            </a:fld>
            <a:endParaRPr lang="fr-MG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579FD929-444F-CC3B-268C-3F5DA9A2C9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MG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E414656D-EBD5-923C-0226-8E0F6B0611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04F899-DD12-442F-9432-93EE23035CB1}" type="slidenum">
              <a:rPr lang="fr-MG" smtClean="0"/>
              <a:t>‹N°›</a:t>
            </a:fld>
            <a:endParaRPr lang="fr-MG"/>
          </a:p>
        </p:txBody>
      </p:sp>
    </p:spTree>
    <p:extLst>
      <p:ext uri="{BB962C8B-B14F-4D97-AF65-F5344CB8AC3E}">
        <p14:creationId xmlns:p14="http://schemas.microsoft.com/office/powerpoint/2010/main" val="35638362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D677C7B-2C71-6DBE-7C2B-C867E402C3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MG"/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1B6FDF20-50F3-869F-821A-2B6B82A2348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MG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AF1C7E55-109B-0C6B-92B2-907171C87A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C88323-CB0F-4BA4-A4D7-FF4914320741}" type="datetimeFigureOut">
              <a:rPr lang="fr-MG" smtClean="0"/>
              <a:t>04/24/2026</a:t>
            </a:fld>
            <a:endParaRPr lang="fr-MG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721A242D-8EF6-6C19-F29A-F6BA3D3133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MG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EE41F195-EAFA-5607-9853-4B5DDBE93F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04F899-DD12-442F-9432-93EE23035CB1}" type="slidenum">
              <a:rPr lang="fr-MG" smtClean="0"/>
              <a:t>‹N°›</a:t>
            </a:fld>
            <a:endParaRPr lang="fr-MG"/>
          </a:p>
        </p:txBody>
      </p:sp>
    </p:spTree>
    <p:extLst>
      <p:ext uri="{BB962C8B-B14F-4D97-AF65-F5344CB8AC3E}">
        <p14:creationId xmlns:p14="http://schemas.microsoft.com/office/powerpoint/2010/main" val="6798041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8FD62C58-63DD-8C94-7B6E-610BC552307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  <a:endParaRPr lang="fr-MG"/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37256EA9-FBA4-705D-646E-F6520130E81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MG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8C66CCF5-BF7E-FDCC-BFF4-9F5717019B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C88323-CB0F-4BA4-A4D7-FF4914320741}" type="datetimeFigureOut">
              <a:rPr lang="fr-MG" smtClean="0"/>
              <a:t>04/24/2026</a:t>
            </a:fld>
            <a:endParaRPr lang="fr-MG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D6D48965-96B6-7611-3823-59A4B3E9E5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MG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F558EAE2-2D83-FA69-D9AF-A77746A467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04F899-DD12-442F-9432-93EE23035CB1}" type="slidenum">
              <a:rPr lang="fr-MG" smtClean="0"/>
              <a:t>‹N°›</a:t>
            </a:fld>
            <a:endParaRPr lang="fr-MG"/>
          </a:p>
        </p:txBody>
      </p:sp>
    </p:spTree>
    <p:extLst>
      <p:ext uri="{BB962C8B-B14F-4D97-AF65-F5344CB8AC3E}">
        <p14:creationId xmlns:p14="http://schemas.microsoft.com/office/powerpoint/2010/main" val="29940284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E6937696-6E5E-E8C5-F85F-B753394116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  <a:endParaRPr lang="fr-MG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FEA19B3B-49CE-4074-17E7-709490D5AB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MG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2195E441-12EB-B76C-B972-09AD0D7645C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FC88323-CB0F-4BA4-A4D7-FF4914320741}" type="datetimeFigureOut">
              <a:rPr lang="fr-MG" smtClean="0"/>
              <a:t>04/24/2026</a:t>
            </a:fld>
            <a:endParaRPr lang="fr-MG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DBC27525-9136-0BC2-3502-B97AA1AE6D5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MG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C12F73EC-E6EA-EEBD-A1F8-56F5F033A32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D04F899-DD12-442F-9432-93EE23035CB1}" type="slidenum">
              <a:rPr lang="fr-MG" smtClean="0"/>
              <a:t>‹N°›</a:t>
            </a:fld>
            <a:endParaRPr lang="fr-MG"/>
          </a:p>
        </p:txBody>
      </p:sp>
    </p:spTree>
    <p:extLst>
      <p:ext uri="{BB962C8B-B14F-4D97-AF65-F5344CB8AC3E}">
        <p14:creationId xmlns:p14="http://schemas.microsoft.com/office/powerpoint/2010/main" val="439579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MG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ous-titre 2">
            <a:extLst>
              <a:ext uri="{FF2B5EF4-FFF2-40B4-BE49-F238E27FC236}">
                <a16:creationId xmlns:a16="http://schemas.microsoft.com/office/drawing/2014/main" id="{3940562A-1444-9737-4269-1F672E6EE8D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09725" y="2444356"/>
            <a:ext cx="11870422" cy="2907819"/>
          </a:xfrm>
        </p:spPr>
        <p:txBody>
          <a:bodyPr>
            <a:normAutofit/>
          </a:bodyPr>
          <a:lstStyle/>
          <a:p>
            <a:r>
              <a:rPr lang="fr-FR" sz="4400" b="1" cap="all" dirty="0"/>
              <a:t>Analyse apologétique </a:t>
            </a:r>
            <a:r>
              <a:rPr lang="fr-FR" sz="4400" b="1" cap="all" dirty="0" err="1"/>
              <a:t>momba</a:t>
            </a:r>
            <a:r>
              <a:rPr lang="fr-FR" sz="4400" b="1" cap="all" dirty="0"/>
              <a:t> </a:t>
            </a:r>
            <a:r>
              <a:rPr lang="fr-FR" sz="4400" b="1" cap="all" dirty="0" err="1"/>
              <a:t>an’i</a:t>
            </a:r>
            <a:r>
              <a:rPr lang="fr-FR" sz="4400" b="1" cap="all" dirty="0"/>
              <a:t> </a:t>
            </a:r>
            <a:r>
              <a:rPr lang="fr-FR" sz="4400" b="1" cap="all" dirty="0" err="1"/>
              <a:t>Ismaela</a:t>
            </a:r>
            <a:r>
              <a:rPr lang="fr-FR" sz="4400" b="1" cap="all" dirty="0"/>
              <a:t>: </a:t>
            </a:r>
            <a:r>
              <a:rPr lang="fr-FR" sz="4400" b="1" cap="all" dirty="0" err="1"/>
              <a:t>fijerin’ny</a:t>
            </a:r>
            <a:r>
              <a:rPr lang="fr-FR" sz="4400" b="1" cap="all" dirty="0"/>
              <a:t> </a:t>
            </a:r>
            <a:r>
              <a:rPr lang="fr-FR" sz="4400" b="1" cap="all" dirty="0" err="1"/>
              <a:t>Silamo</a:t>
            </a:r>
            <a:r>
              <a:rPr lang="fr-FR" sz="4400" b="1" cap="all" dirty="0"/>
              <a:t> vs </a:t>
            </a:r>
            <a:r>
              <a:rPr lang="fr-FR" sz="4400" b="1" cap="all" dirty="0" err="1"/>
              <a:t>Kristianina</a:t>
            </a:r>
            <a:endParaRPr lang="fr-MG" sz="4400" dirty="0"/>
          </a:p>
        </p:txBody>
      </p:sp>
    </p:spTree>
    <p:extLst>
      <p:ext uri="{BB962C8B-B14F-4D97-AF65-F5344CB8AC3E}">
        <p14:creationId xmlns:p14="http://schemas.microsoft.com/office/powerpoint/2010/main" val="30802976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F4240C7-823A-2E24-716D-178B13B35B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1. </a:t>
            </a:r>
            <a:r>
              <a:rPr lang="en-US" b="1" dirty="0" err="1"/>
              <a:t>Fototra</a:t>
            </a:r>
            <a:r>
              <a:rPr lang="en-US" b="1" dirty="0"/>
              <a:t> </a:t>
            </a:r>
            <a:r>
              <a:rPr lang="en-US" b="1" dirty="0" err="1"/>
              <a:t>iadian-kevitra</a:t>
            </a:r>
            <a:r>
              <a:rPr lang="fr-MG" b="1" dirty="0"/>
              <a:t/>
            </a:r>
            <a:br>
              <a:rPr lang="fr-MG" b="1" dirty="0"/>
            </a:br>
            <a:endParaRPr lang="fr-MG" b="1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4F69925-683D-7162-076E-4B2F0114AC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6503" y="1239144"/>
            <a:ext cx="11811699" cy="4756559"/>
          </a:xfrm>
        </p:spPr>
        <p:txBody>
          <a:bodyPr>
            <a:normAutofit/>
          </a:bodyPr>
          <a:lstStyle/>
          <a:p>
            <a:r>
              <a:rPr lang="en-US" sz="4800" dirty="0"/>
              <a:t>Ny </a:t>
            </a:r>
            <a:r>
              <a:rPr lang="en-US" sz="4800" dirty="0" err="1"/>
              <a:t>adihevitra</a:t>
            </a:r>
            <a:r>
              <a:rPr lang="en-US" sz="4800" dirty="0"/>
              <a:t> </a:t>
            </a:r>
            <a:r>
              <a:rPr lang="en-US" sz="4800" dirty="0" err="1"/>
              <a:t>lehibe</a:t>
            </a:r>
            <a:r>
              <a:rPr lang="en-US" sz="4800" dirty="0"/>
              <a:t> </a:t>
            </a:r>
            <a:r>
              <a:rPr lang="en-US" sz="4800" dirty="0" err="1"/>
              <a:t>dia</a:t>
            </a:r>
            <a:r>
              <a:rPr lang="en-US" sz="4800" dirty="0"/>
              <a:t> hoe:</a:t>
            </a:r>
            <a:endParaRPr lang="fr-MG" sz="4800" dirty="0"/>
          </a:p>
          <a:p>
            <a:pPr marL="0" indent="0">
              <a:buNone/>
            </a:pPr>
            <a:r>
              <a:rPr lang="en-US" sz="4800" dirty="0"/>
              <a:t>👉 Iza no </a:t>
            </a:r>
            <a:r>
              <a:rPr lang="en-US" sz="4800" dirty="0" err="1"/>
              <a:t>zanaky</a:t>
            </a:r>
            <a:r>
              <a:rPr lang="en-US" sz="4800" dirty="0"/>
              <a:t> </a:t>
            </a:r>
            <a:r>
              <a:rPr lang="en-US" sz="4800" dirty="0" err="1"/>
              <a:t>ny</a:t>
            </a:r>
            <a:r>
              <a:rPr lang="en-US" sz="4800" dirty="0"/>
              <a:t> </a:t>
            </a:r>
            <a:r>
              <a:rPr lang="en-US" sz="4800" dirty="0" err="1"/>
              <a:t>fampanantenana</a:t>
            </a:r>
            <a:r>
              <a:rPr lang="en-US" sz="4800" dirty="0"/>
              <a:t>?</a:t>
            </a:r>
            <a:endParaRPr lang="fr-MG" sz="4800" dirty="0"/>
          </a:p>
          <a:p>
            <a:pPr marL="0" indent="0">
              <a:buNone/>
            </a:pPr>
            <a:r>
              <a:rPr lang="en-US" sz="4800" dirty="0"/>
              <a:t>👉 Iza no </a:t>
            </a:r>
            <a:r>
              <a:rPr lang="en-US" sz="4800" dirty="0" err="1"/>
              <a:t>mitondra</a:t>
            </a:r>
            <a:r>
              <a:rPr lang="en-US" sz="4800" dirty="0"/>
              <a:t> </a:t>
            </a:r>
            <a:r>
              <a:rPr lang="en-US" sz="4800" dirty="0" err="1"/>
              <a:t>ny</a:t>
            </a:r>
            <a:r>
              <a:rPr lang="en-US" sz="4800" dirty="0"/>
              <a:t> </a:t>
            </a:r>
            <a:r>
              <a:rPr lang="en-US" sz="4800" dirty="0" err="1"/>
              <a:t>tsipika</a:t>
            </a:r>
            <a:r>
              <a:rPr lang="en-US" sz="4800" dirty="0"/>
              <a:t> </a:t>
            </a:r>
            <a:r>
              <a:rPr lang="en-US" sz="4800" dirty="0" err="1"/>
              <a:t>ara-panahy</a:t>
            </a:r>
            <a:r>
              <a:rPr lang="en-US" sz="4800" dirty="0"/>
              <a:t> </a:t>
            </a:r>
            <a:r>
              <a:rPr lang="en-US" sz="4800" dirty="0" err="1"/>
              <a:t>sy</a:t>
            </a:r>
            <a:r>
              <a:rPr lang="en-US" sz="4800" dirty="0"/>
              <a:t> </a:t>
            </a:r>
            <a:r>
              <a:rPr lang="en-US" sz="4800" dirty="0" err="1"/>
              <a:t>ny</a:t>
            </a:r>
            <a:r>
              <a:rPr lang="en-US" sz="4800" dirty="0"/>
              <a:t> </a:t>
            </a:r>
            <a:r>
              <a:rPr lang="en-US" sz="4800" dirty="0" err="1"/>
              <a:t>drafitry</a:t>
            </a:r>
            <a:r>
              <a:rPr lang="en-US" sz="4800" dirty="0"/>
              <a:t> </a:t>
            </a:r>
            <a:r>
              <a:rPr lang="en-US" sz="4800" dirty="0" err="1"/>
              <a:t>ny</a:t>
            </a:r>
            <a:r>
              <a:rPr lang="en-US" sz="4800" dirty="0"/>
              <a:t> </a:t>
            </a:r>
            <a:r>
              <a:rPr lang="en-US" sz="4800" dirty="0" err="1"/>
              <a:t>famonjena</a:t>
            </a:r>
            <a:r>
              <a:rPr lang="en-US" sz="4800" dirty="0"/>
              <a:t>?</a:t>
            </a:r>
            <a:endParaRPr lang="fr-MG" sz="4800" dirty="0"/>
          </a:p>
          <a:p>
            <a:r>
              <a:rPr lang="en-US" sz="4800" dirty="0" err="1"/>
              <a:t>Silamo</a:t>
            </a:r>
            <a:r>
              <a:rPr lang="en-US" sz="4800" dirty="0"/>
              <a:t>: Ismaela no </a:t>
            </a:r>
            <a:r>
              <a:rPr lang="en-US" sz="4800" dirty="0" err="1"/>
              <a:t>tena</a:t>
            </a:r>
            <a:r>
              <a:rPr lang="en-US" sz="4800" dirty="0"/>
              <a:t> </a:t>
            </a:r>
            <a:r>
              <a:rPr lang="en-US" sz="4800" dirty="0" err="1"/>
              <a:t>zanaka</a:t>
            </a:r>
            <a:r>
              <a:rPr lang="en-US" sz="4800" dirty="0"/>
              <a:t> </a:t>
            </a:r>
            <a:r>
              <a:rPr lang="en-US" sz="4800" dirty="0" err="1"/>
              <a:t>lehibe</a:t>
            </a:r>
            <a:r>
              <a:rPr lang="en-US" sz="4800" dirty="0"/>
              <a:t> </a:t>
            </a:r>
            <a:r>
              <a:rPr lang="en-US" sz="4800" dirty="0" err="1"/>
              <a:t>voafidy</a:t>
            </a:r>
            <a:endParaRPr lang="fr-MG" sz="4800" dirty="0"/>
          </a:p>
          <a:p>
            <a:r>
              <a:rPr lang="en-US" sz="4800" dirty="0" err="1"/>
              <a:t>Kristianina</a:t>
            </a:r>
            <a:r>
              <a:rPr lang="en-US" sz="4800" dirty="0"/>
              <a:t>: Isaka no </a:t>
            </a:r>
            <a:r>
              <a:rPr lang="en-US" sz="4800" dirty="0" err="1"/>
              <a:t>zanaky</a:t>
            </a:r>
            <a:r>
              <a:rPr lang="en-US" sz="4800" dirty="0"/>
              <a:t> </a:t>
            </a:r>
            <a:r>
              <a:rPr lang="en-US" sz="4800" dirty="0" err="1"/>
              <a:t>ny</a:t>
            </a:r>
            <a:r>
              <a:rPr lang="en-US" sz="4800" dirty="0"/>
              <a:t> </a:t>
            </a:r>
            <a:r>
              <a:rPr lang="en-US" sz="4800" dirty="0" err="1"/>
              <a:t>fanekena</a:t>
            </a:r>
            <a:endParaRPr lang="fr-MG" sz="4800" dirty="0"/>
          </a:p>
          <a:p>
            <a:endParaRPr lang="fr-MG" sz="4800" dirty="0"/>
          </a:p>
        </p:txBody>
      </p:sp>
    </p:spTree>
    <p:extLst>
      <p:ext uri="{BB962C8B-B14F-4D97-AF65-F5344CB8AC3E}">
        <p14:creationId xmlns:p14="http://schemas.microsoft.com/office/powerpoint/2010/main" val="38764407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DA47730-8D21-A418-C63A-9875E0A1CD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2. </a:t>
            </a:r>
            <a:r>
              <a:rPr lang="en-US" b="1" dirty="0" err="1"/>
              <a:t>Fijerin’ny</a:t>
            </a:r>
            <a:r>
              <a:rPr lang="en-US" b="1" dirty="0"/>
              <a:t> </a:t>
            </a:r>
            <a:r>
              <a:rPr lang="en-US" b="1" dirty="0" err="1"/>
              <a:t>Silamo</a:t>
            </a:r>
            <a:r>
              <a:rPr lang="en-US" b="1" dirty="0"/>
              <a:t> </a:t>
            </a:r>
            <a:r>
              <a:rPr lang="en-US" b="1" dirty="0" err="1"/>
              <a:t>momba</a:t>
            </a:r>
            <a:r>
              <a:rPr lang="en-US" b="1" dirty="0"/>
              <a:t> </a:t>
            </a:r>
            <a:r>
              <a:rPr lang="en-US" b="1" dirty="0" err="1"/>
              <a:t>an’i</a:t>
            </a:r>
            <a:r>
              <a:rPr lang="en-US" b="1" dirty="0"/>
              <a:t> Ismaela</a:t>
            </a:r>
            <a:r>
              <a:rPr lang="fr-MG" b="1" dirty="0"/>
              <a:t/>
            </a:r>
            <a:br>
              <a:rPr lang="fr-MG" b="1" dirty="0"/>
            </a:br>
            <a:endParaRPr lang="fr-MG" b="1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3481C5B-CE30-8B7D-1C4B-70DEFAA75A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9115" y="1249960"/>
            <a:ext cx="11610363" cy="5503177"/>
          </a:xfrm>
        </p:spPr>
        <p:txBody>
          <a:bodyPr>
            <a:normAutofit lnSpcReduction="10000"/>
          </a:bodyPr>
          <a:lstStyle/>
          <a:p>
            <a:r>
              <a:rPr lang="en-US" sz="4000" dirty="0"/>
              <a:t>✔️ </a:t>
            </a:r>
            <a:r>
              <a:rPr lang="en-US" sz="4000" dirty="0" err="1"/>
              <a:t>Hevitra</a:t>
            </a:r>
            <a:r>
              <a:rPr lang="en-US" sz="4000" dirty="0"/>
              <a:t> </a:t>
            </a:r>
            <a:r>
              <a:rPr lang="en-US" sz="4000" dirty="0" err="1"/>
              <a:t>fototra</a:t>
            </a:r>
            <a:endParaRPr lang="fr-MG" sz="4000" dirty="0"/>
          </a:p>
          <a:p>
            <a:r>
              <a:rPr lang="en-US" sz="4000" dirty="0"/>
              <a:t>Ismaela (</a:t>
            </a:r>
            <a:r>
              <a:rPr lang="en-US" sz="4000" dirty="0" err="1"/>
              <a:t>Ismā‘īl</a:t>
            </a:r>
            <a:r>
              <a:rPr lang="en-US" sz="4000" dirty="0"/>
              <a:t>) </a:t>
            </a:r>
            <a:r>
              <a:rPr lang="en-US" sz="4000" dirty="0" err="1"/>
              <a:t>dia</a:t>
            </a:r>
            <a:r>
              <a:rPr lang="en-US" sz="4000" dirty="0"/>
              <a:t>:</a:t>
            </a:r>
            <a:endParaRPr lang="fr-MG" sz="4000" dirty="0"/>
          </a:p>
          <a:p>
            <a:r>
              <a:rPr lang="en-US" sz="4000" dirty="0"/>
              <a:t>Zanaka </a:t>
            </a:r>
            <a:r>
              <a:rPr lang="en-US" sz="4000" dirty="0" err="1"/>
              <a:t>lahimatoa</a:t>
            </a:r>
            <a:r>
              <a:rPr lang="en-US" sz="4000" dirty="0"/>
              <a:t> </a:t>
            </a:r>
            <a:r>
              <a:rPr lang="en-US" sz="4000" dirty="0" err="1"/>
              <a:t>an’i</a:t>
            </a:r>
            <a:r>
              <a:rPr lang="en-US" sz="4000" dirty="0"/>
              <a:t> </a:t>
            </a:r>
            <a:r>
              <a:rPr lang="en-US" sz="4000" dirty="0" err="1"/>
              <a:t>Abrahama</a:t>
            </a:r>
            <a:endParaRPr lang="fr-MG" sz="4000" dirty="0"/>
          </a:p>
          <a:p>
            <a:r>
              <a:rPr lang="en-US" sz="4000" dirty="0" err="1"/>
              <a:t>Mpaminany</a:t>
            </a:r>
            <a:endParaRPr lang="fr-MG" sz="4000" dirty="0"/>
          </a:p>
          <a:p>
            <a:r>
              <a:rPr lang="en-US" sz="4000" dirty="0" err="1"/>
              <a:t>Razamben’i</a:t>
            </a:r>
            <a:r>
              <a:rPr lang="en-US" sz="4000" dirty="0"/>
              <a:t> Muhammad</a:t>
            </a:r>
            <a:endParaRPr lang="fr-MG" sz="4000" dirty="0"/>
          </a:p>
          <a:p>
            <a:r>
              <a:rPr lang="en-US" sz="4000" dirty="0" err="1"/>
              <a:t>Heverina</a:t>
            </a:r>
            <a:r>
              <a:rPr lang="en-US" sz="4000" dirty="0"/>
              <a:t> fa:</a:t>
            </a:r>
            <a:endParaRPr lang="fr-MG" sz="4000" dirty="0"/>
          </a:p>
          <a:p>
            <a:r>
              <a:rPr lang="en-US" sz="4000" dirty="0" err="1"/>
              <a:t>Izy</a:t>
            </a:r>
            <a:r>
              <a:rPr lang="en-US" sz="4000" dirty="0"/>
              <a:t> no </a:t>
            </a:r>
            <a:r>
              <a:rPr lang="en-US" sz="4000" dirty="0" err="1"/>
              <a:t>zanaka</a:t>
            </a:r>
            <a:r>
              <a:rPr lang="en-US" sz="4000" dirty="0"/>
              <a:t> </a:t>
            </a:r>
            <a:r>
              <a:rPr lang="en-US" sz="4000" dirty="0" err="1"/>
              <a:t>tokony</a:t>
            </a:r>
            <a:r>
              <a:rPr lang="en-US" sz="4000" dirty="0"/>
              <a:t> ho </a:t>
            </a:r>
            <a:r>
              <a:rPr lang="en-US" sz="4000" dirty="0" err="1"/>
              <a:t>natolotra</a:t>
            </a:r>
            <a:r>
              <a:rPr lang="en-US" sz="4000" dirty="0"/>
              <a:t> ho </a:t>
            </a:r>
            <a:r>
              <a:rPr lang="en-US" sz="4000" dirty="0" err="1"/>
              <a:t>sorona</a:t>
            </a:r>
            <a:r>
              <a:rPr lang="en-US" sz="4000" dirty="0"/>
              <a:t> (fa </a:t>
            </a:r>
            <a:r>
              <a:rPr lang="en-US" sz="4000" dirty="0" err="1"/>
              <a:t>tsy</a:t>
            </a:r>
            <a:r>
              <a:rPr lang="en-US" sz="4000" dirty="0"/>
              <a:t> Isaka)</a:t>
            </a:r>
            <a:endParaRPr lang="fr-MG" sz="4000" dirty="0"/>
          </a:p>
          <a:p>
            <a:r>
              <a:rPr lang="en-US" sz="4000" dirty="0"/>
              <a:t>Avy </a:t>
            </a:r>
            <a:r>
              <a:rPr lang="en-US" sz="4000" dirty="0" err="1"/>
              <a:t>amin’ny</a:t>
            </a:r>
            <a:r>
              <a:rPr lang="en-US" sz="4000" dirty="0"/>
              <a:t> </a:t>
            </a:r>
            <a:r>
              <a:rPr lang="en-US" sz="4000" dirty="0" err="1"/>
              <a:t>taranany</a:t>
            </a:r>
            <a:r>
              <a:rPr lang="en-US" sz="4000" dirty="0"/>
              <a:t> no </a:t>
            </a:r>
            <a:r>
              <a:rPr lang="en-US" sz="4000" dirty="0" err="1"/>
              <a:t>nipoiran’ny</a:t>
            </a:r>
            <a:r>
              <a:rPr lang="en-US" sz="4000" dirty="0"/>
              <a:t> Islam</a:t>
            </a:r>
            <a:endParaRPr lang="fr-MG" sz="4000" dirty="0"/>
          </a:p>
          <a:p>
            <a:endParaRPr lang="fr-MG" sz="4000" dirty="0"/>
          </a:p>
        </p:txBody>
      </p:sp>
    </p:spTree>
    <p:extLst>
      <p:ext uri="{BB962C8B-B14F-4D97-AF65-F5344CB8AC3E}">
        <p14:creationId xmlns:p14="http://schemas.microsoft.com/office/powerpoint/2010/main" val="4926991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3604356B-F479-62F1-7C20-DB4D4B4206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5400" dirty="0" err="1"/>
              <a:t>Loharano</a:t>
            </a:r>
            <a:endParaRPr lang="fr-MG" sz="5400" dirty="0"/>
          </a:p>
          <a:p>
            <a:r>
              <a:rPr lang="en-US" sz="5400" dirty="0"/>
              <a:t>Qur'an (</a:t>
            </a:r>
            <a:r>
              <a:rPr lang="en-US" sz="5400" dirty="0" err="1"/>
              <a:t>Sourate</a:t>
            </a:r>
            <a:r>
              <a:rPr lang="en-US" sz="5400" dirty="0"/>
              <a:t> 37:100–113)</a:t>
            </a:r>
            <a:endParaRPr lang="fr-MG" sz="5400" dirty="0"/>
          </a:p>
          <a:p>
            <a:r>
              <a:rPr lang="en-US" sz="5400" dirty="0"/>
              <a:t>Hadith</a:t>
            </a:r>
            <a:endParaRPr lang="fr-MG" sz="5400" dirty="0"/>
          </a:p>
          <a:p>
            <a:endParaRPr lang="fr-MG" sz="5400" dirty="0"/>
          </a:p>
        </p:txBody>
      </p:sp>
    </p:spTree>
    <p:extLst>
      <p:ext uri="{BB962C8B-B14F-4D97-AF65-F5344CB8AC3E}">
        <p14:creationId xmlns:p14="http://schemas.microsoft.com/office/powerpoint/2010/main" val="4703323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B0C365E-1504-D3ED-EED7-71D443917E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255"/>
            <a:ext cx="10515600" cy="1325563"/>
          </a:xfrm>
        </p:spPr>
        <p:txBody>
          <a:bodyPr/>
          <a:lstStyle/>
          <a:p>
            <a:r>
              <a:rPr lang="en-US" b="1" dirty="0"/>
              <a:t>Argument </a:t>
            </a:r>
            <a:r>
              <a:rPr lang="en-US" b="1" dirty="0" err="1"/>
              <a:t>Silamo</a:t>
            </a:r>
            <a:endParaRPr lang="fr-MG" b="1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99B6F04F-7EA8-FDB8-4C33-22ACC4B631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9390" y="1253331"/>
            <a:ext cx="11627141" cy="4351338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US" sz="4400" dirty="0"/>
              <a:t> 1. Zo </a:t>
            </a:r>
            <a:r>
              <a:rPr lang="en-US" sz="4400" dirty="0" err="1"/>
              <a:t>amin’ny</a:t>
            </a:r>
            <a:r>
              <a:rPr lang="en-US" sz="4400" dirty="0"/>
              <a:t> maha-</a:t>
            </a:r>
            <a:r>
              <a:rPr lang="en-US" sz="4400" dirty="0" err="1"/>
              <a:t>lahimatoa</a:t>
            </a:r>
            <a:endParaRPr lang="fr-MG" sz="4400" dirty="0"/>
          </a:p>
          <a:p>
            <a:r>
              <a:rPr lang="en-US" sz="4400" dirty="0"/>
              <a:t>→ Ismaela no </a:t>
            </a:r>
            <a:r>
              <a:rPr lang="en-US" sz="4400" dirty="0" err="1"/>
              <a:t>zokiny</a:t>
            </a:r>
            <a:r>
              <a:rPr lang="en-US" sz="4400" dirty="0"/>
              <a:t> → </a:t>
            </a:r>
            <a:r>
              <a:rPr lang="en-US" sz="4400" dirty="0" err="1"/>
              <a:t>tokony</a:t>
            </a:r>
            <a:r>
              <a:rPr lang="en-US" sz="4400" dirty="0"/>
              <a:t> </a:t>
            </a:r>
            <a:r>
              <a:rPr lang="en-US" sz="4400" dirty="0" err="1"/>
              <a:t>izy</a:t>
            </a:r>
            <a:r>
              <a:rPr lang="en-US" sz="4400" dirty="0"/>
              <a:t> no </a:t>
            </a:r>
            <a:r>
              <a:rPr lang="en-US" sz="4400" dirty="0" err="1"/>
              <a:t>mandova</a:t>
            </a:r>
            <a:endParaRPr lang="fr-MG" sz="4400" dirty="0"/>
          </a:p>
          <a:p>
            <a:r>
              <a:rPr lang="en-US" sz="4400" dirty="0"/>
              <a:t>2. </a:t>
            </a:r>
            <a:r>
              <a:rPr lang="en-US" sz="4400" dirty="0" err="1"/>
              <a:t>Fifandraisana</a:t>
            </a:r>
            <a:r>
              <a:rPr lang="en-US" sz="4400" dirty="0"/>
              <a:t> </a:t>
            </a:r>
            <a:r>
              <a:rPr lang="en-US" sz="4400" dirty="0" err="1"/>
              <a:t>amin’i</a:t>
            </a:r>
            <a:r>
              <a:rPr lang="en-US" sz="4400" dirty="0"/>
              <a:t> Muhammad</a:t>
            </a:r>
            <a:endParaRPr lang="fr-MG" sz="4400" dirty="0"/>
          </a:p>
          <a:p>
            <a:r>
              <a:rPr lang="en-US" sz="4400" dirty="0"/>
              <a:t>→ Ny </a:t>
            </a:r>
            <a:r>
              <a:rPr lang="en-US" sz="4400" dirty="0" err="1"/>
              <a:t>mpaminany</a:t>
            </a:r>
            <a:r>
              <a:rPr lang="en-US" sz="4400" dirty="0"/>
              <a:t> </a:t>
            </a:r>
            <a:r>
              <a:rPr lang="en-US" sz="4400" dirty="0" err="1"/>
              <a:t>farany</a:t>
            </a:r>
            <a:r>
              <a:rPr lang="en-US" sz="4400" dirty="0"/>
              <a:t> </a:t>
            </a:r>
            <a:r>
              <a:rPr lang="en-US" sz="4400" dirty="0" err="1"/>
              <a:t>dia</a:t>
            </a:r>
            <a:r>
              <a:rPr lang="en-US" sz="4400" dirty="0"/>
              <a:t> </a:t>
            </a:r>
            <a:r>
              <a:rPr lang="en-US" sz="4400" dirty="0" err="1"/>
              <a:t>avy</a:t>
            </a:r>
            <a:r>
              <a:rPr lang="en-US" sz="4400" dirty="0"/>
              <a:t> </a:t>
            </a:r>
            <a:r>
              <a:rPr lang="en-US" sz="4400" dirty="0" err="1"/>
              <a:t>amin’ny</a:t>
            </a:r>
            <a:r>
              <a:rPr lang="en-US" sz="4400" dirty="0"/>
              <a:t> </a:t>
            </a:r>
            <a:r>
              <a:rPr lang="en-US" sz="4400" dirty="0" err="1"/>
              <a:t>taranany</a:t>
            </a:r>
            <a:endParaRPr lang="en-US" sz="4400" dirty="0"/>
          </a:p>
          <a:p>
            <a:r>
              <a:rPr lang="en-US" sz="4800" dirty="0"/>
              <a:t>3. </a:t>
            </a:r>
            <a:r>
              <a:rPr lang="en-US" sz="4400" dirty="0" err="1"/>
              <a:t>Fanovàna</a:t>
            </a:r>
            <a:r>
              <a:rPr lang="en-US" sz="4400" dirty="0"/>
              <a:t> </a:t>
            </a:r>
            <a:r>
              <a:rPr lang="en-US" sz="4400" dirty="0" err="1"/>
              <a:t>Baiboly</a:t>
            </a:r>
            <a:r>
              <a:rPr lang="en-US" sz="4400" dirty="0"/>
              <a:t> (</a:t>
            </a:r>
            <a:r>
              <a:rPr lang="en-US" sz="4400" dirty="0" err="1"/>
              <a:t>tahrif</a:t>
            </a:r>
            <a:r>
              <a:rPr lang="en-US" sz="4400" dirty="0"/>
              <a:t>)</a:t>
            </a:r>
            <a:endParaRPr lang="fr-MG" sz="4400" dirty="0"/>
          </a:p>
          <a:p>
            <a:r>
              <a:rPr lang="en-US" sz="4400" dirty="0"/>
              <a:t>→ </a:t>
            </a:r>
            <a:r>
              <a:rPr lang="en-US" sz="4400" dirty="0" err="1"/>
              <a:t>Milaza</a:t>
            </a:r>
            <a:r>
              <a:rPr lang="en-US" sz="4400" dirty="0"/>
              <a:t> fa </a:t>
            </a:r>
            <a:r>
              <a:rPr lang="en-US" sz="4400" dirty="0" err="1"/>
              <a:t>niova</a:t>
            </a:r>
            <a:r>
              <a:rPr lang="en-US" sz="4400" dirty="0"/>
              <a:t> </a:t>
            </a:r>
            <a:r>
              <a:rPr lang="en-US" sz="4400" dirty="0" err="1"/>
              <a:t>ny</a:t>
            </a:r>
            <a:r>
              <a:rPr lang="en-US" sz="4400" dirty="0"/>
              <a:t> </a:t>
            </a:r>
            <a:r>
              <a:rPr lang="en-US" sz="4400" dirty="0" err="1"/>
              <a:t>Baiboly</a:t>
            </a:r>
            <a:r>
              <a:rPr lang="en-US" sz="4400" dirty="0"/>
              <a:t> ka </a:t>
            </a:r>
            <a:r>
              <a:rPr lang="en-US" sz="4400" dirty="0" err="1"/>
              <a:t>nafenina</a:t>
            </a:r>
            <a:r>
              <a:rPr lang="en-US" sz="4400" dirty="0"/>
              <a:t> </a:t>
            </a:r>
            <a:r>
              <a:rPr lang="en-US" sz="4400" dirty="0" err="1"/>
              <a:t>ny</a:t>
            </a:r>
            <a:r>
              <a:rPr lang="en-US" sz="4400" dirty="0"/>
              <a:t> marina</a:t>
            </a:r>
            <a:endParaRPr lang="fr-MG" sz="4400" dirty="0"/>
          </a:p>
          <a:p>
            <a:endParaRPr lang="fr-MG" sz="4400" dirty="0"/>
          </a:p>
          <a:p>
            <a:endParaRPr lang="fr-MG" sz="4400" dirty="0"/>
          </a:p>
        </p:txBody>
      </p:sp>
    </p:spTree>
    <p:extLst>
      <p:ext uri="{BB962C8B-B14F-4D97-AF65-F5344CB8AC3E}">
        <p14:creationId xmlns:p14="http://schemas.microsoft.com/office/powerpoint/2010/main" val="25733359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8896B8C-B4B4-4072-CD91-FA307F55AF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3. </a:t>
            </a:r>
            <a:r>
              <a:rPr lang="en-US" b="1" dirty="0" err="1"/>
              <a:t>Fijerin’ny</a:t>
            </a:r>
            <a:r>
              <a:rPr lang="en-US" b="1" dirty="0"/>
              <a:t> </a:t>
            </a:r>
            <a:r>
              <a:rPr lang="en-US" b="1" dirty="0" err="1"/>
              <a:t>Kristianina</a:t>
            </a:r>
            <a:r>
              <a:rPr lang="en-US" b="1" dirty="0"/>
              <a:t> </a:t>
            </a:r>
            <a:r>
              <a:rPr lang="en-US" b="1" dirty="0" err="1"/>
              <a:t>momba</a:t>
            </a:r>
            <a:r>
              <a:rPr lang="en-US" b="1" dirty="0"/>
              <a:t> </a:t>
            </a:r>
            <a:r>
              <a:rPr lang="en-US" b="1" dirty="0" err="1"/>
              <a:t>an’i</a:t>
            </a:r>
            <a:r>
              <a:rPr lang="en-US" b="1" dirty="0"/>
              <a:t> Ismaela</a:t>
            </a:r>
            <a:r>
              <a:rPr lang="fr-MG" b="1" dirty="0"/>
              <a:t/>
            </a:r>
            <a:br>
              <a:rPr lang="fr-MG" b="1" dirty="0"/>
            </a:br>
            <a:endParaRPr lang="fr-MG" b="1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46BF1BE5-E175-5650-BEB3-5587AE2B0B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6503" y="1140903"/>
            <a:ext cx="11652308" cy="5553512"/>
          </a:xfrm>
        </p:spPr>
        <p:txBody>
          <a:bodyPr>
            <a:normAutofit/>
          </a:bodyPr>
          <a:lstStyle/>
          <a:p>
            <a:r>
              <a:rPr lang="en-US" sz="4400" dirty="0"/>
              <a:t>✔️ </a:t>
            </a:r>
            <a:r>
              <a:rPr lang="en-US" sz="4400" dirty="0" err="1"/>
              <a:t>Hevitra</a:t>
            </a:r>
            <a:r>
              <a:rPr lang="en-US" sz="4400" dirty="0"/>
              <a:t> </a:t>
            </a:r>
            <a:r>
              <a:rPr lang="en-US" sz="4400" dirty="0" err="1"/>
              <a:t>fototra</a:t>
            </a:r>
            <a:endParaRPr lang="fr-MG" sz="4400" dirty="0"/>
          </a:p>
          <a:p>
            <a:r>
              <a:rPr lang="en-US" sz="4400" b="1" dirty="0"/>
              <a:t>Ismaela:</a:t>
            </a:r>
            <a:endParaRPr lang="fr-MG" sz="4400" b="1" dirty="0"/>
          </a:p>
          <a:p>
            <a:r>
              <a:rPr lang="en-US" sz="4400" dirty="0" err="1"/>
              <a:t>Tsy</a:t>
            </a:r>
            <a:r>
              <a:rPr lang="en-US" sz="4400" dirty="0"/>
              <a:t> </a:t>
            </a:r>
            <a:r>
              <a:rPr lang="en-US" sz="4400" dirty="0" err="1"/>
              <a:t>zanaky</a:t>
            </a:r>
            <a:r>
              <a:rPr lang="en-US" sz="4400" dirty="0"/>
              <a:t> </a:t>
            </a:r>
            <a:r>
              <a:rPr lang="en-US" sz="4400" dirty="0" err="1"/>
              <a:t>ny</a:t>
            </a:r>
            <a:r>
              <a:rPr lang="en-US" sz="4400" dirty="0"/>
              <a:t> </a:t>
            </a:r>
            <a:r>
              <a:rPr lang="en-US" sz="4400" dirty="0" err="1"/>
              <a:t>fanekena</a:t>
            </a:r>
            <a:endParaRPr lang="fr-MG" sz="4400" dirty="0"/>
          </a:p>
          <a:p>
            <a:r>
              <a:rPr lang="en-US" sz="4400" dirty="0" err="1"/>
              <a:t>Saingy</a:t>
            </a:r>
            <a:r>
              <a:rPr lang="en-US" sz="4400" dirty="0"/>
              <a:t> </a:t>
            </a:r>
            <a:r>
              <a:rPr lang="en-US" sz="4400" dirty="0" err="1"/>
              <a:t>notahian’Andriamanitra</a:t>
            </a:r>
            <a:endParaRPr lang="fr-MG" sz="4400" dirty="0"/>
          </a:p>
          <a:p>
            <a:r>
              <a:rPr lang="en-US" sz="4400" b="1" dirty="0"/>
              <a:t>Isaka:</a:t>
            </a:r>
            <a:endParaRPr lang="fr-MG" sz="4400" b="1" dirty="0"/>
          </a:p>
          <a:p>
            <a:r>
              <a:rPr lang="en-US" sz="4400" dirty="0" err="1"/>
              <a:t>Zanaky</a:t>
            </a:r>
            <a:r>
              <a:rPr lang="en-US" sz="4400" dirty="0"/>
              <a:t> </a:t>
            </a:r>
            <a:r>
              <a:rPr lang="en-US" sz="4400" dirty="0" err="1"/>
              <a:t>ny</a:t>
            </a:r>
            <a:r>
              <a:rPr lang="en-US" sz="4400" dirty="0"/>
              <a:t> </a:t>
            </a:r>
            <a:r>
              <a:rPr lang="en-US" sz="4400" dirty="0" err="1"/>
              <a:t>fampanantenana</a:t>
            </a:r>
            <a:endParaRPr lang="fr-MG" sz="4400" dirty="0"/>
          </a:p>
          <a:p>
            <a:r>
              <a:rPr lang="en-US" sz="4400" dirty="0"/>
              <a:t>Avy </a:t>
            </a:r>
            <a:r>
              <a:rPr lang="en-US" sz="4400" dirty="0" err="1"/>
              <a:t>aminy</a:t>
            </a:r>
            <a:r>
              <a:rPr lang="en-US" sz="4400" dirty="0"/>
              <a:t> </a:t>
            </a:r>
            <a:r>
              <a:rPr lang="en-US" sz="4400" dirty="0" err="1"/>
              <a:t>ny</a:t>
            </a:r>
            <a:r>
              <a:rPr lang="en-US" sz="4400" dirty="0"/>
              <a:t> Mesia</a:t>
            </a:r>
            <a:endParaRPr lang="fr-MG" sz="4400" dirty="0"/>
          </a:p>
          <a:p>
            <a:endParaRPr lang="fr-MG" sz="4400" dirty="0"/>
          </a:p>
        </p:txBody>
      </p:sp>
    </p:spTree>
    <p:extLst>
      <p:ext uri="{BB962C8B-B14F-4D97-AF65-F5344CB8AC3E}">
        <p14:creationId xmlns:p14="http://schemas.microsoft.com/office/powerpoint/2010/main" val="12956003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EBE9E43-9F41-9AA9-F7F6-20AB0342DB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MG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9A557939-FC10-5D9D-E1C9-14E345D751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4800" dirty="0"/>
              <a:t>📖 </a:t>
            </a:r>
            <a:r>
              <a:rPr lang="en-US" sz="4800" dirty="0" err="1"/>
              <a:t>Loharano</a:t>
            </a:r>
            <a:r>
              <a:rPr lang="en-US" sz="4800" dirty="0"/>
              <a:t> </a:t>
            </a:r>
            <a:r>
              <a:rPr lang="en-US" sz="4800" dirty="0" err="1"/>
              <a:t>Baiboly</a:t>
            </a:r>
            <a:endParaRPr lang="fr-MG" sz="4800" dirty="0"/>
          </a:p>
          <a:p>
            <a:r>
              <a:rPr lang="en-US" sz="4800" dirty="0" err="1"/>
              <a:t>Genesisy</a:t>
            </a:r>
            <a:r>
              <a:rPr lang="en-US" sz="4800" dirty="0"/>
              <a:t> 17:20–21</a:t>
            </a:r>
            <a:endParaRPr lang="fr-MG" sz="4800" dirty="0"/>
          </a:p>
          <a:p>
            <a:r>
              <a:rPr lang="en-US" sz="4800" dirty="0" err="1"/>
              <a:t>Genesisy</a:t>
            </a:r>
            <a:r>
              <a:rPr lang="en-US" sz="4800" dirty="0"/>
              <a:t> 21:12</a:t>
            </a:r>
            <a:endParaRPr lang="fr-MG" sz="4800" dirty="0"/>
          </a:p>
          <a:p>
            <a:r>
              <a:rPr lang="en-US" sz="4800" dirty="0" err="1"/>
              <a:t>Galatiana</a:t>
            </a:r>
            <a:r>
              <a:rPr lang="en-US" sz="4800" dirty="0"/>
              <a:t> 4:22–31</a:t>
            </a:r>
            <a:endParaRPr lang="fr-MG" sz="4800" dirty="0"/>
          </a:p>
          <a:p>
            <a:endParaRPr lang="fr-MG" sz="4800" dirty="0"/>
          </a:p>
        </p:txBody>
      </p:sp>
    </p:spTree>
    <p:extLst>
      <p:ext uri="{BB962C8B-B14F-4D97-AF65-F5344CB8AC3E}">
        <p14:creationId xmlns:p14="http://schemas.microsoft.com/office/powerpoint/2010/main" val="4176151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41E138D-2388-8C0F-BE62-18DC25D432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4. </a:t>
            </a:r>
            <a:r>
              <a:rPr lang="en-US" b="1" dirty="0" err="1"/>
              <a:t>Fanadihadiana</a:t>
            </a:r>
            <a:r>
              <a:rPr lang="en-US" b="1" dirty="0"/>
              <a:t> </a:t>
            </a:r>
            <a:r>
              <a:rPr lang="en-US" b="1" dirty="0" err="1"/>
              <a:t>lalina</a:t>
            </a:r>
            <a:r>
              <a:rPr lang="en-US" b="1" dirty="0"/>
              <a:t> </a:t>
            </a:r>
            <a:endParaRPr lang="fr-MG" b="1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E367FD8-6904-276F-01E8-494BB6C89A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0059" y="1825625"/>
            <a:ext cx="11669086" cy="481845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4000" b="1" dirty="0"/>
              <a:t>A. Iza no </a:t>
            </a:r>
            <a:r>
              <a:rPr lang="en-US" sz="4000" b="1" dirty="0" err="1"/>
              <a:t>zanaky</a:t>
            </a:r>
            <a:r>
              <a:rPr lang="en-US" sz="4000" b="1" dirty="0"/>
              <a:t> </a:t>
            </a:r>
            <a:r>
              <a:rPr lang="en-US" sz="4000" b="1" dirty="0" err="1"/>
              <a:t>ny</a:t>
            </a:r>
            <a:r>
              <a:rPr lang="en-US" sz="4000" b="1" dirty="0"/>
              <a:t> </a:t>
            </a:r>
            <a:r>
              <a:rPr lang="en-US" sz="4000" b="1" dirty="0" err="1"/>
              <a:t>fanekena</a:t>
            </a:r>
            <a:r>
              <a:rPr lang="en-US" sz="4000" b="1" dirty="0"/>
              <a:t>?</a:t>
            </a:r>
            <a:endParaRPr lang="fr-MG" sz="4000" dirty="0"/>
          </a:p>
          <a:p>
            <a:r>
              <a:rPr lang="en-US" sz="4000" dirty="0" err="1"/>
              <a:t>Nefa</a:t>
            </a:r>
            <a:r>
              <a:rPr lang="en-US" sz="4000" dirty="0"/>
              <a:t> </a:t>
            </a:r>
            <a:r>
              <a:rPr lang="en-US" sz="4000" dirty="0" err="1"/>
              <a:t>ny</a:t>
            </a:r>
            <a:r>
              <a:rPr lang="en-US" sz="4000" dirty="0"/>
              <a:t> </a:t>
            </a:r>
            <a:r>
              <a:rPr lang="en-US" sz="4000" dirty="0" err="1"/>
              <a:t>fanekeko</a:t>
            </a:r>
            <a:r>
              <a:rPr lang="en-US" sz="4000" dirty="0"/>
              <a:t> </a:t>
            </a:r>
            <a:r>
              <a:rPr lang="en-US" sz="4000" dirty="0" err="1"/>
              <a:t>haoriko</a:t>
            </a:r>
            <a:r>
              <a:rPr lang="en-US" sz="4000" dirty="0"/>
              <a:t> </a:t>
            </a:r>
            <a:r>
              <a:rPr lang="en-US" sz="4000" dirty="0" err="1"/>
              <a:t>amin'Isaka</a:t>
            </a:r>
            <a:r>
              <a:rPr lang="en-US" sz="4000" dirty="0"/>
              <a:t>. </a:t>
            </a:r>
            <a:r>
              <a:rPr lang="en-US" sz="4000" dirty="0" err="1"/>
              <a:t>izay</a:t>
            </a:r>
            <a:r>
              <a:rPr lang="en-US" sz="4000" dirty="0"/>
              <a:t> </a:t>
            </a:r>
            <a:r>
              <a:rPr lang="en-US" sz="4000" dirty="0" err="1"/>
              <a:t>haterak'i</a:t>
            </a:r>
            <a:r>
              <a:rPr lang="en-US" sz="4000" dirty="0"/>
              <a:t> Saraha </a:t>
            </a:r>
            <a:r>
              <a:rPr lang="en-US" sz="4000" dirty="0" err="1"/>
              <a:t>aminao</a:t>
            </a:r>
            <a:r>
              <a:rPr lang="en-US" sz="4000" dirty="0"/>
              <a:t> </a:t>
            </a:r>
            <a:r>
              <a:rPr lang="en-US" sz="4000" dirty="0" err="1"/>
              <a:t>raha</a:t>
            </a:r>
            <a:r>
              <a:rPr lang="en-US" sz="4000" dirty="0"/>
              <a:t> </a:t>
            </a:r>
            <a:r>
              <a:rPr lang="en-US" sz="4000" dirty="0" err="1"/>
              <a:t>avy</a:t>
            </a:r>
            <a:r>
              <a:rPr lang="en-US" sz="4000" dirty="0"/>
              <a:t> </a:t>
            </a:r>
            <a:r>
              <a:rPr lang="en-US" sz="4000" dirty="0" err="1"/>
              <a:t>ny</a:t>
            </a:r>
            <a:r>
              <a:rPr lang="en-US" sz="4000" dirty="0"/>
              <a:t> </a:t>
            </a:r>
            <a:r>
              <a:rPr lang="en-US" sz="4000" dirty="0" err="1"/>
              <a:t>taona</a:t>
            </a:r>
            <a:r>
              <a:rPr lang="en-US" sz="4000" dirty="0"/>
              <a:t> toy </a:t>
            </a:r>
            <a:r>
              <a:rPr lang="en-US" sz="4000" dirty="0" err="1"/>
              <a:t>izao</a:t>
            </a:r>
            <a:r>
              <a:rPr lang="en-US" sz="4000" dirty="0"/>
              <a:t>.</a:t>
            </a:r>
          </a:p>
          <a:p>
            <a:pPr marL="0" indent="0">
              <a:buNone/>
            </a:pPr>
            <a:r>
              <a:rPr lang="en-US" sz="4000" dirty="0" err="1"/>
              <a:t>Genesisy</a:t>
            </a:r>
            <a:r>
              <a:rPr lang="en-US" sz="4000" dirty="0"/>
              <a:t> 17 : 21</a:t>
            </a:r>
          </a:p>
          <a:p>
            <a:pPr marL="0" indent="0">
              <a:buNone/>
            </a:pPr>
            <a:r>
              <a:rPr lang="en-US" sz="4000" dirty="0"/>
              <a:t>➡️ </a:t>
            </a:r>
            <a:r>
              <a:rPr lang="en-US" sz="4000" dirty="0" err="1"/>
              <a:t>Mazava</a:t>
            </a:r>
            <a:r>
              <a:rPr lang="en-US" sz="4000" dirty="0"/>
              <a:t>:</a:t>
            </a:r>
            <a:endParaRPr lang="fr-MG" sz="4000" dirty="0"/>
          </a:p>
          <a:p>
            <a:r>
              <a:rPr lang="en-US" sz="4000" dirty="0"/>
              <a:t>Ismaela: </a:t>
            </a:r>
            <a:r>
              <a:rPr lang="en-US" sz="4000" dirty="0" err="1"/>
              <a:t>voatahy</a:t>
            </a:r>
            <a:endParaRPr lang="fr-MG" sz="4000" dirty="0"/>
          </a:p>
          <a:p>
            <a:r>
              <a:rPr lang="en-US" sz="4000" dirty="0"/>
              <a:t>Isaka: </a:t>
            </a:r>
            <a:r>
              <a:rPr lang="en-US" sz="4000" dirty="0" err="1"/>
              <a:t>mitondra</a:t>
            </a:r>
            <a:r>
              <a:rPr lang="en-US" sz="4000" dirty="0"/>
              <a:t> </a:t>
            </a:r>
            <a:r>
              <a:rPr lang="en-US" sz="4000" dirty="0" err="1"/>
              <a:t>fanekena</a:t>
            </a:r>
            <a:endParaRPr lang="fr-MG" sz="4000" dirty="0"/>
          </a:p>
          <a:p>
            <a:endParaRPr lang="fr-MG" sz="4000" dirty="0"/>
          </a:p>
        </p:txBody>
      </p:sp>
    </p:spTree>
    <p:extLst>
      <p:ext uri="{BB962C8B-B14F-4D97-AF65-F5344CB8AC3E}">
        <p14:creationId xmlns:p14="http://schemas.microsoft.com/office/powerpoint/2010/main" val="8095709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8D56BA3-102C-7471-D38F-743EDE175C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MG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73DCAB2-6C4A-C6B8-CABD-F8B4BCA55A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5400" dirty="0"/>
              <a:t>👉 </a:t>
            </a:r>
            <a:r>
              <a:rPr lang="en-US" sz="5400" dirty="0" err="1"/>
              <a:t>Valiny</a:t>
            </a:r>
            <a:r>
              <a:rPr lang="en-US" sz="5400" dirty="0"/>
              <a:t> </a:t>
            </a:r>
            <a:r>
              <a:rPr lang="en-US" sz="5400" dirty="0" err="1"/>
              <a:t>apologétique</a:t>
            </a:r>
            <a:r>
              <a:rPr lang="en-US" sz="5400" dirty="0"/>
              <a:t>:</a:t>
            </a:r>
            <a:endParaRPr lang="fr-MG" sz="5400" dirty="0"/>
          </a:p>
          <a:p>
            <a:r>
              <a:rPr lang="en-US" sz="5400" dirty="0" err="1"/>
              <a:t>Tsy</a:t>
            </a:r>
            <a:r>
              <a:rPr lang="en-US" sz="5400" dirty="0"/>
              <a:t> </a:t>
            </a:r>
            <a:r>
              <a:rPr lang="en-US" sz="5400" dirty="0" err="1"/>
              <a:t>resaka</a:t>
            </a:r>
            <a:r>
              <a:rPr lang="en-US" sz="5400" dirty="0"/>
              <a:t> “</a:t>
            </a:r>
            <a:r>
              <a:rPr lang="en-US" sz="5400" dirty="0" err="1"/>
              <a:t>lahimatoa</a:t>
            </a:r>
            <a:r>
              <a:rPr lang="en-US" sz="5400" dirty="0"/>
              <a:t>” no </a:t>
            </a:r>
            <a:r>
              <a:rPr lang="en-US" sz="5400" dirty="0" err="1"/>
              <a:t>zava-dehibe</a:t>
            </a:r>
            <a:endParaRPr lang="fr-MG" sz="5400" dirty="0"/>
          </a:p>
          <a:p>
            <a:r>
              <a:rPr lang="en-US" sz="5400" dirty="0"/>
              <a:t>Fa </a:t>
            </a:r>
            <a:r>
              <a:rPr lang="en-US" sz="5400" dirty="0" err="1"/>
              <a:t>safidin’Andriamanitra</a:t>
            </a:r>
            <a:r>
              <a:rPr lang="en-US" sz="5400" dirty="0"/>
              <a:t> </a:t>
            </a:r>
            <a:r>
              <a:rPr lang="en-US" sz="5400" dirty="0" err="1"/>
              <a:t>sy</a:t>
            </a:r>
            <a:r>
              <a:rPr lang="en-US" sz="5400" dirty="0"/>
              <a:t> </a:t>
            </a:r>
            <a:r>
              <a:rPr lang="en-US" sz="5400" dirty="0" err="1"/>
              <a:t>fampanantenana</a:t>
            </a:r>
            <a:endParaRPr lang="fr-MG" sz="5400" dirty="0"/>
          </a:p>
          <a:p>
            <a:endParaRPr lang="fr-MG" sz="5400" dirty="0"/>
          </a:p>
        </p:txBody>
      </p:sp>
    </p:spTree>
    <p:extLst>
      <p:ext uri="{BB962C8B-B14F-4D97-AF65-F5344CB8AC3E}">
        <p14:creationId xmlns:p14="http://schemas.microsoft.com/office/powerpoint/2010/main" val="19783176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4EF1F30-4541-472F-B72C-DE8ECD4228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 B. Iza no </a:t>
            </a:r>
            <a:r>
              <a:rPr lang="en-US" b="1" dirty="0" err="1"/>
              <a:t>tokony</a:t>
            </a:r>
            <a:r>
              <a:rPr lang="en-US" b="1" dirty="0"/>
              <a:t> ho </a:t>
            </a:r>
            <a:r>
              <a:rPr lang="en-US" b="1" dirty="0" err="1"/>
              <a:t>sorona</a:t>
            </a:r>
            <a:r>
              <a:rPr lang="en-US" b="1" dirty="0"/>
              <a:t>?</a:t>
            </a:r>
            <a:r>
              <a:rPr lang="fr-MG" dirty="0"/>
              <a:t/>
            </a:r>
            <a:br>
              <a:rPr lang="fr-MG" dirty="0"/>
            </a:br>
            <a:endParaRPr lang="fr-MG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EE860ED-39C0-B0F9-D15F-33B2ECAE2C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2947" y="1191237"/>
            <a:ext cx="11769754" cy="5469622"/>
          </a:xfrm>
        </p:spPr>
        <p:txBody>
          <a:bodyPr>
            <a:normAutofit/>
          </a:bodyPr>
          <a:lstStyle/>
          <a:p>
            <a:r>
              <a:rPr lang="en-US" sz="3200" b="1" dirty="0" err="1"/>
              <a:t>Silamo</a:t>
            </a:r>
            <a:r>
              <a:rPr lang="en-US" sz="3200" b="1" dirty="0"/>
              <a:t>:</a:t>
            </a:r>
            <a:endParaRPr lang="fr-MG" sz="3200" b="1" dirty="0"/>
          </a:p>
          <a:p>
            <a:r>
              <a:rPr lang="en-US" sz="3200" dirty="0"/>
              <a:t>Ismaela</a:t>
            </a:r>
            <a:endParaRPr lang="fr-MG" sz="3200" dirty="0"/>
          </a:p>
          <a:p>
            <a:r>
              <a:rPr lang="en-US" sz="3200" b="1" dirty="0" err="1"/>
              <a:t>Baiboly</a:t>
            </a:r>
            <a:r>
              <a:rPr lang="en-US" sz="3200" b="1" dirty="0"/>
              <a:t>:</a:t>
            </a:r>
            <a:endParaRPr lang="fr-MG" sz="3200" b="1" dirty="0"/>
          </a:p>
          <a:p>
            <a:r>
              <a:rPr lang="en-US" sz="3200" dirty="0"/>
              <a:t>Ary hoy </a:t>
            </a:r>
            <a:r>
              <a:rPr lang="en-US" sz="3200" dirty="0" err="1"/>
              <a:t>Izy</a:t>
            </a:r>
            <a:r>
              <a:rPr lang="en-US" sz="3200" dirty="0"/>
              <a:t>: </a:t>
            </a:r>
            <a:r>
              <a:rPr lang="en-US" sz="3200" dirty="0" err="1"/>
              <a:t>Ento</a:t>
            </a:r>
            <a:r>
              <a:rPr lang="en-US" sz="3200" dirty="0"/>
              <a:t> </a:t>
            </a:r>
            <a:r>
              <a:rPr lang="en-US" sz="3200" dirty="0" err="1"/>
              <a:t>ny</a:t>
            </a:r>
            <a:r>
              <a:rPr lang="en-US" sz="3200" dirty="0"/>
              <a:t> </a:t>
            </a:r>
            <a:r>
              <a:rPr lang="en-US" sz="3200" dirty="0" err="1"/>
              <a:t>zanakao</a:t>
            </a:r>
            <a:r>
              <a:rPr lang="en-US" sz="3200" dirty="0"/>
              <a:t>, </a:t>
            </a:r>
            <a:r>
              <a:rPr lang="en-US" sz="3200" dirty="0" err="1"/>
              <a:t>ny</a:t>
            </a:r>
            <a:r>
              <a:rPr lang="en-US" sz="3200" dirty="0"/>
              <a:t> </a:t>
            </a:r>
            <a:r>
              <a:rPr lang="en-US" sz="3200" dirty="0" err="1"/>
              <a:t>lahitokanao</a:t>
            </a:r>
            <a:r>
              <a:rPr lang="en-US" sz="3200" dirty="0"/>
              <a:t> </a:t>
            </a:r>
            <a:r>
              <a:rPr lang="en-US" sz="3200" dirty="0" err="1"/>
              <a:t>izay</a:t>
            </a:r>
            <a:r>
              <a:rPr lang="en-US" sz="3200" dirty="0"/>
              <a:t> </a:t>
            </a:r>
            <a:r>
              <a:rPr lang="en-US" sz="3200" dirty="0" err="1"/>
              <a:t>tianao</a:t>
            </a:r>
            <a:r>
              <a:rPr lang="en-US" sz="3200" dirty="0"/>
              <a:t>, </a:t>
            </a:r>
            <a:r>
              <a:rPr lang="en-US" sz="3200" dirty="0" err="1"/>
              <a:t>dia</a:t>
            </a:r>
            <a:r>
              <a:rPr lang="en-US" sz="3200" dirty="0"/>
              <a:t> Isaka ka </a:t>
            </a:r>
            <a:r>
              <a:rPr lang="en-US" sz="3200" dirty="0" err="1"/>
              <a:t>mankanesa</a:t>
            </a:r>
            <a:r>
              <a:rPr lang="en-US" sz="3200" dirty="0"/>
              <a:t> any </a:t>
            </a:r>
            <a:r>
              <a:rPr lang="en-US" sz="3200" dirty="0" err="1"/>
              <a:t>amin'ny</a:t>
            </a:r>
            <a:r>
              <a:rPr lang="en-US" sz="3200" dirty="0"/>
              <a:t> </a:t>
            </a:r>
            <a:r>
              <a:rPr lang="en-US" sz="3200" dirty="0" err="1"/>
              <a:t>tany</a:t>
            </a:r>
            <a:r>
              <a:rPr lang="en-US" sz="3200" dirty="0"/>
              <a:t> Moria; </a:t>
            </a:r>
            <a:r>
              <a:rPr lang="en-US" sz="3200" dirty="0" err="1"/>
              <a:t>ary</a:t>
            </a:r>
            <a:r>
              <a:rPr lang="en-US" sz="3200" dirty="0"/>
              <a:t> </a:t>
            </a:r>
            <a:r>
              <a:rPr lang="en-US" sz="3200" dirty="0" err="1"/>
              <a:t>atero</a:t>
            </a:r>
            <a:r>
              <a:rPr lang="en-US" sz="3200" dirty="0"/>
              <a:t> any </a:t>
            </a:r>
            <a:r>
              <a:rPr lang="en-US" sz="3200" dirty="0" err="1"/>
              <a:t>izy</a:t>
            </a:r>
            <a:r>
              <a:rPr lang="en-US" sz="3200" dirty="0"/>
              <a:t> ho </a:t>
            </a:r>
            <a:r>
              <a:rPr lang="en-US" sz="3200" dirty="0" err="1"/>
              <a:t>fanatitra</a:t>
            </a:r>
            <a:r>
              <a:rPr lang="en-US" sz="3200" dirty="0"/>
              <a:t> </a:t>
            </a:r>
            <a:r>
              <a:rPr lang="en-US" sz="3200" dirty="0" err="1"/>
              <a:t>dorana</a:t>
            </a:r>
            <a:r>
              <a:rPr lang="en-US" sz="3200" dirty="0"/>
              <a:t> </a:t>
            </a:r>
            <a:r>
              <a:rPr lang="en-US" sz="3200" dirty="0" err="1"/>
              <a:t>ao</a:t>
            </a:r>
            <a:r>
              <a:rPr lang="en-US" sz="3200" dirty="0"/>
              <a:t> </a:t>
            </a:r>
            <a:r>
              <a:rPr lang="en-US" sz="3200" dirty="0" err="1"/>
              <a:t>amin'ny</a:t>
            </a:r>
            <a:r>
              <a:rPr lang="en-US" sz="3200" dirty="0"/>
              <a:t> </a:t>
            </a:r>
            <a:r>
              <a:rPr lang="en-US" sz="3200" dirty="0" err="1"/>
              <a:t>tendrombohitra</a:t>
            </a:r>
            <a:r>
              <a:rPr lang="en-US" sz="3200" dirty="0"/>
              <a:t> </a:t>
            </a:r>
            <a:r>
              <a:rPr lang="en-US" sz="3200" dirty="0" err="1"/>
              <a:t>anankiray</a:t>
            </a:r>
            <a:r>
              <a:rPr lang="en-US" sz="3200" dirty="0"/>
              <a:t> </a:t>
            </a:r>
            <a:r>
              <a:rPr lang="en-US" sz="3200" dirty="0" err="1"/>
              <a:t>izay</a:t>
            </a:r>
            <a:r>
              <a:rPr lang="en-US" sz="3200" dirty="0"/>
              <a:t> </a:t>
            </a:r>
            <a:r>
              <a:rPr lang="en-US" sz="3200" dirty="0" err="1"/>
              <a:t>holazaiko</a:t>
            </a:r>
            <a:r>
              <a:rPr lang="en-US" sz="3200" dirty="0"/>
              <a:t> </a:t>
            </a:r>
            <a:r>
              <a:rPr lang="en-US" sz="3200" dirty="0" err="1"/>
              <a:t>aminao</a:t>
            </a:r>
            <a:r>
              <a:rPr lang="en-US" sz="3200" dirty="0"/>
              <a:t>.</a:t>
            </a:r>
          </a:p>
          <a:p>
            <a:pPr marL="0" indent="0">
              <a:buNone/>
            </a:pPr>
            <a:r>
              <a:rPr lang="en-US" sz="3200" dirty="0"/>
              <a:t> </a:t>
            </a:r>
            <a:r>
              <a:rPr lang="en-US" sz="3200" dirty="0" err="1"/>
              <a:t>Genesisy</a:t>
            </a:r>
            <a:r>
              <a:rPr lang="en-US" sz="3200" dirty="0"/>
              <a:t> 22 : 2</a:t>
            </a:r>
          </a:p>
          <a:p>
            <a:pPr marL="0" indent="0">
              <a:buNone/>
            </a:pPr>
            <a:r>
              <a:rPr lang="en-US" sz="3200" dirty="0"/>
              <a:t>➡️ Isaka no:</a:t>
            </a:r>
            <a:endParaRPr lang="fr-MG" sz="3200" dirty="0"/>
          </a:p>
          <a:p>
            <a:r>
              <a:rPr lang="en-US" sz="3200" dirty="0"/>
              <a:t>“</a:t>
            </a:r>
            <a:r>
              <a:rPr lang="en-US" sz="3200" dirty="0" err="1"/>
              <a:t>zanaka</a:t>
            </a:r>
            <a:r>
              <a:rPr lang="en-US" sz="3200" dirty="0"/>
              <a:t> </a:t>
            </a:r>
            <a:r>
              <a:rPr lang="en-US" sz="3200" dirty="0" err="1"/>
              <a:t>tokana</a:t>
            </a:r>
            <a:r>
              <a:rPr lang="en-US" sz="3200" dirty="0"/>
              <a:t>” </a:t>
            </a:r>
            <a:r>
              <a:rPr lang="en-US" sz="3200" dirty="0" err="1"/>
              <a:t>amin’ny</a:t>
            </a:r>
            <a:r>
              <a:rPr lang="en-US" sz="3200" dirty="0"/>
              <a:t> </a:t>
            </a:r>
            <a:r>
              <a:rPr lang="en-US" sz="3200" dirty="0" err="1"/>
              <a:t>fanekena</a:t>
            </a:r>
            <a:endParaRPr lang="fr-MG" sz="3200" dirty="0"/>
          </a:p>
          <a:p>
            <a:r>
              <a:rPr lang="en-US" sz="3200" dirty="0" err="1"/>
              <a:t>mifandray</a:t>
            </a:r>
            <a:r>
              <a:rPr lang="en-US" sz="3200" dirty="0"/>
              <a:t> </a:t>
            </a:r>
            <a:r>
              <a:rPr lang="en-US" sz="3200" dirty="0" err="1"/>
              <a:t>amin’ny</a:t>
            </a:r>
            <a:r>
              <a:rPr lang="en-US" sz="3200" dirty="0"/>
              <a:t> </a:t>
            </a:r>
            <a:r>
              <a:rPr lang="en-US" sz="3200" dirty="0" err="1"/>
              <a:t>fampanantenana</a:t>
            </a:r>
            <a:endParaRPr lang="fr-MG" sz="3200" dirty="0"/>
          </a:p>
          <a:p>
            <a:endParaRPr lang="fr-MG" sz="3200" dirty="0"/>
          </a:p>
        </p:txBody>
      </p:sp>
    </p:spTree>
    <p:extLst>
      <p:ext uri="{BB962C8B-B14F-4D97-AF65-F5344CB8AC3E}">
        <p14:creationId xmlns:p14="http://schemas.microsoft.com/office/powerpoint/2010/main" val="41697944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563B4AC2-7146-4C34-B70D-69D3950AE2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4859" y="575665"/>
            <a:ext cx="11426505" cy="5816746"/>
          </a:xfrm>
        </p:spPr>
        <p:txBody>
          <a:bodyPr>
            <a:normAutofit/>
          </a:bodyPr>
          <a:lstStyle/>
          <a:p>
            <a:r>
              <a:rPr lang="en-US" sz="4800" dirty="0"/>
              <a:t>👉 </a:t>
            </a:r>
            <a:r>
              <a:rPr lang="en-US" sz="4800" dirty="0" err="1"/>
              <a:t>Valiny</a:t>
            </a:r>
            <a:r>
              <a:rPr lang="en-US" sz="4800" dirty="0"/>
              <a:t> </a:t>
            </a:r>
            <a:r>
              <a:rPr lang="en-US" sz="4800" dirty="0" err="1"/>
              <a:t>apologétique</a:t>
            </a:r>
            <a:r>
              <a:rPr lang="en-US" sz="4800" dirty="0"/>
              <a:t>:</a:t>
            </a:r>
            <a:endParaRPr lang="fr-MG" sz="4800" dirty="0"/>
          </a:p>
          <a:p>
            <a:r>
              <a:rPr lang="en-US" sz="4800" dirty="0"/>
              <a:t>Raha Ismaela no </a:t>
            </a:r>
            <a:r>
              <a:rPr lang="en-US" sz="4800" dirty="0" err="1"/>
              <a:t>izy</a:t>
            </a:r>
            <a:r>
              <a:rPr lang="en-US" sz="4800" dirty="0"/>
              <a:t>:</a:t>
            </a:r>
            <a:endParaRPr lang="fr-MG" sz="4800" dirty="0"/>
          </a:p>
          <a:p>
            <a:r>
              <a:rPr lang="en-US" sz="4800" dirty="0" err="1"/>
              <a:t>Nahoana</a:t>
            </a:r>
            <a:r>
              <a:rPr lang="en-US" sz="4800" dirty="0"/>
              <a:t> no </a:t>
            </a:r>
            <a:r>
              <a:rPr lang="en-US" sz="4800" dirty="0" err="1"/>
              <a:t>milaza</a:t>
            </a:r>
            <a:r>
              <a:rPr lang="en-US" sz="4800" dirty="0"/>
              <a:t> </a:t>
            </a:r>
            <a:r>
              <a:rPr lang="en-US" sz="4800" dirty="0" err="1"/>
              <a:t>mazava</a:t>
            </a:r>
            <a:r>
              <a:rPr lang="en-US" sz="4800" dirty="0"/>
              <a:t> </a:t>
            </a:r>
            <a:r>
              <a:rPr lang="en-US" sz="4800" dirty="0" err="1"/>
              <a:t>ny</a:t>
            </a:r>
            <a:r>
              <a:rPr lang="en-US" sz="4800" dirty="0"/>
              <a:t> </a:t>
            </a:r>
            <a:r>
              <a:rPr lang="en-US" sz="4800" dirty="0" err="1"/>
              <a:t>Baiboly</a:t>
            </a:r>
            <a:r>
              <a:rPr lang="en-US" sz="4800" dirty="0"/>
              <a:t> hoe Isaka?</a:t>
            </a:r>
            <a:endParaRPr lang="fr-MG" sz="4800" dirty="0"/>
          </a:p>
          <a:p>
            <a:r>
              <a:rPr lang="en-US" sz="4800" dirty="0"/>
              <a:t>Ny </a:t>
            </a:r>
            <a:r>
              <a:rPr lang="en-US" sz="4800" dirty="0" err="1"/>
              <a:t>lahatsoratra</a:t>
            </a:r>
            <a:r>
              <a:rPr lang="en-US" sz="4800" dirty="0"/>
              <a:t> </a:t>
            </a:r>
            <a:r>
              <a:rPr lang="en-US" sz="4800" dirty="0" err="1"/>
              <a:t>dia</a:t>
            </a:r>
            <a:r>
              <a:rPr lang="en-US" sz="4800" dirty="0"/>
              <a:t> marina </a:t>
            </a:r>
            <a:r>
              <a:rPr lang="en-US" sz="4800" dirty="0" err="1"/>
              <a:t>sy</a:t>
            </a:r>
            <a:r>
              <a:rPr lang="en-US" sz="4800" dirty="0"/>
              <a:t> </a:t>
            </a:r>
            <a:r>
              <a:rPr lang="en-US" sz="4800" dirty="0" err="1"/>
              <a:t>mivantana</a:t>
            </a:r>
            <a:endParaRPr lang="fr-MG" sz="4800" dirty="0"/>
          </a:p>
          <a:p>
            <a:endParaRPr lang="fr-MG" sz="4800" dirty="0"/>
          </a:p>
        </p:txBody>
      </p:sp>
    </p:spTree>
    <p:extLst>
      <p:ext uri="{BB962C8B-B14F-4D97-AF65-F5344CB8AC3E}">
        <p14:creationId xmlns:p14="http://schemas.microsoft.com/office/powerpoint/2010/main" val="24834811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5010A89-C70D-D0E2-5197-3E2815F5CC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D. </a:t>
            </a:r>
            <a:r>
              <a:rPr lang="en-US" b="1" dirty="0" err="1"/>
              <a:t>Midika</a:t>
            </a:r>
            <a:r>
              <a:rPr lang="en-US" b="1" dirty="0"/>
              <a:t> </a:t>
            </a:r>
            <a:r>
              <a:rPr lang="en-US" b="1" dirty="0" err="1"/>
              <a:t>ve</a:t>
            </a:r>
            <a:r>
              <a:rPr lang="en-US" b="1" dirty="0"/>
              <a:t> </a:t>
            </a:r>
            <a:r>
              <a:rPr lang="en-US" b="1" dirty="0" err="1"/>
              <a:t>ny</a:t>
            </a:r>
            <a:r>
              <a:rPr lang="en-US" b="1" dirty="0"/>
              <a:t> </a:t>
            </a:r>
            <a:r>
              <a:rPr lang="en-US" b="1" dirty="0" err="1"/>
              <a:t>fitahiana</a:t>
            </a:r>
            <a:r>
              <a:rPr lang="en-US" b="1" dirty="0"/>
              <a:t> = </a:t>
            </a:r>
            <a:r>
              <a:rPr lang="en-US" b="1" dirty="0" err="1"/>
              <a:t>fanekena</a:t>
            </a:r>
            <a:r>
              <a:rPr lang="en-US" b="1" dirty="0"/>
              <a:t>?</a:t>
            </a:r>
            <a:r>
              <a:rPr lang="fr-MG" dirty="0"/>
              <a:t/>
            </a:r>
            <a:br>
              <a:rPr lang="fr-MG" dirty="0"/>
            </a:br>
            <a:endParaRPr lang="fr-MG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143E704C-B8D1-003B-AAA1-5001913138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3615" y="1275126"/>
            <a:ext cx="11060185" cy="537734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600" dirty="0" err="1"/>
              <a:t>Genesisy</a:t>
            </a:r>
            <a:r>
              <a:rPr lang="en-US" sz="3600" dirty="0"/>
              <a:t> 17:20:</a:t>
            </a:r>
            <a:endParaRPr lang="fr-MG" sz="3600" dirty="0"/>
          </a:p>
          <a:p>
            <a:r>
              <a:rPr lang="en-US" sz="3600" dirty="0"/>
              <a:t>Ismaela </a:t>
            </a:r>
            <a:r>
              <a:rPr lang="en-US" sz="3600" dirty="0" err="1"/>
              <a:t>mahazo</a:t>
            </a:r>
            <a:r>
              <a:rPr lang="en-US" sz="3600" dirty="0"/>
              <a:t> </a:t>
            </a:r>
            <a:r>
              <a:rPr lang="en-US" sz="3600" dirty="0" err="1"/>
              <a:t>fitahiana</a:t>
            </a:r>
            <a:r>
              <a:rPr lang="en-US" sz="3600" dirty="0"/>
              <a:t> </a:t>
            </a:r>
            <a:r>
              <a:rPr lang="en-US" sz="3600" dirty="0" err="1"/>
              <a:t>lehibe</a:t>
            </a:r>
            <a:endParaRPr lang="fr-MG" sz="3600" dirty="0"/>
          </a:p>
          <a:p>
            <a:r>
              <a:rPr lang="en-US" sz="3600" dirty="0"/>
              <a:t>❗ Fa:</a:t>
            </a:r>
            <a:endParaRPr lang="fr-MG" sz="3600" dirty="0"/>
          </a:p>
          <a:p>
            <a:r>
              <a:rPr lang="en-US" sz="3600" dirty="0" err="1"/>
              <a:t>Tsy</a:t>
            </a:r>
            <a:r>
              <a:rPr lang="en-US" sz="3600" dirty="0"/>
              <a:t> </a:t>
            </a:r>
            <a:r>
              <a:rPr lang="en-US" sz="3600" dirty="0" err="1"/>
              <a:t>lazaina</a:t>
            </a:r>
            <a:r>
              <a:rPr lang="en-US" sz="3600" dirty="0"/>
              <a:t> hoe </a:t>
            </a:r>
            <a:r>
              <a:rPr lang="en-US" sz="3600" dirty="0" err="1"/>
              <a:t>mitondra</a:t>
            </a:r>
            <a:r>
              <a:rPr lang="en-US" sz="3600" dirty="0"/>
              <a:t> </a:t>
            </a:r>
            <a:r>
              <a:rPr lang="en-US" sz="3600" dirty="0" err="1"/>
              <a:t>fanekena</a:t>
            </a:r>
            <a:endParaRPr lang="fr-MG" sz="3600" dirty="0"/>
          </a:p>
          <a:p>
            <a:r>
              <a:rPr lang="en-US" sz="3600" dirty="0"/>
              <a:t>👉 </a:t>
            </a:r>
            <a:r>
              <a:rPr lang="en-US" sz="3600" dirty="0" err="1"/>
              <a:t>Valiny</a:t>
            </a:r>
            <a:r>
              <a:rPr lang="en-US" sz="3600" dirty="0"/>
              <a:t> </a:t>
            </a:r>
            <a:r>
              <a:rPr lang="en-US" sz="3600" dirty="0" err="1"/>
              <a:t>apologétique</a:t>
            </a:r>
            <a:r>
              <a:rPr lang="en-US" sz="3600" dirty="0"/>
              <a:t>:</a:t>
            </a:r>
            <a:endParaRPr lang="fr-MG" sz="3600" dirty="0"/>
          </a:p>
          <a:p>
            <a:r>
              <a:rPr lang="en-US" sz="3600" dirty="0" err="1"/>
              <a:t>Misy</a:t>
            </a:r>
            <a:r>
              <a:rPr lang="en-US" sz="3600" dirty="0"/>
              <a:t> </a:t>
            </a:r>
            <a:r>
              <a:rPr lang="en-US" sz="3600" dirty="0" err="1"/>
              <a:t>fahasamihafana</a:t>
            </a:r>
            <a:r>
              <a:rPr lang="en-US" sz="3600" dirty="0"/>
              <a:t>:</a:t>
            </a:r>
            <a:endParaRPr lang="fr-MG" sz="3600" dirty="0"/>
          </a:p>
          <a:p>
            <a:r>
              <a:rPr lang="en-US" sz="3600" dirty="0"/>
              <a:t>Fitahiana </a:t>
            </a:r>
            <a:r>
              <a:rPr lang="en-US" sz="3600" dirty="0" err="1"/>
              <a:t>ara-nofo</a:t>
            </a:r>
            <a:endParaRPr lang="fr-MG" sz="3600" dirty="0"/>
          </a:p>
          <a:p>
            <a:r>
              <a:rPr lang="en-US" sz="3600" dirty="0" err="1"/>
              <a:t>Fanekena</a:t>
            </a:r>
            <a:r>
              <a:rPr lang="en-US" sz="3600" dirty="0"/>
              <a:t> </a:t>
            </a:r>
            <a:r>
              <a:rPr lang="en-US" sz="3600" dirty="0" err="1"/>
              <a:t>ara-panahy</a:t>
            </a:r>
            <a:endParaRPr lang="fr-MG" sz="3600" dirty="0"/>
          </a:p>
          <a:p>
            <a:endParaRPr lang="fr-MG" sz="3600" dirty="0"/>
          </a:p>
        </p:txBody>
      </p:sp>
    </p:spTree>
    <p:extLst>
      <p:ext uri="{BB962C8B-B14F-4D97-AF65-F5344CB8AC3E}">
        <p14:creationId xmlns:p14="http://schemas.microsoft.com/office/powerpoint/2010/main" val="836564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2F34EF2-2966-5195-F14A-78FF371A64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E. Argument “</a:t>
            </a:r>
            <a:r>
              <a:rPr lang="en-US" b="1" dirty="0" err="1"/>
              <a:t>Baiboly</a:t>
            </a:r>
            <a:r>
              <a:rPr lang="en-US" b="1" dirty="0"/>
              <a:t> </a:t>
            </a:r>
            <a:r>
              <a:rPr lang="en-US" b="1" dirty="0" err="1"/>
              <a:t>voaova</a:t>
            </a:r>
            <a:r>
              <a:rPr lang="en-US" b="1" dirty="0"/>
              <a:t>” (</a:t>
            </a:r>
            <a:r>
              <a:rPr lang="en-US" b="1" dirty="0" err="1"/>
              <a:t>tahrif</a:t>
            </a:r>
            <a:r>
              <a:rPr lang="en-US" b="1" dirty="0"/>
              <a:t>)</a:t>
            </a:r>
            <a:r>
              <a:rPr lang="fr-MG" dirty="0"/>
              <a:t/>
            </a:r>
            <a:br>
              <a:rPr lang="fr-MG" dirty="0"/>
            </a:br>
            <a:endParaRPr lang="fr-MG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ABC9DF9-EDCB-9231-2015-EDC743C858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670" y="1258349"/>
            <a:ext cx="11685864" cy="5385732"/>
          </a:xfrm>
        </p:spPr>
        <p:txBody>
          <a:bodyPr>
            <a:normAutofit/>
          </a:bodyPr>
          <a:lstStyle/>
          <a:p>
            <a:r>
              <a:rPr lang="en-US" sz="3200" dirty="0" err="1"/>
              <a:t>Silamo</a:t>
            </a:r>
            <a:r>
              <a:rPr lang="en-US" sz="3200" dirty="0"/>
              <a:t> </a:t>
            </a:r>
            <a:r>
              <a:rPr lang="en-US" sz="3200" dirty="0" err="1"/>
              <a:t>milaza</a:t>
            </a:r>
            <a:r>
              <a:rPr lang="en-US" sz="3200" dirty="0"/>
              <a:t>:</a:t>
            </a:r>
            <a:endParaRPr lang="fr-MG" sz="3200" dirty="0"/>
          </a:p>
          <a:p>
            <a:r>
              <a:rPr lang="en-US" sz="3200" dirty="0" err="1"/>
              <a:t>Nisy</a:t>
            </a:r>
            <a:r>
              <a:rPr lang="en-US" sz="3200" dirty="0"/>
              <a:t> </a:t>
            </a:r>
            <a:r>
              <a:rPr lang="en-US" sz="3200" dirty="0" err="1"/>
              <a:t>fanovàna</a:t>
            </a:r>
            <a:r>
              <a:rPr lang="en-US" sz="3200" dirty="0"/>
              <a:t> </a:t>
            </a:r>
            <a:r>
              <a:rPr lang="en-US" sz="3200" dirty="0" err="1"/>
              <a:t>ny</a:t>
            </a:r>
            <a:r>
              <a:rPr lang="en-US" sz="3200" dirty="0"/>
              <a:t> </a:t>
            </a:r>
            <a:r>
              <a:rPr lang="en-US" sz="3200" dirty="0" err="1"/>
              <a:t>Baiboly</a:t>
            </a:r>
            <a:endParaRPr lang="fr-MG" sz="3200" dirty="0"/>
          </a:p>
          <a:p>
            <a:r>
              <a:rPr lang="en-US" sz="3200" dirty="0" err="1"/>
              <a:t>Fanontaniana</a:t>
            </a:r>
            <a:r>
              <a:rPr lang="en-US" sz="3200" dirty="0"/>
              <a:t> </a:t>
            </a:r>
            <a:r>
              <a:rPr lang="en-US" sz="3200" dirty="0" err="1"/>
              <a:t>apologétique</a:t>
            </a:r>
            <a:r>
              <a:rPr lang="en-US" sz="3200" dirty="0"/>
              <a:t>:</a:t>
            </a:r>
            <a:endParaRPr lang="fr-MG" sz="3200" dirty="0"/>
          </a:p>
          <a:p>
            <a:r>
              <a:rPr lang="en-US" sz="3200" dirty="0"/>
              <a:t>1. Aiza </a:t>
            </a:r>
            <a:r>
              <a:rPr lang="en-US" sz="3200" dirty="0" err="1"/>
              <a:t>ny</a:t>
            </a:r>
            <a:r>
              <a:rPr lang="en-US" sz="3200" dirty="0"/>
              <a:t> </a:t>
            </a:r>
            <a:r>
              <a:rPr lang="en-US" sz="3200" dirty="0" err="1"/>
              <a:t>porofo</a:t>
            </a:r>
            <a:r>
              <a:rPr lang="en-US" sz="3200" dirty="0"/>
              <a:t> </a:t>
            </a:r>
            <a:r>
              <a:rPr lang="en-US" sz="3200" dirty="0" err="1"/>
              <a:t>ara</a:t>
            </a:r>
            <a:r>
              <a:rPr lang="en-US" sz="3200" dirty="0"/>
              <a:t>-tantara?</a:t>
            </a:r>
            <a:endParaRPr lang="fr-MG" sz="3200" dirty="0"/>
          </a:p>
          <a:p>
            <a:r>
              <a:rPr lang="en-US" sz="3200" dirty="0"/>
              <a:t>2. </a:t>
            </a:r>
            <a:r>
              <a:rPr lang="en-US" sz="3200" dirty="0" err="1"/>
              <a:t>Rahoviana</a:t>
            </a:r>
            <a:r>
              <a:rPr lang="en-US" sz="3200" dirty="0"/>
              <a:t> no </a:t>
            </a:r>
            <a:r>
              <a:rPr lang="en-US" sz="3200" dirty="0" err="1"/>
              <a:t>niova</a:t>
            </a:r>
            <a:r>
              <a:rPr lang="en-US" sz="3200" dirty="0"/>
              <a:t>?</a:t>
            </a:r>
            <a:endParaRPr lang="fr-MG" sz="3200" dirty="0"/>
          </a:p>
          <a:p>
            <a:r>
              <a:rPr lang="en-US" sz="3200" dirty="0"/>
              <a:t>3. </a:t>
            </a:r>
            <a:r>
              <a:rPr lang="en-US" sz="3200" dirty="0" err="1"/>
              <a:t>Nahoana</a:t>
            </a:r>
            <a:r>
              <a:rPr lang="en-US" sz="3200" dirty="0"/>
              <a:t> </a:t>
            </a:r>
            <a:r>
              <a:rPr lang="en-US" sz="3200" dirty="0" err="1"/>
              <a:t>ny</a:t>
            </a:r>
            <a:r>
              <a:rPr lang="en-US" sz="3200" dirty="0"/>
              <a:t> Qur'an </a:t>
            </a:r>
            <a:r>
              <a:rPr lang="en-US" sz="3200" dirty="0" err="1"/>
              <a:t>mihitsy</a:t>
            </a:r>
            <a:r>
              <a:rPr lang="en-US" sz="3200" dirty="0"/>
              <a:t> no:</a:t>
            </a:r>
            <a:endParaRPr lang="fr-MG" sz="3200" dirty="0"/>
          </a:p>
          <a:p>
            <a:r>
              <a:rPr lang="en-US" sz="3200" dirty="0" err="1"/>
              <a:t>manamafy</a:t>
            </a:r>
            <a:r>
              <a:rPr lang="en-US" sz="3200" dirty="0"/>
              <a:t> </a:t>
            </a:r>
            <a:r>
              <a:rPr lang="en-US" sz="3200" dirty="0" err="1"/>
              <a:t>ny</a:t>
            </a:r>
            <a:r>
              <a:rPr lang="en-US" sz="3200" dirty="0"/>
              <a:t> Torah </a:t>
            </a:r>
            <a:r>
              <a:rPr lang="en-US" sz="3200" dirty="0" err="1"/>
              <a:t>sy</a:t>
            </a:r>
            <a:r>
              <a:rPr lang="en-US" sz="3200" dirty="0"/>
              <a:t> </a:t>
            </a:r>
            <a:r>
              <a:rPr lang="en-US" sz="3200" dirty="0" err="1"/>
              <a:t>Injil</a:t>
            </a:r>
            <a:r>
              <a:rPr lang="en-US" sz="3200" dirty="0"/>
              <a:t> (</a:t>
            </a:r>
            <a:r>
              <a:rPr lang="en-US" sz="3200" dirty="0" err="1"/>
              <a:t>Sourate</a:t>
            </a:r>
            <a:r>
              <a:rPr lang="en-US" sz="3200" dirty="0"/>
              <a:t> 5:46–47)?</a:t>
            </a:r>
            <a:endParaRPr lang="fr-MG" sz="3200" dirty="0"/>
          </a:p>
          <a:p>
            <a:r>
              <a:rPr lang="en-US" sz="3200" dirty="0"/>
              <a:t>👉 </a:t>
            </a:r>
            <a:r>
              <a:rPr lang="en-US" sz="3200" dirty="0" err="1"/>
              <a:t>Valiny</a:t>
            </a:r>
            <a:r>
              <a:rPr lang="en-US" sz="3200" dirty="0"/>
              <a:t>:</a:t>
            </a:r>
            <a:endParaRPr lang="fr-MG" sz="3200" dirty="0"/>
          </a:p>
          <a:p>
            <a:r>
              <a:rPr lang="en-US" sz="3200" dirty="0" err="1"/>
              <a:t>Tsy</a:t>
            </a:r>
            <a:r>
              <a:rPr lang="en-US" sz="3200" dirty="0"/>
              <a:t> </a:t>
            </a:r>
            <a:r>
              <a:rPr lang="en-US" sz="3200" dirty="0" err="1"/>
              <a:t>misy</a:t>
            </a:r>
            <a:r>
              <a:rPr lang="en-US" sz="3200" dirty="0"/>
              <a:t> </a:t>
            </a:r>
            <a:r>
              <a:rPr lang="en-US" sz="3200" dirty="0" err="1"/>
              <a:t>porofo</a:t>
            </a:r>
            <a:r>
              <a:rPr lang="en-US" sz="3200" dirty="0"/>
              <a:t> </a:t>
            </a:r>
            <a:r>
              <a:rPr lang="en-US" sz="3200" dirty="0" err="1"/>
              <a:t>ara</a:t>
            </a:r>
            <a:r>
              <a:rPr lang="en-US" sz="3200" dirty="0"/>
              <a:t>-tantara </a:t>
            </a:r>
            <a:r>
              <a:rPr lang="en-US" sz="3200" dirty="0" err="1"/>
              <a:t>matanjaka</a:t>
            </a:r>
            <a:endParaRPr lang="fr-MG" sz="3200" dirty="0"/>
          </a:p>
          <a:p>
            <a:pPr marL="0" indent="0">
              <a:buNone/>
            </a:pPr>
            <a:endParaRPr lang="fr-MG" sz="3200" dirty="0"/>
          </a:p>
          <a:p>
            <a:endParaRPr lang="fr-MG" sz="3200" dirty="0"/>
          </a:p>
        </p:txBody>
      </p:sp>
    </p:spTree>
    <p:extLst>
      <p:ext uri="{BB962C8B-B14F-4D97-AF65-F5344CB8AC3E}">
        <p14:creationId xmlns:p14="http://schemas.microsoft.com/office/powerpoint/2010/main" val="2919503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772DD8A-B03D-1329-6CE1-9706BF361A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8534" y="365125"/>
            <a:ext cx="10515600" cy="1325563"/>
          </a:xfrm>
        </p:spPr>
        <p:txBody>
          <a:bodyPr/>
          <a:lstStyle/>
          <a:p>
            <a:r>
              <a:rPr lang="en-US" b="1" dirty="0"/>
              <a:t>F. Ligne </a:t>
            </a:r>
            <a:r>
              <a:rPr lang="en-US" b="1" dirty="0" err="1"/>
              <a:t>messianique</a:t>
            </a:r>
            <a:r>
              <a:rPr lang="en-US" b="1" dirty="0"/>
              <a:t>(</a:t>
            </a:r>
            <a:r>
              <a:rPr lang="en-US" b="1" dirty="0" err="1"/>
              <a:t>Taranaka</a:t>
            </a:r>
            <a:r>
              <a:rPr lang="en-US" b="1" dirty="0"/>
              <a:t> Mesia)</a:t>
            </a:r>
            <a:r>
              <a:rPr lang="fr-MG" dirty="0"/>
              <a:t/>
            </a:r>
            <a:br>
              <a:rPr lang="fr-MG" dirty="0"/>
            </a:br>
            <a:endParaRPr lang="fr-MG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58D33B3-5591-9AAB-EDAD-4992288166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0059" y="1275127"/>
            <a:ext cx="11652308" cy="5419288"/>
          </a:xfrm>
        </p:spPr>
        <p:txBody>
          <a:bodyPr>
            <a:normAutofit lnSpcReduction="10000"/>
          </a:bodyPr>
          <a:lstStyle/>
          <a:p>
            <a:r>
              <a:rPr lang="en-US" sz="4400" dirty="0" err="1"/>
              <a:t>Kristianina</a:t>
            </a:r>
            <a:r>
              <a:rPr lang="en-US" sz="4400" dirty="0"/>
              <a:t>:</a:t>
            </a:r>
            <a:endParaRPr lang="fr-MG" sz="4400" dirty="0"/>
          </a:p>
          <a:p>
            <a:r>
              <a:rPr lang="en-US" sz="4400" dirty="0" err="1"/>
              <a:t>Abrahama</a:t>
            </a:r>
            <a:r>
              <a:rPr lang="en-US" sz="4400" dirty="0"/>
              <a:t> → </a:t>
            </a:r>
            <a:r>
              <a:rPr lang="en-US" sz="4400" dirty="0" err="1"/>
              <a:t>Isaaka</a:t>
            </a:r>
            <a:r>
              <a:rPr lang="en-US" sz="4400" dirty="0"/>
              <a:t> → Jakoba → Mesia (</a:t>
            </a:r>
            <a:r>
              <a:rPr lang="en-US" sz="4400" dirty="0" err="1"/>
              <a:t>Jesosy</a:t>
            </a:r>
            <a:r>
              <a:rPr lang="en-US" sz="4400" dirty="0"/>
              <a:t>)</a:t>
            </a:r>
            <a:endParaRPr lang="fr-MG" sz="4400" dirty="0"/>
          </a:p>
          <a:p>
            <a:r>
              <a:rPr lang="en-US" sz="4400" dirty="0" err="1"/>
              <a:t>Silamo</a:t>
            </a:r>
            <a:r>
              <a:rPr lang="en-US" sz="4400" dirty="0"/>
              <a:t>:</a:t>
            </a:r>
            <a:endParaRPr lang="fr-MG" sz="4400" dirty="0"/>
          </a:p>
          <a:p>
            <a:r>
              <a:rPr lang="en-US" sz="4400" dirty="0" err="1"/>
              <a:t>Abrahama</a:t>
            </a:r>
            <a:r>
              <a:rPr lang="en-US" sz="4400" dirty="0"/>
              <a:t> → Ismaela → Muhammad</a:t>
            </a:r>
            <a:endParaRPr lang="fr-MG" sz="4400" dirty="0"/>
          </a:p>
          <a:p>
            <a:r>
              <a:rPr lang="en-US" sz="4400" dirty="0"/>
              <a:t>👉 </a:t>
            </a:r>
            <a:r>
              <a:rPr lang="en-US" sz="4400" dirty="0" err="1"/>
              <a:t>Fanontaniana</a:t>
            </a:r>
            <a:r>
              <a:rPr lang="en-US" sz="4400" dirty="0"/>
              <a:t> </a:t>
            </a:r>
            <a:r>
              <a:rPr lang="en-US" sz="4400" dirty="0" err="1"/>
              <a:t>lehibe</a:t>
            </a:r>
            <a:r>
              <a:rPr lang="en-US" sz="4400" dirty="0"/>
              <a:t>:</a:t>
            </a:r>
            <a:endParaRPr lang="fr-MG" sz="4400" dirty="0"/>
          </a:p>
          <a:p>
            <a:r>
              <a:rPr lang="en-US" sz="4400" dirty="0"/>
              <a:t>Aiza </a:t>
            </a:r>
            <a:r>
              <a:rPr lang="en-US" sz="4400" dirty="0" err="1"/>
              <a:t>ao</a:t>
            </a:r>
            <a:r>
              <a:rPr lang="en-US" sz="4400" dirty="0"/>
              <a:t> </a:t>
            </a:r>
            <a:r>
              <a:rPr lang="en-US" sz="4400" dirty="0" err="1"/>
              <a:t>amin’ny</a:t>
            </a:r>
            <a:r>
              <a:rPr lang="en-US" sz="4400" dirty="0"/>
              <a:t> </a:t>
            </a:r>
            <a:r>
              <a:rPr lang="en-US" sz="4400" dirty="0" err="1"/>
              <a:t>Baiboly</a:t>
            </a:r>
            <a:r>
              <a:rPr lang="en-US" sz="4400" dirty="0"/>
              <a:t> no </a:t>
            </a:r>
            <a:r>
              <a:rPr lang="en-US" sz="4400" dirty="0" err="1"/>
              <a:t>milaza</a:t>
            </a:r>
            <a:r>
              <a:rPr lang="en-US" sz="4400" dirty="0"/>
              <a:t> fa:</a:t>
            </a:r>
            <a:endParaRPr lang="fr-MG" sz="4400" dirty="0"/>
          </a:p>
          <a:p>
            <a:r>
              <a:rPr lang="en-US" sz="4400" dirty="0"/>
              <a:t>Avy </a:t>
            </a:r>
            <a:r>
              <a:rPr lang="en-US" sz="4400" dirty="0" err="1"/>
              <a:t>amin’I</a:t>
            </a:r>
            <a:r>
              <a:rPr lang="en-US" sz="4400" dirty="0"/>
              <a:t> Ismaela no </a:t>
            </a:r>
            <a:r>
              <a:rPr lang="en-US" sz="4400" dirty="0" err="1"/>
              <a:t>hiavian’i</a:t>
            </a:r>
            <a:r>
              <a:rPr lang="en-US" sz="4400" dirty="0"/>
              <a:t> Mesia? ➡️ </a:t>
            </a:r>
            <a:r>
              <a:rPr lang="en-US" sz="4400" dirty="0" err="1"/>
              <a:t>Tsy</a:t>
            </a:r>
            <a:r>
              <a:rPr lang="en-US" sz="4400" dirty="0"/>
              <a:t> </a:t>
            </a:r>
            <a:r>
              <a:rPr lang="en-US" sz="4400" dirty="0" err="1"/>
              <a:t>misy</a:t>
            </a:r>
            <a:endParaRPr lang="fr-MG" sz="4400" dirty="0"/>
          </a:p>
          <a:p>
            <a:endParaRPr lang="fr-MG" sz="4400" dirty="0"/>
          </a:p>
        </p:txBody>
      </p:sp>
    </p:spTree>
    <p:extLst>
      <p:ext uri="{BB962C8B-B14F-4D97-AF65-F5344CB8AC3E}">
        <p14:creationId xmlns:p14="http://schemas.microsoft.com/office/powerpoint/2010/main" val="28497478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D8CB8B2-AECA-53A6-8313-4B99841803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🔥 5. </a:t>
            </a:r>
            <a:r>
              <a:rPr lang="en-US" b="1" dirty="0" err="1"/>
              <a:t>Analyse</a:t>
            </a:r>
            <a:r>
              <a:rPr lang="en-US" b="1" dirty="0"/>
              <a:t> </a:t>
            </a:r>
            <a:r>
              <a:rPr lang="en-US" b="1" dirty="0" err="1"/>
              <a:t>teolojika</a:t>
            </a:r>
            <a:r>
              <a:rPr lang="en-US" b="1" dirty="0"/>
              <a:t> </a:t>
            </a:r>
            <a:r>
              <a:rPr lang="en-US" b="1" dirty="0" err="1"/>
              <a:t>lalina</a:t>
            </a:r>
            <a:r>
              <a:rPr lang="en-US" b="1" dirty="0"/>
              <a:t> (</a:t>
            </a:r>
            <a:r>
              <a:rPr lang="en-US" b="1" dirty="0" err="1"/>
              <a:t>Galatiana</a:t>
            </a:r>
            <a:r>
              <a:rPr lang="en-US" b="1" dirty="0"/>
              <a:t> 4)</a:t>
            </a:r>
            <a:r>
              <a:rPr lang="fr-MG" b="1" dirty="0"/>
              <a:t/>
            </a:r>
            <a:br>
              <a:rPr lang="fr-MG" b="1" dirty="0"/>
            </a:br>
            <a:endParaRPr lang="fr-MG" b="1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AE4840E-0261-91A8-EC79-7AE118C945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41571"/>
            <a:ext cx="10515600" cy="4935392"/>
          </a:xfrm>
        </p:spPr>
        <p:txBody>
          <a:bodyPr>
            <a:normAutofit/>
          </a:bodyPr>
          <a:lstStyle/>
          <a:p>
            <a:r>
              <a:rPr lang="en-US" sz="4400" dirty="0" err="1"/>
              <a:t>Apostoly</a:t>
            </a:r>
            <a:r>
              <a:rPr lang="en-US" sz="4400" dirty="0"/>
              <a:t> </a:t>
            </a:r>
            <a:r>
              <a:rPr lang="en-US" sz="4400" dirty="0" err="1"/>
              <a:t>Paoly</a:t>
            </a:r>
            <a:r>
              <a:rPr lang="en-US" sz="4400" dirty="0"/>
              <a:t> </a:t>
            </a:r>
            <a:r>
              <a:rPr lang="en-US" sz="4400" dirty="0" err="1"/>
              <a:t>mampianatra</a:t>
            </a:r>
            <a:r>
              <a:rPr lang="en-US" sz="4400" dirty="0"/>
              <a:t>:</a:t>
            </a:r>
            <a:endParaRPr lang="fr-MG" sz="4400" dirty="0"/>
          </a:p>
          <a:p>
            <a:r>
              <a:rPr lang="en-US" sz="4400" dirty="0"/>
              <a:t>Ismaela = </a:t>
            </a:r>
            <a:r>
              <a:rPr lang="en-US" sz="4400" dirty="0" err="1"/>
              <a:t>araka</a:t>
            </a:r>
            <a:r>
              <a:rPr lang="en-US" sz="4400" dirty="0"/>
              <a:t> </a:t>
            </a:r>
            <a:r>
              <a:rPr lang="en-US" sz="4400" dirty="0" err="1"/>
              <a:t>ny</a:t>
            </a:r>
            <a:r>
              <a:rPr lang="en-US" sz="4400" dirty="0"/>
              <a:t> </a:t>
            </a:r>
            <a:r>
              <a:rPr lang="en-US" sz="4400" dirty="0" err="1"/>
              <a:t>nofo</a:t>
            </a:r>
            <a:r>
              <a:rPr lang="en-US" sz="4400" dirty="0"/>
              <a:t> (Hagara)</a:t>
            </a:r>
            <a:endParaRPr lang="fr-MG" sz="4400" dirty="0"/>
          </a:p>
          <a:p>
            <a:r>
              <a:rPr lang="en-US" sz="4400" dirty="0" err="1"/>
              <a:t>Isaaka</a:t>
            </a:r>
            <a:r>
              <a:rPr lang="en-US" sz="4400" dirty="0"/>
              <a:t> = </a:t>
            </a:r>
            <a:r>
              <a:rPr lang="en-US" sz="4400" dirty="0" err="1"/>
              <a:t>araka</a:t>
            </a:r>
            <a:r>
              <a:rPr lang="en-US" sz="4400" dirty="0"/>
              <a:t> </a:t>
            </a:r>
            <a:r>
              <a:rPr lang="en-US" sz="4400" dirty="0" err="1"/>
              <a:t>ny</a:t>
            </a:r>
            <a:r>
              <a:rPr lang="en-US" sz="4400" dirty="0"/>
              <a:t> </a:t>
            </a:r>
            <a:r>
              <a:rPr lang="en-US" sz="4400" dirty="0" err="1"/>
              <a:t>fampanantenana</a:t>
            </a:r>
            <a:r>
              <a:rPr lang="en-US" sz="4400" dirty="0"/>
              <a:t> (Saraha)</a:t>
            </a:r>
            <a:endParaRPr lang="fr-MG" sz="4400" dirty="0"/>
          </a:p>
          <a:p>
            <a:r>
              <a:rPr lang="en-US" sz="4400" dirty="0"/>
              <a:t>👉 </a:t>
            </a:r>
            <a:r>
              <a:rPr lang="en-US" sz="4400" dirty="0" err="1"/>
              <a:t>Midika</a:t>
            </a:r>
            <a:r>
              <a:rPr lang="en-US" sz="4400" dirty="0"/>
              <a:t>:</a:t>
            </a:r>
            <a:endParaRPr lang="fr-MG" sz="4400" dirty="0"/>
          </a:p>
          <a:p>
            <a:r>
              <a:rPr lang="en-US" sz="4400" dirty="0"/>
              <a:t>Ismaela = </a:t>
            </a:r>
            <a:r>
              <a:rPr lang="en-US" sz="4400" dirty="0" err="1"/>
              <a:t>lalàna</a:t>
            </a:r>
            <a:r>
              <a:rPr lang="en-US" sz="4400" dirty="0"/>
              <a:t> / </a:t>
            </a:r>
            <a:r>
              <a:rPr lang="en-US" sz="4400" dirty="0" err="1"/>
              <a:t>ezaka</a:t>
            </a:r>
            <a:r>
              <a:rPr lang="en-US" sz="4400" dirty="0"/>
              <a:t> </a:t>
            </a:r>
            <a:r>
              <a:rPr lang="en-US" sz="4400" dirty="0" err="1"/>
              <a:t>olombelona</a:t>
            </a:r>
            <a:endParaRPr lang="fr-MG" sz="4400" dirty="0"/>
          </a:p>
          <a:p>
            <a:r>
              <a:rPr lang="en-US" sz="4400" dirty="0"/>
              <a:t>Isaka = </a:t>
            </a:r>
            <a:r>
              <a:rPr lang="en-US" sz="4400" dirty="0" err="1"/>
              <a:t>fahasoavana</a:t>
            </a:r>
            <a:r>
              <a:rPr lang="en-US" sz="4400" dirty="0"/>
              <a:t> / </a:t>
            </a:r>
            <a:r>
              <a:rPr lang="en-US" sz="4400" dirty="0" err="1"/>
              <a:t>drafitr’Andriamanitra</a:t>
            </a:r>
            <a:endParaRPr lang="fr-MG" sz="4400" dirty="0"/>
          </a:p>
          <a:p>
            <a:endParaRPr lang="fr-MG" sz="4400" dirty="0"/>
          </a:p>
        </p:txBody>
      </p:sp>
    </p:spTree>
    <p:extLst>
      <p:ext uri="{BB962C8B-B14F-4D97-AF65-F5344CB8AC3E}">
        <p14:creationId xmlns:p14="http://schemas.microsoft.com/office/powerpoint/2010/main" val="3197003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2E672B3-924F-427A-2F56-C2B32A35DA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MG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F051554-0FC4-FAB6-0625-DE8AD2C2B6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4800" dirty="0"/>
              <a:t>➡️ Argument </a:t>
            </a:r>
            <a:r>
              <a:rPr lang="en-US" sz="4800" dirty="0" err="1"/>
              <a:t>mahery</a:t>
            </a:r>
            <a:r>
              <a:rPr lang="en-US" sz="4800" dirty="0"/>
              <a:t>:</a:t>
            </a:r>
            <a:endParaRPr lang="fr-MG" sz="4800" dirty="0"/>
          </a:p>
          <a:p>
            <a:r>
              <a:rPr lang="en-US" sz="4800" dirty="0"/>
              <a:t>&gt; Ny </a:t>
            </a:r>
            <a:r>
              <a:rPr lang="en-US" sz="4800" dirty="0" err="1"/>
              <a:t>famonjena</a:t>
            </a:r>
            <a:r>
              <a:rPr lang="en-US" sz="4800" dirty="0"/>
              <a:t> </a:t>
            </a:r>
            <a:r>
              <a:rPr lang="en-US" sz="4800" dirty="0" err="1"/>
              <a:t>tsy</a:t>
            </a:r>
            <a:r>
              <a:rPr lang="en-US" sz="4800" dirty="0"/>
              <a:t> </a:t>
            </a:r>
            <a:r>
              <a:rPr lang="en-US" sz="4800" dirty="0" err="1"/>
              <a:t>avy</a:t>
            </a:r>
            <a:r>
              <a:rPr lang="en-US" sz="4800" dirty="0"/>
              <a:t> </a:t>
            </a:r>
            <a:r>
              <a:rPr lang="en-US" sz="4800" dirty="0" err="1"/>
              <a:t>amin’ny</a:t>
            </a:r>
            <a:r>
              <a:rPr lang="en-US" sz="4800" dirty="0"/>
              <a:t> “</a:t>
            </a:r>
            <a:r>
              <a:rPr lang="en-US" sz="4800" dirty="0" err="1"/>
              <a:t>nofo</a:t>
            </a:r>
            <a:r>
              <a:rPr lang="en-US" sz="4800" dirty="0"/>
              <a:t>” fa </a:t>
            </a:r>
            <a:r>
              <a:rPr lang="en-US" sz="4800" dirty="0" err="1"/>
              <a:t>avy</a:t>
            </a:r>
            <a:r>
              <a:rPr lang="en-US" sz="4800" dirty="0"/>
              <a:t> </a:t>
            </a:r>
            <a:r>
              <a:rPr lang="en-US" sz="4800" dirty="0" err="1"/>
              <a:t>amin’ny</a:t>
            </a:r>
            <a:r>
              <a:rPr lang="en-US" sz="4800" dirty="0"/>
              <a:t> </a:t>
            </a:r>
            <a:r>
              <a:rPr lang="en-US" sz="4800" dirty="0" err="1"/>
              <a:t>fampanantenana</a:t>
            </a:r>
            <a:endParaRPr lang="fr-MG" sz="4800" dirty="0"/>
          </a:p>
          <a:p>
            <a:endParaRPr lang="fr-MG" sz="4800" dirty="0"/>
          </a:p>
        </p:txBody>
      </p:sp>
    </p:spTree>
    <p:extLst>
      <p:ext uri="{BB962C8B-B14F-4D97-AF65-F5344CB8AC3E}">
        <p14:creationId xmlns:p14="http://schemas.microsoft.com/office/powerpoint/2010/main" val="23686488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FE8A406-2E14-3CF3-34D9-42ED71A3F8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6. </a:t>
            </a:r>
            <a:r>
              <a:rPr lang="en-US" b="1" dirty="0" err="1"/>
              <a:t>Fampitahana</a:t>
            </a:r>
            <a:r>
              <a:rPr lang="en-US" b="1" dirty="0"/>
              <a:t> </a:t>
            </a:r>
            <a:r>
              <a:rPr lang="en-US" b="1" dirty="0" err="1"/>
              <a:t>fohy</a:t>
            </a:r>
            <a:r>
              <a:rPr lang="fr-MG" dirty="0"/>
              <a:t/>
            </a:r>
            <a:br>
              <a:rPr lang="fr-MG" dirty="0"/>
            </a:br>
            <a:endParaRPr lang="fr-MG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7514C209-31C9-D6DB-0513-5724AD4B47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4891" y="1825625"/>
            <a:ext cx="11833463" cy="4351338"/>
          </a:xfrm>
        </p:spPr>
        <p:txBody>
          <a:bodyPr>
            <a:normAutofit/>
          </a:bodyPr>
          <a:lstStyle/>
          <a:p>
            <a:r>
              <a:rPr lang="en-US" sz="3200" b="1" dirty="0" err="1"/>
              <a:t>Hevitra</a:t>
            </a:r>
            <a:r>
              <a:rPr lang="en-US" sz="3200" b="1" dirty="0"/>
              <a:t>	                        </a:t>
            </a:r>
            <a:r>
              <a:rPr lang="en-US" sz="3200" b="1" dirty="0" err="1"/>
              <a:t>Silamo</a:t>
            </a:r>
            <a:r>
              <a:rPr lang="en-US" sz="3200" b="1" dirty="0"/>
              <a:t>                                     </a:t>
            </a:r>
            <a:r>
              <a:rPr lang="en-US" sz="3200" b="1" dirty="0" err="1"/>
              <a:t>Kristianina</a:t>
            </a:r>
            <a:r>
              <a:rPr lang="en-US" sz="3200" b="1" dirty="0"/>
              <a:t>		                                                                                    </a:t>
            </a:r>
            <a:endParaRPr lang="fr-MG" sz="3200" dirty="0"/>
          </a:p>
          <a:p>
            <a:r>
              <a:rPr lang="en-US" sz="3200" dirty="0"/>
              <a:t>Zanaka </a:t>
            </a:r>
            <a:r>
              <a:rPr lang="en-US" sz="3200" dirty="0" err="1"/>
              <a:t>voafidy</a:t>
            </a:r>
            <a:r>
              <a:rPr lang="en-US" sz="3200" dirty="0"/>
              <a:t>	               Ismaela			                 </a:t>
            </a:r>
            <a:r>
              <a:rPr lang="en-US" sz="3200" dirty="0" err="1"/>
              <a:t>Isaaka</a:t>
            </a:r>
            <a:endParaRPr lang="fr-MG" sz="3200" dirty="0"/>
          </a:p>
          <a:p>
            <a:r>
              <a:rPr lang="en-US" sz="3200" dirty="0" err="1"/>
              <a:t>Sorona</a:t>
            </a:r>
            <a:r>
              <a:rPr lang="en-US" sz="3200" dirty="0"/>
              <a:t>			     Ismaela			                 </a:t>
            </a:r>
            <a:r>
              <a:rPr lang="en-US" sz="3200" dirty="0" err="1"/>
              <a:t>Isaaka</a:t>
            </a:r>
            <a:endParaRPr lang="fr-MG" sz="3200" dirty="0"/>
          </a:p>
          <a:p>
            <a:r>
              <a:rPr lang="en-US" sz="3200" dirty="0" err="1"/>
              <a:t>Tsipika</a:t>
            </a:r>
            <a:r>
              <a:rPr lang="en-US" sz="3200" dirty="0"/>
              <a:t> </a:t>
            </a:r>
            <a:r>
              <a:rPr lang="en-US" sz="3200" dirty="0" err="1"/>
              <a:t>mpaminany</a:t>
            </a:r>
            <a:r>
              <a:rPr lang="en-US" sz="3200" dirty="0"/>
              <a:t>       Muhammad		                 </a:t>
            </a:r>
            <a:r>
              <a:rPr lang="en-US" sz="3200" dirty="0" err="1"/>
              <a:t>Jesosy</a:t>
            </a:r>
            <a:endParaRPr lang="fr-MG" sz="3200" dirty="0"/>
          </a:p>
          <a:p>
            <a:r>
              <a:rPr lang="en-US" sz="3200" dirty="0" err="1"/>
              <a:t>Fototra</a:t>
            </a:r>
            <a:r>
              <a:rPr lang="en-US" sz="3200" dirty="0"/>
              <a:t>			  Qur'an &amp; Hadith		        </a:t>
            </a:r>
            <a:r>
              <a:rPr lang="en-US" sz="3200" dirty="0" err="1"/>
              <a:t>Baiboly</a:t>
            </a:r>
            <a:endParaRPr lang="fr-MG" sz="3200" dirty="0"/>
          </a:p>
          <a:p>
            <a:r>
              <a:rPr lang="en-US" sz="3200" dirty="0" err="1"/>
              <a:t>Fanekena</a:t>
            </a:r>
            <a:r>
              <a:rPr lang="en-US" sz="3200" dirty="0"/>
              <a:t>			</a:t>
            </a:r>
            <a:r>
              <a:rPr lang="en-US" sz="3200" dirty="0" err="1"/>
              <a:t>Amin’i</a:t>
            </a:r>
            <a:r>
              <a:rPr lang="en-US" sz="3200" dirty="0"/>
              <a:t> Ismaela		              </a:t>
            </a:r>
            <a:r>
              <a:rPr lang="en-US" sz="3200" dirty="0" err="1"/>
              <a:t>Amin’i</a:t>
            </a:r>
            <a:r>
              <a:rPr lang="en-US" sz="3200" dirty="0"/>
              <a:t> Isaka</a:t>
            </a:r>
            <a:endParaRPr lang="fr-MG" sz="3200" dirty="0"/>
          </a:p>
          <a:p>
            <a:endParaRPr lang="fr-MG" sz="3200" dirty="0"/>
          </a:p>
        </p:txBody>
      </p:sp>
    </p:spTree>
    <p:extLst>
      <p:ext uri="{BB962C8B-B14F-4D97-AF65-F5344CB8AC3E}">
        <p14:creationId xmlns:p14="http://schemas.microsoft.com/office/powerpoint/2010/main" val="20148820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45A5E83-AB9F-67E3-9F3C-1D65957960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7. </a:t>
            </a:r>
            <a:r>
              <a:rPr lang="en-US" b="1" dirty="0" err="1"/>
              <a:t>Stratégie</a:t>
            </a:r>
            <a:r>
              <a:rPr lang="en-US" b="1" dirty="0"/>
              <a:t> </a:t>
            </a:r>
            <a:r>
              <a:rPr lang="en-US" b="1" dirty="0" err="1"/>
              <a:t>apologétique</a:t>
            </a:r>
            <a:r>
              <a:rPr lang="en-US" b="1" dirty="0"/>
              <a:t> (pratique)</a:t>
            </a:r>
            <a:r>
              <a:rPr lang="fr-MG" b="1" dirty="0"/>
              <a:t/>
            </a:r>
            <a:br>
              <a:rPr lang="fr-MG" b="1" dirty="0"/>
            </a:br>
            <a:endParaRPr lang="fr-MG" b="1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87D513F-FD6F-B9E9-3A90-62C9A52E06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1001" y="1275127"/>
            <a:ext cx="11811699" cy="5419288"/>
          </a:xfrm>
        </p:spPr>
        <p:txBody>
          <a:bodyPr>
            <a:normAutofit lnSpcReduction="10000"/>
          </a:bodyPr>
          <a:lstStyle/>
          <a:p>
            <a:r>
              <a:rPr lang="en-US" sz="3600" dirty="0" err="1"/>
              <a:t>Rehefa</a:t>
            </a:r>
            <a:r>
              <a:rPr lang="en-US" sz="3600" dirty="0"/>
              <a:t> </a:t>
            </a:r>
            <a:r>
              <a:rPr lang="en-US" sz="3600" dirty="0" err="1"/>
              <a:t>miresaka</a:t>
            </a:r>
            <a:r>
              <a:rPr lang="en-US" sz="3600" dirty="0"/>
              <a:t> </a:t>
            </a:r>
            <a:r>
              <a:rPr lang="en-US" sz="3600" dirty="0" err="1"/>
              <a:t>amin’ny</a:t>
            </a:r>
            <a:r>
              <a:rPr lang="en-US" sz="3600" dirty="0"/>
              <a:t> </a:t>
            </a:r>
            <a:r>
              <a:rPr lang="en-US" sz="3600" dirty="0" err="1"/>
              <a:t>Silamo</a:t>
            </a:r>
            <a:r>
              <a:rPr lang="en-US" sz="3600" dirty="0"/>
              <a:t>:</a:t>
            </a:r>
            <a:endParaRPr lang="fr-MG" sz="3600" dirty="0"/>
          </a:p>
          <a:p>
            <a:r>
              <a:rPr lang="en-US" sz="3600" dirty="0"/>
              <a:t>✔️ 1. </a:t>
            </a:r>
            <a:r>
              <a:rPr lang="en-US" sz="3600" dirty="0" err="1"/>
              <a:t>Mifantoha</a:t>
            </a:r>
            <a:r>
              <a:rPr lang="en-US" sz="3600" dirty="0"/>
              <a:t> </a:t>
            </a:r>
            <a:r>
              <a:rPr lang="en-US" sz="3600" dirty="0" err="1"/>
              <a:t>amin’ny</a:t>
            </a:r>
            <a:r>
              <a:rPr lang="en-US" sz="3600" dirty="0"/>
              <a:t> </a:t>
            </a:r>
            <a:r>
              <a:rPr lang="en-US" sz="3600" dirty="0" err="1"/>
              <a:t>Baiboly</a:t>
            </a:r>
            <a:r>
              <a:rPr lang="en-US" sz="3600" dirty="0"/>
              <a:t> aloha</a:t>
            </a:r>
            <a:endParaRPr lang="fr-MG" sz="3600" dirty="0"/>
          </a:p>
          <a:p>
            <a:r>
              <a:rPr lang="en-US" sz="3600" dirty="0" err="1"/>
              <a:t>Anontanio</a:t>
            </a:r>
            <a:r>
              <a:rPr lang="en-US" sz="3600" dirty="0"/>
              <a:t>:</a:t>
            </a:r>
            <a:endParaRPr lang="fr-MG" sz="3600" dirty="0"/>
          </a:p>
          <a:p>
            <a:pPr lvl="0"/>
            <a:r>
              <a:rPr lang="en-US" sz="3600" dirty="0"/>
              <a:t>“Inona no </a:t>
            </a:r>
            <a:r>
              <a:rPr lang="en-US" sz="3600" dirty="0" err="1"/>
              <a:t>lazain’ny</a:t>
            </a:r>
            <a:r>
              <a:rPr lang="en-US" sz="3600" dirty="0"/>
              <a:t> </a:t>
            </a:r>
            <a:r>
              <a:rPr lang="en-US" sz="3600" dirty="0" err="1"/>
              <a:t>Genesisy</a:t>
            </a:r>
            <a:r>
              <a:rPr lang="en-US" sz="3600" dirty="0"/>
              <a:t>?”</a:t>
            </a:r>
            <a:endParaRPr lang="fr-MG" sz="3600" dirty="0"/>
          </a:p>
          <a:p>
            <a:r>
              <a:rPr lang="en-US" sz="3600" dirty="0"/>
              <a:t>✔️ 2. </a:t>
            </a:r>
            <a:r>
              <a:rPr lang="en-US" sz="3600" dirty="0" err="1"/>
              <a:t>Ataovy</a:t>
            </a:r>
            <a:r>
              <a:rPr lang="en-US" sz="3600" dirty="0"/>
              <a:t> </a:t>
            </a:r>
            <a:r>
              <a:rPr lang="en-US" sz="3600" dirty="0" err="1"/>
              <a:t>misaraka</a:t>
            </a:r>
            <a:r>
              <a:rPr lang="en-US" sz="3600" dirty="0"/>
              <a:t> </a:t>
            </a:r>
            <a:r>
              <a:rPr lang="en-US" sz="3600" dirty="0" err="1"/>
              <a:t>tsara</a:t>
            </a:r>
            <a:r>
              <a:rPr lang="en-US" sz="3600" dirty="0"/>
              <a:t>:</a:t>
            </a:r>
            <a:endParaRPr lang="fr-MG" sz="3600" dirty="0"/>
          </a:p>
          <a:p>
            <a:r>
              <a:rPr lang="en-US" sz="3600" dirty="0"/>
              <a:t>Fitahiana ≠ </a:t>
            </a:r>
            <a:r>
              <a:rPr lang="en-US" sz="3600" dirty="0" err="1"/>
              <a:t>fanekena</a:t>
            </a:r>
            <a:endParaRPr lang="fr-MG" sz="3600" dirty="0"/>
          </a:p>
          <a:p>
            <a:r>
              <a:rPr lang="en-US" sz="3600" dirty="0"/>
              <a:t>✔️ 3. </a:t>
            </a:r>
            <a:r>
              <a:rPr lang="en-US" sz="3600" dirty="0" err="1"/>
              <a:t>Mametraha</a:t>
            </a:r>
            <a:r>
              <a:rPr lang="en-US" sz="3600" dirty="0"/>
              <a:t> </a:t>
            </a:r>
            <a:r>
              <a:rPr lang="en-US" sz="3600" dirty="0" err="1"/>
              <a:t>fanontaniana</a:t>
            </a:r>
            <a:r>
              <a:rPr lang="en-US" sz="3600" dirty="0"/>
              <a:t> </a:t>
            </a:r>
            <a:r>
              <a:rPr lang="en-US" sz="3600" dirty="0" err="1"/>
              <a:t>lalina</a:t>
            </a:r>
            <a:r>
              <a:rPr lang="en-US" sz="3600" dirty="0"/>
              <a:t>:</a:t>
            </a:r>
            <a:endParaRPr lang="fr-MG" sz="3600" dirty="0"/>
          </a:p>
          <a:p>
            <a:r>
              <a:rPr lang="en-US" sz="3600" dirty="0"/>
              <a:t>“Aiza </a:t>
            </a:r>
            <a:r>
              <a:rPr lang="en-US" sz="3600" dirty="0" err="1"/>
              <a:t>ao</a:t>
            </a:r>
            <a:r>
              <a:rPr lang="en-US" sz="3600" dirty="0"/>
              <a:t> </a:t>
            </a:r>
            <a:r>
              <a:rPr lang="en-US" sz="3600" dirty="0" err="1"/>
              <a:t>amin’ny</a:t>
            </a:r>
            <a:r>
              <a:rPr lang="en-US" sz="3600" dirty="0"/>
              <a:t> </a:t>
            </a:r>
            <a:r>
              <a:rPr lang="en-US" sz="3600" dirty="0" err="1"/>
              <a:t>Baiboly</a:t>
            </a:r>
            <a:r>
              <a:rPr lang="en-US" sz="3600" dirty="0"/>
              <a:t> no </a:t>
            </a:r>
            <a:r>
              <a:rPr lang="en-US" sz="3600" dirty="0" err="1"/>
              <a:t>milaza</a:t>
            </a:r>
            <a:r>
              <a:rPr lang="en-US" sz="3600" dirty="0"/>
              <a:t> fa Ismaela no </a:t>
            </a:r>
            <a:r>
              <a:rPr lang="en-US" sz="3600" dirty="0" err="1"/>
              <a:t>mitondra</a:t>
            </a:r>
            <a:r>
              <a:rPr lang="en-US" sz="3600" dirty="0"/>
              <a:t> </a:t>
            </a:r>
            <a:r>
              <a:rPr lang="en-US" sz="3600" dirty="0" err="1"/>
              <a:t>fanekena</a:t>
            </a:r>
            <a:r>
              <a:rPr lang="en-US" sz="3600" dirty="0"/>
              <a:t>?”</a:t>
            </a:r>
            <a:endParaRPr lang="fr-MG" sz="3600" dirty="0"/>
          </a:p>
          <a:p>
            <a:endParaRPr lang="fr-MG" sz="3600" dirty="0"/>
          </a:p>
        </p:txBody>
      </p:sp>
    </p:spTree>
    <p:extLst>
      <p:ext uri="{BB962C8B-B14F-4D97-AF65-F5344CB8AC3E}">
        <p14:creationId xmlns:p14="http://schemas.microsoft.com/office/powerpoint/2010/main" val="13582275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033C4FB-04F3-47CA-EE75-19ED2FCDE0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0028" y="693111"/>
            <a:ext cx="11443282" cy="5699300"/>
          </a:xfrm>
        </p:spPr>
        <p:txBody>
          <a:bodyPr>
            <a:normAutofit/>
          </a:bodyPr>
          <a:lstStyle/>
          <a:p>
            <a:r>
              <a:rPr lang="en-US" sz="5400" dirty="0"/>
              <a:t>✔️ 4. Aza </a:t>
            </a:r>
            <a:r>
              <a:rPr lang="en-US" sz="5400" dirty="0" err="1"/>
              <a:t>miady</a:t>
            </a:r>
            <a:r>
              <a:rPr lang="en-US" sz="5400" dirty="0"/>
              <a:t> </a:t>
            </a:r>
            <a:r>
              <a:rPr lang="en-US" sz="5400" dirty="0" err="1"/>
              <a:t>hevitra</a:t>
            </a:r>
            <a:r>
              <a:rPr lang="en-US" sz="5400" dirty="0"/>
              <a:t> amin-</a:t>
            </a:r>
            <a:r>
              <a:rPr lang="en-US" sz="5400" dirty="0" err="1"/>
              <a:t>katezerana</a:t>
            </a:r>
            <a:endParaRPr lang="fr-MG" sz="5400" dirty="0"/>
          </a:p>
          <a:p>
            <a:r>
              <a:rPr lang="en-US" sz="5400" dirty="0" err="1"/>
              <a:t>Mampiasà</a:t>
            </a:r>
            <a:r>
              <a:rPr lang="en-US" sz="5400" dirty="0"/>
              <a:t>:</a:t>
            </a:r>
            <a:endParaRPr lang="fr-MG" sz="5400" dirty="0"/>
          </a:p>
          <a:p>
            <a:r>
              <a:rPr lang="en-US" sz="5400" dirty="0" err="1"/>
              <a:t>Fahendrena</a:t>
            </a:r>
            <a:endParaRPr lang="fr-MG" sz="5400" dirty="0"/>
          </a:p>
          <a:p>
            <a:r>
              <a:rPr lang="en-US" sz="5400" dirty="0" err="1"/>
              <a:t>Fitiavana</a:t>
            </a:r>
            <a:endParaRPr lang="fr-MG" sz="5400" dirty="0"/>
          </a:p>
          <a:p>
            <a:r>
              <a:rPr lang="en-US" sz="5400" dirty="0" err="1"/>
              <a:t>Lojika</a:t>
            </a:r>
            <a:endParaRPr lang="fr-MG" sz="5400" dirty="0"/>
          </a:p>
          <a:p>
            <a:endParaRPr lang="fr-MG" sz="5400" dirty="0"/>
          </a:p>
        </p:txBody>
      </p:sp>
    </p:spTree>
    <p:extLst>
      <p:ext uri="{BB962C8B-B14F-4D97-AF65-F5344CB8AC3E}">
        <p14:creationId xmlns:p14="http://schemas.microsoft.com/office/powerpoint/2010/main" val="32958108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8C90C76-A1E7-8531-3B18-C3E4922F76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8. </a:t>
            </a:r>
            <a:r>
              <a:rPr lang="en-US" b="1" dirty="0" err="1"/>
              <a:t>Famaranana</a:t>
            </a:r>
            <a:endParaRPr lang="fr-MG" b="1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5F196942-FE27-844E-EBE9-6BA3259D1D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2003" y="1825625"/>
            <a:ext cx="11476139" cy="4751344"/>
          </a:xfrm>
        </p:spPr>
        <p:txBody>
          <a:bodyPr>
            <a:normAutofit lnSpcReduction="10000"/>
          </a:bodyPr>
          <a:lstStyle/>
          <a:p>
            <a:r>
              <a:rPr lang="en-US" sz="4000" dirty="0"/>
              <a:t>👉 </a:t>
            </a:r>
            <a:r>
              <a:rPr lang="en-US" sz="4000" dirty="0" err="1"/>
              <a:t>Genesisy</a:t>
            </a:r>
            <a:r>
              <a:rPr lang="en-US" sz="4000" dirty="0"/>
              <a:t> 17:20 </a:t>
            </a:r>
            <a:r>
              <a:rPr lang="en-US" sz="4000" dirty="0" err="1"/>
              <a:t>dia</a:t>
            </a:r>
            <a:r>
              <a:rPr lang="en-US" sz="4000" dirty="0"/>
              <a:t> </a:t>
            </a:r>
            <a:r>
              <a:rPr lang="en-US" sz="4000" dirty="0" err="1"/>
              <a:t>mampiseho</a:t>
            </a:r>
            <a:r>
              <a:rPr lang="en-US" sz="4000" dirty="0"/>
              <a:t>:</a:t>
            </a:r>
            <a:endParaRPr lang="fr-MG" sz="4000" dirty="0"/>
          </a:p>
          <a:p>
            <a:r>
              <a:rPr lang="en-US" sz="4000" dirty="0"/>
              <a:t>Ismaela </a:t>
            </a:r>
            <a:r>
              <a:rPr lang="en-US" sz="4000" dirty="0" err="1"/>
              <a:t>tsy</a:t>
            </a:r>
            <a:r>
              <a:rPr lang="en-US" sz="4000" dirty="0"/>
              <a:t> </a:t>
            </a:r>
            <a:r>
              <a:rPr lang="en-US" sz="4000" dirty="0" err="1"/>
              <a:t>nolavina</a:t>
            </a:r>
            <a:endParaRPr lang="fr-MG" sz="4000" dirty="0"/>
          </a:p>
          <a:p>
            <a:r>
              <a:rPr lang="en-US" sz="4000" dirty="0"/>
              <a:t>Fa </a:t>
            </a:r>
            <a:r>
              <a:rPr lang="en-US" sz="4000" dirty="0" err="1"/>
              <a:t>tsy</a:t>
            </a:r>
            <a:r>
              <a:rPr lang="en-US" sz="4000" dirty="0"/>
              <a:t> </a:t>
            </a:r>
            <a:r>
              <a:rPr lang="en-US" sz="4000" dirty="0" err="1"/>
              <a:t>izy</a:t>
            </a:r>
            <a:r>
              <a:rPr lang="en-US" sz="4000" dirty="0"/>
              <a:t> no </a:t>
            </a:r>
            <a:r>
              <a:rPr lang="en-US" sz="4000" dirty="0" err="1"/>
              <a:t>mitondra</a:t>
            </a:r>
            <a:r>
              <a:rPr lang="en-US" sz="4000" dirty="0"/>
              <a:t> </a:t>
            </a:r>
            <a:r>
              <a:rPr lang="en-US" sz="4000" dirty="0" err="1"/>
              <a:t>ny</a:t>
            </a:r>
            <a:r>
              <a:rPr lang="en-US" sz="4000" dirty="0"/>
              <a:t> </a:t>
            </a:r>
            <a:r>
              <a:rPr lang="en-US" sz="4000" dirty="0" err="1"/>
              <a:t>fanekena</a:t>
            </a:r>
            <a:endParaRPr lang="fr-MG" sz="4000" dirty="0"/>
          </a:p>
          <a:p>
            <a:r>
              <a:rPr lang="en-US" sz="4000" dirty="0"/>
              <a:t>👉 </a:t>
            </a:r>
            <a:r>
              <a:rPr lang="en-US" sz="4000" dirty="0" err="1"/>
              <a:t>Hafatra</a:t>
            </a:r>
            <a:r>
              <a:rPr lang="en-US" sz="4000" dirty="0"/>
              <a:t> </a:t>
            </a:r>
            <a:r>
              <a:rPr lang="en-US" sz="4000" dirty="0" err="1"/>
              <a:t>apologétique</a:t>
            </a:r>
            <a:r>
              <a:rPr lang="en-US" sz="4000" dirty="0"/>
              <a:t> </a:t>
            </a:r>
            <a:r>
              <a:rPr lang="en-US" sz="4000" dirty="0" err="1"/>
              <a:t>lehibe</a:t>
            </a:r>
            <a:r>
              <a:rPr lang="en-US" sz="4000" dirty="0"/>
              <a:t>:</a:t>
            </a:r>
            <a:endParaRPr lang="fr-MG" sz="4000" dirty="0"/>
          </a:p>
          <a:p>
            <a:pPr lvl="0"/>
            <a:r>
              <a:rPr lang="en-US" sz="4000" dirty="0" err="1"/>
              <a:t>Andriamanitra</a:t>
            </a:r>
            <a:r>
              <a:rPr lang="en-US" sz="4000" dirty="0"/>
              <a:t> </a:t>
            </a:r>
            <a:r>
              <a:rPr lang="en-US" sz="4000" dirty="0" err="1"/>
              <a:t>dia</a:t>
            </a:r>
            <a:r>
              <a:rPr lang="en-US" sz="4000" dirty="0"/>
              <a:t> </a:t>
            </a:r>
            <a:r>
              <a:rPr lang="en-US" sz="4000" dirty="0" err="1"/>
              <a:t>manome</a:t>
            </a:r>
            <a:r>
              <a:rPr lang="en-US" sz="4000" dirty="0"/>
              <a:t> </a:t>
            </a:r>
            <a:r>
              <a:rPr lang="en-US" sz="4000" dirty="0" err="1"/>
              <a:t>fitahiana</a:t>
            </a:r>
            <a:r>
              <a:rPr lang="en-US" sz="4000" dirty="0"/>
              <a:t> ho </a:t>
            </a:r>
            <a:r>
              <a:rPr lang="en-US" sz="4000" dirty="0" err="1"/>
              <a:t>an’ny</a:t>
            </a:r>
            <a:r>
              <a:rPr lang="en-US" sz="4000" dirty="0"/>
              <a:t> </a:t>
            </a:r>
            <a:r>
              <a:rPr lang="en-US" sz="4000" dirty="0" err="1"/>
              <a:t>rehetra</a:t>
            </a:r>
            <a:r>
              <a:rPr lang="en-US" sz="4000" dirty="0"/>
              <a:t>, fa </a:t>
            </a:r>
            <a:r>
              <a:rPr lang="en-US" sz="4000" dirty="0" err="1"/>
              <a:t>ny</a:t>
            </a:r>
            <a:r>
              <a:rPr lang="en-US" sz="4000" dirty="0"/>
              <a:t> </a:t>
            </a:r>
            <a:r>
              <a:rPr lang="en-US" sz="4000" dirty="0" err="1"/>
              <a:t>drafitry</a:t>
            </a:r>
            <a:r>
              <a:rPr lang="en-US" sz="4000" dirty="0"/>
              <a:t> </a:t>
            </a:r>
            <a:r>
              <a:rPr lang="en-US" sz="4000" dirty="0" err="1"/>
              <a:t>ny</a:t>
            </a:r>
            <a:r>
              <a:rPr lang="en-US" sz="4000" dirty="0"/>
              <a:t> </a:t>
            </a:r>
            <a:r>
              <a:rPr lang="en-US" sz="4000" dirty="0" err="1"/>
              <a:t>famonjena</a:t>
            </a:r>
            <a:r>
              <a:rPr lang="en-US" sz="4000" dirty="0"/>
              <a:t> </a:t>
            </a:r>
            <a:r>
              <a:rPr lang="en-US" sz="4000" dirty="0" err="1"/>
              <a:t>dia</a:t>
            </a:r>
            <a:r>
              <a:rPr lang="en-US" sz="4000" dirty="0"/>
              <a:t> </a:t>
            </a:r>
            <a:r>
              <a:rPr lang="en-US" sz="4000" dirty="0" err="1"/>
              <a:t>tanterahiny</a:t>
            </a:r>
            <a:r>
              <a:rPr lang="en-US" sz="4000" dirty="0"/>
              <a:t> </a:t>
            </a:r>
            <a:r>
              <a:rPr lang="en-US" sz="4000" dirty="0" err="1"/>
              <a:t>amin’ny</a:t>
            </a:r>
            <a:r>
              <a:rPr lang="en-US" sz="4000" dirty="0"/>
              <a:t> </a:t>
            </a:r>
            <a:r>
              <a:rPr lang="en-US" sz="4000" dirty="0" err="1"/>
              <a:t>alalan’ny</a:t>
            </a:r>
            <a:r>
              <a:rPr lang="en-US" sz="4000" dirty="0"/>
              <a:t> </a:t>
            </a:r>
            <a:r>
              <a:rPr lang="en-US" sz="4000" dirty="0" err="1"/>
              <a:t>fampanantenana</a:t>
            </a:r>
            <a:r>
              <a:rPr lang="en-US" sz="4000" dirty="0"/>
              <a:t>—</a:t>
            </a:r>
            <a:r>
              <a:rPr lang="en-US" sz="4000" dirty="0" err="1"/>
              <a:t>tsy</a:t>
            </a:r>
            <a:r>
              <a:rPr lang="en-US" sz="4000" dirty="0"/>
              <a:t> </a:t>
            </a:r>
            <a:r>
              <a:rPr lang="en-US" sz="4000" dirty="0" err="1"/>
              <a:t>amin’ny</a:t>
            </a:r>
            <a:r>
              <a:rPr lang="en-US" sz="4000" dirty="0"/>
              <a:t> </a:t>
            </a:r>
            <a:r>
              <a:rPr lang="en-US" sz="4000" dirty="0" err="1"/>
              <a:t>filaharan’ny</a:t>
            </a:r>
            <a:r>
              <a:rPr lang="en-US" sz="4000" dirty="0"/>
              <a:t> </a:t>
            </a:r>
            <a:r>
              <a:rPr lang="en-US" sz="4000" dirty="0" err="1"/>
              <a:t>nofo</a:t>
            </a:r>
            <a:r>
              <a:rPr lang="en-US" sz="4000" dirty="0"/>
              <a:t>.</a:t>
            </a:r>
            <a:endParaRPr lang="fr-MG" sz="4000" dirty="0"/>
          </a:p>
          <a:p>
            <a:endParaRPr lang="fr-MG" sz="4000" dirty="0"/>
          </a:p>
        </p:txBody>
      </p:sp>
    </p:spTree>
    <p:extLst>
      <p:ext uri="{BB962C8B-B14F-4D97-AF65-F5344CB8AC3E}">
        <p14:creationId xmlns:p14="http://schemas.microsoft.com/office/powerpoint/2010/main" val="26778254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99</TotalTime>
  <Words>662</Words>
  <Application>Microsoft Office PowerPoint</Application>
  <PresentationFormat>Grand écran</PresentationFormat>
  <Paragraphs>124</Paragraphs>
  <Slides>20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20</vt:i4>
      </vt:variant>
    </vt:vector>
  </HeadingPairs>
  <TitlesOfParts>
    <vt:vector size="24" baseType="lpstr">
      <vt:lpstr>Arial</vt:lpstr>
      <vt:lpstr>Calibri</vt:lpstr>
      <vt:lpstr>Calibri Light</vt:lpstr>
      <vt:lpstr>Thème Office</vt:lpstr>
      <vt:lpstr>Présentation PowerPoint</vt:lpstr>
      <vt:lpstr>1. Fototra iadian-kevitra </vt:lpstr>
      <vt:lpstr>2. Fijerin’ny Silamo momba an’i Ismaela </vt:lpstr>
      <vt:lpstr>Présentation PowerPoint</vt:lpstr>
      <vt:lpstr>Argument Silamo</vt:lpstr>
      <vt:lpstr>3. Fijerin’ny Kristianina momba an’i Ismaela </vt:lpstr>
      <vt:lpstr>Présentation PowerPoint</vt:lpstr>
      <vt:lpstr>4. Fanadihadiana lalina </vt:lpstr>
      <vt:lpstr>Présentation PowerPoint</vt:lpstr>
      <vt:lpstr> B. Iza no tokony ho sorona? </vt:lpstr>
      <vt:lpstr>Présentation PowerPoint</vt:lpstr>
      <vt:lpstr>D. Midika ve ny fitahiana = fanekena? </vt:lpstr>
      <vt:lpstr>E. Argument “Baiboly voaova” (tahrif) </vt:lpstr>
      <vt:lpstr>F. Ligne messianique(Taranaka Mesia) </vt:lpstr>
      <vt:lpstr>🔥 5. Analyse teolojika lalina (Galatiana 4) </vt:lpstr>
      <vt:lpstr>Présentation PowerPoint</vt:lpstr>
      <vt:lpstr>6. Fampitahana fohy </vt:lpstr>
      <vt:lpstr>7. Stratégie apologétique (pratique) </vt:lpstr>
      <vt:lpstr>Présentation PowerPoint</vt:lpstr>
      <vt:lpstr>8. Famaranana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Tsiafa</dc:creator>
  <cp:lastModifiedBy>FLORENT</cp:lastModifiedBy>
  <cp:revision>3</cp:revision>
  <dcterms:created xsi:type="dcterms:W3CDTF">2026-04-24T06:34:39Z</dcterms:created>
  <dcterms:modified xsi:type="dcterms:W3CDTF">2026-04-24T11:36:26Z</dcterms:modified>
</cp:coreProperties>
</file>