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619" r:id="rId3"/>
    <p:sldId id="292" r:id="rId4"/>
    <p:sldId id="641" r:id="rId5"/>
    <p:sldId id="642" r:id="rId6"/>
    <p:sldId id="643" r:id="rId7"/>
    <p:sldId id="644" r:id="rId8"/>
    <p:sldId id="645" r:id="rId9"/>
    <p:sldId id="646" r:id="rId10"/>
    <p:sldId id="647" r:id="rId11"/>
    <p:sldId id="648" r:id="rId12"/>
    <p:sldId id="649" r:id="rId13"/>
    <p:sldId id="650" r:id="rId14"/>
    <p:sldId id="651" r:id="rId15"/>
    <p:sldId id="652" r:id="rId16"/>
    <p:sldId id="653" r:id="rId17"/>
    <p:sldId id="654" r:id="rId18"/>
    <p:sldId id="655" r:id="rId19"/>
    <p:sldId id="656" r:id="rId20"/>
    <p:sldId id="657" r:id="rId21"/>
    <p:sldId id="658" r:id="rId22"/>
    <p:sldId id="659" r:id="rId23"/>
    <p:sldId id="660" r:id="rId24"/>
    <p:sldId id="661" r:id="rId25"/>
    <p:sldId id="662" r:id="rId26"/>
    <p:sldId id="663" r:id="rId27"/>
    <p:sldId id="664" r:id="rId28"/>
    <p:sldId id="628" r:id="rId29"/>
  </p:sldIdLst>
  <p:sldSz cx="12192000" cy="6858000"/>
  <p:notesSz cx="6858000" cy="12192000"/>
  <p:defaultTextStyle>
    <a:defPPr>
      <a:defRPr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67"/>
    <p:restoredTop sz="94626"/>
  </p:normalViewPr>
  <p:slideViewPr>
    <p:cSldViewPr>
      <p:cViewPr varScale="1">
        <p:scale>
          <a:sx n="69" d="100"/>
          <a:sy n="69" d="100"/>
        </p:scale>
        <p:origin x="39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GB"/>
              <a:t>Click to edit Master subtitle style</a:t>
            </a:r>
            <a:endParaRPr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729E2D7-1A79-4849-A249-6037F055C84A}" type="datetimeFigureOut">
              <a:rPr lang="en-NL"/>
              <a:t>04/22/2026</a:t>
            </a:fld>
            <a:endParaRPr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96E864B-9B71-0D4F-8A11-10E1FB102515}" type="slidenum">
              <a:rPr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729E2D7-1A79-4849-A249-6037F055C84A}" type="datetimeFigureOut">
              <a:rPr lang="en-NL"/>
              <a:t>04/22/2026</a:t>
            </a:fld>
            <a:endParaRPr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96E864B-9B71-0D4F-8A11-10E1FB102515}" type="slidenum">
              <a:rPr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729E2D7-1A79-4849-A249-6037F055C84A}" type="datetimeFigureOut">
              <a:rPr lang="en-NL"/>
              <a:t>04/22/2026</a:t>
            </a:fld>
            <a:endParaRPr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96E864B-9B71-0D4F-8A11-10E1FB102515}" type="slidenum">
              <a:rPr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729E2D7-1A79-4849-A249-6037F055C84A}" type="datetimeFigureOut">
              <a:rPr lang="en-NL"/>
              <a:t>04/22/2026</a:t>
            </a:fld>
            <a:endParaRPr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96E864B-9B71-0D4F-8A11-10E1FB102515}" type="slidenum">
              <a:rPr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729E2D7-1A79-4849-A249-6037F055C84A}" type="datetimeFigureOut">
              <a:rPr lang="en-NL"/>
              <a:t>04/22/2026</a:t>
            </a:fld>
            <a:endParaRPr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96E864B-9B71-0D4F-8A11-10E1FB102515}" type="slidenum">
              <a:rPr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729E2D7-1A79-4849-A249-6037F055C84A}" type="datetimeFigureOut">
              <a:rPr lang="en-NL"/>
              <a:t>04/22/2026</a:t>
            </a:fld>
            <a:endParaRPr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96E864B-9B71-0D4F-8A11-10E1FB102515}" type="slidenum">
              <a:rPr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729E2D7-1A79-4849-A249-6037F055C84A}" type="datetimeFigureOut">
              <a:rPr lang="en-NL"/>
              <a:t>04/22/2026</a:t>
            </a:fld>
            <a:endParaRPr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96E864B-9B71-0D4F-8A11-10E1FB102515}" type="slidenum">
              <a:rPr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729E2D7-1A79-4849-A249-6037F055C84A}" type="datetimeFigureOut">
              <a:rPr lang="en-NL"/>
              <a:t>04/22/2026</a:t>
            </a:fld>
            <a:endParaRPr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96E864B-9B71-0D4F-8A11-10E1FB102515}" type="slidenum">
              <a:rPr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729E2D7-1A79-4849-A249-6037F055C84A}" type="datetimeFigureOut">
              <a:rPr lang="en-NL"/>
              <a:t>04/22/2026</a:t>
            </a:fld>
            <a:endParaRPr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96E864B-9B71-0D4F-8A11-10E1FB102515}" type="slidenum">
              <a:rPr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729E2D7-1A79-4849-A249-6037F055C84A}" type="datetimeFigureOut">
              <a:rPr lang="en-NL"/>
              <a:t>04/22/2026</a:t>
            </a:fld>
            <a:endParaRPr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96E864B-9B71-0D4F-8A11-10E1FB102515}" type="slidenum">
              <a:rPr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729E2D7-1A79-4849-A249-6037F055C84A}" type="datetimeFigureOut">
              <a:rPr lang="en-NL"/>
              <a:t>04/22/2026</a:t>
            </a:fld>
            <a:endParaRPr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96E864B-9B71-0D4F-8A11-10E1FB102515}" type="slidenum">
              <a:rPr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729E2D7-1A79-4849-A249-6037F055C84A}" type="datetimeFigureOut">
              <a:rPr lang="en-NL"/>
              <a:t>04/22/2026</a:t>
            </a:fld>
            <a:endParaRPr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96E864B-9B71-0D4F-8A11-10E1FB102515}" type="slidenum">
              <a:rPr/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4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5" name="Picture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6" name="Rectangle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2207602"/>
            <a:ext cx="12191999" cy="316214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75000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 bwMode="auto">
          <a:xfrm>
            <a:off x="191344" y="116632"/>
            <a:ext cx="11593288" cy="20071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defRPr/>
            </a:pP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Ireo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Anaran’i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Jesosy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ao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amin’ny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Kor’any</a:t>
            </a:r>
            <a:endParaRPr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9" name="Content Placeholder 3"/>
          <p:cNvPicPr>
            <a:picLocks noChangeAspect="1"/>
          </p:cNvPicPr>
          <p:nvPr/>
        </p:nvPicPr>
        <p:blipFill>
          <a:blip r:embed="rId3"/>
          <a:srcRect t="2426" r="-1" b="-1"/>
          <a:stretch/>
        </p:blipFill>
        <p:spPr bwMode="auto">
          <a:xfrm>
            <a:off x="1" y="2123792"/>
            <a:ext cx="5231903" cy="4532353"/>
          </a:xfrm>
          <a:custGeom>
            <a:avLst/>
            <a:gdLst/>
            <a:ahLst/>
            <a:cxnLst/>
            <a:rect l="l" t="t" r="r" b="b"/>
            <a:pathLst>
              <a:path w="7028495" h="6858000" extrusionOk="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4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5" name="Picture 3" descr="A person sitting on a bench in front of a brick building&#10;&#10;Description automatically generated"/>
          <p:cNvPicPr>
            <a:picLocks noChangeAspect="1"/>
          </p:cNvPicPr>
          <p:nvPr/>
        </p:nvPicPr>
        <p:blipFill>
          <a:blip r:embed="rId2"/>
          <a:srcRect t="9091" r="23289"/>
          <a:stretch/>
        </p:blipFill>
        <p:spPr bwMode="auto">
          <a:xfrm>
            <a:off x="3522466" y="10"/>
            <a:ext cx="8669532" cy="6857990"/>
          </a:xfrm>
          <a:prstGeom prst="rect">
            <a:avLst/>
          </a:prstGeom>
        </p:spPr>
      </p:pic>
      <p:sp>
        <p:nvSpPr>
          <p:cNvPr id="6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" y="0"/>
            <a:ext cx="9756601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9000">
                <a:schemeClr val="bg1">
                  <a:alpha val="38000"/>
                </a:schemeClr>
              </a:gs>
              <a:gs pos="35000">
                <a:schemeClr val="bg1">
                  <a:alpha val="78000"/>
                </a:schemeClr>
              </a:gs>
              <a:gs pos="58000">
                <a:schemeClr val="bg1"/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 bwMode="auto">
          <a:xfrm>
            <a:off x="371094" y="1161288"/>
            <a:ext cx="3924706" cy="1124712"/>
          </a:xfrm>
        </p:spPr>
        <p:txBody>
          <a:bodyPr anchor="b">
            <a:normAutofit fontScale="90000"/>
          </a:bodyPr>
          <a:lstStyle/>
          <a:p>
            <a:pPr>
              <a:defRPr/>
            </a:pPr>
            <a:r>
              <a:rPr lang="en-US" sz="2800" b="1" dirty="0" err="1" smtClean="0"/>
              <a:t>Ireo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Fanontaniana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matetika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apetraky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ny</a:t>
            </a:r>
            <a:r>
              <a:rPr lang="en-US" sz="2800" b="1" dirty="0" smtClean="0"/>
              <a:t>  </a:t>
            </a:r>
            <a:r>
              <a:rPr lang="en-US" sz="2800" b="1" dirty="0" err="1"/>
              <a:t>Silamo</a:t>
            </a:r>
            <a:endParaRPr dirty="0"/>
          </a:p>
        </p:txBody>
      </p:sp>
      <p:sp>
        <p:nvSpPr>
          <p:cNvPr id="8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 bwMode="auto">
          <a:xfrm>
            <a:off x="371094" y="2718052"/>
            <a:ext cx="6949042" cy="3663275"/>
          </a:xfrm>
        </p:spPr>
        <p:txBody>
          <a:bodyPr anchor="t">
            <a:normAutofit/>
          </a:bodyPr>
          <a:lstStyle/>
          <a:p>
            <a:pPr>
              <a:defRPr/>
            </a:pPr>
            <a:r>
              <a:rPr lang="fr-FR" dirty="0" err="1" smtClean="0"/>
              <a:t>Ny</a:t>
            </a:r>
            <a:r>
              <a:rPr lang="fr-FR" dirty="0" smtClean="0"/>
              <a:t> </a:t>
            </a:r>
            <a:r>
              <a:rPr lang="fr-FR" dirty="0" err="1" smtClean="0"/>
              <a:t>Baiboly</a:t>
            </a:r>
            <a:r>
              <a:rPr lang="fr-FR" dirty="0" smtClean="0"/>
              <a:t> dia </a:t>
            </a:r>
            <a:r>
              <a:rPr lang="fr-FR" dirty="0" err="1" smtClean="0"/>
              <a:t>feno</a:t>
            </a:r>
            <a:r>
              <a:rPr lang="fr-FR" dirty="0" smtClean="0"/>
              <a:t> </a:t>
            </a:r>
            <a:r>
              <a:rPr lang="fr-FR" dirty="0" err="1" smtClean="0"/>
              <a:t>fahadisoana</a:t>
            </a:r>
            <a:endParaRPr sz="4400" dirty="0"/>
          </a:p>
          <a:p>
            <a:pPr>
              <a:defRPr/>
            </a:pPr>
            <a:r>
              <a:rPr lang="fr-FR" dirty="0" smtClean="0"/>
              <a:t>Tena </a:t>
            </a:r>
            <a:r>
              <a:rPr lang="fr-FR" dirty="0" err="1" smtClean="0"/>
              <a:t>Nohomboana</a:t>
            </a:r>
            <a:r>
              <a:rPr lang="fr-FR" dirty="0" smtClean="0"/>
              <a:t> </a:t>
            </a:r>
            <a:r>
              <a:rPr lang="fr-FR" dirty="0" err="1"/>
              <a:t>tamin'ny</a:t>
            </a:r>
            <a:r>
              <a:rPr lang="fr-FR" dirty="0"/>
              <a:t> </a:t>
            </a:r>
            <a:r>
              <a:rPr lang="fr-FR" dirty="0" err="1"/>
              <a:t>hazo</a:t>
            </a:r>
            <a:r>
              <a:rPr lang="fr-FR" dirty="0"/>
              <a:t> </a:t>
            </a:r>
            <a:r>
              <a:rPr lang="fr-FR" dirty="0" err="1"/>
              <a:t>fijaliana</a:t>
            </a:r>
            <a:r>
              <a:rPr lang="fr-FR" dirty="0"/>
              <a:t> </a:t>
            </a:r>
            <a:r>
              <a:rPr lang="fr-FR" dirty="0" smtClean="0"/>
              <a:t>marina </a:t>
            </a:r>
            <a:r>
              <a:rPr lang="fr-FR" dirty="0" err="1" smtClean="0"/>
              <a:t>ve</a:t>
            </a:r>
            <a:r>
              <a:rPr lang="fr-FR" dirty="0" smtClean="0"/>
              <a:t> </a:t>
            </a:r>
            <a:r>
              <a:rPr lang="fr-FR" dirty="0"/>
              <a:t>i </a:t>
            </a:r>
            <a:r>
              <a:rPr lang="fr-FR" dirty="0" err="1"/>
              <a:t>Jesosy</a:t>
            </a:r>
            <a:r>
              <a:rPr lang="fr-FR" dirty="0"/>
              <a:t> </a:t>
            </a:r>
            <a:r>
              <a:rPr lang="fr-FR" dirty="0" err="1"/>
              <a:t>ary</a:t>
            </a:r>
            <a:r>
              <a:rPr lang="fr-FR" dirty="0"/>
              <a:t> </a:t>
            </a:r>
            <a:r>
              <a:rPr lang="fr-FR" dirty="0" err="1"/>
              <a:t>maty</a:t>
            </a:r>
            <a:r>
              <a:rPr lang="fr-FR" dirty="0"/>
              <a:t> </a:t>
            </a:r>
            <a:r>
              <a:rPr lang="fr-FR" dirty="0" err="1"/>
              <a:t>teo</a:t>
            </a:r>
            <a:r>
              <a:rPr lang="fr-FR" dirty="0"/>
              <a:t> </a:t>
            </a:r>
            <a:r>
              <a:rPr lang="fr-FR" dirty="0" err="1"/>
              <a:t>amboniny</a:t>
            </a:r>
            <a:r>
              <a:rPr lang="fr-FR" dirty="0"/>
              <a:t>? </a:t>
            </a:r>
            <a:endParaRPr lang="fr-FR" dirty="0" smtClean="0"/>
          </a:p>
          <a:p>
            <a:pPr>
              <a:defRPr/>
            </a:pPr>
            <a:r>
              <a:rPr lang="fr-FR" dirty="0" err="1"/>
              <a:t>Zanak'Andriamanitra</a:t>
            </a:r>
            <a:r>
              <a:rPr lang="fr-FR" dirty="0"/>
              <a:t> </a:t>
            </a:r>
            <a:r>
              <a:rPr lang="fr-FR" dirty="0" smtClean="0"/>
              <a:t>marina </a:t>
            </a:r>
            <a:r>
              <a:rPr lang="fr-FR" dirty="0" err="1" smtClean="0"/>
              <a:t>ve</a:t>
            </a:r>
            <a:r>
              <a:rPr lang="fr-FR" dirty="0" smtClean="0"/>
              <a:t> </a:t>
            </a:r>
            <a:r>
              <a:rPr lang="fr-FR" dirty="0"/>
              <a:t>i </a:t>
            </a:r>
            <a:r>
              <a:rPr lang="fr-FR" dirty="0" err="1" smtClean="0"/>
              <a:t>Jesosy</a:t>
            </a:r>
            <a:r>
              <a:rPr dirty="0" smtClean="0"/>
              <a:t>?</a:t>
            </a:r>
            <a:endParaRPr sz="4400" dirty="0"/>
          </a:p>
          <a:p>
            <a:pPr>
              <a:defRPr/>
            </a:pPr>
            <a:r>
              <a:rPr lang="fr-FR" dirty="0" err="1"/>
              <a:t>Andriamanitra</a:t>
            </a:r>
            <a:r>
              <a:rPr lang="fr-FR" dirty="0"/>
              <a:t> </a:t>
            </a:r>
            <a:r>
              <a:rPr lang="fr-FR" dirty="0" smtClean="0"/>
              <a:t>marina </a:t>
            </a:r>
            <a:r>
              <a:rPr lang="fr-FR" dirty="0" err="1" smtClean="0"/>
              <a:t>ve</a:t>
            </a:r>
            <a:r>
              <a:rPr lang="fr-FR" dirty="0" smtClean="0"/>
              <a:t> </a:t>
            </a:r>
            <a:r>
              <a:rPr lang="fr-FR" dirty="0"/>
              <a:t>i </a:t>
            </a:r>
            <a:r>
              <a:rPr lang="fr-FR" dirty="0" err="1" smtClean="0"/>
              <a:t>Jesosy</a:t>
            </a:r>
            <a:r>
              <a:rPr dirty="0" smtClean="0"/>
              <a:t>?</a:t>
            </a:r>
            <a:endParaRPr lang="en-GB" dirty="0"/>
          </a:p>
          <a:p>
            <a:pPr>
              <a:defRPr/>
            </a:pPr>
            <a:r>
              <a:rPr lang="it-IT" sz="3200" dirty="0"/>
              <a:t>Manana toetra maha-Andriamanitra ve i Jesosy?</a:t>
            </a:r>
            <a:endParaRPr sz="4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EB7C30-ECE4-1782-1E5C-C34A3F65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94538"/>
            <a:ext cx="12000651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Ireo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anarana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niantsoana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an’i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Jesosy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fony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Izy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Tonga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Nofo</a:t>
            </a:r>
            <a:endParaRPr lang="en-KE" sz="4000" b="1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4800" b="1" dirty="0" smtClean="0">
                <a:latin typeface="Arial Black" panose="020B0A04020102020204" pitchFamily="34" charset="0"/>
              </a:rPr>
              <a:t>Issa:   </a:t>
            </a:r>
            <a:r>
              <a:rPr lang="en-US" sz="4000" dirty="0" smtClean="0"/>
              <a:t>Imran </a:t>
            </a:r>
            <a:r>
              <a:rPr lang="en-US" sz="4000" dirty="0"/>
              <a:t>3:59: “</a:t>
            </a:r>
            <a:r>
              <a:rPr lang="en-US" sz="4000" dirty="0" err="1"/>
              <a:t>Hamafisina</a:t>
            </a:r>
            <a:r>
              <a:rPr lang="en-US" sz="4000" dirty="0"/>
              <a:t>, fa </a:t>
            </a:r>
            <a:r>
              <a:rPr lang="en-US" sz="4000" dirty="0" err="1"/>
              <a:t>Jesoa</a:t>
            </a:r>
            <a:r>
              <a:rPr lang="en-US" sz="4000" dirty="0"/>
              <a:t> </a:t>
            </a:r>
            <a:r>
              <a:rPr lang="en-US" sz="4000" dirty="0" err="1"/>
              <a:t>dia</a:t>
            </a:r>
            <a:r>
              <a:rPr lang="en-US" sz="4000" dirty="0"/>
              <a:t> </a:t>
            </a:r>
            <a:r>
              <a:rPr lang="en-US" sz="4000" dirty="0" err="1"/>
              <a:t>tahaka</a:t>
            </a:r>
            <a:r>
              <a:rPr lang="en-US" sz="4000" dirty="0"/>
              <a:t> </a:t>
            </a:r>
            <a:r>
              <a:rPr lang="en-US" sz="4000" dirty="0" err="1"/>
              <a:t>an’i</a:t>
            </a:r>
            <a:r>
              <a:rPr lang="en-US" sz="4000" dirty="0"/>
              <a:t> </a:t>
            </a:r>
            <a:r>
              <a:rPr lang="en-US" sz="4000" dirty="0" err="1"/>
              <a:t>Adama</a:t>
            </a:r>
            <a:r>
              <a:rPr lang="en-US" sz="4000" dirty="0"/>
              <a:t> </a:t>
            </a:r>
            <a:r>
              <a:rPr lang="en-US" sz="4000" dirty="0" err="1"/>
              <a:t>ihany</a:t>
            </a:r>
            <a:r>
              <a:rPr lang="en-US" sz="4000" dirty="0"/>
              <a:t> </a:t>
            </a:r>
            <a:r>
              <a:rPr lang="en-US" sz="4000" dirty="0" err="1"/>
              <a:t>eo</a:t>
            </a:r>
            <a:r>
              <a:rPr lang="en-US" sz="4000" dirty="0"/>
              <a:t> </a:t>
            </a:r>
            <a:r>
              <a:rPr lang="en-US" sz="4000" dirty="0" err="1"/>
              <a:t>anatrehan’Andriamanitra</a:t>
            </a:r>
            <a:r>
              <a:rPr lang="en-US" sz="4000" dirty="0"/>
              <a:t>, </a:t>
            </a:r>
            <a:r>
              <a:rPr lang="en-US" sz="4000" dirty="0" err="1"/>
              <a:t>izay</a:t>
            </a:r>
            <a:r>
              <a:rPr lang="en-US" sz="4000" dirty="0"/>
              <a:t> </a:t>
            </a:r>
            <a:r>
              <a:rPr lang="en-US" sz="4000" dirty="0" err="1"/>
              <a:t>namboariny</a:t>
            </a:r>
            <a:r>
              <a:rPr lang="en-US" sz="4000" dirty="0"/>
              <a:t> </a:t>
            </a:r>
            <a:r>
              <a:rPr lang="en-US" sz="4000" dirty="0" err="1"/>
              <a:t>tamin’ny</a:t>
            </a:r>
            <a:r>
              <a:rPr lang="en-US" sz="4000" dirty="0"/>
              <a:t> </a:t>
            </a:r>
            <a:r>
              <a:rPr lang="en-US" sz="4000" dirty="0" err="1"/>
              <a:t>tany</a:t>
            </a:r>
            <a:r>
              <a:rPr lang="en-US" sz="4000" dirty="0"/>
              <a:t>.”</a:t>
            </a:r>
            <a:endParaRPr lang="fr-FR" sz="4000" dirty="0"/>
          </a:p>
          <a:p>
            <a:r>
              <a:rPr lang="en-US" sz="4000" dirty="0" err="1"/>
              <a:t>Issa</a:t>
            </a:r>
            <a:r>
              <a:rPr lang="en-US" sz="4000" dirty="0"/>
              <a:t> no </a:t>
            </a:r>
            <a:r>
              <a:rPr lang="en-US" sz="4000" dirty="0" err="1"/>
              <a:t>anarana</a:t>
            </a:r>
            <a:r>
              <a:rPr lang="en-US" sz="4000" dirty="0"/>
              <a:t> </a:t>
            </a:r>
            <a:r>
              <a:rPr lang="en-US" sz="4000" dirty="0" err="1"/>
              <a:t>tena</a:t>
            </a:r>
            <a:r>
              <a:rPr lang="en-US" sz="4000" dirty="0"/>
              <a:t> </a:t>
            </a:r>
            <a:r>
              <a:rPr lang="en-US" sz="4000" dirty="0" err="1"/>
              <a:t>fampiasa</a:t>
            </a:r>
            <a:r>
              <a:rPr lang="en-US" sz="4000" dirty="0"/>
              <a:t> </a:t>
            </a:r>
            <a:r>
              <a:rPr lang="en-US" sz="4000" dirty="0" err="1"/>
              <a:t>indrindra</a:t>
            </a:r>
            <a:r>
              <a:rPr lang="en-US" sz="4000" dirty="0"/>
              <a:t>, </a:t>
            </a:r>
            <a:r>
              <a:rPr lang="en-US" sz="4000" dirty="0" err="1"/>
              <a:t>hiantsoana</a:t>
            </a:r>
            <a:r>
              <a:rPr lang="en-US" sz="4000" dirty="0"/>
              <a:t> </a:t>
            </a:r>
            <a:r>
              <a:rPr lang="en-US" sz="4000" dirty="0" err="1"/>
              <a:t>an’i</a:t>
            </a:r>
            <a:r>
              <a:rPr lang="en-US" sz="4000" dirty="0"/>
              <a:t> </a:t>
            </a:r>
            <a:r>
              <a:rPr lang="en-US" sz="4000" dirty="0" err="1"/>
              <a:t>Jesosy</a:t>
            </a:r>
            <a:r>
              <a:rPr lang="en-US" sz="4000" dirty="0"/>
              <a:t> </a:t>
            </a:r>
            <a:r>
              <a:rPr lang="en-US" sz="4000" dirty="0" err="1"/>
              <a:t>ao</a:t>
            </a:r>
            <a:r>
              <a:rPr lang="en-US" sz="4000" dirty="0"/>
              <a:t> </a:t>
            </a:r>
            <a:r>
              <a:rPr lang="en-US" sz="4000" dirty="0" err="1"/>
              <a:t>anatin’ny</a:t>
            </a:r>
            <a:r>
              <a:rPr lang="en-US" sz="4000" dirty="0"/>
              <a:t> </a:t>
            </a:r>
            <a:r>
              <a:rPr lang="en-US" sz="4000" dirty="0" err="1"/>
              <a:t>Kor’any</a:t>
            </a:r>
            <a:r>
              <a:rPr lang="en-US" sz="4000" dirty="0"/>
              <a:t>.</a:t>
            </a:r>
            <a:endParaRPr lang="fr-FR" sz="4000" dirty="0"/>
          </a:p>
          <a:p>
            <a:endParaRPr lang="fr-FR" sz="48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533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EB7C30-ECE4-1782-1E5C-C34A3F65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94538"/>
            <a:ext cx="12000651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Ireo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anarana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niantsoana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an’i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Jesosy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fony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Izy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Tonga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Nofo</a:t>
            </a:r>
            <a:endParaRPr lang="en-KE" sz="4000" b="1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sz="3600" b="1" dirty="0">
                <a:latin typeface="Arial Black" panose="020B0A04020102020204" pitchFamily="34" charset="0"/>
              </a:rPr>
              <a:t>Ibn Mariam (</a:t>
            </a:r>
            <a:r>
              <a:rPr lang="fr-FR" sz="3600" b="1" dirty="0" err="1">
                <a:latin typeface="Arial Black" panose="020B0A04020102020204" pitchFamily="34" charset="0"/>
              </a:rPr>
              <a:t>zanak’i</a:t>
            </a:r>
            <a:r>
              <a:rPr lang="fr-FR" sz="3600" b="1" dirty="0">
                <a:latin typeface="Arial Black" panose="020B0A04020102020204" pitchFamily="34" charset="0"/>
              </a:rPr>
              <a:t> Maria):</a:t>
            </a:r>
            <a:r>
              <a:rPr lang="en-US" dirty="0"/>
              <a:t>Maida 5:114: “Hoy </a:t>
            </a:r>
            <a:r>
              <a:rPr lang="en-US" dirty="0" err="1"/>
              <a:t>Jesoa</a:t>
            </a:r>
            <a:r>
              <a:rPr lang="en-US" dirty="0"/>
              <a:t> </a:t>
            </a:r>
            <a:r>
              <a:rPr lang="en-US" dirty="0" err="1"/>
              <a:t>zanak’i</a:t>
            </a:r>
            <a:r>
              <a:rPr lang="en-US" dirty="0"/>
              <a:t> Maria: ‘Ry </a:t>
            </a:r>
            <a:r>
              <a:rPr lang="en-US" dirty="0" err="1"/>
              <a:t>Andriamanitra</a:t>
            </a:r>
            <a:r>
              <a:rPr lang="en-US" dirty="0"/>
              <a:t> </a:t>
            </a:r>
            <a:r>
              <a:rPr lang="en-US" dirty="0" err="1"/>
              <a:t>Tompo</a:t>
            </a:r>
            <a:r>
              <a:rPr lang="en-US" dirty="0"/>
              <a:t> </a:t>
            </a:r>
            <a:r>
              <a:rPr lang="en-US" dirty="0" err="1"/>
              <a:t>Zanaharinay</a:t>
            </a:r>
            <a:r>
              <a:rPr lang="en-US" dirty="0"/>
              <a:t> o! </a:t>
            </a:r>
            <a:r>
              <a:rPr lang="en-US" dirty="0" err="1"/>
              <a:t>Ampidino</a:t>
            </a:r>
            <a:r>
              <a:rPr lang="en-US" dirty="0"/>
              <a:t> </a:t>
            </a:r>
            <a:r>
              <a:rPr lang="en-US" dirty="0" err="1"/>
              <a:t>aminay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sakafo</a:t>
            </a:r>
            <a:r>
              <a:rPr lang="en-US" dirty="0"/>
              <a:t> an-</a:t>
            </a:r>
            <a:r>
              <a:rPr lang="en-US" dirty="0" err="1"/>
              <a:t>databatra</a:t>
            </a:r>
            <a:r>
              <a:rPr lang="en-US" dirty="0"/>
              <a:t> </a:t>
            </a:r>
            <a:r>
              <a:rPr lang="en-US" dirty="0" err="1"/>
              <a:t>voahomana</a:t>
            </a:r>
            <a:r>
              <a:rPr lang="en-US" dirty="0"/>
              <a:t> </a:t>
            </a:r>
            <a:r>
              <a:rPr lang="en-US" dirty="0" err="1"/>
              <a:t>avy</a:t>
            </a:r>
            <a:r>
              <a:rPr lang="en-US" dirty="0"/>
              <a:t> any an-</a:t>
            </a:r>
            <a:r>
              <a:rPr lang="en-US" dirty="0" err="1"/>
              <a:t>danitra</a:t>
            </a:r>
            <a:r>
              <a:rPr lang="en-US" dirty="0"/>
              <a:t>! </a:t>
            </a:r>
            <a:r>
              <a:rPr lang="en-US" dirty="0" err="1"/>
              <a:t>Fety</a:t>
            </a:r>
            <a:r>
              <a:rPr lang="en-US" dirty="0"/>
              <a:t> ho </a:t>
            </a:r>
            <a:r>
              <a:rPr lang="en-US" dirty="0" err="1"/>
              <a:t>anay</a:t>
            </a:r>
            <a:r>
              <a:rPr lang="en-US" dirty="0"/>
              <a:t> </a:t>
            </a:r>
            <a:r>
              <a:rPr lang="en-US" dirty="0" err="1"/>
              <a:t>izany</a:t>
            </a:r>
            <a:r>
              <a:rPr lang="en-US" dirty="0"/>
              <a:t>, ho </a:t>
            </a:r>
            <a:r>
              <a:rPr lang="en-US" dirty="0" err="1"/>
              <a:t>an’ny</a:t>
            </a:r>
            <a:r>
              <a:rPr lang="en-US" dirty="0"/>
              <a:t> </a:t>
            </a:r>
            <a:r>
              <a:rPr lang="en-US" dirty="0" err="1"/>
              <a:t>voalohany</a:t>
            </a:r>
            <a:r>
              <a:rPr lang="en-US" dirty="0"/>
              <a:t> </a:t>
            </a:r>
            <a:r>
              <a:rPr lang="en-US" dirty="0" err="1"/>
              <a:t>sy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farany</a:t>
            </a:r>
            <a:r>
              <a:rPr lang="en-US" dirty="0"/>
              <a:t> </a:t>
            </a:r>
            <a:r>
              <a:rPr lang="en-US" dirty="0" err="1"/>
              <a:t>aminay</a:t>
            </a:r>
            <a:r>
              <a:rPr lang="en-US" dirty="0"/>
              <a:t>, </a:t>
            </a:r>
            <a:r>
              <a:rPr lang="en-US" dirty="0" err="1"/>
              <a:t>ary</a:t>
            </a:r>
            <a:r>
              <a:rPr lang="en-US" dirty="0"/>
              <a:t> ho </a:t>
            </a:r>
            <a:r>
              <a:rPr lang="en-US" dirty="0" err="1"/>
              <a:t>porofo</a:t>
            </a:r>
            <a:r>
              <a:rPr lang="en-US" dirty="0"/>
              <a:t> </a:t>
            </a:r>
            <a:r>
              <a:rPr lang="en-US" dirty="0" err="1"/>
              <a:t>famantarana</a:t>
            </a:r>
            <a:r>
              <a:rPr lang="en-US" dirty="0"/>
              <a:t> </a:t>
            </a:r>
            <a:r>
              <a:rPr lang="en-US" dirty="0" err="1"/>
              <a:t>avy</a:t>
            </a:r>
            <a:r>
              <a:rPr lang="en-US" dirty="0"/>
              <a:t> </a:t>
            </a:r>
            <a:r>
              <a:rPr lang="en-US" dirty="0" err="1"/>
              <a:t>Aminao</a:t>
            </a:r>
            <a:r>
              <a:rPr lang="en-US" dirty="0"/>
              <a:t>.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omeo</a:t>
            </a:r>
            <a:r>
              <a:rPr lang="en-US" dirty="0"/>
              <a:t> </a:t>
            </a:r>
            <a:r>
              <a:rPr lang="en-US" dirty="0" err="1"/>
              <a:t>anjaram-pivelomana</a:t>
            </a:r>
            <a:r>
              <a:rPr lang="en-US" dirty="0"/>
              <a:t> </a:t>
            </a:r>
            <a:r>
              <a:rPr lang="en-US" dirty="0" err="1"/>
              <a:t>izahay</a:t>
            </a:r>
            <a:r>
              <a:rPr lang="en-US" dirty="0"/>
              <a:t>, fa </a:t>
            </a:r>
            <a:r>
              <a:rPr lang="en-US" dirty="0" err="1"/>
              <a:t>Ianao</a:t>
            </a:r>
            <a:r>
              <a:rPr lang="en-US" dirty="0"/>
              <a:t> no </a:t>
            </a:r>
            <a:r>
              <a:rPr lang="en-US" dirty="0" err="1"/>
              <a:t>Mpizara</a:t>
            </a:r>
            <a:r>
              <a:rPr lang="en-US" dirty="0"/>
              <a:t> </a:t>
            </a:r>
            <a:r>
              <a:rPr lang="en-US" dirty="0" err="1"/>
              <a:t>tsara</a:t>
            </a:r>
            <a:r>
              <a:rPr lang="en-US" dirty="0"/>
              <a:t> </a:t>
            </a:r>
            <a:r>
              <a:rPr lang="en-US" dirty="0" err="1"/>
              <a:t>indrindra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anjaram-pivelomana</a:t>
            </a:r>
            <a:r>
              <a:rPr lang="en-US" dirty="0"/>
              <a:t>.” </a:t>
            </a:r>
          </a:p>
          <a:p>
            <a:r>
              <a:rPr lang="en-US" dirty="0" err="1" smtClean="0"/>
              <a:t>Ny</a:t>
            </a:r>
            <a:r>
              <a:rPr lang="en-US" dirty="0" smtClean="0"/>
              <a:t> </a:t>
            </a:r>
            <a:r>
              <a:rPr lang="en-US" dirty="0" err="1"/>
              <a:t>teny</a:t>
            </a:r>
            <a:r>
              <a:rPr lang="en-US" dirty="0"/>
              <a:t> hoe “Ibn”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teny</a:t>
            </a:r>
            <a:r>
              <a:rPr lang="en-US" dirty="0"/>
              <a:t> </a:t>
            </a:r>
            <a:r>
              <a:rPr lang="en-US" dirty="0" err="1"/>
              <a:t>Arabo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midika</a:t>
            </a:r>
            <a:r>
              <a:rPr lang="en-US" dirty="0"/>
              <a:t> hoe “</a:t>
            </a:r>
            <a:r>
              <a:rPr lang="en-US" dirty="0" err="1"/>
              <a:t>zanakalahy</a:t>
            </a:r>
            <a:r>
              <a:rPr lang="en-US" dirty="0"/>
              <a:t>”, 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hoe “Mariam”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midika</a:t>
            </a:r>
            <a:r>
              <a:rPr lang="en-US" dirty="0"/>
              <a:t> hoe “Maria.” </a:t>
            </a:r>
            <a:r>
              <a:rPr lang="en-US" dirty="0" err="1"/>
              <a:t>Izy</a:t>
            </a:r>
            <a:r>
              <a:rPr lang="en-US" dirty="0"/>
              <a:t> </a:t>
            </a:r>
            <a:r>
              <a:rPr lang="en-US" dirty="0" err="1"/>
              <a:t>irery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no </a:t>
            </a:r>
            <a:r>
              <a:rPr lang="en-US" dirty="0" err="1"/>
              <a:t>antsoina</a:t>
            </a:r>
            <a:r>
              <a:rPr lang="en-US" dirty="0"/>
              <a:t> </a:t>
            </a:r>
            <a:r>
              <a:rPr lang="en-US" dirty="0" err="1"/>
              <a:t>araka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anaran-dreniny</a:t>
            </a:r>
            <a:r>
              <a:rPr lang="en-US" dirty="0"/>
              <a:t>, </a:t>
            </a:r>
            <a:r>
              <a:rPr lang="en-US" dirty="0" err="1"/>
              <a:t>hanehoana</a:t>
            </a:r>
            <a:r>
              <a:rPr lang="en-US" dirty="0"/>
              <a:t> </a:t>
            </a:r>
            <a:r>
              <a:rPr lang="en-US" dirty="0" err="1"/>
              <a:t>ilay</a:t>
            </a:r>
            <a:r>
              <a:rPr lang="en-US" dirty="0"/>
              <a:t> </a:t>
            </a:r>
            <a:r>
              <a:rPr lang="en-US" dirty="0" err="1"/>
              <a:t>fahaterahana</a:t>
            </a:r>
            <a:r>
              <a:rPr lang="en-US" dirty="0"/>
              <a:t> </a:t>
            </a:r>
            <a:r>
              <a:rPr lang="en-US" dirty="0" err="1"/>
              <a:t>avy</a:t>
            </a:r>
            <a:r>
              <a:rPr lang="en-US" dirty="0"/>
              <a:t> </a:t>
            </a:r>
            <a:r>
              <a:rPr lang="en-US" dirty="0" err="1"/>
              <a:t>tamin’ny</a:t>
            </a:r>
            <a:r>
              <a:rPr lang="en-US" dirty="0"/>
              <a:t> </a:t>
            </a:r>
            <a:r>
              <a:rPr lang="en-US" dirty="0" err="1"/>
              <a:t>virjiny</a:t>
            </a:r>
            <a:r>
              <a:rPr lang="en-US" dirty="0"/>
              <a:t>. </a:t>
            </a:r>
            <a:endParaRPr lang="fr-FR" dirty="0"/>
          </a:p>
          <a:p>
            <a:endParaRPr lang="fr-FR" sz="36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926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EB7C30-ECE4-1782-1E5C-C34A3F65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94538"/>
            <a:ext cx="12000651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Ireo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anarana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niantsoana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an’i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Jesosy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fony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Izy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Tonga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Nofo</a:t>
            </a:r>
            <a:endParaRPr lang="en-KE" sz="4000" b="1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i="1" dirty="0" err="1">
                <a:latin typeface="Arial Black" panose="020B0A04020102020204" pitchFamily="34" charset="0"/>
              </a:rPr>
              <a:t>Salih</a:t>
            </a:r>
            <a:r>
              <a:rPr lang="en-US" b="1" i="1" dirty="0">
                <a:latin typeface="Arial Black" panose="020B0A04020102020204" pitchFamily="34" charset="0"/>
              </a:rPr>
              <a:t> </a:t>
            </a:r>
            <a:r>
              <a:rPr lang="en-US" b="1" dirty="0">
                <a:latin typeface="Arial Black" panose="020B0A04020102020204" pitchFamily="34" charset="0"/>
              </a:rPr>
              <a:t>(</a:t>
            </a:r>
            <a:r>
              <a:rPr lang="en-US" b="1" dirty="0" err="1">
                <a:latin typeface="Arial Black" panose="020B0A04020102020204" pitchFamily="34" charset="0"/>
              </a:rPr>
              <a:t>mendrika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na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  <a:r>
              <a:rPr lang="en-US" b="1" dirty="0" err="1">
                <a:latin typeface="Arial Black" panose="020B0A04020102020204" pitchFamily="34" charset="0"/>
              </a:rPr>
              <a:t>tsara</a:t>
            </a:r>
            <a:r>
              <a:rPr lang="en-US" b="1" dirty="0" smtClean="0">
                <a:latin typeface="Arial Black" panose="020B0A04020102020204" pitchFamily="34" charset="0"/>
              </a:rPr>
              <a:t>):</a:t>
            </a:r>
            <a:r>
              <a:rPr lang="en-US" dirty="0"/>
              <a:t>Al Imran 3:46: “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hiteny</a:t>
            </a:r>
            <a:r>
              <a:rPr lang="en-US" dirty="0"/>
              <a:t> </a:t>
            </a:r>
            <a:r>
              <a:rPr lang="en-US" dirty="0" err="1"/>
              <a:t>amin’ireo</a:t>
            </a:r>
            <a:r>
              <a:rPr lang="en-US" dirty="0"/>
              <a:t> </a:t>
            </a:r>
            <a:r>
              <a:rPr lang="en-US" dirty="0" err="1"/>
              <a:t>olona</a:t>
            </a:r>
            <a:r>
              <a:rPr lang="en-US" dirty="0"/>
              <a:t> </a:t>
            </a:r>
            <a:r>
              <a:rPr lang="en-US" dirty="0" err="1"/>
              <a:t>izy</a:t>
            </a:r>
            <a:r>
              <a:rPr lang="en-US" dirty="0"/>
              <a:t> </a:t>
            </a:r>
            <a:r>
              <a:rPr lang="en-US" dirty="0" err="1"/>
              <a:t>raha</a:t>
            </a:r>
            <a:r>
              <a:rPr lang="en-US" dirty="0"/>
              <a:t> </a:t>
            </a:r>
            <a:r>
              <a:rPr lang="en-US" dirty="0" err="1"/>
              <a:t>mbola</a:t>
            </a:r>
            <a:r>
              <a:rPr lang="en-US" dirty="0"/>
              <a:t> </a:t>
            </a:r>
            <a:r>
              <a:rPr lang="en-US" dirty="0" err="1"/>
              <a:t>eo</a:t>
            </a:r>
            <a:r>
              <a:rPr lang="en-US" dirty="0"/>
              <a:t> am-</a:t>
            </a:r>
            <a:r>
              <a:rPr lang="en-US" dirty="0" err="1"/>
              <a:t>parafaran’ny</a:t>
            </a:r>
            <a:r>
              <a:rPr lang="en-US" dirty="0"/>
              <a:t> </a:t>
            </a:r>
            <a:r>
              <a:rPr lang="en-US" dirty="0" err="1"/>
              <a:t>fahazazana</a:t>
            </a:r>
            <a:r>
              <a:rPr lang="en-US" dirty="0"/>
              <a:t>, </a:t>
            </a:r>
            <a:r>
              <a:rPr lang="en-US" dirty="0" err="1"/>
              <a:t>tahaka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efa</a:t>
            </a:r>
            <a:r>
              <a:rPr lang="en-US" dirty="0"/>
              <a:t> </a:t>
            </a:r>
            <a:r>
              <a:rPr lang="en-US" dirty="0" err="1"/>
              <a:t>matotra</a:t>
            </a:r>
            <a:r>
              <a:rPr lang="en-US" dirty="0"/>
              <a:t> </a:t>
            </a:r>
            <a:r>
              <a:rPr lang="en-US" dirty="0" err="1"/>
              <a:t>feno</a:t>
            </a:r>
            <a:r>
              <a:rPr lang="en-US" dirty="0"/>
              <a:t> </a:t>
            </a:r>
            <a:r>
              <a:rPr lang="en-US" dirty="0" err="1"/>
              <a:t>taona</a:t>
            </a:r>
            <a:r>
              <a:rPr lang="en-US" dirty="0"/>
              <a:t>,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isan’ireo</a:t>
            </a:r>
            <a:r>
              <a:rPr lang="en-US" dirty="0"/>
              <a:t> </a:t>
            </a:r>
            <a:r>
              <a:rPr lang="en-US" dirty="0" err="1"/>
              <a:t>olona</a:t>
            </a:r>
            <a:r>
              <a:rPr lang="en-US" dirty="0"/>
              <a:t> </a:t>
            </a:r>
            <a:r>
              <a:rPr lang="en-US" dirty="0" err="1"/>
              <a:t>mendrika</a:t>
            </a:r>
            <a:r>
              <a:rPr lang="en-US" dirty="0"/>
              <a:t>.”</a:t>
            </a:r>
            <a:endParaRPr lang="fr-FR" dirty="0"/>
          </a:p>
          <a:p>
            <a:pPr marL="0" indent="0">
              <a:buNone/>
            </a:pPr>
            <a:r>
              <a:rPr lang="en-US" dirty="0" err="1"/>
              <a:t>Anaam</a:t>
            </a:r>
            <a:r>
              <a:rPr lang="en-US" dirty="0"/>
              <a:t> 6:85: “Toy </a:t>
            </a:r>
            <a:r>
              <a:rPr lang="en-US" dirty="0" err="1"/>
              <a:t>izany</a:t>
            </a:r>
            <a:r>
              <a:rPr lang="en-US" dirty="0"/>
              <a:t> </a:t>
            </a:r>
            <a:r>
              <a:rPr lang="en-US" dirty="0" err="1"/>
              <a:t>koa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Zakaria</a:t>
            </a:r>
            <a:r>
              <a:rPr lang="en-US" dirty="0"/>
              <a:t>, </a:t>
            </a:r>
            <a:r>
              <a:rPr lang="en-US" dirty="0" err="1"/>
              <a:t>Joany</a:t>
            </a:r>
            <a:r>
              <a:rPr lang="en-US" dirty="0"/>
              <a:t>, </a:t>
            </a:r>
            <a:r>
              <a:rPr lang="en-US" dirty="0" err="1"/>
              <a:t>Jesoa</a:t>
            </a:r>
            <a:r>
              <a:rPr lang="en-US" dirty="0"/>
              <a:t>, </a:t>
            </a:r>
            <a:r>
              <a:rPr lang="en-US" dirty="0" err="1"/>
              <a:t>ary</a:t>
            </a:r>
            <a:r>
              <a:rPr lang="en-US" dirty="0"/>
              <a:t> Elia, </a:t>
            </a:r>
            <a:r>
              <a:rPr lang="en-US" dirty="0" err="1"/>
              <a:t>izy</a:t>
            </a:r>
            <a:r>
              <a:rPr lang="en-US" dirty="0"/>
              <a:t> </a:t>
            </a:r>
            <a:r>
              <a:rPr lang="en-US" dirty="0" err="1"/>
              <a:t>rehetra</a:t>
            </a:r>
            <a:r>
              <a:rPr lang="en-US" dirty="0"/>
              <a:t> </a:t>
            </a:r>
            <a:r>
              <a:rPr lang="en-US" dirty="0" err="1"/>
              <a:t>ireny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isan’ireo</a:t>
            </a:r>
            <a:r>
              <a:rPr lang="en-US" dirty="0"/>
              <a:t> </a:t>
            </a:r>
            <a:r>
              <a:rPr lang="en-US" dirty="0" err="1"/>
              <a:t>olo-mendrika</a:t>
            </a:r>
            <a:r>
              <a:rPr lang="en-US" dirty="0"/>
              <a:t>.”</a:t>
            </a:r>
            <a:endParaRPr lang="fr-FR" dirty="0"/>
          </a:p>
          <a:p>
            <a:pPr lvl="0"/>
            <a:r>
              <a:rPr lang="en-US" dirty="0"/>
              <a:t>“</a:t>
            </a:r>
            <a:r>
              <a:rPr lang="en-US" dirty="0" err="1"/>
              <a:t>Salih</a:t>
            </a:r>
            <a:r>
              <a:rPr lang="en-US" dirty="0"/>
              <a:t>” no </a:t>
            </a:r>
            <a:r>
              <a:rPr lang="en-US" dirty="0" err="1"/>
              <a:t>teny</a:t>
            </a:r>
            <a:r>
              <a:rPr lang="en-US" dirty="0"/>
              <a:t> </a:t>
            </a:r>
            <a:r>
              <a:rPr lang="en-US" dirty="0" err="1"/>
              <a:t>nampiasaina</a:t>
            </a:r>
            <a:r>
              <a:rPr lang="en-US" dirty="0"/>
              <a:t> ho </a:t>
            </a:r>
            <a:r>
              <a:rPr lang="en-US" dirty="0" err="1"/>
              <a:t>an’i</a:t>
            </a:r>
            <a:r>
              <a:rPr lang="en-US" dirty="0"/>
              <a:t> </a:t>
            </a:r>
            <a:r>
              <a:rPr lang="en-US" dirty="0" err="1"/>
              <a:t>Zakaria</a:t>
            </a:r>
            <a:r>
              <a:rPr lang="en-US" dirty="0"/>
              <a:t>, Elia,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, </a:t>
            </a:r>
            <a:r>
              <a:rPr lang="en-US" dirty="0" err="1"/>
              <a:t>izay</a:t>
            </a:r>
            <a:r>
              <a:rPr lang="en-US" dirty="0"/>
              <a:t> </a:t>
            </a:r>
            <a:r>
              <a:rPr lang="en-US" dirty="0" err="1"/>
              <a:t>samy</a:t>
            </a:r>
            <a:r>
              <a:rPr lang="en-US" dirty="0"/>
              <a:t> </a:t>
            </a:r>
            <a:r>
              <a:rPr lang="en-US" dirty="0" err="1"/>
              <a:t>mendrika</a:t>
            </a:r>
            <a:r>
              <a:rPr lang="en-US" dirty="0"/>
              <a:t> </a:t>
            </a:r>
            <a:r>
              <a:rPr lang="en-US" dirty="0" err="1"/>
              <a:t>avokoa</a:t>
            </a:r>
            <a:r>
              <a:rPr lang="en-US" dirty="0"/>
              <a:t>. </a:t>
            </a:r>
            <a:r>
              <a:rPr lang="en-US" dirty="0" err="1"/>
              <a:t>Misy</a:t>
            </a:r>
            <a:r>
              <a:rPr lang="en-US" dirty="0"/>
              <a:t> </a:t>
            </a:r>
            <a:r>
              <a:rPr lang="en-US" dirty="0" err="1"/>
              <a:t>fahasamihafana</a:t>
            </a:r>
            <a:r>
              <a:rPr lang="en-US" dirty="0"/>
              <a:t> </a:t>
            </a:r>
            <a:r>
              <a:rPr lang="en-US" dirty="0" err="1"/>
              <a:t>eo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teny</a:t>
            </a:r>
            <a:r>
              <a:rPr lang="en-US" dirty="0"/>
              <a:t> hoe “</a:t>
            </a:r>
            <a:r>
              <a:rPr lang="en-US" dirty="0" err="1"/>
              <a:t>mendrika</a:t>
            </a:r>
            <a:r>
              <a:rPr lang="en-US" dirty="0"/>
              <a:t>” </a:t>
            </a:r>
            <a:r>
              <a:rPr lang="en-US" i="1" dirty="0" err="1"/>
              <a:t>sy</a:t>
            </a:r>
            <a:r>
              <a:rPr lang="en-US" i="1" dirty="0"/>
              <a:t> </a:t>
            </a:r>
            <a:r>
              <a:rPr lang="en-US" dirty="0"/>
              <a:t>“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manam-pahotana</a:t>
            </a:r>
            <a:r>
              <a:rPr lang="en-US" dirty="0"/>
              <a:t>.” I </a:t>
            </a:r>
            <a:r>
              <a:rPr lang="en-US" dirty="0" err="1"/>
              <a:t>Noa</a:t>
            </a:r>
            <a:r>
              <a:rPr lang="en-US" dirty="0"/>
              <a:t> </a:t>
            </a:r>
            <a:r>
              <a:rPr lang="en-US" dirty="0" err="1"/>
              <a:t>ohatra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mendrika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mba</a:t>
            </a:r>
            <a:r>
              <a:rPr lang="en-US" dirty="0"/>
              <a:t> </a:t>
            </a:r>
            <a:r>
              <a:rPr lang="en-US" dirty="0" err="1"/>
              <a:t>olona</a:t>
            </a:r>
            <a:r>
              <a:rPr lang="en-US" dirty="0"/>
              <a:t>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nanam-pahotana</a:t>
            </a:r>
            <a:r>
              <a:rPr lang="en-US" dirty="0"/>
              <a:t>. I </a:t>
            </a:r>
            <a:r>
              <a:rPr lang="en-US" dirty="0" err="1"/>
              <a:t>Jesosy</a:t>
            </a:r>
            <a:r>
              <a:rPr lang="en-US" dirty="0"/>
              <a:t> </a:t>
            </a:r>
            <a:r>
              <a:rPr lang="en-US" dirty="0" err="1"/>
              <a:t>irery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no </a:t>
            </a:r>
            <a:r>
              <a:rPr lang="en-US" dirty="0" err="1"/>
              <a:t>mendrika</a:t>
            </a:r>
            <a:r>
              <a:rPr lang="en-US" dirty="0"/>
              <a:t> </a:t>
            </a:r>
            <a:r>
              <a:rPr lang="en-US" i="1" dirty="0" err="1"/>
              <a:t>sy</a:t>
            </a:r>
            <a:r>
              <a:rPr lang="en-US" dirty="0"/>
              <a:t>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manam-pahotana</a:t>
            </a:r>
            <a:r>
              <a:rPr lang="en-US" dirty="0"/>
              <a:t>. </a:t>
            </a:r>
            <a:endParaRPr lang="fr-FR" dirty="0"/>
          </a:p>
          <a:p>
            <a:r>
              <a:rPr lang="en-US" dirty="0"/>
              <a:t> </a:t>
            </a:r>
            <a:endParaRPr lang="fr-FR" dirty="0"/>
          </a:p>
          <a:p>
            <a:pPr marL="0" indent="0">
              <a:buNone/>
            </a:pPr>
            <a:endParaRPr lang="fr-FR" b="1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fr-FR" dirty="0"/>
          </a:p>
          <a:p>
            <a:endParaRPr lang="fr-FR" sz="36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674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EB7C30-ECE4-1782-1E5C-C34A3F65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94538"/>
            <a:ext cx="12000651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Ireo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anarana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niantsoana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an’i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Jesosy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fony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Izy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Tonga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Nofo</a:t>
            </a:r>
            <a:endParaRPr lang="en-KE" sz="4000" b="1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3600" b="1" dirty="0" err="1">
                <a:latin typeface="Arial Black" panose="020B0A04020102020204" pitchFamily="34" charset="0"/>
              </a:rPr>
              <a:t>Mathal</a:t>
            </a:r>
            <a:r>
              <a:rPr lang="fr-FR" sz="3600" b="1" dirty="0">
                <a:latin typeface="Arial Black" panose="020B0A04020102020204" pitchFamily="34" charset="0"/>
              </a:rPr>
              <a:t> (</a:t>
            </a:r>
            <a:r>
              <a:rPr lang="fr-FR" sz="3600" b="1" dirty="0" err="1">
                <a:latin typeface="Arial Black" panose="020B0A04020102020204" pitchFamily="34" charset="0"/>
              </a:rPr>
              <a:t>ohatra</a:t>
            </a:r>
            <a:r>
              <a:rPr lang="fr-FR" sz="3600" b="1" dirty="0" smtClean="0">
                <a:latin typeface="Arial Black" panose="020B0A04020102020204" pitchFamily="34" charset="0"/>
              </a:rPr>
              <a:t>): </a:t>
            </a:r>
            <a:r>
              <a:rPr lang="en-US" dirty="0" err="1" smtClean="0"/>
              <a:t>Zukhruf</a:t>
            </a:r>
            <a:r>
              <a:rPr lang="en-US" dirty="0" smtClean="0"/>
              <a:t> </a:t>
            </a:r>
            <a:r>
              <a:rPr lang="en-US" dirty="0"/>
              <a:t>43:59: “…</a:t>
            </a:r>
            <a:r>
              <a:rPr lang="en-US" dirty="0" err="1"/>
              <a:t>Izy</a:t>
            </a:r>
            <a:r>
              <a:rPr lang="en-US" dirty="0"/>
              <a:t> (</a:t>
            </a:r>
            <a:r>
              <a:rPr lang="en-US" dirty="0" err="1"/>
              <a:t>Jesoa</a:t>
            </a:r>
            <a:r>
              <a:rPr lang="en-US" dirty="0"/>
              <a:t>),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nataonay</a:t>
            </a:r>
            <a:r>
              <a:rPr lang="en-US" dirty="0"/>
              <a:t> </a:t>
            </a:r>
            <a:r>
              <a:rPr lang="en-US" dirty="0" err="1"/>
              <a:t>ohatra</a:t>
            </a:r>
            <a:r>
              <a:rPr lang="en-US" dirty="0"/>
              <a:t> </a:t>
            </a:r>
            <a:r>
              <a:rPr lang="en-US" dirty="0" err="1"/>
              <a:t>tamin’ireo</a:t>
            </a:r>
            <a:r>
              <a:rPr lang="en-US" dirty="0"/>
              <a:t> </a:t>
            </a:r>
            <a:r>
              <a:rPr lang="en-US" dirty="0" err="1"/>
              <a:t>zanak’Israely</a:t>
            </a:r>
            <a:r>
              <a:rPr lang="en-US" dirty="0"/>
              <a:t>.”</a:t>
            </a:r>
            <a:endParaRPr lang="fr-FR" dirty="0"/>
          </a:p>
          <a:p>
            <a:r>
              <a:rPr lang="en-US" dirty="0" err="1"/>
              <a:t>Famaritana</a:t>
            </a:r>
            <a:r>
              <a:rPr lang="en-US" dirty="0"/>
              <a:t> </a:t>
            </a:r>
            <a:r>
              <a:rPr lang="en-US" dirty="0" err="1"/>
              <a:t>momba</a:t>
            </a:r>
            <a:r>
              <a:rPr lang="en-US" dirty="0"/>
              <a:t> </a:t>
            </a:r>
            <a:r>
              <a:rPr lang="en-US" dirty="0" err="1"/>
              <a:t>an’i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 </a:t>
            </a:r>
            <a:r>
              <a:rPr lang="en-US" dirty="0" err="1"/>
              <a:t>izy</a:t>
            </a:r>
            <a:r>
              <a:rPr lang="en-US" dirty="0"/>
              <a:t> </a:t>
            </a:r>
            <a:r>
              <a:rPr lang="en-US" dirty="0" err="1"/>
              <a:t>io</a:t>
            </a:r>
            <a:r>
              <a:rPr lang="en-US" dirty="0"/>
              <a:t>,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Izy</a:t>
            </a:r>
            <a:r>
              <a:rPr lang="en-US" dirty="0"/>
              <a:t> </a:t>
            </a:r>
            <a:r>
              <a:rPr lang="en-US" dirty="0" err="1"/>
              <a:t>irery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no </a:t>
            </a:r>
            <a:r>
              <a:rPr lang="en-US" dirty="0" err="1"/>
              <a:t>antsoina</a:t>
            </a:r>
            <a:r>
              <a:rPr lang="en-US" dirty="0"/>
              <a:t> ho </a:t>
            </a:r>
            <a:r>
              <a:rPr lang="en-US" dirty="0" err="1" smtClean="0"/>
              <a:t>ohatra</a:t>
            </a:r>
            <a:endParaRPr lang="en-US" dirty="0" smtClean="0"/>
          </a:p>
          <a:p>
            <a:r>
              <a:rPr lang="fr-FR" sz="3600" b="1" dirty="0" err="1">
                <a:latin typeface="Arial Black" panose="020B0A04020102020204" pitchFamily="34" charset="0"/>
              </a:rPr>
              <a:t>Abd</a:t>
            </a:r>
            <a:r>
              <a:rPr lang="fr-FR" sz="3600" b="1" dirty="0">
                <a:latin typeface="Arial Black" panose="020B0A04020102020204" pitchFamily="34" charset="0"/>
              </a:rPr>
              <a:t> (</a:t>
            </a:r>
            <a:r>
              <a:rPr lang="fr-FR" sz="3600" b="1" dirty="0" err="1">
                <a:latin typeface="Arial Black" panose="020B0A04020102020204" pitchFamily="34" charset="0"/>
              </a:rPr>
              <a:t>mpanompo</a:t>
            </a:r>
            <a:r>
              <a:rPr lang="fr-FR" sz="3600" b="1" dirty="0" smtClean="0">
                <a:latin typeface="Arial Black" panose="020B0A04020102020204" pitchFamily="34" charset="0"/>
              </a:rPr>
              <a:t>):</a:t>
            </a:r>
            <a:r>
              <a:rPr lang="en-US" dirty="0" err="1"/>
              <a:t>Nisa</a:t>
            </a:r>
            <a:r>
              <a:rPr lang="en-US" dirty="0"/>
              <a:t> 4:172: “</a:t>
            </a:r>
            <a:r>
              <a:rPr lang="en-US" dirty="0" err="1"/>
              <a:t>Sanatriavina</a:t>
            </a:r>
            <a:r>
              <a:rPr lang="en-US" dirty="0"/>
              <a:t> </a:t>
            </a:r>
            <a:r>
              <a:rPr lang="en-US" dirty="0" err="1"/>
              <a:t>mihitsy</a:t>
            </a:r>
            <a:r>
              <a:rPr lang="en-US" dirty="0"/>
              <a:t>! </a:t>
            </a:r>
            <a:r>
              <a:rPr lang="en-US" dirty="0" err="1"/>
              <a:t>Raha</a:t>
            </a:r>
            <a:r>
              <a:rPr lang="en-US" dirty="0"/>
              <a:t> </a:t>
            </a:r>
            <a:r>
              <a:rPr lang="en-US" dirty="0" err="1"/>
              <a:t>ilay</a:t>
            </a:r>
            <a:r>
              <a:rPr lang="en-US" dirty="0"/>
              <a:t> </a:t>
            </a:r>
            <a:r>
              <a:rPr lang="en-US" dirty="0" err="1"/>
              <a:t>Mesia</a:t>
            </a:r>
            <a:r>
              <a:rPr lang="en-US" dirty="0"/>
              <a:t> no </a:t>
            </a:r>
            <a:r>
              <a:rPr lang="en-US" dirty="0" err="1"/>
              <a:t>handà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ho </a:t>
            </a:r>
            <a:r>
              <a:rPr lang="en-US" dirty="0" err="1"/>
              <a:t>mpanompon’Andriamanitra</a:t>
            </a:r>
            <a:r>
              <a:rPr lang="en-US" dirty="0"/>
              <a:t>,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Anjely</a:t>
            </a:r>
            <a:r>
              <a:rPr lang="en-US" dirty="0"/>
              <a:t> </a:t>
            </a:r>
            <a:r>
              <a:rPr lang="en-US" dirty="0" err="1"/>
              <a:t>akaiky</a:t>
            </a:r>
            <a:r>
              <a:rPr lang="en-US" dirty="0"/>
              <a:t> (</a:t>
            </a:r>
            <a:r>
              <a:rPr lang="en-US" dirty="0" err="1"/>
              <a:t>an’Andriamanitra</a:t>
            </a:r>
            <a:r>
              <a:rPr lang="en-US" dirty="0"/>
              <a:t>).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izay</a:t>
            </a:r>
            <a:r>
              <a:rPr lang="en-US" dirty="0"/>
              <a:t> </a:t>
            </a:r>
            <a:r>
              <a:rPr lang="en-US" dirty="0" err="1"/>
              <a:t>mandà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fanompana</a:t>
            </a:r>
            <a:r>
              <a:rPr lang="en-US" dirty="0"/>
              <a:t> </a:t>
            </a:r>
            <a:r>
              <a:rPr lang="en-US" dirty="0" err="1"/>
              <a:t>Azy</a:t>
            </a:r>
            <a:r>
              <a:rPr lang="en-US" dirty="0"/>
              <a:t> </a:t>
            </a:r>
            <a:r>
              <a:rPr lang="en-US" dirty="0" err="1"/>
              <a:t>sy</a:t>
            </a:r>
            <a:r>
              <a:rPr lang="en-US" dirty="0"/>
              <a:t> </a:t>
            </a:r>
            <a:r>
              <a:rPr lang="en-US" dirty="0" err="1"/>
              <a:t>manambony</a:t>
            </a:r>
            <a:r>
              <a:rPr lang="en-US" dirty="0"/>
              <a:t> </a:t>
            </a:r>
            <a:r>
              <a:rPr lang="en-US" dirty="0" err="1"/>
              <a:t>tena</a:t>
            </a:r>
            <a:r>
              <a:rPr lang="en-US" dirty="0"/>
              <a:t>… </a:t>
            </a:r>
            <a:r>
              <a:rPr lang="en-US" dirty="0" err="1"/>
              <a:t>Mbola</a:t>
            </a:r>
            <a:r>
              <a:rPr lang="en-US" dirty="0"/>
              <a:t> </a:t>
            </a:r>
            <a:r>
              <a:rPr lang="en-US" dirty="0" err="1"/>
              <a:t>havoriny</a:t>
            </a:r>
            <a:r>
              <a:rPr lang="en-US" dirty="0"/>
              <a:t> any </a:t>
            </a:r>
            <a:r>
              <a:rPr lang="en-US" dirty="0" err="1"/>
              <a:t>aminy</a:t>
            </a:r>
            <a:r>
              <a:rPr lang="en-US" dirty="0"/>
              <a:t> </a:t>
            </a:r>
            <a:r>
              <a:rPr lang="en-US" dirty="0" err="1"/>
              <a:t>avokoa</a:t>
            </a:r>
            <a:r>
              <a:rPr lang="en-US" dirty="0"/>
              <a:t> </a:t>
            </a:r>
            <a:r>
              <a:rPr lang="en-US" dirty="0" err="1"/>
              <a:t>izy</a:t>
            </a:r>
            <a:r>
              <a:rPr lang="en-US" dirty="0"/>
              <a:t> </a:t>
            </a:r>
            <a:r>
              <a:rPr lang="en-US" dirty="0" err="1"/>
              <a:t>ireny</a:t>
            </a:r>
            <a:r>
              <a:rPr lang="en-US" dirty="0"/>
              <a:t>.”</a:t>
            </a:r>
            <a:endParaRPr lang="fr-FR" dirty="0"/>
          </a:p>
          <a:p>
            <a:r>
              <a:rPr lang="en-US" dirty="0"/>
              <a:t>I </a:t>
            </a:r>
            <a:r>
              <a:rPr lang="en-US" dirty="0" err="1"/>
              <a:t>Jesosy</a:t>
            </a:r>
            <a:r>
              <a:rPr lang="en-US" dirty="0"/>
              <a:t> no </a:t>
            </a:r>
            <a:r>
              <a:rPr lang="en-US" dirty="0" err="1"/>
              <a:t>mpanompon’Andriamanitra</a:t>
            </a:r>
            <a:r>
              <a:rPr lang="en-US" dirty="0"/>
              <a:t>, </a:t>
            </a:r>
            <a:r>
              <a:rPr lang="en-US" dirty="0" err="1"/>
              <a:t>araka</a:t>
            </a:r>
            <a:r>
              <a:rPr lang="en-US" dirty="0"/>
              <a:t> </a:t>
            </a:r>
            <a:r>
              <a:rPr lang="en-US" dirty="0" err="1"/>
              <a:t>io</a:t>
            </a:r>
            <a:r>
              <a:rPr lang="en-US" dirty="0"/>
              <a:t> </a:t>
            </a:r>
            <a:r>
              <a:rPr lang="en-US" dirty="0" err="1"/>
              <a:t>voalaza</a:t>
            </a:r>
            <a:r>
              <a:rPr lang="en-US" dirty="0"/>
              <a:t> </a:t>
            </a:r>
            <a:r>
              <a:rPr lang="en-US" dirty="0" err="1"/>
              <a:t>io</a:t>
            </a:r>
            <a:r>
              <a:rPr lang="en-US" dirty="0"/>
              <a:t>, </a:t>
            </a:r>
            <a:r>
              <a:rPr lang="en-US" dirty="0" err="1"/>
              <a:t>satria</a:t>
            </a:r>
            <a:r>
              <a:rPr lang="en-US" dirty="0"/>
              <a:t> </a:t>
            </a:r>
            <a:r>
              <a:rPr lang="en-US" dirty="0" err="1"/>
              <a:t>inoana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anatin’ny</a:t>
            </a:r>
            <a:r>
              <a:rPr lang="en-US" dirty="0"/>
              <a:t> </a:t>
            </a:r>
            <a:r>
              <a:rPr lang="en-US" dirty="0" err="1"/>
              <a:t>Kor’any</a:t>
            </a:r>
            <a:r>
              <a:rPr lang="en-US" dirty="0"/>
              <a:t> fa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mpaminany</a:t>
            </a:r>
            <a:r>
              <a:rPr lang="en-US" dirty="0"/>
              <a:t> </a:t>
            </a:r>
            <a:r>
              <a:rPr lang="en-US" dirty="0" err="1"/>
              <a:t>rehetra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mpanompon’Andriamanitra</a:t>
            </a:r>
            <a:r>
              <a:rPr lang="en-US" dirty="0"/>
              <a:t> </a:t>
            </a:r>
            <a:r>
              <a:rPr lang="en-US" dirty="0" err="1"/>
              <a:t>avokoa</a:t>
            </a:r>
            <a:r>
              <a:rPr lang="en-US" dirty="0"/>
              <a:t>. </a:t>
            </a:r>
            <a:endParaRPr lang="fr-FR" dirty="0"/>
          </a:p>
          <a:p>
            <a:endParaRPr lang="fr-FR" sz="36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0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EB7C30-ECE4-1782-1E5C-C34A3F65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94538"/>
            <a:ext cx="12000651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Ireo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anarana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niantsoana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an’i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Jesosy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fony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Izy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Tonga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Nofo</a:t>
            </a:r>
            <a:endParaRPr lang="en-KE" sz="4000" b="1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sz="3600" b="1" dirty="0" err="1">
                <a:latin typeface="Arial Black" panose="020B0A04020102020204" pitchFamily="34" charset="0"/>
              </a:rPr>
              <a:t>Nabiy</a:t>
            </a:r>
            <a:r>
              <a:rPr lang="fr-FR" sz="3600" b="1" dirty="0">
                <a:latin typeface="Arial Black" panose="020B0A04020102020204" pitchFamily="34" charset="0"/>
              </a:rPr>
              <a:t> (</a:t>
            </a:r>
            <a:r>
              <a:rPr lang="fr-FR" sz="3600" b="1" dirty="0" err="1">
                <a:latin typeface="Arial Black" panose="020B0A04020102020204" pitchFamily="34" charset="0"/>
              </a:rPr>
              <a:t>mpaminany</a:t>
            </a:r>
            <a:r>
              <a:rPr lang="fr-FR" sz="3600" b="1" dirty="0" smtClean="0">
                <a:latin typeface="Arial Black" panose="020B0A04020102020204" pitchFamily="34" charset="0"/>
              </a:rPr>
              <a:t>):</a:t>
            </a:r>
            <a:r>
              <a:rPr lang="en-US" dirty="0"/>
              <a:t>Mariam 19:30: “Fa hoy </a:t>
            </a:r>
            <a:r>
              <a:rPr lang="en-US" dirty="0" err="1"/>
              <a:t>izy</a:t>
            </a:r>
            <a:r>
              <a:rPr lang="en-US" dirty="0"/>
              <a:t> (</a:t>
            </a:r>
            <a:r>
              <a:rPr lang="en-US" dirty="0" err="1"/>
              <a:t>zazakely</a:t>
            </a:r>
            <a:r>
              <a:rPr lang="en-US" dirty="0"/>
              <a:t>): ‘</a:t>
            </a:r>
            <a:r>
              <a:rPr lang="en-US" dirty="0" err="1"/>
              <a:t>Tena</a:t>
            </a:r>
            <a:r>
              <a:rPr lang="en-US" dirty="0"/>
              <a:t> </a:t>
            </a:r>
            <a:r>
              <a:rPr lang="en-US" dirty="0" err="1"/>
              <a:t>mpanompon’Andriamanitra</a:t>
            </a:r>
            <a:r>
              <a:rPr lang="en-US" dirty="0"/>
              <a:t> marina </a:t>
            </a:r>
            <a:r>
              <a:rPr lang="en-US" dirty="0" err="1"/>
              <a:t>aho</a:t>
            </a:r>
            <a:r>
              <a:rPr lang="en-US" dirty="0"/>
              <a:t>. </a:t>
            </a:r>
            <a:r>
              <a:rPr lang="en-US" dirty="0" err="1"/>
              <a:t>Nanome</a:t>
            </a:r>
            <a:r>
              <a:rPr lang="en-US" dirty="0"/>
              <a:t> </a:t>
            </a:r>
            <a:r>
              <a:rPr lang="en-US" dirty="0" err="1"/>
              <a:t>ahy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Boky</a:t>
            </a:r>
            <a:r>
              <a:rPr lang="en-US" dirty="0"/>
              <a:t> </a:t>
            </a:r>
            <a:r>
              <a:rPr lang="en-US" dirty="0" err="1"/>
              <a:t>Izy</a:t>
            </a:r>
            <a:r>
              <a:rPr lang="en-US" dirty="0"/>
              <a:t>,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nanendry</a:t>
            </a:r>
            <a:r>
              <a:rPr lang="en-US" dirty="0"/>
              <a:t> </a:t>
            </a:r>
            <a:r>
              <a:rPr lang="en-US" dirty="0" err="1"/>
              <a:t>ahy</a:t>
            </a:r>
            <a:r>
              <a:rPr lang="en-US" dirty="0"/>
              <a:t> ho </a:t>
            </a:r>
            <a:r>
              <a:rPr lang="en-US" dirty="0" err="1"/>
              <a:t>Mpaminany</a:t>
            </a:r>
            <a:r>
              <a:rPr lang="en-US" dirty="0"/>
              <a:t>.’”</a:t>
            </a:r>
            <a:endParaRPr lang="fr-FR" dirty="0"/>
          </a:p>
          <a:p>
            <a:r>
              <a:rPr lang="fr-FR" sz="3600" b="1" dirty="0" err="1">
                <a:latin typeface="Arial Black" panose="020B0A04020102020204" pitchFamily="34" charset="0"/>
              </a:rPr>
              <a:t>Rasool</a:t>
            </a:r>
            <a:r>
              <a:rPr lang="fr-FR" sz="3600" b="1" dirty="0">
                <a:latin typeface="Arial Black" panose="020B0A04020102020204" pitchFamily="34" charset="0"/>
              </a:rPr>
              <a:t> (</a:t>
            </a:r>
            <a:r>
              <a:rPr lang="fr-FR" sz="3600" b="1" dirty="0" err="1">
                <a:latin typeface="Arial Black" panose="020B0A04020102020204" pitchFamily="34" charset="0"/>
              </a:rPr>
              <a:t>iraka</a:t>
            </a:r>
            <a:r>
              <a:rPr lang="fr-FR" sz="3600" b="1" dirty="0" smtClean="0">
                <a:latin typeface="Arial Black" panose="020B0A04020102020204" pitchFamily="34" charset="0"/>
              </a:rPr>
              <a:t>): </a:t>
            </a:r>
            <a:r>
              <a:rPr lang="en-US" dirty="0" smtClean="0"/>
              <a:t>Maida </a:t>
            </a:r>
            <a:r>
              <a:rPr lang="en-US" dirty="0"/>
              <a:t>5:75: “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iza</a:t>
            </a:r>
            <a:r>
              <a:rPr lang="en-US" dirty="0"/>
              <a:t> </a:t>
            </a:r>
            <a:r>
              <a:rPr lang="en-US" dirty="0" err="1"/>
              <a:t>akory</a:t>
            </a:r>
            <a:r>
              <a:rPr lang="en-US" dirty="0"/>
              <a:t> </a:t>
            </a:r>
            <a:r>
              <a:rPr lang="en-US" dirty="0" err="1"/>
              <a:t>ilay</a:t>
            </a:r>
            <a:r>
              <a:rPr lang="en-US" dirty="0"/>
              <a:t> </a:t>
            </a:r>
            <a:r>
              <a:rPr lang="en-US" dirty="0" err="1"/>
              <a:t>Mesia</a:t>
            </a:r>
            <a:r>
              <a:rPr lang="en-US" dirty="0"/>
              <a:t> </a:t>
            </a:r>
            <a:r>
              <a:rPr lang="en-US" dirty="0" err="1"/>
              <a:t>zana’i</a:t>
            </a:r>
            <a:r>
              <a:rPr lang="en-US" dirty="0"/>
              <a:t> Maria, fa </a:t>
            </a:r>
            <a:r>
              <a:rPr lang="en-US" dirty="0" err="1"/>
              <a:t>Iraka</a:t>
            </a:r>
            <a:r>
              <a:rPr lang="en-US" dirty="0"/>
              <a:t> </a:t>
            </a:r>
            <a:r>
              <a:rPr lang="en-US" dirty="0" err="1"/>
              <a:t>fotsiny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 smtClean="0"/>
              <a:t>.”</a:t>
            </a:r>
          </a:p>
          <a:p>
            <a:r>
              <a:rPr lang="fr-FR" dirty="0" err="1">
                <a:latin typeface="Arial Black" panose="020B0A04020102020204" pitchFamily="34" charset="0"/>
              </a:rPr>
              <a:t>Rasool</a:t>
            </a:r>
            <a:r>
              <a:rPr lang="fr-FR" dirty="0">
                <a:latin typeface="Arial Black" panose="020B0A04020102020204" pitchFamily="34" charset="0"/>
              </a:rPr>
              <a:t>-Allah (</a:t>
            </a:r>
            <a:r>
              <a:rPr lang="fr-FR" dirty="0" err="1">
                <a:latin typeface="Arial Black" panose="020B0A04020102020204" pitchFamily="34" charset="0"/>
              </a:rPr>
              <a:t>irak’Andriamanitra</a:t>
            </a:r>
            <a:r>
              <a:rPr lang="fr-FR" dirty="0" smtClean="0">
                <a:latin typeface="Arial Black" panose="020B0A04020102020204" pitchFamily="34" charset="0"/>
              </a:rPr>
              <a:t>):</a:t>
            </a:r>
            <a:r>
              <a:rPr lang="en-US" dirty="0" err="1"/>
              <a:t>Nisa</a:t>
            </a:r>
            <a:r>
              <a:rPr lang="en-US" dirty="0"/>
              <a:t> 4:171: “Ry </a:t>
            </a:r>
            <a:r>
              <a:rPr lang="en-US" dirty="0" err="1"/>
              <a:t>olon’ny</a:t>
            </a:r>
            <a:r>
              <a:rPr lang="en-US" dirty="0"/>
              <a:t> </a:t>
            </a:r>
            <a:r>
              <a:rPr lang="en-US" dirty="0" err="1"/>
              <a:t>boky</a:t>
            </a:r>
            <a:r>
              <a:rPr lang="en-US" dirty="0"/>
              <a:t>! </a:t>
            </a:r>
            <a:r>
              <a:rPr lang="en-US" dirty="0" err="1"/>
              <a:t>Aoka</a:t>
            </a:r>
            <a:r>
              <a:rPr lang="en-US" dirty="0"/>
              <a:t> </a:t>
            </a:r>
            <a:r>
              <a:rPr lang="en-US" dirty="0" err="1"/>
              <a:t>ianareo</a:t>
            </a:r>
            <a:r>
              <a:rPr lang="en-US" dirty="0"/>
              <a:t>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hanao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tafahoatra</a:t>
            </a:r>
            <a:r>
              <a:rPr lang="en-US" dirty="0"/>
              <a:t> </a:t>
            </a:r>
            <a:r>
              <a:rPr lang="en-US" dirty="0" err="1"/>
              <a:t>eo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finoanareo</a:t>
            </a:r>
            <a:r>
              <a:rPr lang="en-US" dirty="0"/>
              <a:t>,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aza</a:t>
            </a:r>
            <a:r>
              <a:rPr lang="en-US" dirty="0"/>
              <a:t> </a:t>
            </a:r>
            <a:r>
              <a:rPr lang="en-US" dirty="0" err="1"/>
              <a:t>miteny</a:t>
            </a:r>
            <a:r>
              <a:rPr lang="en-US" dirty="0"/>
              <a:t> </a:t>
            </a:r>
            <a:r>
              <a:rPr lang="en-US" dirty="0" err="1"/>
              <a:t>momba</a:t>
            </a:r>
            <a:r>
              <a:rPr lang="en-US" dirty="0"/>
              <a:t> </a:t>
            </a:r>
            <a:r>
              <a:rPr lang="en-US" dirty="0" err="1"/>
              <a:t>an’Andriamanitra</a:t>
            </a:r>
            <a:r>
              <a:rPr lang="en-US" dirty="0"/>
              <a:t> </a:t>
            </a:r>
            <a:r>
              <a:rPr lang="en-US" dirty="0" err="1"/>
              <a:t>afa-tsy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marina. Fa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Mesia</a:t>
            </a:r>
            <a:r>
              <a:rPr lang="en-US" dirty="0"/>
              <a:t> </a:t>
            </a:r>
            <a:r>
              <a:rPr lang="en-US" dirty="0" err="1"/>
              <a:t>Jesoa</a:t>
            </a:r>
            <a:r>
              <a:rPr lang="en-US" dirty="0"/>
              <a:t> </a:t>
            </a:r>
            <a:r>
              <a:rPr lang="en-US" dirty="0" err="1"/>
              <a:t>zanak’i</a:t>
            </a:r>
            <a:r>
              <a:rPr lang="en-US" dirty="0"/>
              <a:t> Maria,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inona</a:t>
            </a:r>
            <a:r>
              <a:rPr lang="en-US" dirty="0"/>
              <a:t> fa </a:t>
            </a:r>
            <a:r>
              <a:rPr lang="en-US" dirty="0" err="1"/>
              <a:t>Irak’Andriamanitra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, </a:t>
            </a:r>
            <a:r>
              <a:rPr lang="en-US" dirty="0" err="1"/>
              <a:t>teniny</a:t>
            </a:r>
            <a:r>
              <a:rPr lang="en-US" dirty="0"/>
              <a:t> </a:t>
            </a:r>
            <a:r>
              <a:rPr lang="en-US" dirty="0" err="1"/>
              <a:t>nalefany</a:t>
            </a:r>
            <a:r>
              <a:rPr lang="en-US" dirty="0"/>
              <a:t> </a:t>
            </a:r>
            <a:r>
              <a:rPr lang="en-US" dirty="0" err="1"/>
              <a:t>tamin’i</a:t>
            </a:r>
            <a:r>
              <a:rPr lang="en-US" dirty="0"/>
              <a:t> Maria, </a:t>
            </a:r>
            <a:r>
              <a:rPr lang="en-US" dirty="0" err="1"/>
              <a:t>sy</a:t>
            </a:r>
            <a:r>
              <a:rPr lang="en-US" dirty="0"/>
              <a:t> </a:t>
            </a:r>
            <a:r>
              <a:rPr lang="en-US" dirty="0" err="1"/>
              <a:t>fanahy</a:t>
            </a:r>
            <a:r>
              <a:rPr lang="en-US" dirty="0"/>
              <a:t> </a:t>
            </a:r>
            <a:r>
              <a:rPr lang="en-US" dirty="0" err="1"/>
              <a:t>avy</a:t>
            </a:r>
            <a:r>
              <a:rPr lang="en-US" dirty="0"/>
              <a:t> </a:t>
            </a:r>
            <a:r>
              <a:rPr lang="en-US" dirty="0" err="1"/>
              <a:t>Aminy</a:t>
            </a:r>
            <a:r>
              <a:rPr lang="en-US" dirty="0"/>
              <a:t>.”</a:t>
            </a:r>
            <a:endParaRPr lang="fr-FR" dirty="0"/>
          </a:p>
          <a:p>
            <a:endParaRPr lang="fr-FR" dirty="0">
              <a:latin typeface="Arial Black" panose="020B0A04020102020204" pitchFamily="34" charset="0"/>
            </a:endParaRPr>
          </a:p>
          <a:p>
            <a:endParaRPr lang="fr-FR" sz="36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327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EB7C30-ECE4-1782-1E5C-C34A3F65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94538"/>
            <a:ext cx="12000651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Ireo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anarana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niantsoana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an’i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Jesosy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fony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Izy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Tonga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Nofo</a:t>
            </a:r>
            <a:endParaRPr lang="en-KE" sz="4000" b="1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" y="1825625"/>
            <a:ext cx="12191994" cy="4351338"/>
          </a:xfrm>
        </p:spPr>
        <p:txBody>
          <a:bodyPr>
            <a:normAutofit/>
          </a:bodyPr>
          <a:lstStyle/>
          <a:p>
            <a:r>
              <a:rPr lang="fr-FR" sz="3600" b="1" dirty="0" err="1">
                <a:latin typeface="Arial Black" panose="020B0A04020102020204" pitchFamily="34" charset="0"/>
              </a:rPr>
              <a:t>Mufaddal</a:t>
            </a:r>
            <a:r>
              <a:rPr lang="fr-FR" sz="3600" b="1" dirty="0">
                <a:latin typeface="Arial Black" panose="020B0A04020102020204" pitchFamily="34" charset="0"/>
              </a:rPr>
              <a:t> (</a:t>
            </a:r>
            <a:r>
              <a:rPr lang="fr-FR" sz="3600" b="1" dirty="0" err="1">
                <a:latin typeface="Arial Black" panose="020B0A04020102020204" pitchFamily="34" charset="0"/>
              </a:rPr>
              <a:t>ilay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nomena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tombom-pahasoavana</a:t>
            </a:r>
            <a:r>
              <a:rPr lang="fr-FR" sz="3600" b="1" dirty="0" smtClean="0">
                <a:latin typeface="Arial Black" panose="020B0A04020102020204" pitchFamily="34" charset="0"/>
              </a:rPr>
              <a:t>):</a:t>
            </a:r>
          </a:p>
          <a:p>
            <a:r>
              <a:rPr lang="en-US" dirty="0" err="1"/>
              <a:t>Baqarah</a:t>
            </a:r>
            <a:r>
              <a:rPr lang="en-US" dirty="0"/>
              <a:t> 2:253: “</a:t>
            </a:r>
            <a:r>
              <a:rPr lang="en-US" dirty="0" err="1"/>
              <a:t>Amin’ireny</a:t>
            </a:r>
            <a:r>
              <a:rPr lang="en-US" dirty="0"/>
              <a:t> </a:t>
            </a:r>
            <a:r>
              <a:rPr lang="en-US" dirty="0" err="1"/>
              <a:t>Iraka</a:t>
            </a:r>
            <a:r>
              <a:rPr lang="en-US" dirty="0"/>
              <a:t> </a:t>
            </a:r>
            <a:r>
              <a:rPr lang="en-US" dirty="0" err="1"/>
              <a:t>ireny</a:t>
            </a:r>
            <a:r>
              <a:rPr lang="en-US" dirty="0"/>
              <a:t>,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misy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sasany</a:t>
            </a:r>
            <a:r>
              <a:rPr lang="en-US" dirty="0"/>
              <a:t> </a:t>
            </a:r>
            <a:r>
              <a:rPr lang="en-US" dirty="0" err="1"/>
              <a:t>nomenay</a:t>
            </a:r>
            <a:r>
              <a:rPr lang="en-US" dirty="0"/>
              <a:t> </a:t>
            </a:r>
            <a:r>
              <a:rPr lang="en-US" dirty="0" err="1"/>
              <a:t>tombom-pahasoavana</a:t>
            </a:r>
            <a:r>
              <a:rPr lang="en-US" dirty="0"/>
              <a:t> </a:t>
            </a:r>
            <a:r>
              <a:rPr lang="en-US" dirty="0" err="1"/>
              <a:t>mihoatra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hafa</a:t>
            </a:r>
            <a:r>
              <a:rPr lang="en-US" dirty="0"/>
              <a:t>. </a:t>
            </a:r>
            <a:r>
              <a:rPr lang="en-US" dirty="0" err="1"/>
              <a:t>Misy</a:t>
            </a:r>
            <a:r>
              <a:rPr lang="en-US" dirty="0"/>
              <a:t> </a:t>
            </a:r>
            <a:r>
              <a:rPr lang="en-US" dirty="0" err="1"/>
              <a:t>amin’izy</a:t>
            </a:r>
            <a:r>
              <a:rPr lang="en-US" dirty="0"/>
              <a:t> </a:t>
            </a:r>
            <a:r>
              <a:rPr lang="en-US" dirty="0" err="1"/>
              <a:t>ireny</a:t>
            </a:r>
            <a:r>
              <a:rPr lang="en-US" dirty="0"/>
              <a:t> no </a:t>
            </a:r>
            <a:r>
              <a:rPr lang="en-US" dirty="0" err="1"/>
              <a:t>nitenenan’Andriamanitra</a:t>
            </a:r>
            <a:r>
              <a:rPr lang="en-US" dirty="0"/>
              <a:t> </a:t>
            </a:r>
            <a:r>
              <a:rPr lang="en-US" dirty="0" err="1"/>
              <a:t>mivantana</a:t>
            </a:r>
            <a:r>
              <a:rPr lang="en-US" dirty="0"/>
              <a:t>;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sasany</a:t>
            </a:r>
            <a:r>
              <a:rPr lang="en-US" dirty="0"/>
              <a:t> </a:t>
            </a:r>
            <a:r>
              <a:rPr lang="en-US" dirty="0" err="1"/>
              <a:t>tamin’izy</a:t>
            </a:r>
            <a:r>
              <a:rPr lang="en-US" dirty="0"/>
              <a:t> </a:t>
            </a:r>
            <a:r>
              <a:rPr lang="en-US" dirty="0" err="1"/>
              <a:t>ireny</a:t>
            </a:r>
            <a:r>
              <a:rPr lang="en-US" dirty="0"/>
              <a:t> </a:t>
            </a:r>
            <a:r>
              <a:rPr lang="en-US" dirty="0" err="1"/>
              <a:t>nasandrany</a:t>
            </a:r>
            <a:r>
              <a:rPr lang="en-US" dirty="0"/>
              <a:t> </a:t>
            </a:r>
            <a:r>
              <a:rPr lang="en-US" dirty="0" err="1"/>
              <a:t>voninahitra</a:t>
            </a:r>
            <a:r>
              <a:rPr lang="en-US" dirty="0"/>
              <a:t>. </a:t>
            </a:r>
            <a:r>
              <a:rPr lang="en-US" dirty="0" err="1"/>
              <a:t>Nomenay</a:t>
            </a:r>
            <a:r>
              <a:rPr lang="en-US" dirty="0"/>
              <a:t> </a:t>
            </a:r>
            <a:r>
              <a:rPr lang="en-US" dirty="0" err="1"/>
              <a:t>porofo</a:t>
            </a:r>
            <a:r>
              <a:rPr lang="en-US" dirty="0"/>
              <a:t> </a:t>
            </a:r>
            <a:r>
              <a:rPr lang="en-US" dirty="0" err="1"/>
              <a:t>miharihary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Jesoa</a:t>
            </a:r>
            <a:r>
              <a:rPr lang="en-US" dirty="0"/>
              <a:t> </a:t>
            </a:r>
            <a:r>
              <a:rPr lang="en-US" dirty="0" err="1"/>
              <a:t>zanak’i</a:t>
            </a:r>
            <a:r>
              <a:rPr lang="en-US" dirty="0"/>
              <a:t> Maria,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notohananay</a:t>
            </a:r>
            <a:r>
              <a:rPr lang="en-US" dirty="0"/>
              <a:t> </a:t>
            </a:r>
            <a:r>
              <a:rPr lang="en-US" dirty="0" err="1"/>
              <a:t>tamin’ny</a:t>
            </a:r>
            <a:r>
              <a:rPr lang="en-US" dirty="0"/>
              <a:t> </a:t>
            </a:r>
            <a:r>
              <a:rPr lang="en-US" dirty="0" err="1"/>
              <a:t>Fanahy</a:t>
            </a:r>
            <a:r>
              <a:rPr lang="en-US" dirty="0"/>
              <a:t> </a:t>
            </a:r>
            <a:r>
              <a:rPr lang="en-US" dirty="0" err="1"/>
              <a:t>Masina</a:t>
            </a:r>
            <a:r>
              <a:rPr lang="en-US" dirty="0"/>
              <a:t> </a:t>
            </a:r>
            <a:r>
              <a:rPr lang="en-US" dirty="0" err="1"/>
              <a:t>izy</a:t>
            </a:r>
            <a:r>
              <a:rPr lang="en-US" dirty="0"/>
              <a:t>.”</a:t>
            </a:r>
            <a:endParaRPr lang="fr-FR" dirty="0"/>
          </a:p>
          <a:p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anatin’ny</a:t>
            </a:r>
            <a:r>
              <a:rPr lang="en-US" dirty="0"/>
              <a:t> </a:t>
            </a:r>
            <a:r>
              <a:rPr lang="en-US" dirty="0" err="1"/>
              <a:t>finoana</a:t>
            </a:r>
            <a:r>
              <a:rPr lang="en-US" dirty="0"/>
              <a:t> </a:t>
            </a:r>
            <a:r>
              <a:rPr lang="en-US" dirty="0" err="1"/>
              <a:t>Islamo</a:t>
            </a:r>
            <a:r>
              <a:rPr lang="en-US" dirty="0"/>
              <a:t>,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mpaminany</a:t>
            </a:r>
            <a:r>
              <a:rPr lang="en-US" dirty="0"/>
              <a:t> </a:t>
            </a:r>
            <a:r>
              <a:rPr lang="en-US" dirty="0" err="1"/>
              <a:t>rehetra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mitovy</a:t>
            </a:r>
            <a:r>
              <a:rPr lang="en-US" dirty="0"/>
              <a:t>, </a:t>
            </a:r>
            <a:r>
              <a:rPr lang="en-US" dirty="0" err="1"/>
              <a:t>kanefa</a:t>
            </a:r>
            <a:r>
              <a:rPr lang="en-US" dirty="0"/>
              <a:t> </a:t>
            </a:r>
            <a:r>
              <a:rPr lang="en-US" dirty="0" err="1"/>
              <a:t>ity</a:t>
            </a:r>
            <a:r>
              <a:rPr lang="en-US" dirty="0"/>
              <a:t> </a:t>
            </a:r>
            <a:r>
              <a:rPr lang="en-US" dirty="0" err="1"/>
              <a:t>andininy</a:t>
            </a:r>
            <a:r>
              <a:rPr lang="en-US" dirty="0"/>
              <a:t> </a:t>
            </a:r>
            <a:r>
              <a:rPr lang="en-US" dirty="0" err="1"/>
              <a:t>ity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milaza</a:t>
            </a:r>
            <a:r>
              <a:rPr lang="en-US" dirty="0"/>
              <a:t> hoe </a:t>
            </a:r>
            <a:r>
              <a:rPr lang="en-US" dirty="0" err="1"/>
              <a:t>nomen’Andriamanitra</a:t>
            </a:r>
            <a:r>
              <a:rPr lang="en-US" dirty="0"/>
              <a:t> </a:t>
            </a:r>
            <a:r>
              <a:rPr lang="en-US" dirty="0" err="1"/>
              <a:t>tombom-pahasoavana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sasany</a:t>
            </a:r>
            <a:r>
              <a:rPr lang="en-US" dirty="0"/>
              <a:t>. </a:t>
            </a:r>
            <a:endParaRPr lang="fr-FR" dirty="0"/>
          </a:p>
          <a:p>
            <a:endParaRPr lang="fr-FR" sz="36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512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EB7C30-ECE4-1782-1E5C-C34A3F65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94538"/>
            <a:ext cx="12000651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Ireo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anarana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niantsoana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an’i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Jesosy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fony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Izy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Tonga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Nofo</a:t>
            </a:r>
            <a:endParaRPr lang="en-KE" sz="4000" b="1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" y="1825625"/>
            <a:ext cx="12191994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Io </a:t>
            </a:r>
            <a:r>
              <a:rPr lang="en-US" dirty="0" err="1"/>
              <a:t>andininy</a:t>
            </a:r>
            <a:r>
              <a:rPr lang="en-US" dirty="0"/>
              <a:t> </a:t>
            </a:r>
            <a:r>
              <a:rPr lang="en-US" dirty="0" err="1"/>
              <a:t>io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momba</a:t>
            </a:r>
            <a:r>
              <a:rPr lang="en-US" dirty="0"/>
              <a:t> </a:t>
            </a:r>
            <a:r>
              <a:rPr lang="en-US" dirty="0" err="1"/>
              <a:t>an’i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. </a:t>
            </a:r>
            <a:r>
              <a:rPr lang="en-US" dirty="0" err="1"/>
              <a:t>Raha</a:t>
            </a:r>
            <a:r>
              <a:rPr lang="en-US" dirty="0"/>
              <a:t> </a:t>
            </a:r>
            <a:r>
              <a:rPr lang="en-US" dirty="0" err="1"/>
              <a:t>lazaina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teny</a:t>
            </a:r>
            <a:r>
              <a:rPr lang="en-US" dirty="0"/>
              <a:t> </a:t>
            </a:r>
            <a:r>
              <a:rPr lang="en-US" dirty="0" err="1"/>
              <a:t>hafa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milaza</a:t>
            </a:r>
            <a:r>
              <a:rPr lang="en-US" dirty="0"/>
              <a:t> </a:t>
            </a:r>
            <a:r>
              <a:rPr lang="en-US" dirty="0" err="1"/>
              <a:t>io</a:t>
            </a:r>
            <a:r>
              <a:rPr lang="en-US" dirty="0"/>
              <a:t> </a:t>
            </a:r>
            <a:r>
              <a:rPr lang="en-US" dirty="0" err="1"/>
              <a:t>andininy</a:t>
            </a:r>
            <a:r>
              <a:rPr lang="en-US" dirty="0"/>
              <a:t> </a:t>
            </a:r>
            <a:r>
              <a:rPr lang="en-US" dirty="0" err="1"/>
              <a:t>io</a:t>
            </a:r>
            <a:r>
              <a:rPr lang="en-US" dirty="0"/>
              <a:t> hoe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mpaminany</a:t>
            </a:r>
            <a:r>
              <a:rPr lang="en-US" dirty="0"/>
              <a:t> </a:t>
            </a:r>
            <a:r>
              <a:rPr lang="en-US" dirty="0" err="1"/>
              <a:t>sasany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nomen’Andriamanitra</a:t>
            </a:r>
            <a:r>
              <a:rPr lang="en-US" dirty="0"/>
              <a:t> </a:t>
            </a:r>
            <a:r>
              <a:rPr lang="en-US" dirty="0" err="1"/>
              <a:t>tombom-pahasoavana</a:t>
            </a:r>
            <a:r>
              <a:rPr lang="en-US" dirty="0"/>
              <a:t> </a:t>
            </a:r>
            <a:r>
              <a:rPr lang="en-US" dirty="0" err="1"/>
              <a:t>ambony</a:t>
            </a:r>
            <a:r>
              <a:rPr lang="en-US" dirty="0"/>
              <a:t> </a:t>
            </a:r>
            <a:r>
              <a:rPr lang="en-US" dirty="0" err="1"/>
              <a:t>kokoa</a:t>
            </a:r>
            <a:r>
              <a:rPr lang="en-US" dirty="0"/>
              <a:t> </a:t>
            </a:r>
            <a:r>
              <a:rPr lang="en-US" dirty="0" err="1"/>
              <a:t>noho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hafa</a:t>
            </a:r>
            <a:r>
              <a:rPr lang="en-US" dirty="0"/>
              <a:t>, </a:t>
            </a:r>
            <a:r>
              <a:rPr lang="en-US" dirty="0" err="1"/>
              <a:t>izay</a:t>
            </a:r>
            <a:r>
              <a:rPr lang="en-US" dirty="0"/>
              <a:t> </a:t>
            </a:r>
            <a:r>
              <a:rPr lang="en-US" dirty="0" err="1"/>
              <a:t>mifanohitra</a:t>
            </a:r>
            <a:r>
              <a:rPr lang="en-US" dirty="0"/>
              <a:t> </a:t>
            </a:r>
            <a:r>
              <a:rPr lang="en-US" dirty="0" err="1"/>
              <a:t>tanteraka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fomba</a:t>
            </a:r>
            <a:r>
              <a:rPr lang="en-US" dirty="0"/>
              <a:t> </a:t>
            </a:r>
            <a:r>
              <a:rPr lang="en-US" dirty="0" err="1"/>
              <a:t>fisainan’ny</a:t>
            </a:r>
            <a:r>
              <a:rPr lang="en-US" dirty="0"/>
              <a:t> </a:t>
            </a:r>
            <a:r>
              <a:rPr lang="en-US" dirty="0" err="1"/>
              <a:t>mpino</a:t>
            </a:r>
            <a:r>
              <a:rPr lang="en-US" dirty="0"/>
              <a:t> </a:t>
            </a:r>
            <a:r>
              <a:rPr lang="en-US" dirty="0" err="1"/>
              <a:t>Islamo</a:t>
            </a:r>
            <a:r>
              <a:rPr lang="en-US" dirty="0"/>
              <a:t>. Io </a:t>
            </a:r>
            <a:r>
              <a:rPr lang="en-US" dirty="0" err="1"/>
              <a:t>andininy</a:t>
            </a:r>
            <a:r>
              <a:rPr lang="en-US" dirty="0"/>
              <a:t> </a:t>
            </a:r>
            <a:r>
              <a:rPr lang="en-US" dirty="0" err="1"/>
              <a:t>io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milaza</a:t>
            </a:r>
            <a:r>
              <a:rPr lang="en-US" dirty="0"/>
              <a:t> hoe </a:t>
            </a:r>
            <a:r>
              <a:rPr lang="en-US" dirty="0" err="1"/>
              <a:t>nanome</a:t>
            </a:r>
            <a:r>
              <a:rPr lang="en-US" dirty="0"/>
              <a:t> </a:t>
            </a:r>
            <a:r>
              <a:rPr lang="en-US" dirty="0" err="1"/>
              <a:t>fanomezana</a:t>
            </a:r>
            <a:r>
              <a:rPr lang="en-US" dirty="0"/>
              <a:t> ho </a:t>
            </a:r>
            <a:r>
              <a:rPr lang="en-US" dirty="0" err="1"/>
              <a:t>an’io</a:t>
            </a:r>
            <a:r>
              <a:rPr lang="en-US" dirty="0"/>
              <a:t> </a:t>
            </a:r>
            <a:r>
              <a:rPr lang="en-US" dirty="0" err="1"/>
              <a:t>iray</a:t>
            </a:r>
            <a:r>
              <a:rPr lang="en-US" dirty="0"/>
              <a:t> </a:t>
            </a:r>
            <a:r>
              <a:rPr lang="en-US" dirty="0" err="1"/>
              <a:t>io</a:t>
            </a:r>
            <a:r>
              <a:rPr lang="en-US" dirty="0"/>
              <a:t> </a:t>
            </a:r>
            <a:r>
              <a:rPr lang="en-US" dirty="0" err="1"/>
              <a:t>Andriamanitra</a:t>
            </a:r>
            <a:r>
              <a:rPr lang="en-US" dirty="0"/>
              <a:t>, </a:t>
            </a:r>
            <a:r>
              <a:rPr lang="en-US" dirty="0" err="1"/>
              <a:t>saingy</a:t>
            </a:r>
            <a:r>
              <a:rPr lang="en-US" dirty="0"/>
              <a:t> </a:t>
            </a:r>
            <a:r>
              <a:rPr lang="en-US" dirty="0" err="1"/>
              <a:t>anarana</a:t>
            </a:r>
            <a:r>
              <a:rPr lang="en-US" dirty="0"/>
              <a:t> </a:t>
            </a:r>
            <a:r>
              <a:rPr lang="en-US" dirty="0" err="1"/>
              <a:t>tokana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no </a:t>
            </a:r>
            <a:r>
              <a:rPr lang="en-US" dirty="0" err="1"/>
              <a:t>voatonona</a:t>
            </a:r>
            <a:r>
              <a:rPr lang="en-US" dirty="0"/>
              <a:t> </a:t>
            </a:r>
            <a:r>
              <a:rPr lang="en-US" dirty="0" err="1"/>
              <a:t>eo</a:t>
            </a:r>
            <a:r>
              <a:rPr lang="en-US" dirty="0"/>
              <a:t>,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izany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midika</a:t>
            </a:r>
            <a:r>
              <a:rPr lang="en-US" dirty="0"/>
              <a:t> fa </a:t>
            </a:r>
            <a:r>
              <a:rPr lang="en-US" dirty="0" err="1"/>
              <a:t>nahazo</a:t>
            </a:r>
            <a:r>
              <a:rPr lang="en-US" dirty="0"/>
              <a:t> </a:t>
            </a:r>
            <a:r>
              <a:rPr lang="en-US" dirty="0" err="1"/>
              <a:t>tombom-pahasoavana</a:t>
            </a:r>
            <a:r>
              <a:rPr lang="en-US" dirty="0"/>
              <a:t> </a:t>
            </a:r>
            <a:r>
              <a:rPr lang="en-US" dirty="0" err="1"/>
              <a:t>mihoatra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hafa</a:t>
            </a:r>
            <a:r>
              <a:rPr lang="en-US" dirty="0"/>
              <a:t> </a:t>
            </a:r>
            <a:r>
              <a:rPr lang="en-US" dirty="0" err="1"/>
              <a:t>Izy</a:t>
            </a:r>
            <a:r>
              <a:rPr lang="en-US" dirty="0"/>
              <a:t>. </a:t>
            </a:r>
            <a:endParaRPr lang="fr-FR" dirty="0"/>
          </a:p>
          <a:p>
            <a:pPr lvl="0"/>
            <a:r>
              <a:rPr lang="en-US" dirty="0" err="1"/>
              <a:t>Tsara</a:t>
            </a:r>
            <a:r>
              <a:rPr lang="en-US" dirty="0"/>
              <a:t> </a:t>
            </a:r>
            <a:r>
              <a:rPr lang="en-US" dirty="0" err="1"/>
              <a:t>apetraka</a:t>
            </a:r>
            <a:r>
              <a:rPr lang="en-US" dirty="0"/>
              <a:t> </a:t>
            </a:r>
            <a:r>
              <a:rPr lang="en-US" dirty="0" err="1"/>
              <a:t>eto</a:t>
            </a:r>
            <a:r>
              <a:rPr lang="en-US" dirty="0"/>
              <a:t> </a:t>
            </a:r>
            <a:r>
              <a:rPr lang="en-US" dirty="0" err="1"/>
              <a:t>amin’izay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fanontaniana</a:t>
            </a:r>
            <a:r>
              <a:rPr lang="en-US" dirty="0"/>
              <a:t> hoe: “</a:t>
            </a:r>
            <a:r>
              <a:rPr lang="en-US" dirty="0" err="1"/>
              <a:t>Inona</a:t>
            </a:r>
            <a:r>
              <a:rPr lang="en-US" dirty="0"/>
              <a:t> no </a:t>
            </a:r>
            <a:r>
              <a:rPr lang="en-US" dirty="0" err="1"/>
              <a:t>tena</a:t>
            </a:r>
            <a:r>
              <a:rPr lang="en-US" dirty="0"/>
              <a:t> </a:t>
            </a:r>
            <a:r>
              <a:rPr lang="en-US" dirty="0" err="1"/>
              <a:t>tian’Andriamanitra</a:t>
            </a:r>
            <a:r>
              <a:rPr lang="en-US" dirty="0"/>
              <a:t> </a:t>
            </a:r>
            <a:r>
              <a:rPr lang="en-US" dirty="0" err="1"/>
              <a:t>lazaina</a:t>
            </a:r>
            <a:r>
              <a:rPr lang="en-US" dirty="0"/>
              <a:t> </a:t>
            </a:r>
            <a:r>
              <a:rPr lang="en-US" dirty="0" err="1"/>
              <a:t>momba</a:t>
            </a:r>
            <a:r>
              <a:rPr lang="en-US" dirty="0"/>
              <a:t> </a:t>
            </a:r>
            <a:r>
              <a:rPr lang="en-US" dirty="0" err="1"/>
              <a:t>an’i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anatin’io</a:t>
            </a:r>
            <a:r>
              <a:rPr lang="en-US" dirty="0"/>
              <a:t> </a:t>
            </a:r>
            <a:r>
              <a:rPr lang="en-US" dirty="0" err="1"/>
              <a:t>andininy</a:t>
            </a:r>
            <a:r>
              <a:rPr lang="en-US" dirty="0"/>
              <a:t> </a:t>
            </a:r>
            <a:r>
              <a:rPr lang="en-US" dirty="0" err="1"/>
              <a:t>io</a:t>
            </a:r>
            <a:r>
              <a:rPr lang="en-US" dirty="0"/>
              <a:t>? </a:t>
            </a:r>
            <a:endParaRPr lang="fr-FR" dirty="0"/>
          </a:p>
          <a:p>
            <a:pPr lvl="0"/>
            <a:r>
              <a:rPr lang="en-US" dirty="0"/>
              <a:t>Moa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io</a:t>
            </a:r>
            <a:r>
              <a:rPr lang="en-US" dirty="0"/>
              <a:t> </a:t>
            </a:r>
            <a:r>
              <a:rPr lang="en-US" dirty="0" err="1"/>
              <a:t>andininy</a:t>
            </a:r>
            <a:r>
              <a:rPr lang="en-US" dirty="0"/>
              <a:t> </a:t>
            </a:r>
            <a:r>
              <a:rPr lang="en-US" dirty="0" err="1"/>
              <a:t>io</a:t>
            </a:r>
            <a:r>
              <a:rPr lang="en-US" dirty="0"/>
              <a:t> </a:t>
            </a:r>
            <a:r>
              <a:rPr lang="en-US" dirty="0" err="1"/>
              <a:t>milaza</a:t>
            </a:r>
            <a:r>
              <a:rPr lang="en-US" dirty="0"/>
              <a:t> fa </a:t>
            </a:r>
            <a:r>
              <a:rPr lang="en-US" dirty="0" err="1"/>
              <a:t>nahazo</a:t>
            </a:r>
            <a:r>
              <a:rPr lang="en-US" dirty="0"/>
              <a:t> </a:t>
            </a:r>
            <a:r>
              <a:rPr lang="en-US" dirty="0" err="1"/>
              <a:t>tombom-pahasoavana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</a:t>
            </a:r>
            <a:r>
              <a:rPr lang="en-US" dirty="0" err="1"/>
              <a:t>koa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Mosesy</a:t>
            </a:r>
            <a:r>
              <a:rPr lang="en-US" dirty="0"/>
              <a:t>?</a:t>
            </a:r>
            <a:endParaRPr lang="fr-FR" dirty="0"/>
          </a:p>
          <a:p>
            <a:pPr lvl="0"/>
            <a:r>
              <a:rPr lang="en-US" dirty="0"/>
              <a:t>Moa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io</a:t>
            </a:r>
            <a:r>
              <a:rPr lang="en-US" dirty="0"/>
              <a:t> </a:t>
            </a:r>
            <a:r>
              <a:rPr lang="en-US" dirty="0" err="1"/>
              <a:t>andininy</a:t>
            </a:r>
            <a:r>
              <a:rPr lang="en-US" dirty="0"/>
              <a:t> </a:t>
            </a:r>
            <a:r>
              <a:rPr lang="en-US" dirty="0" err="1"/>
              <a:t>io</a:t>
            </a:r>
            <a:r>
              <a:rPr lang="en-US" dirty="0"/>
              <a:t> </a:t>
            </a:r>
            <a:r>
              <a:rPr lang="en-US" dirty="0" err="1"/>
              <a:t>milaza</a:t>
            </a:r>
            <a:r>
              <a:rPr lang="en-US" dirty="0"/>
              <a:t> fa </a:t>
            </a:r>
            <a:r>
              <a:rPr lang="en-US" dirty="0" err="1"/>
              <a:t>nahazo</a:t>
            </a:r>
            <a:r>
              <a:rPr lang="en-US" dirty="0"/>
              <a:t> </a:t>
            </a:r>
            <a:r>
              <a:rPr lang="en-US" dirty="0" err="1"/>
              <a:t>tombom-pahasoavana</a:t>
            </a:r>
            <a:r>
              <a:rPr lang="en-US" dirty="0"/>
              <a:t> </a:t>
            </a:r>
            <a:r>
              <a:rPr lang="en-US" dirty="0" err="1"/>
              <a:t>mihoatra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hafa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Solomona? </a:t>
            </a:r>
            <a:r>
              <a:rPr lang="en-US" dirty="0" err="1"/>
              <a:t>Tsia</a:t>
            </a:r>
            <a:r>
              <a:rPr lang="en-US" dirty="0"/>
              <a:t>,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anaran’i</a:t>
            </a:r>
            <a:r>
              <a:rPr lang="en-US" dirty="0"/>
              <a:t> Solomona </a:t>
            </a:r>
            <a:r>
              <a:rPr lang="en-US" dirty="0" err="1"/>
              <a:t>akory</a:t>
            </a:r>
            <a:r>
              <a:rPr lang="en-US" dirty="0"/>
              <a:t> no </a:t>
            </a:r>
            <a:r>
              <a:rPr lang="en-US" dirty="0" err="1"/>
              <a:t>voalaza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, fa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anaran’i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 </a:t>
            </a:r>
            <a:r>
              <a:rPr lang="en-US" dirty="0" err="1"/>
              <a:t>irery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. </a:t>
            </a:r>
            <a:endParaRPr lang="fr-FR" dirty="0"/>
          </a:p>
          <a:p>
            <a:endParaRPr lang="fr-FR" sz="36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9970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638812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 bwMode="auto">
          <a:xfrm>
            <a:off x="1" y="1756954"/>
            <a:ext cx="6388128" cy="510104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 lvl="0"/>
            <a:r>
              <a:rPr lang="fr-FR" dirty="0">
                <a:solidFill>
                  <a:srgbClr val="FFFF00"/>
                </a:solidFill>
                <a:latin typeface="Arial Black" panose="020B0A04020102020204" pitchFamily="34" charset="0"/>
              </a:rPr>
              <a:t>Al-</a:t>
            </a:r>
            <a:r>
              <a:rPr lang="fr-FR" dirty="0" err="1">
                <a:solidFill>
                  <a:srgbClr val="FFFF00"/>
                </a:solidFill>
                <a:latin typeface="Arial Black" panose="020B0A04020102020204" pitchFamily="34" charset="0"/>
              </a:rPr>
              <a:t>Maseeh</a:t>
            </a:r>
            <a:r>
              <a:rPr lang="fr-FR" dirty="0">
                <a:solidFill>
                  <a:srgbClr val="FFFF00"/>
                </a:solidFill>
                <a:latin typeface="Arial Black" panose="020B0A04020102020204" pitchFamily="34" charset="0"/>
              </a:rPr>
              <a:t> (</a:t>
            </a:r>
            <a:r>
              <a:rPr lang="fr-FR" dirty="0" err="1">
                <a:solidFill>
                  <a:srgbClr val="FFFF00"/>
                </a:solidFill>
                <a:latin typeface="Arial Black" panose="020B0A04020102020204" pitchFamily="34" charset="0"/>
              </a:rPr>
              <a:t>Ilay</a:t>
            </a:r>
            <a:r>
              <a:rPr lang="fr-FR" dirty="0">
                <a:solidFill>
                  <a:srgbClr val="FFFF00"/>
                </a:solidFill>
                <a:latin typeface="Arial Black" panose="020B0A04020102020204" pitchFamily="34" charset="0"/>
              </a:rPr>
              <a:t> </a:t>
            </a:r>
            <a:r>
              <a:rPr lang="fr-FR" dirty="0" err="1">
                <a:solidFill>
                  <a:srgbClr val="FFFF00"/>
                </a:solidFill>
                <a:latin typeface="Arial Black" panose="020B0A04020102020204" pitchFamily="34" charset="0"/>
              </a:rPr>
              <a:t>Mesia</a:t>
            </a:r>
            <a:r>
              <a:rPr lang="fr-FR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):</a:t>
            </a:r>
            <a:r>
              <a:rPr lang="en-US" sz="3300" b="1" dirty="0" err="1">
                <a:solidFill>
                  <a:schemeClr val="bg1"/>
                </a:solidFill>
              </a:rPr>
              <a:t>Nisa</a:t>
            </a:r>
            <a:r>
              <a:rPr lang="en-US" sz="3300" b="1" dirty="0">
                <a:solidFill>
                  <a:schemeClr val="bg1"/>
                </a:solidFill>
              </a:rPr>
              <a:t> 4:172: “</a:t>
            </a:r>
            <a:r>
              <a:rPr lang="en-US" sz="3300" b="1" dirty="0" err="1">
                <a:solidFill>
                  <a:schemeClr val="bg1"/>
                </a:solidFill>
              </a:rPr>
              <a:t>Sanatriavina</a:t>
            </a:r>
            <a:r>
              <a:rPr lang="en-US" sz="3300" b="1" dirty="0">
                <a:solidFill>
                  <a:schemeClr val="bg1"/>
                </a:solidFill>
              </a:rPr>
              <a:t> </a:t>
            </a:r>
            <a:r>
              <a:rPr lang="en-US" sz="3300" b="1" dirty="0" err="1">
                <a:solidFill>
                  <a:schemeClr val="bg1"/>
                </a:solidFill>
              </a:rPr>
              <a:t>mihitsy</a:t>
            </a:r>
            <a:r>
              <a:rPr lang="en-US" sz="3300" b="1" dirty="0">
                <a:solidFill>
                  <a:schemeClr val="bg1"/>
                </a:solidFill>
              </a:rPr>
              <a:t>! </a:t>
            </a:r>
            <a:r>
              <a:rPr lang="en-US" sz="3300" b="1" dirty="0" err="1">
                <a:solidFill>
                  <a:schemeClr val="bg1"/>
                </a:solidFill>
              </a:rPr>
              <a:t>Raha</a:t>
            </a:r>
            <a:r>
              <a:rPr lang="en-US" sz="3300" b="1" dirty="0">
                <a:solidFill>
                  <a:schemeClr val="bg1"/>
                </a:solidFill>
              </a:rPr>
              <a:t> </a:t>
            </a:r>
            <a:r>
              <a:rPr lang="en-US" sz="3300" b="1" dirty="0" err="1">
                <a:solidFill>
                  <a:schemeClr val="bg1"/>
                </a:solidFill>
              </a:rPr>
              <a:t>ilay</a:t>
            </a:r>
            <a:r>
              <a:rPr lang="en-US" sz="3300" b="1" dirty="0">
                <a:solidFill>
                  <a:schemeClr val="bg1"/>
                </a:solidFill>
              </a:rPr>
              <a:t> </a:t>
            </a:r>
            <a:r>
              <a:rPr lang="en-US" sz="3300" b="1" dirty="0" err="1">
                <a:solidFill>
                  <a:schemeClr val="bg1"/>
                </a:solidFill>
              </a:rPr>
              <a:t>Mesia</a:t>
            </a:r>
            <a:r>
              <a:rPr lang="en-US" sz="3300" b="1" dirty="0">
                <a:solidFill>
                  <a:schemeClr val="bg1"/>
                </a:solidFill>
              </a:rPr>
              <a:t> no </a:t>
            </a:r>
            <a:r>
              <a:rPr lang="en-US" sz="3300" b="1" dirty="0" err="1">
                <a:solidFill>
                  <a:schemeClr val="bg1"/>
                </a:solidFill>
              </a:rPr>
              <a:t>handà</a:t>
            </a:r>
            <a:r>
              <a:rPr lang="en-US" sz="3300" b="1" dirty="0">
                <a:solidFill>
                  <a:schemeClr val="bg1"/>
                </a:solidFill>
              </a:rPr>
              <a:t> </a:t>
            </a:r>
            <a:r>
              <a:rPr lang="en-US" sz="3300" b="1" dirty="0" err="1">
                <a:solidFill>
                  <a:schemeClr val="bg1"/>
                </a:solidFill>
              </a:rPr>
              <a:t>ny</a:t>
            </a:r>
            <a:r>
              <a:rPr lang="en-US" sz="3300" b="1" dirty="0">
                <a:solidFill>
                  <a:schemeClr val="bg1"/>
                </a:solidFill>
              </a:rPr>
              <a:t> ho </a:t>
            </a:r>
            <a:r>
              <a:rPr lang="en-US" sz="3300" b="1" dirty="0" err="1">
                <a:solidFill>
                  <a:schemeClr val="bg1"/>
                </a:solidFill>
              </a:rPr>
              <a:t>mpanompon’Andriamanitra</a:t>
            </a:r>
            <a:r>
              <a:rPr lang="en-US" sz="3300" b="1" dirty="0">
                <a:solidFill>
                  <a:schemeClr val="bg1"/>
                </a:solidFill>
              </a:rPr>
              <a:t>…”</a:t>
            </a:r>
            <a:endParaRPr lang="fr-FR" sz="3300" b="1" dirty="0">
              <a:solidFill>
                <a:schemeClr val="bg1"/>
              </a:solidFill>
            </a:endParaRPr>
          </a:p>
          <a:p>
            <a:pPr lvl="0"/>
            <a:r>
              <a:rPr lang="en-US" sz="3300" b="1" dirty="0" err="1">
                <a:solidFill>
                  <a:schemeClr val="bg1"/>
                </a:solidFill>
              </a:rPr>
              <a:t>Olon-tokana</a:t>
            </a:r>
            <a:r>
              <a:rPr lang="en-US" sz="3300" b="1" dirty="0">
                <a:solidFill>
                  <a:schemeClr val="bg1"/>
                </a:solidFill>
              </a:rPr>
              <a:t> </a:t>
            </a:r>
            <a:r>
              <a:rPr lang="en-US" sz="3300" b="1" dirty="0" err="1">
                <a:solidFill>
                  <a:schemeClr val="bg1"/>
                </a:solidFill>
              </a:rPr>
              <a:t>ihany</a:t>
            </a:r>
            <a:r>
              <a:rPr lang="en-US" sz="3300" b="1" dirty="0">
                <a:solidFill>
                  <a:schemeClr val="bg1"/>
                </a:solidFill>
              </a:rPr>
              <a:t> no </a:t>
            </a:r>
            <a:r>
              <a:rPr lang="en-US" sz="3300" b="1" dirty="0" err="1">
                <a:solidFill>
                  <a:schemeClr val="bg1"/>
                </a:solidFill>
              </a:rPr>
              <a:t>Mesia</a:t>
            </a:r>
            <a:r>
              <a:rPr lang="en-US" sz="3300" b="1" dirty="0">
                <a:solidFill>
                  <a:schemeClr val="bg1"/>
                </a:solidFill>
              </a:rPr>
              <a:t> </a:t>
            </a:r>
            <a:r>
              <a:rPr lang="en-US" sz="3300" b="1" dirty="0" err="1">
                <a:solidFill>
                  <a:schemeClr val="bg1"/>
                </a:solidFill>
              </a:rPr>
              <a:t>ao</a:t>
            </a:r>
            <a:r>
              <a:rPr lang="en-US" sz="3300" b="1" dirty="0">
                <a:solidFill>
                  <a:schemeClr val="bg1"/>
                </a:solidFill>
              </a:rPr>
              <a:t> </a:t>
            </a:r>
            <a:r>
              <a:rPr lang="en-US" sz="3300" b="1" dirty="0" err="1">
                <a:solidFill>
                  <a:schemeClr val="bg1"/>
                </a:solidFill>
              </a:rPr>
              <a:t>anatin’ny</a:t>
            </a:r>
            <a:r>
              <a:rPr lang="en-US" sz="3300" b="1" dirty="0">
                <a:solidFill>
                  <a:schemeClr val="bg1"/>
                </a:solidFill>
              </a:rPr>
              <a:t> </a:t>
            </a:r>
            <a:r>
              <a:rPr lang="en-US" sz="3300" b="1" dirty="0" err="1">
                <a:solidFill>
                  <a:schemeClr val="bg1"/>
                </a:solidFill>
              </a:rPr>
              <a:t>Kor’any</a:t>
            </a:r>
            <a:r>
              <a:rPr lang="en-US" sz="3300" b="1" dirty="0">
                <a:solidFill>
                  <a:schemeClr val="bg1"/>
                </a:solidFill>
              </a:rPr>
              <a:t>, </a:t>
            </a:r>
            <a:r>
              <a:rPr lang="en-US" sz="3300" b="1" dirty="0" err="1">
                <a:solidFill>
                  <a:schemeClr val="bg1"/>
                </a:solidFill>
              </a:rPr>
              <a:t>dia</a:t>
            </a:r>
            <a:r>
              <a:rPr lang="en-US" sz="3300" b="1" dirty="0">
                <a:solidFill>
                  <a:schemeClr val="bg1"/>
                </a:solidFill>
              </a:rPr>
              <a:t> </a:t>
            </a:r>
            <a:r>
              <a:rPr lang="en-US" sz="3300" b="1" dirty="0" err="1">
                <a:solidFill>
                  <a:schemeClr val="bg1"/>
                </a:solidFill>
              </a:rPr>
              <a:t>i</a:t>
            </a:r>
            <a:r>
              <a:rPr lang="en-US" sz="3300" b="1" dirty="0">
                <a:solidFill>
                  <a:schemeClr val="bg1"/>
                </a:solidFill>
              </a:rPr>
              <a:t> </a:t>
            </a:r>
            <a:r>
              <a:rPr lang="en-US" sz="3300" b="1" dirty="0" err="1">
                <a:solidFill>
                  <a:schemeClr val="bg1"/>
                </a:solidFill>
              </a:rPr>
              <a:t>Jesosy</a:t>
            </a:r>
            <a:r>
              <a:rPr lang="en-US" sz="3300" b="1" dirty="0" smtClean="0">
                <a:solidFill>
                  <a:schemeClr val="bg1"/>
                </a:solidFill>
              </a:rPr>
              <a:t>.</a:t>
            </a:r>
          </a:p>
          <a:p>
            <a:pPr lvl="0"/>
            <a:r>
              <a:rPr lang="fr-FR" sz="3300" b="1" dirty="0" err="1">
                <a:solidFill>
                  <a:srgbClr val="FFFF00"/>
                </a:solidFill>
                <a:latin typeface="Arial Black" panose="020B0A04020102020204" pitchFamily="34" charset="0"/>
              </a:rPr>
              <a:t>Ayah</a:t>
            </a:r>
            <a:r>
              <a:rPr lang="fr-FR" sz="3300" b="1" dirty="0">
                <a:solidFill>
                  <a:srgbClr val="FFFF00"/>
                </a:solidFill>
                <a:latin typeface="Arial Black" panose="020B0A04020102020204" pitchFamily="34" charset="0"/>
              </a:rPr>
              <a:t> (</a:t>
            </a:r>
            <a:r>
              <a:rPr lang="fr-FR" sz="3300" b="1" dirty="0" err="1">
                <a:solidFill>
                  <a:srgbClr val="FFFF00"/>
                </a:solidFill>
                <a:latin typeface="Arial Black" panose="020B0A04020102020204" pitchFamily="34" charset="0"/>
              </a:rPr>
              <a:t>famantarana</a:t>
            </a:r>
            <a:r>
              <a:rPr lang="fr-FR" sz="3300" b="1" dirty="0">
                <a:solidFill>
                  <a:srgbClr val="FFFF00"/>
                </a:solidFill>
                <a:latin typeface="Arial Black" panose="020B0A04020102020204" pitchFamily="34" charset="0"/>
              </a:rPr>
              <a:t>, </a:t>
            </a:r>
            <a:r>
              <a:rPr lang="fr-FR" sz="3300" b="1" dirty="0" err="1">
                <a:solidFill>
                  <a:srgbClr val="FFFF00"/>
                </a:solidFill>
                <a:latin typeface="Arial Black" panose="020B0A04020102020204" pitchFamily="34" charset="0"/>
              </a:rPr>
              <a:t>fahagagana</a:t>
            </a:r>
            <a:r>
              <a:rPr lang="fr-FR" sz="3300" b="1" dirty="0">
                <a:solidFill>
                  <a:srgbClr val="FFFF00"/>
                </a:solidFill>
                <a:latin typeface="Arial Black" panose="020B0A04020102020204" pitchFamily="34" charset="0"/>
              </a:rPr>
              <a:t>):</a:t>
            </a:r>
            <a:r>
              <a:rPr lang="fr-FR" sz="3300" b="1" dirty="0" err="1">
                <a:solidFill>
                  <a:srgbClr val="FFFF00"/>
                </a:solidFill>
                <a:latin typeface="Arial Black" panose="020B0A04020102020204" pitchFamily="34" charset="0"/>
              </a:rPr>
              <a:t>Anibiya</a:t>
            </a:r>
            <a:r>
              <a:rPr lang="fr-FR" sz="3300" b="1" dirty="0">
                <a:solidFill>
                  <a:srgbClr val="FFFF00"/>
                </a:solidFill>
                <a:latin typeface="Arial Black" panose="020B0A04020102020204" pitchFamily="34" charset="0"/>
              </a:rPr>
              <a:t> 21:91: </a:t>
            </a:r>
            <a:r>
              <a:rPr lang="fr-FR" sz="3300" b="1" dirty="0">
                <a:solidFill>
                  <a:schemeClr val="bg1"/>
                </a:solidFill>
                <a:latin typeface="Arial Black" panose="020B0A04020102020204" pitchFamily="34" charset="0"/>
              </a:rPr>
              <a:t>“</a:t>
            </a:r>
            <a:r>
              <a:rPr lang="fr-FR" sz="33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Ary</a:t>
            </a:r>
            <a:r>
              <a:rPr lang="fr-FR" sz="33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sz="33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ilay</a:t>
            </a:r>
            <a:r>
              <a:rPr lang="fr-FR" sz="33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sz="33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vehivavy</a:t>
            </a:r>
            <a:r>
              <a:rPr lang="fr-FR" sz="33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sz="33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izay</a:t>
            </a:r>
            <a:r>
              <a:rPr lang="fr-FR" sz="33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sz="33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nanaja</a:t>
            </a:r>
            <a:r>
              <a:rPr lang="fr-FR" sz="33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sz="33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ny</a:t>
            </a:r>
            <a:r>
              <a:rPr lang="fr-FR" sz="33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sz="33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fahadiovam-pitondrantenany</a:t>
            </a:r>
            <a:r>
              <a:rPr lang="fr-FR" sz="3300" b="1" dirty="0">
                <a:solidFill>
                  <a:schemeClr val="bg1"/>
                </a:solidFill>
                <a:latin typeface="Arial Black" panose="020B0A04020102020204" pitchFamily="34" charset="0"/>
              </a:rPr>
              <a:t> (</a:t>
            </a:r>
            <a:r>
              <a:rPr lang="fr-FR" sz="33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virijiny</a:t>
            </a:r>
            <a:r>
              <a:rPr lang="fr-FR" sz="3300" b="1" dirty="0">
                <a:solidFill>
                  <a:schemeClr val="bg1"/>
                </a:solidFill>
                <a:latin typeface="Arial Black" panose="020B0A04020102020204" pitchFamily="34" charset="0"/>
              </a:rPr>
              <a:t>), ka </a:t>
            </a:r>
            <a:r>
              <a:rPr lang="fr-FR" sz="33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notsofonay</a:t>
            </a:r>
            <a:r>
              <a:rPr lang="fr-FR" sz="3300" b="1" dirty="0">
                <a:solidFill>
                  <a:schemeClr val="bg1"/>
                </a:solidFill>
                <a:latin typeface="Arial Black" panose="020B0A04020102020204" pitchFamily="34" charset="0"/>
              </a:rPr>
              <a:t> tao </a:t>
            </a:r>
            <a:r>
              <a:rPr lang="fr-FR" sz="33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aminy</a:t>
            </a:r>
            <a:r>
              <a:rPr lang="fr-FR" sz="33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sz="33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ny</a:t>
            </a:r>
            <a:r>
              <a:rPr lang="fr-FR" sz="33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sz="33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fanahy</a:t>
            </a:r>
            <a:r>
              <a:rPr lang="fr-FR" sz="33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sz="33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avy</a:t>
            </a:r>
            <a:r>
              <a:rPr lang="fr-FR" sz="33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sz="33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Aminay</a:t>
            </a:r>
            <a:r>
              <a:rPr lang="fr-FR" sz="3300" b="1" dirty="0">
                <a:solidFill>
                  <a:schemeClr val="bg1"/>
                </a:solidFill>
                <a:latin typeface="Arial Black" panose="020B0A04020102020204" pitchFamily="34" charset="0"/>
              </a:rPr>
              <a:t>, dia </a:t>
            </a:r>
            <a:r>
              <a:rPr lang="fr-FR" sz="33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nataonay</a:t>
            </a:r>
            <a:r>
              <a:rPr lang="fr-FR" sz="3300" b="1" dirty="0">
                <a:solidFill>
                  <a:schemeClr val="bg1"/>
                </a:solidFill>
                <a:latin typeface="Arial Black" panose="020B0A04020102020204" pitchFamily="34" charset="0"/>
              </a:rPr>
              <a:t> ho </a:t>
            </a:r>
            <a:r>
              <a:rPr lang="fr-FR" sz="33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famantarana</a:t>
            </a:r>
            <a:r>
              <a:rPr lang="fr-FR" sz="3300" b="1" dirty="0">
                <a:solidFill>
                  <a:schemeClr val="bg1"/>
                </a:solidFill>
                <a:latin typeface="Arial Black" panose="020B0A04020102020204" pitchFamily="34" charset="0"/>
              </a:rPr>
              <a:t> (</a:t>
            </a:r>
            <a:r>
              <a:rPr lang="fr-FR" sz="33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fahagagana</a:t>
            </a:r>
            <a:r>
              <a:rPr lang="fr-FR" sz="3300" b="1" dirty="0">
                <a:solidFill>
                  <a:schemeClr val="bg1"/>
                </a:solidFill>
                <a:latin typeface="Arial Black" panose="020B0A04020102020204" pitchFamily="34" charset="0"/>
              </a:rPr>
              <a:t>) ho </a:t>
            </a:r>
            <a:r>
              <a:rPr lang="fr-FR" sz="33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an’izao</a:t>
            </a:r>
            <a:r>
              <a:rPr lang="fr-FR" sz="33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sz="33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tontolo</a:t>
            </a:r>
            <a:r>
              <a:rPr lang="fr-FR" sz="33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sz="33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izao</a:t>
            </a:r>
            <a:r>
              <a:rPr lang="fr-FR" sz="33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sz="33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sy</a:t>
            </a:r>
            <a:r>
              <a:rPr lang="fr-FR" sz="33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sz="33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ny</a:t>
            </a:r>
            <a:r>
              <a:rPr lang="fr-FR" sz="3300" b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sz="3300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zanany</a:t>
            </a:r>
            <a:r>
              <a:rPr lang="fr-FR" sz="3300" b="1" dirty="0">
                <a:solidFill>
                  <a:schemeClr val="bg1"/>
                </a:solidFill>
                <a:latin typeface="Arial Black" panose="020B0A04020102020204" pitchFamily="34" charset="0"/>
              </a:rPr>
              <a:t>.”</a:t>
            </a:r>
            <a:endParaRPr lang="fr-FR" sz="33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>
              <a:defRPr/>
            </a:pPr>
            <a:r>
              <a:rPr lang="fr-FR" dirty="0">
                <a:solidFill>
                  <a:srgbClr val="FFFF00"/>
                </a:solidFill>
                <a:latin typeface="Arial Black" panose="020B0A04020102020204" pitchFamily="34" charset="0"/>
              </a:rPr>
              <a:t>Mariam 19:21: 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“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Ary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hoy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izy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: ‘Ho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tanteraka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izany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! Mora ho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Ahy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izany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,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hoy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ny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Tomponao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!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Ary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hataonay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famantarana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ho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an’ny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olona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izy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,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sy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famindram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-po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avy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Aminay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.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Raharaha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efa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tapaka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izany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.” </a:t>
            </a:r>
            <a:endParaRPr lang="fr-FR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0" indent="0">
              <a:buNone/>
              <a:defRPr/>
            </a:pPr>
            <a:r>
              <a:rPr lang="fr-FR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•I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Jesosy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dia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fahagagana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na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famantarana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avy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amin’Andriamanitra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,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ary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Izy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irery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ihany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no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mpaminany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antsoina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hoe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famantarana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.</a:t>
            </a:r>
            <a:endParaRPr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2"/>
          <a:srcRect l="15385" r="27635"/>
          <a:stretch/>
        </p:blipFill>
        <p:spPr bwMode="auto">
          <a:xfrm>
            <a:off x="6095999" y="10"/>
            <a:ext cx="6105655" cy="685799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63352" y="87213"/>
            <a:ext cx="11090448" cy="1325563"/>
          </a:xfrm>
        </p:spPr>
        <p:txBody>
          <a:bodyPr>
            <a:normAutofit fontScale="90000"/>
          </a:bodyPr>
          <a:lstStyle/>
          <a:p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Ireo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Anarana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Hiantsoana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an’i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Jesosy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amin’ny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Maha-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Mendrikaja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Arial Black" panose="020B0A04020102020204" pitchFamily="34" charset="0"/>
              </a:rPr>
              <a:t>Azy</a:t>
            </a:r>
            <a:r>
              <a:rPr lang="fr-FR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96896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EB7C30-ECE4-1782-1E5C-C34A3F65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94538"/>
            <a:ext cx="12000651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Ireo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Anarana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Hiantsoana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an’i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Jesosy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amin’ny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Maha-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Mendrikaja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Azy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endParaRPr lang="en-KE" sz="4000" b="1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" y="1825625"/>
            <a:ext cx="12191994" cy="4351338"/>
          </a:xfrm>
        </p:spPr>
        <p:txBody>
          <a:bodyPr>
            <a:normAutofit lnSpcReduction="10000"/>
          </a:bodyPr>
          <a:lstStyle/>
          <a:p>
            <a:r>
              <a:rPr lang="fr-FR" sz="3600" b="1" dirty="0" err="1">
                <a:latin typeface="Arial Black" panose="020B0A04020102020204" pitchFamily="34" charset="0"/>
              </a:rPr>
              <a:t>Mubarak</a:t>
            </a:r>
            <a:r>
              <a:rPr lang="fr-FR" sz="3600" b="1" dirty="0">
                <a:latin typeface="Arial Black" panose="020B0A04020102020204" pitchFamily="34" charset="0"/>
              </a:rPr>
              <a:t> (blessing</a:t>
            </a:r>
            <a:r>
              <a:rPr lang="fr-FR" sz="3600" b="1" dirty="0" smtClean="0">
                <a:latin typeface="Arial Black" panose="020B0A04020102020204" pitchFamily="34" charset="0"/>
              </a:rPr>
              <a:t>):</a:t>
            </a:r>
            <a:r>
              <a:rPr lang="en-US" dirty="0"/>
              <a:t>Mariam 19:31: “Na </a:t>
            </a:r>
            <a:r>
              <a:rPr lang="en-US" dirty="0" err="1"/>
              <a:t>aiza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aiza</a:t>
            </a:r>
            <a:r>
              <a:rPr lang="en-US" dirty="0"/>
              <a:t> </a:t>
            </a:r>
            <a:r>
              <a:rPr lang="en-US" dirty="0" err="1"/>
              <a:t>misy</a:t>
            </a:r>
            <a:r>
              <a:rPr lang="en-US" dirty="0"/>
              <a:t> </a:t>
            </a:r>
            <a:r>
              <a:rPr lang="en-US" dirty="0" err="1"/>
              <a:t>ahy</a:t>
            </a:r>
            <a:r>
              <a:rPr lang="en-US" dirty="0"/>
              <a:t>,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nohamasininy</a:t>
            </a:r>
            <a:r>
              <a:rPr lang="en-US" dirty="0"/>
              <a:t> </a:t>
            </a:r>
            <a:r>
              <a:rPr lang="en-US" dirty="0" err="1"/>
              <a:t>aho</a:t>
            </a:r>
            <a:r>
              <a:rPr lang="en-US" dirty="0"/>
              <a:t>,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nandidy</a:t>
            </a:r>
            <a:r>
              <a:rPr lang="en-US" dirty="0"/>
              <a:t> </a:t>
            </a:r>
            <a:r>
              <a:rPr lang="en-US" dirty="0" err="1"/>
              <a:t>ahy</a:t>
            </a:r>
            <a:r>
              <a:rPr lang="en-US" dirty="0"/>
              <a:t> </a:t>
            </a:r>
            <a:r>
              <a:rPr lang="en-US" dirty="0" err="1"/>
              <a:t>hanatanteraka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vavaka</a:t>
            </a:r>
            <a:r>
              <a:rPr lang="en-US" dirty="0"/>
              <a:t> </a:t>
            </a:r>
            <a:r>
              <a:rPr lang="en-US" dirty="0" err="1"/>
              <a:t>fanompoana</a:t>
            </a:r>
            <a:r>
              <a:rPr lang="en-US" dirty="0"/>
              <a:t> (</a:t>
            </a:r>
            <a:r>
              <a:rPr lang="en-US" dirty="0" err="1"/>
              <a:t>soalat</a:t>
            </a:r>
            <a:r>
              <a:rPr lang="en-US" dirty="0"/>
              <a:t>) </a:t>
            </a:r>
            <a:r>
              <a:rPr lang="en-US" dirty="0" err="1"/>
              <a:t>sy</a:t>
            </a:r>
            <a:r>
              <a:rPr lang="en-US" dirty="0"/>
              <a:t> </a:t>
            </a:r>
            <a:r>
              <a:rPr lang="en-US" dirty="0" err="1"/>
              <a:t>harena</a:t>
            </a:r>
            <a:r>
              <a:rPr lang="en-US" dirty="0"/>
              <a:t> </a:t>
            </a:r>
            <a:r>
              <a:rPr lang="en-US" dirty="0" err="1"/>
              <a:t>fiantrana</a:t>
            </a:r>
            <a:r>
              <a:rPr lang="en-US" dirty="0"/>
              <a:t> (zakat) </a:t>
            </a:r>
            <a:r>
              <a:rPr lang="en-US" dirty="0" err="1"/>
              <a:t>Izy</a:t>
            </a:r>
            <a:r>
              <a:rPr lang="en-US" dirty="0"/>
              <a:t>, </a:t>
            </a:r>
            <a:r>
              <a:rPr lang="en-US" dirty="0" err="1"/>
              <a:t>raha</a:t>
            </a:r>
            <a:r>
              <a:rPr lang="en-US" dirty="0"/>
              <a:t> </a:t>
            </a:r>
            <a:r>
              <a:rPr lang="en-US" dirty="0" err="1"/>
              <a:t>mbola</a:t>
            </a:r>
            <a:r>
              <a:rPr lang="en-US" dirty="0"/>
              <a:t> </a:t>
            </a:r>
            <a:r>
              <a:rPr lang="en-US" dirty="0" err="1"/>
              <a:t>velona</a:t>
            </a:r>
            <a:r>
              <a:rPr lang="en-US" dirty="0"/>
              <a:t> </a:t>
            </a:r>
            <a:r>
              <a:rPr lang="en-US" dirty="0" err="1"/>
              <a:t>aho</a:t>
            </a:r>
            <a:r>
              <a:rPr lang="en-US" dirty="0"/>
              <a:t>.”</a:t>
            </a:r>
            <a:endParaRPr lang="fr-FR" dirty="0"/>
          </a:p>
          <a:p>
            <a:r>
              <a:rPr lang="en-US" dirty="0" err="1"/>
              <a:t>Olon-tokana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no </a:t>
            </a:r>
            <a:r>
              <a:rPr lang="en-US" dirty="0" err="1"/>
              <a:t>antsoina</a:t>
            </a:r>
            <a:r>
              <a:rPr lang="en-US" dirty="0"/>
              <a:t> hoe “</a:t>
            </a:r>
            <a:r>
              <a:rPr lang="en-US" dirty="0" err="1"/>
              <a:t>nohamasinina</a:t>
            </a:r>
            <a:r>
              <a:rPr lang="en-US" dirty="0"/>
              <a:t>,”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Kor’any</a:t>
            </a:r>
            <a:r>
              <a:rPr lang="en-US" dirty="0"/>
              <a:t>. </a:t>
            </a:r>
            <a:r>
              <a:rPr lang="en-US" dirty="0" err="1"/>
              <a:t>Imbetsaka</a:t>
            </a:r>
            <a:r>
              <a:rPr lang="en-US" dirty="0"/>
              <a:t> no </a:t>
            </a:r>
            <a:r>
              <a:rPr lang="en-US" dirty="0" err="1"/>
              <a:t>voatonona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anatin’ny</a:t>
            </a:r>
            <a:r>
              <a:rPr lang="en-US" dirty="0"/>
              <a:t> </a:t>
            </a:r>
            <a:r>
              <a:rPr lang="en-US" dirty="0" err="1"/>
              <a:t>Baiboly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filazana</a:t>
            </a:r>
            <a:r>
              <a:rPr lang="en-US" dirty="0"/>
              <a:t> hoe “</a:t>
            </a:r>
            <a:r>
              <a:rPr lang="en-US" dirty="0" err="1"/>
              <a:t>nohamasinina</a:t>
            </a:r>
            <a:r>
              <a:rPr lang="en-US" dirty="0"/>
              <a:t>”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olona</a:t>
            </a:r>
            <a:r>
              <a:rPr lang="en-US" dirty="0"/>
              <a:t> </a:t>
            </a:r>
            <a:r>
              <a:rPr lang="en-US" dirty="0" err="1"/>
              <a:t>iray</a:t>
            </a:r>
            <a:r>
              <a:rPr lang="en-US" dirty="0"/>
              <a:t>; </a:t>
            </a:r>
            <a:r>
              <a:rPr lang="en-US" dirty="0" err="1"/>
              <a:t>saingy</a:t>
            </a:r>
            <a:r>
              <a:rPr lang="en-US" dirty="0"/>
              <a:t> </a:t>
            </a:r>
            <a:r>
              <a:rPr lang="en-US" dirty="0" err="1"/>
              <a:t>olona</a:t>
            </a:r>
            <a:r>
              <a:rPr lang="en-US" dirty="0"/>
              <a:t> </a:t>
            </a:r>
            <a:r>
              <a:rPr lang="en-US" dirty="0" err="1"/>
              <a:t>tokana</a:t>
            </a:r>
            <a:r>
              <a:rPr lang="en-US" dirty="0"/>
              <a:t> </a:t>
            </a:r>
            <a:r>
              <a:rPr lang="en-US" dirty="0" err="1"/>
              <a:t>kosa</a:t>
            </a:r>
            <a:r>
              <a:rPr lang="en-US" dirty="0"/>
              <a:t> no </a:t>
            </a:r>
            <a:r>
              <a:rPr lang="en-US" dirty="0" err="1"/>
              <a:t>nantsoina</a:t>
            </a:r>
            <a:r>
              <a:rPr lang="en-US" dirty="0"/>
              <a:t> hoe “</a:t>
            </a:r>
            <a:r>
              <a:rPr lang="en-US" dirty="0" err="1"/>
              <a:t>nohamasinina</a:t>
            </a:r>
            <a:r>
              <a:rPr lang="en-US" dirty="0"/>
              <a:t>”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anatin’ny</a:t>
            </a:r>
            <a:r>
              <a:rPr lang="en-US" dirty="0"/>
              <a:t> </a:t>
            </a:r>
            <a:r>
              <a:rPr lang="en-US" dirty="0" err="1"/>
              <a:t>Kor’any</a:t>
            </a:r>
            <a:r>
              <a:rPr lang="en-US" dirty="0"/>
              <a:t>,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 </a:t>
            </a:r>
            <a:r>
              <a:rPr lang="en-US" dirty="0" err="1"/>
              <a:t>izany</a:t>
            </a:r>
            <a:r>
              <a:rPr lang="en-US" dirty="0"/>
              <a:t>. </a:t>
            </a:r>
            <a:endParaRPr lang="fr-FR" dirty="0"/>
          </a:p>
          <a:p>
            <a:r>
              <a:rPr lang="en-US" dirty="0"/>
              <a:t>I </a:t>
            </a:r>
            <a:r>
              <a:rPr lang="en-US" dirty="0" err="1"/>
              <a:t>Jesosy</a:t>
            </a:r>
            <a:r>
              <a:rPr lang="en-US" dirty="0"/>
              <a:t> no </a:t>
            </a:r>
            <a:r>
              <a:rPr lang="en-US" dirty="0" err="1"/>
              <a:t>miteny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anatin’io</a:t>
            </a:r>
            <a:r>
              <a:rPr lang="en-US" dirty="0"/>
              <a:t> </a:t>
            </a:r>
            <a:r>
              <a:rPr lang="en-US" dirty="0" err="1"/>
              <a:t>andininy</a:t>
            </a:r>
            <a:r>
              <a:rPr lang="en-US" dirty="0"/>
              <a:t> </a:t>
            </a:r>
            <a:r>
              <a:rPr lang="en-US" dirty="0" err="1"/>
              <a:t>io</a:t>
            </a:r>
            <a:r>
              <a:rPr lang="en-US" dirty="0"/>
              <a:t>,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nanao</a:t>
            </a:r>
            <a:r>
              <a:rPr lang="en-US" dirty="0"/>
              <a:t> hoe: “Na </a:t>
            </a:r>
            <a:r>
              <a:rPr lang="en-US" dirty="0" err="1"/>
              <a:t>aiza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aiza</a:t>
            </a:r>
            <a:r>
              <a:rPr lang="en-US" dirty="0"/>
              <a:t> </a:t>
            </a:r>
            <a:r>
              <a:rPr lang="en-US" dirty="0" err="1"/>
              <a:t>misy</a:t>
            </a:r>
            <a:r>
              <a:rPr lang="en-US" dirty="0"/>
              <a:t> </a:t>
            </a:r>
            <a:r>
              <a:rPr lang="en-US" dirty="0" err="1"/>
              <a:t>ahy</a:t>
            </a:r>
            <a:r>
              <a:rPr lang="en-US" dirty="0"/>
              <a:t>,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nohamasininy</a:t>
            </a:r>
            <a:r>
              <a:rPr lang="en-US" dirty="0"/>
              <a:t> </a:t>
            </a:r>
            <a:r>
              <a:rPr lang="en-US" dirty="0" err="1"/>
              <a:t>aho</a:t>
            </a:r>
            <a:r>
              <a:rPr lang="en-US" dirty="0"/>
              <a:t>.”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teny</a:t>
            </a:r>
            <a:r>
              <a:rPr lang="en-US" dirty="0"/>
              <a:t> hoe “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aiza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aiza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midika</a:t>
            </a:r>
            <a:r>
              <a:rPr lang="en-US" dirty="0"/>
              <a:t> fa </a:t>
            </a:r>
            <a:r>
              <a:rPr lang="en-US" dirty="0" err="1"/>
              <a:t>hamasinina</a:t>
            </a:r>
            <a:r>
              <a:rPr lang="en-US" dirty="0"/>
              <a:t> </a:t>
            </a:r>
            <a:r>
              <a:rPr lang="en-US" dirty="0" err="1"/>
              <a:t>hatrany</a:t>
            </a:r>
            <a:r>
              <a:rPr lang="en-US" dirty="0"/>
              <a:t> </a:t>
            </a:r>
            <a:r>
              <a:rPr lang="en-US" dirty="0" err="1"/>
              <a:t>Izy</a:t>
            </a:r>
            <a:r>
              <a:rPr lang="en-US" dirty="0"/>
              <a:t> </a:t>
            </a:r>
            <a:r>
              <a:rPr lang="en-US" dirty="0" err="1"/>
              <a:t>mandritra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fotoana</a:t>
            </a:r>
            <a:r>
              <a:rPr lang="en-US" dirty="0"/>
              <a:t> </a:t>
            </a:r>
            <a:r>
              <a:rPr lang="en-US" dirty="0" err="1"/>
              <a:t>rehetra</a:t>
            </a:r>
            <a:r>
              <a:rPr lang="en-US" dirty="0"/>
              <a:t>,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ety</a:t>
            </a:r>
            <a:r>
              <a:rPr lang="en-US" dirty="0"/>
              <a:t> an-</a:t>
            </a:r>
            <a:r>
              <a:rPr lang="en-US" dirty="0" err="1"/>
              <a:t>tany</a:t>
            </a:r>
            <a:r>
              <a:rPr lang="en-US" dirty="0"/>
              <a:t>,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am-</a:t>
            </a:r>
            <a:r>
              <a:rPr lang="en-US" dirty="0" err="1"/>
              <a:t>pasana</a:t>
            </a:r>
            <a:r>
              <a:rPr lang="en-US" dirty="0"/>
              <a:t>, </a:t>
            </a:r>
            <a:r>
              <a:rPr lang="en-US" dirty="0" err="1"/>
              <a:t>na</a:t>
            </a:r>
            <a:r>
              <a:rPr lang="en-US" dirty="0"/>
              <a:t> any an-</a:t>
            </a:r>
            <a:r>
              <a:rPr lang="en-US" dirty="0" err="1"/>
              <a:t>danitra</a:t>
            </a:r>
            <a:r>
              <a:rPr lang="en-US" dirty="0"/>
              <a:t>. </a:t>
            </a:r>
            <a:endParaRPr lang="fr-FR" dirty="0"/>
          </a:p>
          <a:p>
            <a:endParaRPr lang="fr-FR" sz="36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92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EB7C30-ECE4-1782-1E5C-C34A3F65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94538"/>
            <a:ext cx="12000651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Ireo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Anarana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Hiantsoana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an’i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Jesosy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amin’ny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Maha-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Mendrikaja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Azy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endParaRPr lang="en-KE" sz="4000" b="1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" y="1825624"/>
            <a:ext cx="12191994" cy="5131767"/>
          </a:xfrm>
        </p:spPr>
        <p:txBody>
          <a:bodyPr>
            <a:normAutofit fontScale="85000" lnSpcReduction="20000"/>
          </a:bodyPr>
          <a:lstStyle/>
          <a:p>
            <a:r>
              <a:rPr lang="fr-FR" sz="3600" b="1" dirty="0" err="1">
                <a:latin typeface="Arial Black" panose="020B0A04020102020204" pitchFamily="34" charset="0"/>
              </a:rPr>
              <a:t>Mpitondra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 smtClean="0">
                <a:latin typeface="Arial Black" panose="020B0A04020102020204" pitchFamily="34" charset="0"/>
              </a:rPr>
              <a:t>fandriampahalemana</a:t>
            </a:r>
            <a:r>
              <a:rPr lang="fr-FR" sz="3600" b="1" dirty="0" smtClean="0">
                <a:latin typeface="Arial Black" panose="020B0A04020102020204" pitchFamily="34" charset="0"/>
              </a:rPr>
              <a:t>:</a:t>
            </a:r>
            <a:r>
              <a:rPr lang="en-US" dirty="0"/>
              <a:t>Mariam 19:33: “</a:t>
            </a:r>
            <a:r>
              <a:rPr lang="en-US" dirty="0" err="1"/>
              <a:t>Ary</a:t>
            </a:r>
            <a:r>
              <a:rPr lang="en-US" dirty="0"/>
              <a:t> ho </a:t>
            </a:r>
            <a:r>
              <a:rPr lang="en-US" dirty="0" err="1"/>
              <a:t>amiko</a:t>
            </a:r>
            <a:r>
              <a:rPr lang="en-US" dirty="0"/>
              <a:t> </a:t>
            </a:r>
            <a:r>
              <a:rPr lang="en-US" dirty="0" err="1"/>
              <a:t>anie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fandriampahalemana</a:t>
            </a:r>
            <a:r>
              <a:rPr lang="en-US" dirty="0"/>
              <a:t>,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andro</a:t>
            </a:r>
            <a:r>
              <a:rPr lang="en-US" dirty="0"/>
              <a:t> </a:t>
            </a:r>
            <a:r>
              <a:rPr lang="en-US" dirty="0" err="1"/>
              <a:t>nahaterahako</a:t>
            </a:r>
            <a:r>
              <a:rPr lang="en-US" dirty="0"/>
              <a:t>,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andro</a:t>
            </a:r>
            <a:r>
              <a:rPr lang="en-US" dirty="0"/>
              <a:t> </a:t>
            </a:r>
            <a:r>
              <a:rPr lang="en-US" dirty="0" err="1"/>
              <a:t>hahafatesako</a:t>
            </a:r>
            <a:r>
              <a:rPr lang="en-US" dirty="0"/>
              <a:t>,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andro</a:t>
            </a:r>
            <a:r>
              <a:rPr lang="en-US" dirty="0"/>
              <a:t> </a:t>
            </a:r>
            <a:r>
              <a:rPr lang="en-US" dirty="0" err="1"/>
              <a:t>hananganana</a:t>
            </a:r>
            <a:r>
              <a:rPr lang="en-US" dirty="0"/>
              <a:t> </a:t>
            </a:r>
            <a:r>
              <a:rPr lang="en-US" dirty="0" err="1"/>
              <a:t>ahy</a:t>
            </a:r>
            <a:r>
              <a:rPr lang="en-US" dirty="0"/>
              <a:t> ho </a:t>
            </a:r>
            <a:r>
              <a:rPr lang="en-US" dirty="0" err="1"/>
              <a:t>velona</a:t>
            </a:r>
            <a:r>
              <a:rPr lang="en-US" dirty="0"/>
              <a:t>.”</a:t>
            </a:r>
            <a:endParaRPr lang="fr-FR" dirty="0"/>
          </a:p>
          <a:p>
            <a:r>
              <a:rPr lang="en-US" dirty="0" err="1"/>
              <a:t>Raha</a:t>
            </a:r>
            <a:r>
              <a:rPr lang="en-US" dirty="0"/>
              <a:t> </a:t>
            </a:r>
            <a:r>
              <a:rPr lang="en-US" dirty="0" err="1"/>
              <a:t>lazaina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teny</a:t>
            </a:r>
            <a:r>
              <a:rPr lang="en-US" dirty="0"/>
              <a:t> </a:t>
            </a:r>
            <a:r>
              <a:rPr lang="en-US" dirty="0" err="1"/>
              <a:t>hafa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manana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fandriampahalemana</a:t>
            </a:r>
            <a:r>
              <a:rPr lang="en-US" dirty="0"/>
              <a:t> </a:t>
            </a:r>
            <a:r>
              <a:rPr lang="en-US" dirty="0" err="1"/>
              <a:t>avy</a:t>
            </a:r>
            <a:r>
              <a:rPr lang="en-US" dirty="0"/>
              <a:t> </a:t>
            </a:r>
            <a:r>
              <a:rPr lang="en-US" dirty="0" err="1"/>
              <a:t>amin’Andriamanitra</a:t>
            </a:r>
            <a:r>
              <a:rPr lang="en-US" dirty="0"/>
              <a:t> </a:t>
            </a:r>
            <a:r>
              <a:rPr lang="en-US" dirty="0" err="1"/>
              <a:t>hatrany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.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misy</a:t>
            </a:r>
            <a:r>
              <a:rPr lang="en-US" dirty="0"/>
              <a:t> </a:t>
            </a:r>
            <a:r>
              <a:rPr lang="en-US" dirty="0" err="1"/>
              <a:t>fotoana</a:t>
            </a:r>
            <a:r>
              <a:rPr lang="en-US" dirty="0"/>
              <a:t> </a:t>
            </a:r>
            <a:r>
              <a:rPr lang="en-US" dirty="0" err="1"/>
              <a:t>mihitsy</a:t>
            </a:r>
            <a:r>
              <a:rPr lang="en-US" dirty="0"/>
              <a:t>, </a:t>
            </a:r>
            <a:r>
              <a:rPr lang="en-US" dirty="0" err="1"/>
              <a:t>ahitana</a:t>
            </a:r>
            <a:r>
              <a:rPr lang="en-US" dirty="0"/>
              <a:t> </a:t>
            </a:r>
            <a:r>
              <a:rPr lang="en-US" dirty="0" err="1"/>
              <a:t>Azy</a:t>
            </a:r>
            <a:r>
              <a:rPr lang="en-US" dirty="0"/>
              <a:t> ho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mandry</a:t>
            </a:r>
            <a:r>
              <a:rPr lang="en-US" dirty="0"/>
              <a:t> </a:t>
            </a:r>
            <a:r>
              <a:rPr lang="en-US" dirty="0" err="1"/>
              <a:t>fahalemana</a:t>
            </a:r>
            <a:r>
              <a:rPr lang="en-US" dirty="0"/>
              <a:t>. </a:t>
            </a:r>
            <a:r>
              <a:rPr lang="en-US" dirty="0" err="1"/>
              <a:t>Miaina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anatin’ny</a:t>
            </a:r>
            <a:r>
              <a:rPr lang="en-US" dirty="0"/>
              <a:t> </a:t>
            </a:r>
            <a:r>
              <a:rPr lang="en-US" dirty="0" err="1"/>
              <a:t>fandriampahalemana</a:t>
            </a:r>
            <a:r>
              <a:rPr lang="en-US" dirty="0"/>
              <a:t> </a:t>
            </a:r>
            <a:r>
              <a:rPr lang="en-US" dirty="0" err="1"/>
              <a:t>Izy</a:t>
            </a:r>
            <a:r>
              <a:rPr lang="en-US" dirty="0"/>
              <a:t>, </a:t>
            </a:r>
            <a:r>
              <a:rPr lang="en-US" dirty="0" err="1"/>
              <a:t>nateraka</a:t>
            </a:r>
            <a:r>
              <a:rPr lang="en-US" dirty="0"/>
              <a:t> </a:t>
            </a:r>
            <a:r>
              <a:rPr lang="en-US" dirty="0" err="1"/>
              <a:t>tao</a:t>
            </a:r>
            <a:r>
              <a:rPr lang="en-US" dirty="0"/>
              <a:t> </a:t>
            </a:r>
            <a:r>
              <a:rPr lang="en-US" dirty="0" err="1"/>
              <a:t>anatin’ny</a:t>
            </a:r>
            <a:r>
              <a:rPr lang="en-US" dirty="0"/>
              <a:t> </a:t>
            </a:r>
            <a:r>
              <a:rPr lang="en-US" dirty="0" err="1"/>
              <a:t>fandriampahalemana</a:t>
            </a:r>
            <a:r>
              <a:rPr lang="en-US" dirty="0"/>
              <a:t> </a:t>
            </a:r>
            <a:r>
              <a:rPr lang="en-US" dirty="0" err="1"/>
              <a:t>Izy</a:t>
            </a:r>
            <a:r>
              <a:rPr lang="en-US" dirty="0"/>
              <a:t>, </a:t>
            </a:r>
            <a:r>
              <a:rPr lang="en-US" dirty="0" err="1"/>
              <a:t>maty</a:t>
            </a:r>
            <a:r>
              <a:rPr lang="en-US" dirty="0"/>
              <a:t> </a:t>
            </a:r>
            <a:r>
              <a:rPr lang="en-US" dirty="0" err="1"/>
              <a:t>tao</a:t>
            </a:r>
            <a:r>
              <a:rPr lang="en-US" dirty="0"/>
              <a:t> </a:t>
            </a:r>
            <a:r>
              <a:rPr lang="en-US" dirty="0" err="1"/>
              <a:t>anatin’ny</a:t>
            </a:r>
            <a:r>
              <a:rPr lang="en-US" dirty="0"/>
              <a:t> </a:t>
            </a:r>
            <a:r>
              <a:rPr lang="en-US" dirty="0" err="1"/>
              <a:t>fandriampahalemana</a:t>
            </a:r>
            <a:r>
              <a:rPr lang="en-US" dirty="0"/>
              <a:t> </a:t>
            </a:r>
            <a:r>
              <a:rPr lang="en-US" dirty="0" err="1"/>
              <a:t>Izy</a:t>
            </a:r>
            <a:r>
              <a:rPr lang="en-US" dirty="0"/>
              <a:t>. I </a:t>
            </a:r>
            <a:r>
              <a:rPr lang="en-US" dirty="0" err="1"/>
              <a:t>Jesosy</a:t>
            </a:r>
            <a:r>
              <a:rPr lang="en-US" dirty="0"/>
              <a:t> </a:t>
            </a:r>
            <a:r>
              <a:rPr lang="en-US" dirty="0" err="1"/>
              <a:t>irery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no </a:t>
            </a:r>
            <a:r>
              <a:rPr lang="en-US" dirty="0" err="1"/>
              <a:t>nirary</a:t>
            </a:r>
            <a:r>
              <a:rPr lang="en-US" dirty="0"/>
              <a:t> </a:t>
            </a:r>
            <a:r>
              <a:rPr lang="en-US" dirty="0" err="1"/>
              <a:t>fandriampahalemana</a:t>
            </a:r>
            <a:r>
              <a:rPr lang="en-US" dirty="0"/>
              <a:t> ho </a:t>
            </a:r>
            <a:r>
              <a:rPr lang="en-US" dirty="0" err="1"/>
              <a:t>an’ny</a:t>
            </a:r>
            <a:r>
              <a:rPr lang="en-US" dirty="0"/>
              <a:t> </a:t>
            </a:r>
            <a:r>
              <a:rPr lang="en-US" dirty="0" err="1"/>
              <a:t>Tenany</a:t>
            </a:r>
            <a:r>
              <a:rPr lang="en-US" dirty="0"/>
              <a:t>. </a:t>
            </a:r>
            <a:endParaRPr lang="fr-FR" dirty="0"/>
          </a:p>
          <a:p>
            <a:r>
              <a:rPr lang="fr-FR" sz="3600" b="1" dirty="0" err="1">
                <a:latin typeface="Arial Black" panose="020B0A04020102020204" pitchFamily="34" charset="0"/>
              </a:rPr>
              <a:t>Muqarrab</a:t>
            </a:r>
            <a:r>
              <a:rPr lang="fr-FR" sz="3600" b="1" dirty="0">
                <a:latin typeface="Arial Black" panose="020B0A04020102020204" pitchFamily="34" charset="0"/>
              </a:rPr>
              <a:t> (</a:t>
            </a:r>
            <a:r>
              <a:rPr lang="fr-FR" sz="3600" b="1" dirty="0" err="1">
                <a:latin typeface="Arial Black" panose="020B0A04020102020204" pitchFamily="34" charset="0"/>
              </a:rPr>
              <a:t>nentina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nanakaiky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an’Andriamanitra</a:t>
            </a:r>
            <a:r>
              <a:rPr lang="fr-FR" sz="3600" b="1" dirty="0" smtClean="0">
                <a:latin typeface="Arial Black" panose="020B0A04020102020204" pitchFamily="34" charset="0"/>
              </a:rPr>
              <a:t>):</a:t>
            </a:r>
            <a:r>
              <a:rPr lang="en-US" dirty="0"/>
              <a:t>Al Imran 3:45: “</a:t>
            </a:r>
            <a:r>
              <a:rPr lang="en-US" dirty="0" err="1"/>
              <a:t>Raha</a:t>
            </a:r>
            <a:r>
              <a:rPr lang="en-US" dirty="0"/>
              <a:t> </a:t>
            </a:r>
            <a:r>
              <a:rPr lang="en-US" dirty="0" err="1"/>
              <a:t>niteny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Anjely</a:t>
            </a:r>
            <a:r>
              <a:rPr lang="en-US" dirty="0"/>
              <a:t>: ‘Ry Maria o! </a:t>
            </a:r>
            <a:r>
              <a:rPr lang="en-US" dirty="0" err="1"/>
              <a:t>Lazaina</a:t>
            </a:r>
            <a:r>
              <a:rPr lang="en-US" dirty="0"/>
              <a:t> marina </a:t>
            </a:r>
            <a:r>
              <a:rPr lang="en-US" dirty="0" err="1"/>
              <a:t>aminao</a:t>
            </a:r>
            <a:r>
              <a:rPr lang="en-US" dirty="0"/>
              <a:t>, fa </a:t>
            </a:r>
            <a:r>
              <a:rPr lang="en-US" dirty="0" err="1"/>
              <a:t>Andriamanitra</a:t>
            </a:r>
            <a:r>
              <a:rPr lang="en-US" dirty="0"/>
              <a:t> </a:t>
            </a:r>
            <a:r>
              <a:rPr lang="en-US" dirty="0" err="1"/>
              <a:t>efa</a:t>
            </a:r>
            <a:r>
              <a:rPr lang="en-US" dirty="0"/>
              <a:t> </a:t>
            </a:r>
            <a:r>
              <a:rPr lang="en-US" dirty="0" err="1"/>
              <a:t>milaza</a:t>
            </a:r>
            <a:r>
              <a:rPr lang="en-US" dirty="0"/>
              <a:t> </a:t>
            </a:r>
            <a:r>
              <a:rPr lang="en-US" dirty="0" err="1"/>
              <a:t>vaovao</a:t>
            </a:r>
            <a:r>
              <a:rPr lang="en-US" dirty="0"/>
              <a:t> </a:t>
            </a:r>
            <a:r>
              <a:rPr lang="en-US" dirty="0" err="1"/>
              <a:t>mahaly</a:t>
            </a:r>
            <a:r>
              <a:rPr lang="en-US" dirty="0"/>
              <a:t> ho </a:t>
            </a:r>
            <a:r>
              <a:rPr lang="en-US" dirty="0" err="1"/>
              <a:t>anao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Teny</a:t>
            </a:r>
            <a:r>
              <a:rPr lang="en-US" dirty="0"/>
              <a:t> </a:t>
            </a:r>
            <a:r>
              <a:rPr lang="en-US" dirty="0" err="1"/>
              <a:t>iray</a:t>
            </a:r>
            <a:r>
              <a:rPr lang="en-US" dirty="0"/>
              <a:t> </a:t>
            </a:r>
            <a:r>
              <a:rPr lang="en-US" dirty="0" err="1"/>
              <a:t>avy</a:t>
            </a:r>
            <a:r>
              <a:rPr lang="en-US" dirty="0"/>
              <a:t> </a:t>
            </a:r>
            <a:r>
              <a:rPr lang="en-US" dirty="0" err="1"/>
              <a:t>Aminy</a:t>
            </a:r>
            <a:r>
              <a:rPr lang="en-US" dirty="0"/>
              <a:t>,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anarany</a:t>
            </a:r>
            <a:r>
              <a:rPr lang="en-US" dirty="0"/>
              <a:t> </a:t>
            </a:r>
            <a:r>
              <a:rPr lang="en-US" dirty="0" err="1"/>
              <a:t>atao</a:t>
            </a:r>
            <a:r>
              <a:rPr lang="en-US" dirty="0"/>
              <a:t> hoe: </a:t>
            </a:r>
            <a:r>
              <a:rPr lang="en-US" dirty="0" err="1"/>
              <a:t>Ilay</a:t>
            </a:r>
            <a:r>
              <a:rPr lang="en-US" dirty="0"/>
              <a:t> ‘</a:t>
            </a:r>
            <a:r>
              <a:rPr lang="en-US" dirty="0" err="1"/>
              <a:t>Mesia</a:t>
            </a:r>
            <a:r>
              <a:rPr lang="en-US" dirty="0"/>
              <a:t> </a:t>
            </a:r>
            <a:r>
              <a:rPr lang="en-US" dirty="0" err="1"/>
              <a:t>Jesoa</a:t>
            </a:r>
            <a:r>
              <a:rPr lang="en-US" dirty="0"/>
              <a:t>’ </a:t>
            </a:r>
            <a:r>
              <a:rPr lang="en-US" dirty="0" err="1"/>
              <a:t>zanak’i</a:t>
            </a:r>
            <a:r>
              <a:rPr lang="en-US" dirty="0"/>
              <a:t> Maria, </a:t>
            </a:r>
            <a:r>
              <a:rPr lang="en-US" dirty="0" err="1"/>
              <a:t>mendrikaja</a:t>
            </a:r>
            <a:r>
              <a:rPr lang="en-US" dirty="0"/>
              <a:t> </a:t>
            </a:r>
            <a:r>
              <a:rPr lang="en-US" dirty="0" err="1"/>
              <a:t>ety</a:t>
            </a:r>
            <a:r>
              <a:rPr lang="en-US" dirty="0"/>
              <a:t> an-</a:t>
            </a:r>
            <a:r>
              <a:rPr lang="en-US" dirty="0" err="1"/>
              <a:t>tany</a:t>
            </a:r>
            <a:r>
              <a:rPr lang="en-US" dirty="0"/>
              <a:t> </a:t>
            </a:r>
            <a:r>
              <a:rPr lang="en-US" dirty="0" err="1"/>
              <a:t>sy</a:t>
            </a:r>
            <a:r>
              <a:rPr lang="en-US" dirty="0"/>
              <a:t> any </a:t>
            </a:r>
            <a:r>
              <a:rPr lang="en-US" dirty="0" err="1"/>
              <a:t>ankoatra</a:t>
            </a:r>
            <a:r>
              <a:rPr lang="en-US" dirty="0"/>
              <a:t>,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isan’ireo</a:t>
            </a:r>
            <a:r>
              <a:rPr lang="en-US" dirty="0"/>
              <a:t> </a:t>
            </a:r>
            <a:r>
              <a:rPr lang="en-US" dirty="0" err="1"/>
              <a:t>akaiky</a:t>
            </a:r>
            <a:r>
              <a:rPr lang="en-US" dirty="0"/>
              <a:t> </a:t>
            </a:r>
            <a:r>
              <a:rPr lang="en-US" dirty="0" err="1"/>
              <a:t>an’Andriamanitra</a:t>
            </a:r>
            <a:r>
              <a:rPr lang="en-US" dirty="0"/>
              <a:t>.”</a:t>
            </a:r>
            <a:endParaRPr lang="fr-FR" dirty="0"/>
          </a:p>
          <a:p>
            <a:r>
              <a:rPr lang="en-US" dirty="0" err="1"/>
              <a:t>Izy</a:t>
            </a:r>
            <a:r>
              <a:rPr lang="en-US" dirty="0"/>
              <a:t> </a:t>
            </a:r>
            <a:r>
              <a:rPr lang="en-US" dirty="0" err="1"/>
              <a:t>irery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no </a:t>
            </a:r>
            <a:r>
              <a:rPr lang="en-US" dirty="0" err="1"/>
              <a:t>olon-tokana</a:t>
            </a:r>
            <a:r>
              <a:rPr lang="en-US" dirty="0"/>
              <a:t> </a:t>
            </a:r>
            <a:r>
              <a:rPr lang="en-US" dirty="0" err="1"/>
              <a:t>izay</a:t>
            </a:r>
            <a:r>
              <a:rPr lang="en-US" dirty="0"/>
              <a:t> </a:t>
            </a:r>
            <a:r>
              <a:rPr lang="en-US" dirty="0" err="1"/>
              <a:t>voalaza</a:t>
            </a:r>
            <a:r>
              <a:rPr lang="en-US" dirty="0"/>
              <a:t> fa </a:t>
            </a:r>
            <a:r>
              <a:rPr lang="en-US" dirty="0" err="1"/>
              <a:t>nentina</a:t>
            </a:r>
            <a:r>
              <a:rPr lang="en-US" dirty="0"/>
              <a:t> </a:t>
            </a:r>
            <a:r>
              <a:rPr lang="en-US" dirty="0" err="1"/>
              <a:t>teo</a:t>
            </a:r>
            <a:r>
              <a:rPr lang="en-US" dirty="0"/>
              <a:t> </a:t>
            </a:r>
            <a:r>
              <a:rPr lang="en-US" dirty="0" err="1"/>
              <a:t>akaikin’Andriamanitra</a:t>
            </a:r>
            <a:r>
              <a:rPr lang="en-US" dirty="0"/>
              <a:t>. </a:t>
            </a:r>
            <a:r>
              <a:rPr lang="en-US" dirty="0" err="1"/>
              <a:t>Tokana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filazana</a:t>
            </a:r>
            <a:r>
              <a:rPr lang="en-US" dirty="0"/>
              <a:t> </a:t>
            </a:r>
            <a:r>
              <a:rPr lang="en-US" dirty="0" err="1"/>
              <a:t>momba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olona</a:t>
            </a:r>
            <a:r>
              <a:rPr lang="en-US" dirty="0"/>
              <a:t> </a:t>
            </a:r>
            <a:r>
              <a:rPr lang="en-US" dirty="0" err="1"/>
              <a:t>nanakaiky</a:t>
            </a:r>
            <a:r>
              <a:rPr lang="en-US" dirty="0"/>
              <a:t> </a:t>
            </a:r>
            <a:r>
              <a:rPr lang="en-US" dirty="0" err="1"/>
              <a:t>an’Andriamanitra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anatin’ny</a:t>
            </a:r>
            <a:r>
              <a:rPr lang="en-US" dirty="0"/>
              <a:t> </a:t>
            </a:r>
            <a:r>
              <a:rPr lang="en-US" dirty="0" err="1"/>
              <a:t>Kor’any</a:t>
            </a:r>
            <a:r>
              <a:rPr lang="en-US" dirty="0"/>
              <a:t>,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iza</a:t>
            </a:r>
            <a:r>
              <a:rPr lang="en-US" dirty="0"/>
              <a:t> </a:t>
            </a:r>
            <a:r>
              <a:rPr lang="en-US" dirty="0" err="1"/>
              <a:t>izany</a:t>
            </a:r>
            <a:r>
              <a:rPr lang="en-US" dirty="0"/>
              <a:t> fa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,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misy</a:t>
            </a:r>
            <a:r>
              <a:rPr lang="en-US" dirty="0"/>
              <a:t> </a:t>
            </a:r>
            <a:r>
              <a:rPr lang="en-US" dirty="0" err="1"/>
              <a:t>hafa</a:t>
            </a:r>
            <a:r>
              <a:rPr lang="en-US" dirty="0"/>
              <a:t> </a:t>
            </a:r>
            <a:r>
              <a:rPr lang="en-US" dirty="0" err="1"/>
              <a:t>ankoatra</a:t>
            </a:r>
            <a:r>
              <a:rPr lang="en-US" dirty="0"/>
              <a:t> </a:t>
            </a:r>
            <a:r>
              <a:rPr lang="en-US" dirty="0" err="1"/>
              <a:t>Azy</a:t>
            </a:r>
            <a:r>
              <a:rPr lang="en-US" dirty="0"/>
              <a:t>.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nisy</a:t>
            </a:r>
            <a:r>
              <a:rPr lang="en-US" dirty="0"/>
              <a:t> </a:t>
            </a:r>
            <a:r>
              <a:rPr lang="en-US" dirty="0" err="1"/>
              <a:t>mpaminany</a:t>
            </a:r>
            <a:r>
              <a:rPr lang="en-US" dirty="0"/>
              <a:t> </a:t>
            </a:r>
            <a:r>
              <a:rPr lang="en-US" dirty="0" err="1"/>
              <a:t>hafa</a:t>
            </a:r>
            <a:r>
              <a:rPr lang="en-US" dirty="0"/>
              <a:t> </a:t>
            </a:r>
            <a:r>
              <a:rPr lang="en-US" dirty="0" err="1"/>
              <a:t>voalaza</a:t>
            </a:r>
            <a:r>
              <a:rPr lang="en-US" dirty="0"/>
              <a:t> hoe </a:t>
            </a:r>
            <a:r>
              <a:rPr lang="en-US" dirty="0" err="1"/>
              <a:t>nanakaiky</a:t>
            </a:r>
            <a:r>
              <a:rPr lang="en-US" dirty="0"/>
              <a:t> </a:t>
            </a:r>
            <a:r>
              <a:rPr lang="en-US" dirty="0" err="1"/>
              <a:t>an’Andriamanitra</a:t>
            </a:r>
            <a:r>
              <a:rPr lang="en-US" dirty="0"/>
              <a:t>. </a:t>
            </a:r>
            <a:endParaRPr lang="fr-FR" dirty="0"/>
          </a:p>
          <a:p>
            <a:endParaRPr lang="fr-FR" sz="36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663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EB7C30-ECE4-1782-1E5C-C34A3F65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94538"/>
            <a:ext cx="12000651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Ireo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Anarana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Hiantsoana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an’i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Jesosy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amin’ny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Maha-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Mendrikaja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Azy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endParaRPr lang="en-KE" sz="4000" b="1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" y="1825624"/>
            <a:ext cx="12191994" cy="5131767"/>
          </a:xfrm>
        </p:spPr>
        <p:txBody>
          <a:bodyPr>
            <a:normAutofit/>
          </a:bodyPr>
          <a:lstStyle/>
          <a:p>
            <a:r>
              <a:rPr lang="fr-FR" sz="3600" b="1" dirty="0" err="1">
                <a:latin typeface="Arial Black" panose="020B0A04020102020204" pitchFamily="34" charset="0"/>
              </a:rPr>
              <a:t>Shaheed</a:t>
            </a:r>
            <a:r>
              <a:rPr lang="fr-FR" sz="3600" b="1" dirty="0">
                <a:latin typeface="Arial Black" panose="020B0A04020102020204" pitchFamily="34" charset="0"/>
              </a:rPr>
              <a:t> (</a:t>
            </a:r>
            <a:r>
              <a:rPr lang="fr-FR" sz="3600" b="1" dirty="0" err="1">
                <a:latin typeface="Arial Black" panose="020B0A04020102020204" pitchFamily="34" charset="0"/>
              </a:rPr>
              <a:t>vavolombelona</a:t>
            </a:r>
            <a:r>
              <a:rPr lang="fr-FR" sz="3600" b="1" dirty="0" smtClean="0">
                <a:latin typeface="Arial Black" panose="020B0A04020102020204" pitchFamily="34" charset="0"/>
              </a:rPr>
              <a:t>):</a:t>
            </a:r>
            <a:r>
              <a:rPr lang="en-US" dirty="0"/>
              <a:t>Maida 5:117: “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niteny</a:t>
            </a:r>
            <a:r>
              <a:rPr lang="en-US" dirty="0"/>
              <a:t> </a:t>
            </a:r>
            <a:r>
              <a:rPr lang="en-US" dirty="0" err="1"/>
              <a:t>tamin’izy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aho</a:t>
            </a:r>
            <a:r>
              <a:rPr lang="en-US" dirty="0"/>
              <a:t>, </a:t>
            </a:r>
            <a:r>
              <a:rPr lang="en-US" dirty="0" err="1"/>
              <a:t>afa-tsy</a:t>
            </a:r>
            <a:r>
              <a:rPr lang="en-US" dirty="0"/>
              <a:t> </a:t>
            </a:r>
            <a:r>
              <a:rPr lang="en-US" dirty="0" err="1"/>
              <a:t>izay</a:t>
            </a:r>
            <a:r>
              <a:rPr lang="en-US" dirty="0"/>
              <a:t> </a:t>
            </a:r>
            <a:r>
              <a:rPr lang="en-US" dirty="0" err="1"/>
              <a:t>nandidianao</a:t>
            </a:r>
            <a:r>
              <a:rPr lang="en-US" dirty="0"/>
              <a:t> </a:t>
            </a:r>
            <a:r>
              <a:rPr lang="en-US" dirty="0" err="1"/>
              <a:t>ahy</a:t>
            </a:r>
            <a:r>
              <a:rPr lang="en-US" dirty="0"/>
              <a:t> hoe: ‘</a:t>
            </a:r>
            <a:r>
              <a:rPr lang="en-US" dirty="0" err="1"/>
              <a:t>Tompoinareo</a:t>
            </a:r>
            <a:r>
              <a:rPr lang="en-US" dirty="0"/>
              <a:t> </a:t>
            </a:r>
            <a:r>
              <a:rPr lang="en-US" dirty="0" err="1"/>
              <a:t>Andriamanitra</a:t>
            </a:r>
            <a:r>
              <a:rPr lang="en-US" dirty="0"/>
              <a:t>, </a:t>
            </a:r>
            <a:r>
              <a:rPr lang="en-US" dirty="0" err="1"/>
              <a:t>Tompo</a:t>
            </a:r>
            <a:r>
              <a:rPr lang="en-US" dirty="0"/>
              <a:t> </a:t>
            </a:r>
            <a:r>
              <a:rPr lang="en-US" dirty="0" err="1"/>
              <a:t>Zanahariko</a:t>
            </a:r>
            <a:r>
              <a:rPr lang="en-US" dirty="0"/>
              <a:t> </a:t>
            </a:r>
            <a:r>
              <a:rPr lang="en-US" dirty="0" err="1"/>
              <a:t>sy</a:t>
            </a:r>
            <a:r>
              <a:rPr lang="en-US" dirty="0"/>
              <a:t> </a:t>
            </a:r>
            <a:r>
              <a:rPr lang="en-US" dirty="0" err="1"/>
              <a:t>Tompo</a:t>
            </a:r>
            <a:r>
              <a:rPr lang="en-US" dirty="0"/>
              <a:t> </a:t>
            </a:r>
            <a:r>
              <a:rPr lang="en-US" dirty="0" err="1"/>
              <a:t>Zanaharinareo</a:t>
            </a:r>
            <a:r>
              <a:rPr lang="en-US" dirty="0"/>
              <a:t>.’ Fa </a:t>
            </a:r>
            <a:r>
              <a:rPr lang="en-US" dirty="0" err="1"/>
              <a:t>vavolombelona</a:t>
            </a:r>
            <a:r>
              <a:rPr lang="en-US" dirty="0"/>
              <a:t> </a:t>
            </a:r>
            <a:r>
              <a:rPr lang="en-US" dirty="0" err="1"/>
              <a:t>teo</a:t>
            </a:r>
            <a:r>
              <a:rPr lang="en-US" dirty="0"/>
              <a:t> </a:t>
            </a:r>
            <a:r>
              <a:rPr lang="en-US" dirty="0" err="1"/>
              <a:t>anatrehan’izy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aho</a:t>
            </a:r>
            <a:r>
              <a:rPr lang="en-US" dirty="0"/>
              <a:t> </a:t>
            </a:r>
            <a:r>
              <a:rPr lang="en-US" dirty="0" err="1"/>
              <a:t>nandritra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fotoana</a:t>
            </a:r>
            <a:r>
              <a:rPr lang="en-US" dirty="0"/>
              <a:t> </a:t>
            </a:r>
            <a:r>
              <a:rPr lang="en-US" dirty="0" err="1"/>
              <a:t>rehetra</a:t>
            </a:r>
            <a:r>
              <a:rPr lang="en-US" dirty="0"/>
              <a:t> </a:t>
            </a:r>
            <a:r>
              <a:rPr lang="en-US" dirty="0" err="1"/>
              <a:t>niarahako</a:t>
            </a:r>
            <a:r>
              <a:rPr lang="en-US" dirty="0"/>
              <a:t> </a:t>
            </a:r>
            <a:r>
              <a:rPr lang="en-US" dirty="0" err="1"/>
              <a:t>taminy</a:t>
            </a:r>
            <a:r>
              <a:rPr lang="en-US" dirty="0"/>
              <a:t>. Fa </a:t>
            </a:r>
            <a:r>
              <a:rPr lang="en-US" dirty="0" err="1"/>
              <a:t>rehefa</a:t>
            </a:r>
            <a:r>
              <a:rPr lang="en-US" dirty="0"/>
              <a:t> </a:t>
            </a:r>
            <a:r>
              <a:rPr lang="en-US" dirty="0" err="1"/>
              <a:t>nalainao</a:t>
            </a:r>
            <a:r>
              <a:rPr lang="en-US" dirty="0"/>
              <a:t> </a:t>
            </a:r>
            <a:r>
              <a:rPr lang="en-US" dirty="0" err="1"/>
              <a:t>aho</a:t>
            </a:r>
            <a:r>
              <a:rPr lang="en-US" dirty="0"/>
              <a:t>,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Ianao</a:t>
            </a:r>
            <a:r>
              <a:rPr lang="en-US" dirty="0"/>
              <a:t> no </a:t>
            </a:r>
            <a:r>
              <a:rPr lang="en-US" dirty="0" err="1"/>
              <a:t>mpanara-maso</a:t>
            </a:r>
            <a:r>
              <a:rPr lang="en-US" dirty="0"/>
              <a:t> </a:t>
            </a:r>
            <a:r>
              <a:rPr lang="en-US" dirty="0" err="1"/>
              <a:t>azy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.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Ianao</a:t>
            </a:r>
            <a:r>
              <a:rPr lang="en-US" dirty="0"/>
              <a:t> no </a:t>
            </a:r>
            <a:r>
              <a:rPr lang="en-US" dirty="0" err="1"/>
              <a:t>Mahita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zavatra</a:t>
            </a:r>
            <a:r>
              <a:rPr lang="en-US" dirty="0"/>
              <a:t> </a:t>
            </a:r>
            <a:r>
              <a:rPr lang="en-US" dirty="0" err="1"/>
              <a:t>rehetra</a:t>
            </a:r>
            <a:r>
              <a:rPr lang="en-US" dirty="0"/>
              <a:t>.” </a:t>
            </a:r>
            <a:endParaRPr lang="en-US" dirty="0" smtClean="0"/>
          </a:p>
          <a:p>
            <a:r>
              <a:rPr lang="en-US" dirty="0" err="1"/>
              <a:t>Nisa</a:t>
            </a:r>
            <a:r>
              <a:rPr lang="en-US" dirty="0"/>
              <a:t> 4:159: “</a:t>
            </a:r>
            <a:r>
              <a:rPr lang="en-US" dirty="0" err="1"/>
              <a:t>Ary</a:t>
            </a:r>
            <a:r>
              <a:rPr lang="en-US" dirty="0"/>
              <a:t> marina, fa </a:t>
            </a:r>
            <a:r>
              <a:rPr lang="en-US" dirty="0" err="1"/>
              <a:t>raha</a:t>
            </a:r>
            <a:r>
              <a:rPr lang="en-US" dirty="0"/>
              <a:t> </a:t>
            </a:r>
            <a:r>
              <a:rPr lang="en-US" dirty="0" err="1"/>
              <a:t>misy</a:t>
            </a:r>
            <a:r>
              <a:rPr lang="en-US" dirty="0"/>
              <a:t> </a:t>
            </a:r>
            <a:r>
              <a:rPr lang="en-US" dirty="0" err="1"/>
              <a:t>iray</a:t>
            </a:r>
            <a:r>
              <a:rPr lang="en-US" dirty="0"/>
              <a:t> </a:t>
            </a:r>
            <a:r>
              <a:rPr lang="en-US" dirty="0" err="1"/>
              <a:t>amin’ireo</a:t>
            </a:r>
            <a:r>
              <a:rPr lang="en-US" dirty="0"/>
              <a:t> </a:t>
            </a:r>
            <a:r>
              <a:rPr lang="en-US" dirty="0" err="1"/>
              <a:t>olon’ny</a:t>
            </a:r>
            <a:r>
              <a:rPr lang="en-US" dirty="0"/>
              <a:t> </a:t>
            </a:r>
            <a:r>
              <a:rPr lang="en-US" dirty="0" err="1"/>
              <a:t>boky</a:t>
            </a:r>
            <a:r>
              <a:rPr lang="en-US" dirty="0"/>
              <a:t> no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nino</a:t>
            </a:r>
            <a:r>
              <a:rPr lang="en-US" dirty="0"/>
              <a:t> </a:t>
            </a:r>
            <a:r>
              <a:rPr lang="en-US" dirty="0" err="1"/>
              <a:t>azy</a:t>
            </a:r>
            <a:r>
              <a:rPr lang="en-US" dirty="0"/>
              <a:t> </a:t>
            </a:r>
            <a:r>
              <a:rPr lang="en-US" dirty="0" err="1"/>
              <a:t>mialoha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fahafatesany</a:t>
            </a:r>
            <a:r>
              <a:rPr lang="en-US" dirty="0"/>
              <a:t> (</a:t>
            </a:r>
            <a:r>
              <a:rPr lang="en-US" dirty="0" err="1"/>
              <a:t>olon’ny</a:t>
            </a:r>
            <a:r>
              <a:rPr lang="en-US" dirty="0"/>
              <a:t> </a:t>
            </a:r>
            <a:r>
              <a:rPr lang="en-US" dirty="0" err="1"/>
              <a:t>boky</a:t>
            </a:r>
            <a:r>
              <a:rPr lang="en-US" dirty="0"/>
              <a:t>).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andro</a:t>
            </a:r>
            <a:r>
              <a:rPr lang="en-US" dirty="0"/>
              <a:t> </a:t>
            </a:r>
            <a:r>
              <a:rPr lang="en-US" dirty="0" err="1"/>
              <a:t>fitsanganana</a:t>
            </a:r>
            <a:r>
              <a:rPr lang="en-US" dirty="0"/>
              <a:t>, </a:t>
            </a:r>
            <a:r>
              <a:rPr lang="en-US" dirty="0" err="1"/>
              <a:t>izy</a:t>
            </a:r>
            <a:r>
              <a:rPr lang="en-US" dirty="0"/>
              <a:t> (</a:t>
            </a:r>
            <a:r>
              <a:rPr lang="en-US" dirty="0" err="1"/>
              <a:t>Jesoa</a:t>
            </a:r>
            <a:r>
              <a:rPr lang="en-US" dirty="0"/>
              <a:t>),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hijoro</a:t>
            </a:r>
            <a:r>
              <a:rPr lang="en-US" dirty="0"/>
              <a:t> </a:t>
            </a:r>
            <a:r>
              <a:rPr lang="en-US" dirty="0" err="1"/>
              <a:t>vavolombelona</a:t>
            </a:r>
            <a:r>
              <a:rPr lang="en-US" dirty="0"/>
              <a:t> </a:t>
            </a:r>
            <a:r>
              <a:rPr lang="en-US" dirty="0" err="1"/>
              <a:t>manohitra</a:t>
            </a:r>
            <a:r>
              <a:rPr lang="en-US" dirty="0"/>
              <a:t> </a:t>
            </a:r>
            <a:r>
              <a:rPr lang="en-US" dirty="0" err="1"/>
              <a:t>azy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.”</a:t>
            </a:r>
            <a:endParaRPr lang="fr-FR" dirty="0"/>
          </a:p>
          <a:p>
            <a:r>
              <a:rPr lang="en-US" dirty="0"/>
              <a:t>I </a:t>
            </a:r>
            <a:r>
              <a:rPr lang="en-US" dirty="0" err="1"/>
              <a:t>Jesosy</a:t>
            </a:r>
            <a:r>
              <a:rPr lang="en-US" dirty="0"/>
              <a:t> </a:t>
            </a:r>
            <a:r>
              <a:rPr lang="en-US" dirty="0" err="1"/>
              <a:t>irery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no </a:t>
            </a:r>
            <a:r>
              <a:rPr lang="en-US" dirty="0" err="1"/>
              <a:t>afaka</a:t>
            </a:r>
            <a:r>
              <a:rPr lang="en-US" dirty="0"/>
              <a:t> </a:t>
            </a:r>
            <a:r>
              <a:rPr lang="en-US" dirty="0" err="1"/>
              <a:t>mijoro</a:t>
            </a:r>
            <a:r>
              <a:rPr lang="en-US" dirty="0"/>
              <a:t> </a:t>
            </a:r>
            <a:r>
              <a:rPr lang="en-US" dirty="0" err="1"/>
              <a:t>vavolombelona</a:t>
            </a:r>
            <a:r>
              <a:rPr lang="en-US" dirty="0"/>
              <a:t> ho </a:t>
            </a:r>
            <a:r>
              <a:rPr lang="en-US" dirty="0" err="1"/>
              <a:t>an’ny</a:t>
            </a:r>
            <a:r>
              <a:rPr lang="en-US" dirty="0"/>
              <a:t> </a:t>
            </a:r>
            <a:r>
              <a:rPr lang="en-US" dirty="0" err="1"/>
              <a:t>olona</a:t>
            </a:r>
            <a:r>
              <a:rPr lang="en-US" dirty="0"/>
              <a:t> </a:t>
            </a:r>
            <a:r>
              <a:rPr lang="en-US" dirty="0" err="1"/>
              <a:t>iray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andro</a:t>
            </a:r>
            <a:r>
              <a:rPr lang="en-US" dirty="0"/>
              <a:t> </a:t>
            </a:r>
            <a:r>
              <a:rPr lang="en-US" dirty="0" err="1"/>
              <a:t>fitsarana</a:t>
            </a:r>
            <a:r>
              <a:rPr lang="en-US" dirty="0"/>
              <a:t>. </a:t>
            </a:r>
            <a:endParaRPr lang="fr-FR" dirty="0"/>
          </a:p>
          <a:p>
            <a:endParaRPr lang="fr-FR" sz="36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478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EB7C30-ECE4-1782-1E5C-C34A3F65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94538"/>
            <a:ext cx="12000651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Ireo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Anarana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Hiantsoana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an’i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Jesosy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amin’ny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Maha-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Mendrikaja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Azy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endParaRPr lang="en-KE" sz="4000" b="1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" y="1825624"/>
            <a:ext cx="12191994" cy="5131767"/>
          </a:xfrm>
        </p:spPr>
        <p:txBody>
          <a:bodyPr>
            <a:normAutofit fontScale="92500" lnSpcReduction="10000"/>
          </a:bodyPr>
          <a:lstStyle/>
          <a:p>
            <a:r>
              <a:rPr lang="fr-FR" sz="3600" b="1" dirty="0" err="1">
                <a:latin typeface="Arial Black" panose="020B0A04020102020204" pitchFamily="34" charset="0"/>
              </a:rPr>
              <a:t>Rooh</a:t>
            </a:r>
            <a:r>
              <a:rPr lang="fr-FR" sz="3600" b="1" dirty="0">
                <a:latin typeface="Arial Black" panose="020B0A04020102020204" pitchFamily="34" charset="0"/>
              </a:rPr>
              <a:t> (</a:t>
            </a:r>
            <a:r>
              <a:rPr lang="fr-FR" sz="3600" b="1" dirty="0" err="1">
                <a:latin typeface="Arial Black" panose="020B0A04020102020204" pitchFamily="34" charset="0"/>
              </a:rPr>
              <a:t>ny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Fanahin’Andriamanitra</a:t>
            </a:r>
            <a:r>
              <a:rPr lang="fr-FR" sz="3600" b="1" dirty="0" smtClean="0">
                <a:latin typeface="Arial Black" panose="020B0A04020102020204" pitchFamily="34" charset="0"/>
              </a:rPr>
              <a:t>):</a:t>
            </a:r>
            <a:r>
              <a:rPr lang="en-US" dirty="0" err="1"/>
              <a:t>Anbiya</a:t>
            </a:r>
            <a:r>
              <a:rPr lang="en-US" dirty="0"/>
              <a:t> 21:91: “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ilay</a:t>
            </a:r>
            <a:r>
              <a:rPr lang="en-US" dirty="0"/>
              <a:t> </a:t>
            </a:r>
            <a:r>
              <a:rPr lang="en-US" dirty="0" err="1"/>
              <a:t>vehivavy</a:t>
            </a:r>
            <a:r>
              <a:rPr lang="en-US" dirty="0"/>
              <a:t> </a:t>
            </a:r>
            <a:r>
              <a:rPr lang="en-US" dirty="0" err="1"/>
              <a:t>izay</a:t>
            </a:r>
            <a:r>
              <a:rPr lang="en-US" dirty="0"/>
              <a:t> </a:t>
            </a:r>
            <a:r>
              <a:rPr lang="en-US" dirty="0" err="1"/>
              <a:t>nanaja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fahadiovam-pitondrantenany</a:t>
            </a:r>
            <a:r>
              <a:rPr lang="en-US" dirty="0"/>
              <a:t> (</a:t>
            </a:r>
            <a:r>
              <a:rPr lang="en-US" dirty="0" err="1"/>
              <a:t>virijiny</a:t>
            </a:r>
            <a:r>
              <a:rPr lang="en-US" dirty="0"/>
              <a:t>),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notsofonay</a:t>
            </a:r>
            <a:r>
              <a:rPr lang="en-US" dirty="0"/>
              <a:t> </a:t>
            </a:r>
            <a:r>
              <a:rPr lang="en-US" dirty="0" err="1"/>
              <a:t>tao</a:t>
            </a:r>
            <a:r>
              <a:rPr lang="en-US" dirty="0"/>
              <a:t> </a:t>
            </a:r>
            <a:r>
              <a:rPr lang="en-US" dirty="0" err="1"/>
              <a:t>aminy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fanahy</a:t>
            </a:r>
            <a:r>
              <a:rPr lang="en-US" dirty="0"/>
              <a:t> </a:t>
            </a:r>
            <a:r>
              <a:rPr lang="en-US" dirty="0" err="1"/>
              <a:t>avy</a:t>
            </a:r>
            <a:r>
              <a:rPr lang="en-US" dirty="0"/>
              <a:t> </a:t>
            </a:r>
            <a:r>
              <a:rPr lang="en-US" dirty="0" err="1"/>
              <a:t>Aminay</a:t>
            </a:r>
            <a:r>
              <a:rPr lang="en-US" dirty="0"/>
              <a:t>,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nataonay</a:t>
            </a:r>
            <a:r>
              <a:rPr lang="en-US" dirty="0"/>
              <a:t> ho </a:t>
            </a:r>
            <a:r>
              <a:rPr lang="en-US" dirty="0" err="1"/>
              <a:t>famantarana</a:t>
            </a:r>
            <a:r>
              <a:rPr lang="en-US" dirty="0"/>
              <a:t> (</a:t>
            </a:r>
            <a:r>
              <a:rPr lang="en-US" dirty="0" err="1"/>
              <a:t>fahagagana</a:t>
            </a:r>
            <a:r>
              <a:rPr lang="en-US" dirty="0"/>
              <a:t>) ho </a:t>
            </a:r>
            <a:r>
              <a:rPr lang="en-US" dirty="0" err="1"/>
              <a:t>an’izao</a:t>
            </a:r>
            <a:r>
              <a:rPr lang="en-US" dirty="0"/>
              <a:t> </a:t>
            </a:r>
            <a:r>
              <a:rPr lang="en-US" dirty="0" err="1"/>
              <a:t>tontolo</a:t>
            </a:r>
            <a:r>
              <a:rPr lang="en-US" dirty="0"/>
              <a:t> </a:t>
            </a:r>
            <a:r>
              <a:rPr lang="en-US" dirty="0" err="1"/>
              <a:t>izao</a:t>
            </a:r>
            <a:r>
              <a:rPr lang="en-US" dirty="0"/>
              <a:t>, </a:t>
            </a:r>
            <a:r>
              <a:rPr lang="en-US" dirty="0" err="1"/>
              <a:t>izy</a:t>
            </a:r>
            <a:r>
              <a:rPr lang="en-US" dirty="0"/>
              <a:t> </a:t>
            </a:r>
            <a:r>
              <a:rPr lang="en-US" dirty="0" err="1"/>
              <a:t>sy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zanany</a:t>
            </a:r>
            <a:r>
              <a:rPr lang="en-US" dirty="0"/>
              <a:t>.” </a:t>
            </a:r>
            <a:endParaRPr lang="fr-FR" dirty="0"/>
          </a:p>
          <a:p>
            <a:r>
              <a:rPr lang="en-US" dirty="0" err="1"/>
              <a:t>Nisa</a:t>
            </a:r>
            <a:r>
              <a:rPr lang="en-US" dirty="0"/>
              <a:t> 4:171: “Fa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Mesia</a:t>
            </a:r>
            <a:r>
              <a:rPr lang="en-US" dirty="0"/>
              <a:t> </a:t>
            </a:r>
            <a:r>
              <a:rPr lang="en-US" dirty="0" err="1"/>
              <a:t>Jesoa</a:t>
            </a:r>
            <a:r>
              <a:rPr lang="en-US" dirty="0"/>
              <a:t>, </a:t>
            </a:r>
            <a:r>
              <a:rPr lang="en-US" dirty="0" err="1"/>
              <a:t>zanak’i</a:t>
            </a:r>
            <a:r>
              <a:rPr lang="en-US" dirty="0"/>
              <a:t> Maria,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inona</a:t>
            </a:r>
            <a:r>
              <a:rPr lang="en-US" dirty="0"/>
              <a:t> fa </a:t>
            </a:r>
            <a:r>
              <a:rPr lang="en-US" dirty="0" err="1"/>
              <a:t>Irak’Andriamanitra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, </a:t>
            </a:r>
            <a:r>
              <a:rPr lang="en-US" dirty="0" err="1"/>
              <a:t>teniny</a:t>
            </a:r>
            <a:r>
              <a:rPr lang="en-US" dirty="0"/>
              <a:t> </a:t>
            </a:r>
            <a:r>
              <a:rPr lang="en-US" dirty="0" err="1"/>
              <a:t>nalefany</a:t>
            </a:r>
            <a:r>
              <a:rPr lang="en-US" dirty="0"/>
              <a:t> </a:t>
            </a:r>
            <a:r>
              <a:rPr lang="en-US" dirty="0" err="1"/>
              <a:t>tamin’i</a:t>
            </a:r>
            <a:r>
              <a:rPr lang="en-US" dirty="0"/>
              <a:t> Maria, </a:t>
            </a:r>
            <a:r>
              <a:rPr lang="en-US" dirty="0" err="1"/>
              <a:t>sy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fanahy</a:t>
            </a:r>
            <a:r>
              <a:rPr lang="en-US" dirty="0"/>
              <a:t> </a:t>
            </a:r>
            <a:r>
              <a:rPr lang="en-US" dirty="0" err="1"/>
              <a:t>avy</a:t>
            </a:r>
            <a:r>
              <a:rPr lang="en-US" dirty="0"/>
              <a:t> </a:t>
            </a:r>
            <a:r>
              <a:rPr lang="en-US" dirty="0" err="1"/>
              <a:t>Aminy</a:t>
            </a:r>
            <a:r>
              <a:rPr lang="en-US" dirty="0"/>
              <a:t>.” </a:t>
            </a:r>
            <a:endParaRPr lang="fr-FR" dirty="0"/>
          </a:p>
          <a:p>
            <a:pPr lvl="0"/>
            <a:r>
              <a:rPr lang="en-US" dirty="0" err="1"/>
              <a:t>Araka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voalazan’ny</a:t>
            </a:r>
            <a:r>
              <a:rPr lang="en-US" dirty="0"/>
              <a:t> </a:t>
            </a:r>
            <a:r>
              <a:rPr lang="en-US" dirty="0" err="1"/>
              <a:t>Kor’any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fanahy</a:t>
            </a:r>
            <a:r>
              <a:rPr lang="en-US" dirty="0"/>
              <a:t> </a:t>
            </a:r>
            <a:r>
              <a:rPr lang="en-US" dirty="0" err="1"/>
              <a:t>avy</a:t>
            </a:r>
            <a:r>
              <a:rPr lang="en-US" dirty="0"/>
              <a:t> </a:t>
            </a:r>
            <a:r>
              <a:rPr lang="en-US" dirty="0" err="1"/>
              <a:t>amin’Andriamanitra</a:t>
            </a:r>
            <a:r>
              <a:rPr lang="en-US" dirty="0"/>
              <a:t>. </a:t>
            </a:r>
            <a:r>
              <a:rPr lang="en-US" dirty="0" err="1"/>
              <a:t>Izy</a:t>
            </a:r>
            <a:r>
              <a:rPr lang="en-US" dirty="0"/>
              <a:t> </a:t>
            </a:r>
            <a:r>
              <a:rPr lang="en-US" dirty="0" err="1"/>
              <a:t>irery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no </a:t>
            </a:r>
            <a:r>
              <a:rPr lang="en-US" dirty="0" err="1"/>
              <a:t>antsoina</a:t>
            </a:r>
            <a:r>
              <a:rPr lang="en-US" dirty="0"/>
              <a:t> hoe </a:t>
            </a:r>
            <a:r>
              <a:rPr lang="en-US" dirty="0" err="1"/>
              <a:t>Fanahy</a:t>
            </a:r>
            <a:r>
              <a:rPr lang="en-US" dirty="0"/>
              <a:t> </a:t>
            </a:r>
            <a:r>
              <a:rPr lang="en-US" dirty="0" err="1"/>
              <a:t>avy</a:t>
            </a:r>
            <a:r>
              <a:rPr lang="en-US" dirty="0"/>
              <a:t> </a:t>
            </a:r>
            <a:r>
              <a:rPr lang="en-US" dirty="0" err="1"/>
              <a:t>amin’Andriamanitra</a:t>
            </a:r>
            <a:r>
              <a:rPr lang="en-US" dirty="0"/>
              <a:t>. </a:t>
            </a:r>
            <a:endParaRPr lang="fr-FR" dirty="0"/>
          </a:p>
          <a:p>
            <a:pPr lvl="0"/>
            <a:r>
              <a:rPr lang="en-US" dirty="0" err="1"/>
              <a:t>Raha</a:t>
            </a:r>
            <a:r>
              <a:rPr lang="en-US" dirty="0"/>
              <a:t> </a:t>
            </a:r>
            <a:r>
              <a:rPr lang="en-US" dirty="0" err="1"/>
              <a:t>toa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mitovy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mpaminany</a:t>
            </a:r>
            <a:r>
              <a:rPr lang="en-US" dirty="0"/>
              <a:t> </a:t>
            </a:r>
            <a:r>
              <a:rPr lang="en-US" dirty="0" err="1"/>
              <a:t>rehetra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maintsy</a:t>
            </a:r>
            <a:r>
              <a:rPr lang="en-US" dirty="0"/>
              <a:t> </a:t>
            </a:r>
            <a:r>
              <a:rPr lang="en-US" dirty="0" err="1"/>
              <a:t>tahaka</a:t>
            </a:r>
            <a:r>
              <a:rPr lang="en-US" dirty="0"/>
              <a:t> </a:t>
            </a:r>
            <a:r>
              <a:rPr lang="en-US" dirty="0" err="1"/>
              <a:t>izany</a:t>
            </a:r>
            <a:r>
              <a:rPr lang="en-US" dirty="0"/>
              <a:t> </a:t>
            </a:r>
            <a:r>
              <a:rPr lang="en-US" dirty="0" err="1"/>
              <a:t>fomba</a:t>
            </a:r>
            <a:r>
              <a:rPr lang="en-US" dirty="0"/>
              <a:t> </a:t>
            </a:r>
            <a:r>
              <a:rPr lang="en-US" dirty="0" err="1"/>
              <a:t>niantsoana</a:t>
            </a:r>
            <a:r>
              <a:rPr lang="en-US" dirty="0"/>
              <a:t> </a:t>
            </a:r>
            <a:r>
              <a:rPr lang="en-US" dirty="0" err="1"/>
              <a:t>Azy</a:t>
            </a:r>
            <a:r>
              <a:rPr lang="en-US" dirty="0"/>
              <a:t> </a:t>
            </a:r>
            <a:r>
              <a:rPr lang="en-US" dirty="0" err="1"/>
              <a:t>izany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</a:t>
            </a:r>
            <a:r>
              <a:rPr lang="en-US" dirty="0" err="1"/>
              <a:t>koa</a:t>
            </a:r>
            <a:r>
              <a:rPr lang="en-US" dirty="0"/>
              <a:t>, no </a:t>
            </a:r>
            <a:r>
              <a:rPr lang="en-US" dirty="0" err="1"/>
              <a:t>tokony</a:t>
            </a:r>
            <a:r>
              <a:rPr lang="en-US" dirty="0"/>
              <a:t> </a:t>
            </a:r>
            <a:r>
              <a:rPr lang="en-US" dirty="0" err="1"/>
              <a:t>hiantsoana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mpaminany</a:t>
            </a:r>
            <a:r>
              <a:rPr lang="en-US" dirty="0"/>
              <a:t> </a:t>
            </a:r>
            <a:r>
              <a:rPr lang="en-US" dirty="0" err="1"/>
              <a:t>rehetra</a:t>
            </a:r>
            <a:r>
              <a:rPr lang="en-US" dirty="0"/>
              <a:t>. </a:t>
            </a:r>
            <a:r>
              <a:rPr lang="en-US" dirty="0" err="1"/>
              <a:t>Izay</a:t>
            </a:r>
            <a:r>
              <a:rPr lang="en-US" dirty="0"/>
              <a:t> </a:t>
            </a:r>
            <a:r>
              <a:rPr lang="en-US" dirty="0" err="1"/>
              <a:t>isika</a:t>
            </a:r>
            <a:r>
              <a:rPr lang="en-US" dirty="0"/>
              <a:t> </a:t>
            </a:r>
            <a:r>
              <a:rPr lang="en-US" dirty="0" err="1"/>
              <a:t>vao</a:t>
            </a:r>
            <a:r>
              <a:rPr lang="en-US" dirty="0"/>
              <a:t> </a:t>
            </a:r>
            <a:r>
              <a:rPr lang="en-US" dirty="0" err="1"/>
              <a:t>afaka</a:t>
            </a:r>
            <a:r>
              <a:rPr lang="en-US" dirty="0"/>
              <a:t> </a:t>
            </a:r>
            <a:r>
              <a:rPr lang="en-US" dirty="0" err="1"/>
              <a:t>miteny</a:t>
            </a:r>
            <a:r>
              <a:rPr lang="en-US" dirty="0"/>
              <a:t> hoe </a:t>
            </a:r>
            <a:r>
              <a:rPr lang="en-US" dirty="0" err="1"/>
              <a:t>mitovy</a:t>
            </a:r>
            <a:r>
              <a:rPr lang="en-US" dirty="0"/>
              <a:t> </a:t>
            </a:r>
            <a:r>
              <a:rPr lang="en-US" dirty="0" err="1"/>
              <a:t>daholo</a:t>
            </a:r>
            <a:r>
              <a:rPr lang="en-US" dirty="0"/>
              <a:t> </a:t>
            </a:r>
            <a:r>
              <a:rPr lang="en-US" dirty="0" err="1"/>
              <a:t>ry</a:t>
            </a:r>
            <a:r>
              <a:rPr lang="en-US" dirty="0"/>
              <a:t> </a:t>
            </a:r>
            <a:r>
              <a:rPr lang="en-US" dirty="0" err="1"/>
              <a:t>zareo</a:t>
            </a:r>
            <a:r>
              <a:rPr lang="en-US" dirty="0"/>
              <a:t> </a:t>
            </a:r>
            <a:r>
              <a:rPr lang="en-US" dirty="0" err="1"/>
              <a:t>mpaminany</a:t>
            </a:r>
            <a:r>
              <a:rPr lang="en-US" dirty="0"/>
              <a:t>. </a:t>
            </a:r>
            <a:endParaRPr lang="fr-FR" dirty="0"/>
          </a:p>
          <a:p>
            <a:pPr lvl="0"/>
            <a:r>
              <a:rPr lang="en-US" dirty="0"/>
              <a:t>Fa </a:t>
            </a:r>
            <a:r>
              <a:rPr lang="en-US" dirty="0" err="1"/>
              <a:t>raha</a:t>
            </a:r>
            <a:r>
              <a:rPr lang="en-US" dirty="0"/>
              <a:t> </a:t>
            </a:r>
            <a:r>
              <a:rPr lang="en-US" dirty="0" err="1"/>
              <a:t>toa</a:t>
            </a:r>
            <a:r>
              <a:rPr lang="en-US" dirty="0"/>
              <a:t> </a:t>
            </a:r>
            <a:r>
              <a:rPr lang="en-US" dirty="0" err="1"/>
              <a:t>kosa</a:t>
            </a:r>
            <a:r>
              <a:rPr lang="en-US" dirty="0"/>
              <a:t> </a:t>
            </a:r>
            <a:r>
              <a:rPr lang="en-US" dirty="0" err="1"/>
              <a:t>misy</a:t>
            </a:r>
            <a:r>
              <a:rPr lang="en-US" dirty="0"/>
              <a:t> </a:t>
            </a:r>
            <a:r>
              <a:rPr lang="en-US" dirty="0" err="1"/>
              <a:t>mpaminany</a:t>
            </a:r>
            <a:r>
              <a:rPr lang="en-US" dirty="0"/>
              <a:t> </a:t>
            </a:r>
            <a:r>
              <a:rPr lang="en-US" dirty="0" err="1"/>
              <a:t>iray</a:t>
            </a:r>
            <a:r>
              <a:rPr lang="en-US" dirty="0"/>
              <a:t> </a:t>
            </a:r>
            <a:r>
              <a:rPr lang="en-US" dirty="0" err="1"/>
              <a:t>antsoina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anarana</a:t>
            </a:r>
            <a:r>
              <a:rPr lang="en-US" dirty="0"/>
              <a:t> </a:t>
            </a:r>
            <a:r>
              <a:rPr lang="en-US" dirty="0" err="1"/>
              <a:t>miavaka</a:t>
            </a:r>
            <a:r>
              <a:rPr lang="en-US" dirty="0"/>
              <a:t>, </a:t>
            </a:r>
            <a:r>
              <a:rPr lang="en-US" dirty="0" err="1"/>
              <a:t>izay</a:t>
            </a:r>
            <a:r>
              <a:rPr lang="en-US" dirty="0"/>
              <a:t>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ampiasaina</a:t>
            </a:r>
            <a:r>
              <a:rPr lang="en-US" dirty="0"/>
              <a:t> </a:t>
            </a:r>
            <a:r>
              <a:rPr lang="en-US" dirty="0" err="1"/>
              <a:t>hiantsoana</a:t>
            </a:r>
            <a:r>
              <a:rPr lang="en-US" dirty="0"/>
              <a:t> </a:t>
            </a:r>
            <a:r>
              <a:rPr lang="en-US" dirty="0" err="1"/>
              <a:t>olon-kafa</a:t>
            </a:r>
            <a:r>
              <a:rPr lang="en-US" dirty="0"/>
              <a:t>,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mpaminany</a:t>
            </a:r>
            <a:r>
              <a:rPr lang="en-US" dirty="0"/>
              <a:t> </a:t>
            </a:r>
            <a:r>
              <a:rPr lang="en-US" dirty="0" err="1"/>
              <a:t>tena</a:t>
            </a:r>
            <a:r>
              <a:rPr lang="en-US" dirty="0"/>
              <a:t> manana </a:t>
            </a:r>
            <a:r>
              <a:rPr lang="en-US" dirty="0" err="1"/>
              <a:t>tomom-pahasoavana</a:t>
            </a:r>
            <a:r>
              <a:rPr lang="en-US" dirty="0"/>
              <a:t> </a:t>
            </a:r>
            <a:r>
              <a:rPr lang="en-US" dirty="0" err="1"/>
              <a:t>mihoatra</a:t>
            </a:r>
            <a:r>
              <a:rPr lang="en-US" dirty="0"/>
              <a:t> </a:t>
            </a:r>
            <a:r>
              <a:rPr lang="en-US" dirty="0" err="1"/>
              <a:t>noho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hafa</a:t>
            </a:r>
            <a:r>
              <a:rPr lang="en-US" dirty="0"/>
              <a:t> </a:t>
            </a:r>
            <a:r>
              <a:rPr lang="en-US" dirty="0" err="1"/>
              <a:t>mihitsy</a:t>
            </a:r>
            <a:r>
              <a:rPr lang="en-US" dirty="0"/>
              <a:t> </a:t>
            </a:r>
            <a:r>
              <a:rPr lang="en-US" dirty="0" err="1"/>
              <a:t>izany</a:t>
            </a:r>
            <a:r>
              <a:rPr lang="en-US" dirty="0"/>
              <a:t> </a:t>
            </a:r>
            <a:r>
              <a:rPr lang="en-US" dirty="0" err="1"/>
              <a:t>mpaminany</a:t>
            </a:r>
            <a:r>
              <a:rPr lang="en-US" dirty="0"/>
              <a:t> </a:t>
            </a:r>
            <a:r>
              <a:rPr lang="en-US" dirty="0" err="1"/>
              <a:t>izany</a:t>
            </a:r>
            <a:r>
              <a:rPr lang="en-US" dirty="0"/>
              <a:t>.  </a:t>
            </a:r>
            <a:endParaRPr lang="fr-FR" dirty="0"/>
          </a:p>
          <a:p>
            <a:endParaRPr lang="fr-FR" sz="36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95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EB7C30-ECE4-1782-1E5C-C34A3F65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94538"/>
            <a:ext cx="12000651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Ireo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Anarana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Hiantsoana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an’i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Jesosy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amin’ny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Maha-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Mendrikaja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Azy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endParaRPr lang="en-KE" sz="4000" b="1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" y="1825624"/>
            <a:ext cx="12191994" cy="5131767"/>
          </a:xfrm>
        </p:spPr>
        <p:txBody>
          <a:bodyPr>
            <a:normAutofit fontScale="92500" lnSpcReduction="10000"/>
          </a:bodyPr>
          <a:lstStyle/>
          <a:p>
            <a:r>
              <a:rPr lang="fr-FR" sz="3600" b="1" dirty="0" err="1">
                <a:latin typeface="Arial Black" panose="020B0A04020102020204" pitchFamily="34" charset="0"/>
              </a:rPr>
              <a:t>Muayyad</a:t>
            </a:r>
            <a:r>
              <a:rPr lang="fr-FR" sz="3600" b="1" dirty="0">
                <a:latin typeface="Arial Black" panose="020B0A04020102020204" pitchFamily="34" charset="0"/>
              </a:rPr>
              <a:t> bi </a:t>
            </a:r>
            <a:r>
              <a:rPr lang="fr-FR" sz="3600" b="1" dirty="0" err="1">
                <a:latin typeface="Arial Black" panose="020B0A04020102020204" pitchFamily="34" charset="0"/>
              </a:rPr>
              <a:t>Rooh</a:t>
            </a:r>
            <a:r>
              <a:rPr lang="fr-FR" sz="3600" b="1" dirty="0">
                <a:latin typeface="Arial Black" panose="020B0A04020102020204" pitchFamily="34" charset="0"/>
              </a:rPr>
              <a:t> al-</a:t>
            </a:r>
            <a:r>
              <a:rPr lang="fr-FR" sz="3600" b="1" dirty="0" err="1">
                <a:latin typeface="Arial Black" panose="020B0A04020102020204" pitchFamily="34" charset="0"/>
              </a:rPr>
              <a:t>Quds</a:t>
            </a:r>
            <a:r>
              <a:rPr lang="fr-FR" sz="3600" b="1" dirty="0">
                <a:latin typeface="Arial Black" panose="020B0A04020102020204" pitchFamily="34" charset="0"/>
              </a:rPr>
              <a:t> (</a:t>
            </a:r>
            <a:r>
              <a:rPr lang="fr-FR" sz="3600" b="1" dirty="0" err="1">
                <a:latin typeface="Arial Black" panose="020B0A04020102020204" pitchFamily="34" charset="0"/>
              </a:rPr>
              <a:t>nampian’ny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Fanahy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Masina</a:t>
            </a:r>
            <a:r>
              <a:rPr lang="fr-FR" sz="3600" b="1" dirty="0" smtClean="0">
                <a:latin typeface="Arial Black" panose="020B0A04020102020204" pitchFamily="34" charset="0"/>
              </a:rPr>
              <a:t>):</a:t>
            </a:r>
            <a:r>
              <a:rPr lang="en-US" dirty="0" err="1"/>
              <a:t>Baqarah</a:t>
            </a:r>
            <a:r>
              <a:rPr lang="en-US" dirty="0"/>
              <a:t> 2:87: “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tamin’izany</a:t>
            </a:r>
            <a:r>
              <a:rPr lang="en-US" dirty="0"/>
              <a:t> no </a:t>
            </a:r>
            <a:r>
              <a:rPr lang="en-US" dirty="0" err="1"/>
              <a:t>nanomezanay</a:t>
            </a:r>
            <a:r>
              <a:rPr lang="en-US" dirty="0"/>
              <a:t> </a:t>
            </a:r>
            <a:r>
              <a:rPr lang="en-US" dirty="0" err="1"/>
              <a:t>an’i</a:t>
            </a:r>
            <a:r>
              <a:rPr lang="en-US" dirty="0"/>
              <a:t> </a:t>
            </a:r>
            <a:r>
              <a:rPr lang="en-US" dirty="0" err="1"/>
              <a:t>Mosesy</a:t>
            </a:r>
            <a:r>
              <a:rPr lang="en-US" dirty="0"/>
              <a:t> </a:t>
            </a:r>
            <a:r>
              <a:rPr lang="en-US" dirty="0" err="1"/>
              <a:t>ilay</a:t>
            </a:r>
            <a:r>
              <a:rPr lang="en-US" dirty="0"/>
              <a:t> </a:t>
            </a:r>
            <a:r>
              <a:rPr lang="en-US" dirty="0" err="1"/>
              <a:t>rakitsoratra</a:t>
            </a:r>
            <a:r>
              <a:rPr lang="en-US" dirty="0"/>
              <a:t>,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nandefasanay</a:t>
            </a:r>
            <a:r>
              <a:rPr lang="en-US" dirty="0"/>
              <a:t> </a:t>
            </a:r>
            <a:r>
              <a:rPr lang="en-US" dirty="0" err="1"/>
              <a:t>Iraka</a:t>
            </a:r>
            <a:r>
              <a:rPr lang="en-US" dirty="0"/>
              <a:t> </a:t>
            </a:r>
            <a:r>
              <a:rPr lang="en-US" dirty="0" err="1"/>
              <a:t>nandimby</a:t>
            </a:r>
            <a:r>
              <a:rPr lang="en-US" dirty="0"/>
              <a:t> </a:t>
            </a:r>
            <a:r>
              <a:rPr lang="en-US" dirty="0" err="1"/>
              <a:t>taoriany</a:t>
            </a:r>
            <a:r>
              <a:rPr lang="en-US" dirty="0"/>
              <a:t>. </a:t>
            </a:r>
            <a:r>
              <a:rPr lang="en-US" dirty="0" err="1"/>
              <a:t>Nomenay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porofo</a:t>
            </a:r>
            <a:r>
              <a:rPr lang="en-US" dirty="0"/>
              <a:t> </a:t>
            </a:r>
            <a:r>
              <a:rPr lang="en-US" dirty="0" err="1"/>
              <a:t>miharihary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Jesoa</a:t>
            </a:r>
            <a:r>
              <a:rPr lang="en-US" dirty="0"/>
              <a:t> (</a:t>
            </a:r>
            <a:r>
              <a:rPr lang="en-US" dirty="0" err="1"/>
              <a:t>Issa</a:t>
            </a:r>
            <a:r>
              <a:rPr lang="en-US" dirty="0"/>
              <a:t>) </a:t>
            </a:r>
            <a:r>
              <a:rPr lang="en-US" dirty="0" err="1"/>
              <a:t>zanak’i</a:t>
            </a:r>
            <a:r>
              <a:rPr lang="en-US" dirty="0"/>
              <a:t> Maria (Maryam)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nomenay</a:t>
            </a:r>
            <a:r>
              <a:rPr lang="en-US" dirty="0"/>
              <a:t> </a:t>
            </a:r>
            <a:r>
              <a:rPr lang="en-US" dirty="0" err="1"/>
              <a:t>hery</a:t>
            </a:r>
            <a:r>
              <a:rPr lang="en-US" dirty="0"/>
              <a:t> </a:t>
            </a:r>
            <a:r>
              <a:rPr lang="en-US" dirty="0" err="1"/>
              <a:t>tamin’ny</a:t>
            </a:r>
            <a:r>
              <a:rPr lang="en-US" dirty="0"/>
              <a:t> </a:t>
            </a:r>
            <a:r>
              <a:rPr lang="en-US" dirty="0" err="1"/>
              <a:t>alalan’ny</a:t>
            </a:r>
            <a:r>
              <a:rPr lang="en-US" dirty="0"/>
              <a:t> </a:t>
            </a:r>
            <a:r>
              <a:rPr lang="en-US" dirty="0" err="1"/>
              <a:t>Fanahy</a:t>
            </a:r>
            <a:r>
              <a:rPr lang="en-US" dirty="0"/>
              <a:t> </a:t>
            </a:r>
            <a:r>
              <a:rPr lang="en-US" dirty="0" err="1"/>
              <a:t>Masina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</a:t>
            </a:r>
            <a:r>
              <a:rPr lang="en-US" dirty="0" err="1"/>
              <a:t>koa</a:t>
            </a:r>
            <a:r>
              <a:rPr lang="en-US" dirty="0"/>
              <a:t> </a:t>
            </a:r>
            <a:r>
              <a:rPr lang="en-US" dirty="0" err="1"/>
              <a:t>izy</a:t>
            </a:r>
            <a:r>
              <a:rPr lang="en-US" dirty="0"/>
              <a:t>.” </a:t>
            </a:r>
            <a:r>
              <a:rPr lang="en-US" dirty="0" err="1"/>
              <a:t>Baqarah</a:t>
            </a:r>
            <a:r>
              <a:rPr lang="en-US" dirty="0"/>
              <a:t> 2:253: “</a:t>
            </a:r>
            <a:r>
              <a:rPr lang="en-US" dirty="0" err="1"/>
              <a:t>Nomenay</a:t>
            </a:r>
            <a:r>
              <a:rPr lang="en-US" dirty="0"/>
              <a:t> </a:t>
            </a:r>
            <a:r>
              <a:rPr lang="en-US" dirty="0" err="1"/>
              <a:t>porofo</a:t>
            </a:r>
            <a:r>
              <a:rPr lang="en-US" dirty="0"/>
              <a:t> </a:t>
            </a:r>
            <a:r>
              <a:rPr lang="en-US" dirty="0" err="1"/>
              <a:t>miharihary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Jesoa</a:t>
            </a:r>
            <a:r>
              <a:rPr lang="en-US" dirty="0"/>
              <a:t> </a:t>
            </a:r>
            <a:r>
              <a:rPr lang="en-US" dirty="0" err="1"/>
              <a:t>zanak’i</a:t>
            </a:r>
            <a:r>
              <a:rPr lang="en-US" dirty="0"/>
              <a:t> Maria,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notohananay</a:t>
            </a:r>
            <a:r>
              <a:rPr lang="en-US" dirty="0"/>
              <a:t> </a:t>
            </a:r>
            <a:r>
              <a:rPr lang="en-US" dirty="0" err="1"/>
              <a:t>tamin’ny</a:t>
            </a:r>
            <a:r>
              <a:rPr lang="en-US" dirty="0"/>
              <a:t> </a:t>
            </a:r>
            <a:r>
              <a:rPr lang="en-US" dirty="0" err="1"/>
              <a:t>Fanahy</a:t>
            </a:r>
            <a:r>
              <a:rPr lang="en-US" dirty="0"/>
              <a:t> </a:t>
            </a:r>
            <a:r>
              <a:rPr lang="en-US" dirty="0" err="1"/>
              <a:t>Masina</a:t>
            </a:r>
            <a:r>
              <a:rPr lang="en-US" dirty="0"/>
              <a:t> </a:t>
            </a:r>
            <a:r>
              <a:rPr lang="en-US" dirty="0" err="1"/>
              <a:t>izy</a:t>
            </a:r>
            <a:r>
              <a:rPr lang="en-US" dirty="0"/>
              <a:t>.”</a:t>
            </a:r>
            <a:endParaRPr lang="fr-FR" dirty="0"/>
          </a:p>
          <a:p>
            <a:pPr lvl="0"/>
            <a:r>
              <a:rPr lang="en-US" dirty="0" err="1"/>
              <a:t>Raha</a:t>
            </a:r>
            <a:r>
              <a:rPr lang="en-US" dirty="0"/>
              <a:t> </a:t>
            </a:r>
            <a:r>
              <a:rPr lang="en-US" dirty="0" err="1"/>
              <a:t>lazaina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teny</a:t>
            </a:r>
            <a:r>
              <a:rPr lang="en-US" dirty="0"/>
              <a:t> </a:t>
            </a:r>
            <a:r>
              <a:rPr lang="en-US" dirty="0" err="1"/>
              <a:t>hafa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Fanahy</a:t>
            </a:r>
            <a:r>
              <a:rPr lang="en-US" dirty="0"/>
              <a:t> </a:t>
            </a:r>
            <a:r>
              <a:rPr lang="en-US" dirty="0" err="1"/>
              <a:t>Masina</a:t>
            </a:r>
            <a:r>
              <a:rPr lang="en-US" dirty="0"/>
              <a:t> no </a:t>
            </a:r>
            <a:r>
              <a:rPr lang="en-US" dirty="0" err="1"/>
              <a:t>nitari-dàlana</a:t>
            </a:r>
            <a:r>
              <a:rPr lang="en-US" dirty="0"/>
              <a:t> </a:t>
            </a:r>
            <a:r>
              <a:rPr lang="en-US" dirty="0" err="1"/>
              <a:t>an’i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 </a:t>
            </a:r>
            <a:r>
              <a:rPr lang="en-US" dirty="0" err="1"/>
              <a:t>tao</a:t>
            </a:r>
            <a:r>
              <a:rPr lang="en-US" dirty="0"/>
              <a:t> </a:t>
            </a:r>
            <a:r>
              <a:rPr lang="en-US" dirty="0" err="1"/>
              <a:t>anatin’ny</a:t>
            </a:r>
            <a:r>
              <a:rPr lang="en-US" dirty="0"/>
              <a:t> </a:t>
            </a:r>
            <a:r>
              <a:rPr lang="en-US" dirty="0" err="1"/>
              <a:t>dingana</a:t>
            </a:r>
            <a:r>
              <a:rPr lang="en-US" dirty="0"/>
              <a:t> </a:t>
            </a:r>
            <a:r>
              <a:rPr lang="en-US" dirty="0" err="1"/>
              <a:t>rehetra</a:t>
            </a:r>
            <a:r>
              <a:rPr lang="en-US" dirty="0"/>
              <a:t> </a:t>
            </a:r>
            <a:r>
              <a:rPr lang="en-US" dirty="0" err="1"/>
              <a:t>teo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fiainany</a:t>
            </a:r>
            <a:r>
              <a:rPr lang="en-US" dirty="0"/>
              <a:t>. </a:t>
            </a:r>
            <a:r>
              <a:rPr lang="en-US" dirty="0" err="1"/>
              <a:t>Izany</a:t>
            </a:r>
            <a:r>
              <a:rPr lang="en-US" dirty="0"/>
              <a:t> no </a:t>
            </a:r>
            <a:r>
              <a:rPr lang="en-US" dirty="0" err="1"/>
              <a:t>ambaran’ny</a:t>
            </a:r>
            <a:r>
              <a:rPr lang="en-US" dirty="0"/>
              <a:t> </a:t>
            </a:r>
            <a:r>
              <a:rPr lang="en-US" dirty="0" err="1"/>
              <a:t>Kor’any</a:t>
            </a:r>
            <a:r>
              <a:rPr lang="en-US" dirty="0"/>
              <a:t>. </a:t>
            </a:r>
            <a:endParaRPr lang="fr-FR" dirty="0"/>
          </a:p>
          <a:p>
            <a:pPr lvl="0"/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voatery</a:t>
            </a:r>
            <a:r>
              <a:rPr lang="en-US" dirty="0"/>
              <a:t> </a:t>
            </a:r>
            <a:r>
              <a:rPr lang="en-US" dirty="0" err="1"/>
              <a:t>niandry</a:t>
            </a:r>
            <a:r>
              <a:rPr lang="en-US" dirty="0"/>
              <a:t> </a:t>
            </a:r>
            <a:r>
              <a:rPr lang="en-US" dirty="0" err="1"/>
              <a:t>dimy</a:t>
            </a:r>
            <a:r>
              <a:rPr lang="en-US" dirty="0"/>
              <a:t> </a:t>
            </a:r>
            <a:r>
              <a:rPr lang="en-US" dirty="0" err="1"/>
              <a:t>andro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 </a:t>
            </a:r>
            <a:r>
              <a:rPr lang="en-US" dirty="0" err="1"/>
              <a:t>vao</a:t>
            </a:r>
            <a:r>
              <a:rPr lang="en-US" dirty="0"/>
              <a:t> </a:t>
            </a:r>
            <a:r>
              <a:rPr lang="en-US" dirty="0" err="1"/>
              <a:t>nanangana</a:t>
            </a:r>
            <a:r>
              <a:rPr lang="en-US" dirty="0"/>
              <a:t> </a:t>
            </a:r>
            <a:r>
              <a:rPr lang="en-US" dirty="0" err="1"/>
              <a:t>sy</a:t>
            </a:r>
            <a:r>
              <a:rPr lang="en-US" dirty="0"/>
              <a:t> </a:t>
            </a:r>
            <a:r>
              <a:rPr lang="en-US" dirty="0" err="1"/>
              <a:t>nanasitrana</a:t>
            </a:r>
            <a:r>
              <a:rPr lang="en-US" dirty="0"/>
              <a:t> </a:t>
            </a:r>
            <a:r>
              <a:rPr lang="en-US" dirty="0" err="1"/>
              <a:t>olona</a:t>
            </a:r>
            <a:r>
              <a:rPr lang="en-US" dirty="0"/>
              <a:t>.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Fanahy</a:t>
            </a:r>
            <a:r>
              <a:rPr lang="en-US" dirty="0"/>
              <a:t> </a:t>
            </a:r>
            <a:r>
              <a:rPr lang="en-US" dirty="0" err="1"/>
              <a:t>Masina</a:t>
            </a:r>
            <a:r>
              <a:rPr lang="en-US" dirty="0"/>
              <a:t> no </a:t>
            </a:r>
            <a:r>
              <a:rPr lang="en-US" dirty="0" err="1"/>
              <a:t>nitari-dàlana</a:t>
            </a:r>
            <a:r>
              <a:rPr lang="en-US" dirty="0"/>
              <a:t> </a:t>
            </a:r>
            <a:r>
              <a:rPr lang="en-US" dirty="0" err="1"/>
              <a:t>Azy</a:t>
            </a:r>
            <a:r>
              <a:rPr lang="en-US" dirty="0"/>
              <a:t> </a:t>
            </a:r>
            <a:r>
              <a:rPr lang="en-US" dirty="0" err="1"/>
              <a:t>tao</a:t>
            </a:r>
            <a:r>
              <a:rPr lang="en-US" dirty="0"/>
              <a:t> </a:t>
            </a:r>
            <a:r>
              <a:rPr lang="en-US" dirty="0" err="1"/>
              <a:t>anatin’ny</a:t>
            </a:r>
            <a:r>
              <a:rPr lang="en-US" dirty="0"/>
              <a:t> </a:t>
            </a:r>
            <a:r>
              <a:rPr lang="en-US" dirty="0" err="1"/>
              <a:t>dingana</a:t>
            </a:r>
            <a:r>
              <a:rPr lang="en-US" dirty="0"/>
              <a:t> </a:t>
            </a:r>
            <a:r>
              <a:rPr lang="en-US" dirty="0" err="1"/>
              <a:t>rehetra</a:t>
            </a:r>
            <a:r>
              <a:rPr lang="en-US" dirty="0"/>
              <a:t> </a:t>
            </a:r>
            <a:r>
              <a:rPr lang="en-US" dirty="0" err="1"/>
              <a:t>teo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fiainany</a:t>
            </a:r>
            <a:r>
              <a:rPr lang="en-US" dirty="0"/>
              <a:t>. </a:t>
            </a:r>
            <a:r>
              <a:rPr lang="en-US" dirty="0" err="1"/>
              <a:t>Teo</a:t>
            </a:r>
            <a:r>
              <a:rPr lang="en-US" dirty="0"/>
              <a:t> no ho </a:t>
            </a:r>
            <a:r>
              <a:rPr lang="en-US" dirty="0" err="1"/>
              <a:t>eo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vitany</a:t>
            </a:r>
            <a:r>
              <a:rPr lang="en-US" dirty="0"/>
              <a:t> </a:t>
            </a:r>
            <a:r>
              <a:rPr lang="en-US" dirty="0" err="1"/>
              <a:t>izany</a:t>
            </a:r>
            <a:r>
              <a:rPr lang="en-US" dirty="0"/>
              <a:t>. </a:t>
            </a:r>
            <a:endParaRPr lang="fr-FR" dirty="0"/>
          </a:p>
          <a:p>
            <a:pPr lvl="0"/>
            <a:r>
              <a:rPr lang="en-US" dirty="0" err="1"/>
              <a:t>Tokana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no </a:t>
            </a:r>
            <a:r>
              <a:rPr lang="en-US" dirty="0" err="1"/>
              <a:t>voalaza</a:t>
            </a:r>
            <a:r>
              <a:rPr lang="en-US" dirty="0"/>
              <a:t> fa </a:t>
            </a:r>
            <a:r>
              <a:rPr lang="en-US" dirty="0" err="1"/>
              <a:t>nampian’ny</a:t>
            </a:r>
            <a:r>
              <a:rPr lang="en-US" dirty="0"/>
              <a:t> </a:t>
            </a:r>
            <a:r>
              <a:rPr lang="en-US" dirty="0" err="1"/>
              <a:t>Fanahy</a:t>
            </a:r>
            <a:r>
              <a:rPr lang="en-US" dirty="0"/>
              <a:t> </a:t>
            </a:r>
            <a:r>
              <a:rPr lang="en-US" dirty="0" err="1"/>
              <a:t>Masina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anatin’ny</a:t>
            </a:r>
            <a:r>
              <a:rPr lang="en-US" dirty="0"/>
              <a:t> </a:t>
            </a:r>
            <a:r>
              <a:rPr lang="en-US" dirty="0" err="1"/>
              <a:t>Kor’any</a:t>
            </a:r>
            <a:r>
              <a:rPr lang="en-US" dirty="0"/>
              <a:t>,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 </a:t>
            </a:r>
            <a:r>
              <a:rPr lang="en-US" dirty="0" err="1"/>
              <a:t>izany</a:t>
            </a:r>
            <a:r>
              <a:rPr lang="en-US" dirty="0"/>
              <a:t>. </a:t>
            </a:r>
            <a:endParaRPr lang="fr-FR" dirty="0"/>
          </a:p>
          <a:p>
            <a:endParaRPr lang="fr-FR" sz="36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514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EB7C30-ECE4-1782-1E5C-C34A3F65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94538"/>
            <a:ext cx="12000651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Ireo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Anarana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Hiantsoana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an’i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Jesosy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amin’ny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Maha-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Mendrikaja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Azy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endParaRPr lang="en-KE" sz="4000" b="1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" y="1825624"/>
            <a:ext cx="12191994" cy="5131767"/>
          </a:xfrm>
        </p:spPr>
        <p:txBody>
          <a:bodyPr>
            <a:normAutofit/>
          </a:bodyPr>
          <a:lstStyle/>
          <a:p>
            <a:r>
              <a:rPr lang="fr-FR" sz="3600" b="1" dirty="0" err="1">
                <a:latin typeface="Arial Black" panose="020B0A04020102020204" pitchFamily="34" charset="0"/>
              </a:rPr>
              <a:t>Musaddiq</a:t>
            </a:r>
            <a:r>
              <a:rPr lang="fr-FR" sz="3600" b="1" dirty="0">
                <a:latin typeface="Arial Black" panose="020B0A04020102020204" pitchFamily="34" charset="0"/>
              </a:rPr>
              <a:t> (</a:t>
            </a:r>
            <a:r>
              <a:rPr lang="fr-FR" sz="3600" b="1" dirty="0" err="1">
                <a:latin typeface="Arial Black" panose="020B0A04020102020204" pitchFamily="34" charset="0"/>
              </a:rPr>
              <a:t>ilay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mpanamafy</a:t>
            </a:r>
            <a:r>
              <a:rPr lang="fr-FR" sz="3600" b="1" dirty="0" smtClean="0">
                <a:latin typeface="Arial Black" panose="020B0A04020102020204" pitchFamily="34" charset="0"/>
              </a:rPr>
              <a:t>):</a:t>
            </a:r>
            <a:r>
              <a:rPr lang="en-US" dirty="0"/>
              <a:t>Al Imran 3:50: “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hanamafy</a:t>
            </a:r>
            <a:r>
              <a:rPr lang="en-US" dirty="0"/>
              <a:t> </a:t>
            </a:r>
            <a:r>
              <a:rPr lang="en-US" dirty="0" err="1"/>
              <a:t>izay</a:t>
            </a:r>
            <a:r>
              <a:rPr lang="en-US" dirty="0"/>
              <a:t> </a:t>
            </a:r>
            <a:r>
              <a:rPr lang="en-US" dirty="0" err="1"/>
              <a:t>efa</a:t>
            </a:r>
            <a:r>
              <a:rPr lang="en-US" dirty="0"/>
              <a:t> </a:t>
            </a:r>
            <a:r>
              <a:rPr lang="en-US" dirty="0" err="1"/>
              <a:t>teo</a:t>
            </a:r>
            <a:r>
              <a:rPr lang="en-US" dirty="0"/>
              <a:t> am-</a:t>
            </a:r>
            <a:r>
              <a:rPr lang="en-US" dirty="0" err="1"/>
              <a:t>pelatanako</a:t>
            </a:r>
            <a:r>
              <a:rPr lang="en-US" dirty="0"/>
              <a:t> </a:t>
            </a:r>
            <a:r>
              <a:rPr lang="en-US" dirty="0" err="1"/>
              <a:t>avy</a:t>
            </a:r>
            <a:r>
              <a:rPr lang="en-US" dirty="0"/>
              <a:t> </a:t>
            </a:r>
            <a:r>
              <a:rPr lang="en-US" dirty="0" err="1"/>
              <a:t>tamin’ny</a:t>
            </a:r>
            <a:r>
              <a:rPr lang="en-US" dirty="0"/>
              <a:t> </a:t>
            </a:r>
            <a:r>
              <a:rPr lang="en-US" dirty="0" err="1"/>
              <a:t>Taoraty</a:t>
            </a:r>
            <a:r>
              <a:rPr lang="en-US" dirty="0"/>
              <a:t> </a:t>
            </a:r>
            <a:r>
              <a:rPr lang="en-US" dirty="0" err="1"/>
              <a:t>aho</a:t>
            </a:r>
            <a:r>
              <a:rPr lang="en-US" dirty="0"/>
              <a:t>,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hanome</a:t>
            </a:r>
            <a:r>
              <a:rPr lang="en-US" dirty="0"/>
              <a:t> </a:t>
            </a:r>
            <a:r>
              <a:rPr lang="en-US" dirty="0" err="1"/>
              <a:t>alalana</a:t>
            </a:r>
            <a:r>
              <a:rPr lang="en-US" dirty="0"/>
              <a:t> </a:t>
            </a:r>
            <a:r>
              <a:rPr lang="en-US" dirty="0" err="1"/>
              <a:t>anareo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ampahany</a:t>
            </a:r>
            <a:r>
              <a:rPr lang="en-US" dirty="0"/>
              <a:t> </a:t>
            </a:r>
            <a:r>
              <a:rPr lang="en-US" dirty="0" err="1"/>
              <a:t>amin’izay</a:t>
            </a:r>
            <a:r>
              <a:rPr lang="en-US" dirty="0"/>
              <a:t> </a:t>
            </a:r>
            <a:r>
              <a:rPr lang="en-US" dirty="0" err="1"/>
              <a:t>nandraràna</a:t>
            </a:r>
            <a:r>
              <a:rPr lang="en-US" dirty="0"/>
              <a:t> </a:t>
            </a:r>
            <a:r>
              <a:rPr lang="en-US" dirty="0" err="1"/>
              <a:t>anareo</a:t>
            </a:r>
            <a:r>
              <a:rPr lang="en-US" dirty="0"/>
              <a:t>. Tonga </a:t>
            </a:r>
            <a:r>
              <a:rPr lang="en-US" dirty="0" err="1"/>
              <a:t>eto</a:t>
            </a:r>
            <a:r>
              <a:rPr lang="en-US" dirty="0"/>
              <a:t> </a:t>
            </a:r>
            <a:r>
              <a:rPr lang="en-US" dirty="0" err="1"/>
              <a:t>aminareo</a:t>
            </a:r>
            <a:r>
              <a:rPr lang="en-US" dirty="0"/>
              <a:t> </a:t>
            </a:r>
            <a:r>
              <a:rPr lang="en-US" dirty="0" err="1"/>
              <a:t>aho</a:t>
            </a:r>
            <a:r>
              <a:rPr lang="en-US" dirty="0"/>
              <a:t> </a:t>
            </a:r>
            <a:r>
              <a:rPr lang="en-US" dirty="0" err="1"/>
              <a:t>miaraka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porofo</a:t>
            </a:r>
            <a:r>
              <a:rPr lang="en-US" dirty="0"/>
              <a:t> </a:t>
            </a:r>
            <a:r>
              <a:rPr lang="en-US" dirty="0" err="1"/>
              <a:t>famantarana</a:t>
            </a:r>
            <a:r>
              <a:rPr lang="en-US" dirty="0"/>
              <a:t> </a:t>
            </a:r>
            <a:r>
              <a:rPr lang="en-US" dirty="0" err="1"/>
              <a:t>avy</a:t>
            </a:r>
            <a:r>
              <a:rPr lang="en-US" dirty="0"/>
              <a:t> </a:t>
            </a:r>
            <a:r>
              <a:rPr lang="en-US" dirty="0" err="1"/>
              <a:t>tamin’ny</a:t>
            </a:r>
            <a:r>
              <a:rPr lang="en-US" dirty="0"/>
              <a:t> </a:t>
            </a:r>
            <a:r>
              <a:rPr lang="en-US" dirty="0" err="1"/>
              <a:t>Tompo</a:t>
            </a:r>
            <a:r>
              <a:rPr lang="en-US" dirty="0"/>
              <a:t> </a:t>
            </a:r>
            <a:r>
              <a:rPr lang="en-US" dirty="0" err="1"/>
              <a:t>Zanaharinareo</a:t>
            </a:r>
            <a:r>
              <a:rPr lang="en-US" dirty="0"/>
              <a:t>.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 smtClean="0"/>
              <a:t>aoka</a:t>
            </a:r>
            <a:r>
              <a:rPr lang="en-US" dirty="0" smtClean="0"/>
              <a:t> </a:t>
            </a:r>
            <a:r>
              <a:rPr lang="en-US" dirty="0" err="1"/>
              <a:t>ianareo</a:t>
            </a:r>
            <a:r>
              <a:rPr lang="en-US" dirty="0"/>
              <a:t> </a:t>
            </a:r>
            <a:r>
              <a:rPr lang="en-US" dirty="0" err="1"/>
              <a:t>hitandrina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didin’Andriamanitra</a:t>
            </a:r>
            <a:r>
              <a:rPr lang="en-US" dirty="0"/>
              <a:t>,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mankatoava</a:t>
            </a:r>
            <a:r>
              <a:rPr lang="en-US" dirty="0"/>
              <a:t> </a:t>
            </a:r>
            <a:r>
              <a:rPr lang="en-US" dirty="0" err="1"/>
              <a:t>Ahy</a:t>
            </a:r>
            <a:r>
              <a:rPr lang="en-US" dirty="0"/>
              <a:t> </a:t>
            </a:r>
            <a:r>
              <a:rPr lang="en-US" dirty="0" err="1"/>
              <a:t>koa</a:t>
            </a:r>
            <a:r>
              <a:rPr lang="en-US" dirty="0" smtClean="0"/>
              <a:t>.”</a:t>
            </a:r>
          </a:p>
          <a:p>
            <a:r>
              <a:rPr lang="en-US" dirty="0" err="1"/>
              <a:t>Eto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milaza</a:t>
            </a:r>
            <a:r>
              <a:rPr lang="en-US" dirty="0"/>
              <a:t> fa </a:t>
            </a:r>
            <a:r>
              <a:rPr lang="en-US" dirty="0" err="1"/>
              <a:t>Izy</a:t>
            </a:r>
            <a:r>
              <a:rPr lang="en-US" dirty="0"/>
              <a:t> no </a:t>
            </a:r>
            <a:r>
              <a:rPr lang="en-US" dirty="0" err="1"/>
              <a:t>mpanamafy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Testamenta</a:t>
            </a:r>
            <a:r>
              <a:rPr lang="en-US" dirty="0"/>
              <a:t> </a:t>
            </a:r>
            <a:r>
              <a:rPr lang="en-US" dirty="0" err="1"/>
              <a:t>Taloha</a:t>
            </a:r>
            <a:r>
              <a:rPr lang="en-US" dirty="0"/>
              <a:t>. I </a:t>
            </a:r>
            <a:r>
              <a:rPr lang="en-US" dirty="0" err="1"/>
              <a:t>Jesosy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</a:t>
            </a:r>
            <a:r>
              <a:rPr lang="en-US" dirty="0" err="1"/>
              <a:t>koa</a:t>
            </a:r>
            <a:r>
              <a:rPr lang="en-US" dirty="0"/>
              <a:t> no </a:t>
            </a:r>
            <a:r>
              <a:rPr lang="en-US" dirty="0" err="1"/>
              <a:t>mpanome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lalàna</a:t>
            </a:r>
            <a:r>
              <a:rPr lang="en-US" dirty="0"/>
              <a:t>. </a:t>
            </a:r>
            <a:endParaRPr lang="fr-FR" dirty="0"/>
          </a:p>
          <a:p>
            <a:pPr lvl="0"/>
            <a:r>
              <a:rPr lang="fr-FR" sz="3600" b="1" dirty="0" err="1">
                <a:latin typeface="Arial Black" panose="020B0A04020102020204" pitchFamily="34" charset="0"/>
              </a:rPr>
              <a:t>Zakey</a:t>
            </a:r>
            <a:r>
              <a:rPr lang="fr-FR" sz="3600" b="1" dirty="0">
                <a:latin typeface="Arial Black" panose="020B0A04020102020204" pitchFamily="34" charset="0"/>
              </a:rPr>
              <a:t> (</a:t>
            </a:r>
            <a:r>
              <a:rPr lang="fr-FR" sz="3600" b="1" dirty="0" err="1">
                <a:latin typeface="Arial Black" panose="020B0A04020102020204" pitchFamily="34" charset="0"/>
              </a:rPr>
              <a:t>madio</a:t>
            </a:r>
            <a:r>
              <a:rPr lang="fr-FR" sz="3600" b="1" dirty="0" smtClean="0">
                <a:latin typeface="Arial Black" panose="020B0A04020102020204" pitchFamily="34" charset="0"/>
              </a:rPr>
              <a:t>):</a:t>
            </a:r>
            <a:r>
              <a:rPr lang="en-US" dirty="0"/>
              <a:t>Mariam 19:19: “Hoy </a:t>
            </a:r>
            <a:r>
              <a:rPr lang="en-US" dirty="0" err="1"/>
              <a:t>izy</a:t>
            </a:r>
            <a:r>
              <a:rPr lang="en-US" dirty="0"/>
              <a:t> </a:t>
            </a:r>
            <a:r>
              <a:rPr lang="en-US" dirty="0" err="1"/>
              <a:t>namaly</a:t>
            </a:r>
            <a:r>
              <a:rPr lang="en-US" dirty="0"/>
              <a:t>: ‘</a:t>
            </a:r>
            <a:r>
              <a:rPr lang="en-US" dirty="0" err="1"/>
              <a:t>Iraka</a:t>
            </a:r>
            <a:r>
              <a:rPr lang="en-US" dirty="0"/>
              <a:t> </a:t>
            </a:r>
            <a:r>
              <a:rPr lang="en-US" dirty="0" err="1"/>
              <a:t>avy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Tomponao</a:t>
            </a:r>
            <a:r>
              <a:rPr lang="en-US" dirty="0"/>
              <a:t> </a:t>
            </a:r>
            <a:r>
              <a:rPr lang="en-US" dirty="0" err="1"/>
              <a:t>tokoa</a:t>
            </a:r>
            <a:r>
              <a:rPr lang="en-US" dirty="0"/>
              <a:t> </a:t>
            </a:r>
            <a:r>
              <a:rPr lang="en-US" dirty="0" err="1"/>
              <a:t>aho</a:t>
            </a:r>
            <a:r>
              <a:rPr lang="en-US" dirty="0"/>
              <a:t>, </a:t>
            </a:r>
            <a:r>
              <a:rPr lang="en-US" dirty="0" err="1"/>
              <a:t>hanome</a:t>
            </a:r>
            <a:r>
              <a:rPr lang="en-US" dirty="0"/>
              <a:t> </a:t>
            </a:r>
            <a:r>
              <a:rPr lang="en-US" dirty="0" err="1"/>
              <a:t>anao</a:t>
            </a:r>
            <a:r>
              <a:rPr lang="en-US" dirty="0"/>
              <a:t> </a:t>
            </a:r>
            <a:r>
              <a:rPr lang="en-US" dirty="0" err="1"/>
              <a:t>zazalahy</a:t>
            </a:r>
            <a:r>
              <a:rPr lang="en-US" dirty="0"/>
              <a:t> </a:t>
            </a:r>
            <a:r>
              <a:rPr lang="en-US" dirty="0" err="1"/>
              <a:t>madio</a:t>
            </a:r>
            <a:r>
              <a:rPr lang="en-US" dirty="0"/>
              <a:t>.”</a:t>
            </a:r>
            <a:endParaRPr lang="fr-FR" dirty="0"/>
          </a:p>
          <a:p>
            <a:pPr lvl="0"/>
            <a:r>
              <a:rPr lang="en-US" dirty="0"/>
              <a:t>I </a:t>
            </a:r>
            <a:r>
              <a:rPr lang="en-US" dirty="0" err="1"/>
              <a:t>Jesosy</a:t>
            </a:r>
            <a:r>
              <a:rPr lang="en-US" dirty="0"/>
              <a:t> </a:t>
            </a:r>
            <a:r>
              <a:rPr lang="en-US" dirty="0" err="1"/>
              <a:t>irery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no </a:t>
            </a:r>
            <a:r>
              <a:rPr lang="en-US" dirty="0" err="1"/>
              <a:t>nampiasana</a:t>
            </a:r>
            <a:r>
              <a:rPr lang="en-US" dirty="0"/>
              <a:t> </a:t>
            </a:r>
            <a:r>
              <a:rPr lang="en-US" dirty="0" err="1"/>
              <a:t>io</a:t>
            </a:r>
            <a:r>
              <a:rPr lang="en-US" dirty="0"/>
              <a:t> </a:t>
            </a:r>
            <a:r>
              <a:rPr lang="en-US" dirty="0" err="1"/>
              <a:t>teny</a:t>
            </a:r>
            <a:r>
              <a:rPr lang="en-US" dirty="0"/>
              <a:t> </a:t>
            </a:r>
            <a:r>
              <a:rPr lang="en-US" dirty="0" err="1"/>
              <a:t>io</a:t>
            </a:r>
            <a:r>
              <a:rPr lang="en-US" dirty="0"/>
              <a:t> </a:t>
            </a:r>
            <a:r>
              <a:rPr lang="en-US" dirty="0" err="1"/>
              <a:t>tao</a:t>
            </a:r>
            <a:r>
              <a:rPr lang="en-US" dirty="0"/>
              <a:t> </a:t>
            </a:r>
            <a:r>
              <a:rPr lang="en-US" dirty="0" err="1"/>
              <a:t>anatin’ny</a:t>
            </a:r>
            <a:r>
              <a:rPr lang="en-US" dirty="0"/>
              <a:t> </a:t>
            </a:r>
            <a:r>
              <a:rPr lang="en-US" dirty="0" err="1"/>
              <a:t>Kor’any</a:t>
            </a:r>
            <a:r>
              <a:rPr lang="en-US" dirty="0"/>
              <a:t>. </a:t>
            </a:r>
            <a:endParaRPr lang="fr-FR" dirty="0"/>
          </a:p>
          <a:p>
            <a:endParaRPr lang="fr-FR" sz="36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824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EB7C30-ECE4-1782-1E5C-C34A3F65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94538"/>
            <a:ext cx="12000651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Ireo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Anarana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Hiantsoana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an’i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Jesosy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amin’ny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Maha-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Mendrikaja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Azy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endParaRPr lang="en-KE" sz="4000" b="1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" y="1825624"/>
            <a:ext cx="12191994" cy="5131767"/>
          </a:xfrm>
        </p:spPr>
        <p:txBody>
          <a:bodyPr>
            <a:normAutofit lnSpcReduction="10000"/>
          </a:bodyPr>
          <a:lstStyle/>
          <a:p>
            <a:pPr lvl="0"/>
            <a:r>
              <a:rPr lang="fr-FR" sz="3600" b="1" dirty="0" err="1">
                <a:latin typeface="Arial Black" panose="020B0A04020102020204" pitchFamily="34" charset="0"/>
              </a:rPr>
              <a:t>Yubri</a:t>
            </a:r>
            <a:r>
              <a:rPr lang="fr-FR" sz="3600" b="1" dirty="0">
                <a:latin typeface="Arial Black" panose="020B0A04020102020204" pitchFamily="34" charset="0"/>
              </a:rPr>
              <a:t> (</a:t>
            </a:r>
            <a:r>
              <a:rPr lang="fr-FR" sz="3600" b="1" dirty="0" err="1">
                <a:latin typeface="Arial Black" panose="020B0A04020102020204" pitchFamily="34" charset="0"/>
              </a:rPr>
              <a:t>mpanasitrana</a:t>
            </a:r>
            <a:r>
              <a:rPr lang="fr-FR" sz="3600" b="1" dirty="0" smtClean="0">
                <a:latin typeface="Arial Black" panose="020B0A04020102020204" pitchFamily="34" charset="0"/>
              </a:rPr>
              <a:t>):</a:t>
            </a:r>
            <a:r>
              <a:rPr lang="en-US" dirty="0"/>
              <a:t>Al Imran 3:49: “</a:t>
            </a:r>
            <a:r>
              <a:rPr lang="en-US" dirty="0" err="1"/>
              <a:t>Hampahiratra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jamba</a:t>
            </a:r>
            <a:r>
              <a:rPr lang="en-US" dirty="0"/>
              <a:t> </a:t>
            </a:r>
            <a:r>
              <a:rPr lang="en-US" dirty="0" err="1"/>
              <a:t>aho</a:t>
            </a:r>
            <a:r>
              <a:rPr lang="en-US" dirty="0"/>
              <a:t>,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hanasitrana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boka</a:t>
            </a:r>
            <a:r>
              <a:rPr lang="en-US" dirty="0"/>
              <a:t>, </a:t>
            </a:r>
            <a:r>
              <a:rPr lang="en-US" dirty="0" err="1"/>
              <a:t>hamelona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maty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herin’Andriamanitra</a:t>
            </a:r>
            <a:r>
              <a:rPr lang="en-US" dirty="0"/>
              <a:t> </a:t>
            </a:r>
            <a:r>
              <a:rPr lang="en-US" dirty="0" err="1"/>
              <a:t>aho</a:t>
            </a:r>
            <a:r>
              <a:rPr lang="en-US" dirty="0"/>
              <a:t>.”</a:t>
            </a:r>
            <a:endParaRPr lang="fr-FR" dirty="0"/>
          </a:p>
          <a:p>
            <a:pPr lvl="0"/>
            <a:r>
              <a:rPr lang="en-US" dirty="0" err="1"/>
              <a:t>Izy</a:t>
            </a:r>
            <a:r>
              <a:rPr lang="en-US" dirty="0"/>
              <a:t> </a:t>
            </a:r>
            <a:r>
              <a:rPr lang="en-US" dirty="0" err="1"/>
              <a:t>irery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, </a:t>
            </a:r>
            <a:r>
              <a:rPr lang="en-US" dirty="0" err="1"/>
              <a:t>ankoatra</a:t>
            </a:r>
            <a:r>
              <a:rPr lang="en-US" dirty="0"/>
              <a:t> </a:t>
            </a:r>
            <a:r>
              <a:rPr lang="en-US" dirty="0" err="1"/>
              <a:t>an’i</a:t>
            </a:r>
            <a:r>
              <a:rPr lang="en-US" dirty="0"/>
              <a:t> Allah, no </a:t>
            </a:r>
            <a:r>
              <a:rPr lang="en-US" dirty="0" err="1"/>
              <a:t>afaka</a:t>
            </a:r>
            <a:r>
              <a:rPr lang="en-US" dirty="0"/>
              <a:t> </a:t>
            </a:r>
            <a:r>
              <a:rPr lang="en-US" dirty="0" err="1"/>
              <a:t>manasitrana</a:t>
            </a:r>
            <a:r>
              <a:rPr lang="en-US" dirty="0"/>
              <a:t>. I Allah no </a:t>
            </a:r>
            <a:r>
              <a:rPr lang="en-US" dirty="0" err="1"/>
              <a:t>nampiasana</a:t>
            </a:r>
            <a:r>
              <a:rPr lang="en-US" dirty="0"/>
              <a:t> </a:t>
            </a:r>
            <a:r>
              <a:rPr lang="en-US" dirty="0" err="1"/>
              <a:t>io</a:t>
            </a:r>
            <a:r>
              <a:rPr lang="en-US" dirty="0"/>
              <a:t> </a:t>
            </a:r>
            <a:r>
              <a:rPr lang="en-US" dirty="0" err="1"/>
              <a:t>teny</a:t>
            </a:r>
            <a:r>
              <a:rPr lang="en-US" dirty="0"/>
              <a:t> </a:t>
            </a:r>
            <a:r>
              <a:rPr lang="en-US" dirty="0" err="1"/>
              <a:t>io</a:t>
            </a:r>
            <a:r>
              <a:rPr lang="en-US" dirty="0"/>
              <a:t>, </a:t>
            </a:r>
            <a:r>
              <a:rPr lang="en-US" dirty="0" err="1"/>
              <a:t>nentina</a:t>
            </a:r>
            <a:r>
              <a:rPr lang="en-US" dirty="0"/>
              <a:t> </a:t>
            </a:r>
            <a:r>
              <a:rPr lang="en-US" dirty="0" err="1"/>
              <a:t>nilaza</a:t>
            </a:r>
            <a:r>
              <a:rPr lang="en-US" dirty="0"/>
              <a:t> hoe </a:t>
            </a:r>
            <a:r>
              <a:rPr lang="en-US" dirty="0" err="1"/>
              <a:t>afaka</a:t>
            </a:r>
            <a:r>
              <a:rPr lang="en-US" dirty="0"/>
              <a:t> </a:t>
            </a:r>
            <a:r>
              <a:rPr lang="en-US" dirty="0" err="1"/>
              <a:t>manasitrana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Allah,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io</a:t>
            </a:r>
            <a:r>
              <a:rPr lang="en-US" dirty="0"/>
              <a:t> </a:t>
            </a:r>
            <a:r>
              <a:rPr lang="en-US" dirty="0" err="1"/>
              <a:t>teny</a:t>
            </a:r>
            <a:r>
              <a:rPr lang="en-US" dirty="0"/>
              <a:t> </a:t>
            </a:r>
            <a:r>
              <a:rPr lang="en-US" dirty="0" err="1"/>
              <a:t>io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</a:t>
            </a:r>
            <a:r>
              <a:rPr lang="en-US" dirty="0" err="1"/>
              <a:t>koa</a:t>
            </a:r>
            <a:r>
              <a:rPr lang="en-US" dirty="0"/>
              <a:t> no </a:t>
            </a:r>
            <a:r>
              <a:rPr lang="en-US" dirty="0" err="1"/>
              <a:t>nampiasaina</a:t>
            </a:r>
            <a:r>
              <a:rPr lang="en-US" dirty="0"/>
              <a:t> ho </a:t>
            </a:r>
            <a:r>
              <a:rPr lang="en-US" dirty="0" err="1"/>
              <a:t>an’i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, </a:t>
            </a:r>
            <a:r>
              <a:rPr lang="en-US" dirty="0" err="1"/>
              <a:t>nentina</a:t>
            </a:r>
            <a:r>
              <a:rPr lang="en-US" dirty="0"/>
              <a:t> </a:t>
            </a:r>
            <a:r>
              <a:rPr lang="en-US" dirty="0" err="1"/>
              <a:t>nilaza</a:t>
            </a:r>
            <a:r>
              <a:rPr lang="en-US" dirty="0"/>
              <a:t> fa </a:t>
            </a:r>
            <a:r>
              <a:rPr lang="en-US" dirty="0" err="1"/>
              <a:t>afaka</a:t>
            </a:r>
            <a:r>
              <a:rPr lang="en-US" dirty="0"/>
              <a:t> </a:t>
            </a:r>
            <a:r>
              <a:rPr lang="en-US" dirty="0" err="1"/>
              <a:t>manasitrana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</a:t>
            </a:r>
            <a:r>
              <a:rPr lang="en-US" dirty="0" err="1"/>
              <a:t>koa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. </a:t>
            </a:r>
            <a:endParaRPr lang="fr-FR" dirty="0"/>
          </a:p>
          <a:p>
            <a:pPr lvl="0"/>
            <a:r>
              <a:rPr lang="fr-FR" sz="3600" b="1" dirty="0" err="1">
                <a:latin typeface="Arial Black" panose="020B0A04020102020204" pitchFamily="34" charset="0"/>
              </a:rPr>
              <a:t>Yakhluq</a:t>
            </a:r>
            <a:r>
              <a:rPr lang="fr-FR" sz="3600" b="1" dirty="0">
                <a:latin typeface="Arial Black" panose="020B0A04020102020204" pitchFamily="34" charset="0"/>
              </a:rPr>
              <a:t> (</a:t>
            </a:r>
            <a:r>
              <a:rPr lang="fr-FR" sz="3600" b="1" dirty="0" err="1">
                <a:latin typeface="Arial Black" panose="020B0A04020102020204" pitchFamily="34" charset="0"/>
              </a:rPr>
              <a:t>mpahary</a:t>
            </a:r>
            <a:r>
              <a:rPr lang="fr-FR" sz="3600" b="1" dirty="0" smtClean="0">
                <a:latin typeface="Arial Black" panose="020B0A04020102020204" pitchFamily="34" charset="0"/>
              </a:rPr>
              <a:t>):</a:t>
            </a:r>
            <a:r>
              <a:rPr lang="en-US" dirty="0"/>
              <a:t>Al Imran 3:49: “Fa </a:t>
            </a:r>
            <a:r>
              <a:rPr lang="en-US" dirty="0" err="1"/>
              <a:t>izaho</a:t>
            </a:r>
            <a:r>
              <a:rPr lang="en-US" dirty="0"/>
              <a:t> </a:t>
            </a:r>
            <a:r>
              <a:rPr lang="en-US" dirty="0" err="1"/>
              <a:t>hamboatra</a:t>
            </a:r>
            <a:r>
              <a:rPr lang="en-US" dirty="0"/>
              <a:t> ho </a:t>
            </a:r>
            <a:r>
              <a:rPr lang="en-US" dirty="0" err="1"/>
              <a:t>anareo</a:t>
            </a:r>
            <a:r>
              <a:rPr lang="en-US" dirty="0"/>
              <a:t> </a:t>
            </a:r>
            <a:r>
              <a:rPr lang="en-US" dirty="0" err="1"/>
              <a:t>avy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fotaka</a:t>
            </a:r>
            <a:r>
              <a:rPr lang="en-US" dirty="0"/>
              <a:t> </a:t>
            </a:r>
            <a:r>
              <a:rPr lang="en-US" dirty="0" err="1"/>
              <a:t>natao</a:t>
            </a:r>
            <a:r>
              <a:rPr lang="en-US" dirty="0"/>
              <a:t> </a:t>
            </a:r>
            <a:r>
              <a:rPr lang="en-US" dirty="0" err="1"/>
              <a:t>endrika</a:t>
            </a:r>
            <a:r>
              <a:rPr lang="en-US" dirty="0"/>
              <a:t> </a:t>
            </a:r>
            <a:r>
              <a:rPr lang="en-US" dirty="0" err="1"/>
              <a:t>vorona</a:t>
            </a:r>
            <a:r>
              <a:rPr lang="en-US" dirty="0"/>
              <a:t>, </a:t>
            </a:r>
            <a:r>
              <a:rPr lang="en-US" dirty="0" err="1"/>
              <a:t>avy</a:t>
            </a:r>
            <a:r>
              <a:rPr lang="en-US" dirty="0"/>
              <a:t> </a:t>
            </a:r>
            <a:r>
              <a:rPr lang="en-US" dirty="0" err="1"/>
              <a:t>eo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ho </a:t>
            </a:r>
            <a:r>
              <a:rPr lang="en-US" dirty="0" err="1"/>
              <a:t>tsofiko</a:t>
            </a:r>
            <a:r>
              <a:rPr lang="en-US" dirty="0"/>
              <a:t> </a:t>
            </a:r>
            <a:r>
              <a:rPr lang="en-US" dirty="0" err="1"/>
              <a:t>izany</a:t>
            </a:r>
            <a:r>
              <a:rPr lang="en-US" dirty="0"/>
              <a:t>; </a:t>
            </a:r>
            <a:r>
              <a:rPr lang="en-US" dirty="0" err="1"/>
              <a:t>ary</a:t>
            </a:r>
            <a:r>
              <a:rPr lang="en-US" dirty="0"/>
              <a:t> ho </a:t>
            </a:r>
            <a:r>
              <a:rPr lang="en-US" dirty="0" err="1"/>
              <a:t>tonga</a:t>
            </a:r>
            <a:r>
              <a:rPr lang="en-US" dirty="0"/>
              <a:t> </a:t>
            </a:r>
            <a:r>
              <a:rPr lang="en-US" dirty="0" err="1"/>
              <a:t>vorona</a:t>
            </a:r>
            <a:r>
              <a:rPr lang="en-US" dirty="0"/>
              <a:t> </a:t>
            </a:r>
            <a:r>
              <a:rPr lang="en-US" dirty="0" err="1"/>
              <a:t>noho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herin’Andriamanitra</a:t>
            </a:r>
            <a:r>
              <a:rPr lang="en-US" dirty="0"/>
              <a:t>.”</a:t>
            </a:r>
            <a:endParaRPr lang="fr-FR" dirty="0"/>
          </a:p>
          <a:p>
            <a:pPr lvl="0"/>
            <a:r>
              <a:rPr lang="en-US" dirty="0" err="1"/>
              <a:t>Ankoatra</a:t>
            </a:r>
            <a:r>
              <a:rPr lang="en-US" dirty="0"/>
              <a:t> </a:t>
            </a:r>
            <a:r>
              <a:rPr lang="en-US" dirty="0" err="1"/>
              <a:t>an’Andriamanitra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 </a:t>
            </a:r>
            <a:r>
              <a:rPr lang="en-US" dirty="0" err="1"/>
              <a:t>irery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no </a:t>
            </a:r>
            <a:r>
              <a:rPr lang="en-US" dirty="0" err="1"/>
              <a:t>voalaza</a:t>
            </a:r>
            <a:r>
              <a:rPr lang="en-US" dirty="0"/>
              <a:t> fa </a:t>
            </a:r>
            <a:r>
              <a:rPr lang="en-US" dirty="0" err="1"/>
              <a:t>mpahary</a:t>
            </a:r>
            <a:r>
              <a:rPr lang="en-US" dirty="0"/>
              <a:t>,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anatin’ny</a:t>
            </a:r>
            <a:r>
              <a:rPr lang="en-US" dirty="0"/>
              <a:t> </a:t>
            </a:r>
            <a:r>
              <a:rPr lang="en-US" dirty="0" err="1"/>
              <a:t>Kor’any</a:t>
            </a:r>
            <a:r>
              <a:rPr lang="en-US" dirty="0"/>
              <a:t>. </a:t>
            </a:r>
            <a:endParaRPr lang="fr-FR" dirty="0"/>
          </a:p>
          <a:p>
            <a:endParaRPr lang="fr-FR" sz="36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986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EB7C30-ECE4-1782-1E5C-C34A3F65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94538"/>
            <a:ext cx="12000651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Ireo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Anarana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Hiantsoana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an’i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Jesosy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amin’ny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Maha-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Mendrikaja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Azy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endParaRPr lang="en-KE" sz="4000" b="1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" y="1825624"/>
            <a:ext cx="12191994" cy="5131767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fr-FR" sz="3600" b="1" dirty="0" err="1">
                <a:latin typeface="Arial Black" panose="020B0A04020102020204" pitchFamily="34" charset="0"/>
              </a:rPr>
              <a:t>Yuhyii</a:t>
            </a:r>
            <a:r>
              <a:rPr lang="fr-FR" sz="3600" b="1" dirty="0">
                <a:latin typeface="Arial Black" panose="020B0A04020102020204" pitchFamily="34" charset="0"/>
              </a:rPr>
              <a:t> (</a:t>
            </a:r>
            <a:r>
              <a:rPr lang="fr-FR" sz="3600" b="1" dirty="0" err="1">
                <a:latin typeface="Arial Black" panose="020B0A04020102020204" pitchFamily="34" charset="0"/>
              </a:rPr>
              <a:t>mpamelona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ny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maty</a:t>
            </a:r>
            <a:r>
              <a:rPr lang="fr-FR" sz="3600" b="1" dirty="0" smtClean="0">
                <a:latin typeface="Arial Black" panose="020B0A04020102020204" pitchFamily="34" charset="0"/>
              </a:rPr>
              <a:t>):</a:t>
            </a:r>
            <a:r>
              <a:rPr lang="en-US" dirty="0"/>
              <a:t>Al Imran 3:49: “</a:t>
            </a:r>
            <a:r>
              <a:rPr lang="en-US" dirty="0" err="1"/>
              <a:t>Hampahiratra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jamba</a:t>
            </a:r>
            <a:r>
              <a:rPr lang="en-US" dirty="0"/>
              <a:t> </a:t>
            </a:r>
            <a:r>
              <a:rPr lang="en-US" dirty="0" err="1"/>
              <a:t>aho</a:t>
            </a:r>
            <a:r>
              <a:rPr lang="en-US" dirty="0"/>
              <a:t>,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hanasitrana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boka</a:t>
            </a:r>
            <a:r>
              <a:rPr lang="en-US" dirty="0"/>
              <a:t>, </a:t>
            </a:r>
            <a:r>
              <a:rPr lang="en-US" dirty="0" err="1"/>
              <a:t>hamelona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maty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herin’Andriamanitra</a:t>
            </a:r>
            <a:r>
              <a:rPr lang="en-US" dirty="0"/>
              <a:t> </a:t>
            </a:r>
            <a:r>
              <a:rPr lang="en-US" dirty="0" err="1"/>
              <a:t>aho</a:t>
            </a:r>
            <a:r>
              <a:rPr lang="en-US" dirty="0"/>
              <a:t>.”</a:t>
            </a:r>
            <a:endParaRPr lang="fr-FR" dirty="0"/>
          </a:p>
          <a:p>
            <a:pPr lvl="0"/>
            <a:r>
              <a:rPr lang="en-US" dirty="0" err="1"/>
              <a:t>Izy</a:t>
            </a:r>
            <a:r>
              <a:rPr lang="en-US" dirty="0"/>
              <a:t> </a:t>
            </a:r>
            <a:r>
              <a:rPr lang="en-US" dirty="0" err="1"/>
              <a:t>irery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, </a:t>
            </a:r>
            <a:r>
              <a:rPr lang="en-US" dirty="0" err="1"/>
              <a:t>ankoatra</a:t>
            </a:r>
            <a:r>
              <a:rPr lang="en-US" dirty="0"/>
              <a:t> </a:t>
            </a:r>
            <a:r>
              <a:rPr lang="en-US" dirty="0" err="1"/>
              <a:t>an’i</a:t>
            </a:r>
            <a:r>
              <a:rPr lang="en-US" dirty="0"/>
              <a:t> Allah, no </a:t>
            </a:r>
            <a:r>
              <a:rPr lang="en-US" dirty="0" err="1"/>
              <a:t>afaka</a:t>
            </a:r>
            <a:r>
              <a:rPr lang="en-US" dirty="0"/>
              <a:t> </a:t>
            </a:r>
            <a:r>
              <a:rPr lang="en-US" dirty="0" err="1"/>
              <a:t>mamelona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maty</a:t>
            </a:r>
            <a:r>
              <a:rPr lang="en-US" dirty="0"/>
              <a:t>.</a:t>
            </a:r>
            <a:endParaRPr lang="fr-FR" dirty="0"/>
          </a:p>
          <a:p>
            <a:pPr lvl="0"/>
            <a:r>
              <a:rPr lang="fr-FR" sz="3600" b="1" dirty="0" err="1">
                <a:latin typeface="Arial Black" panose="020B0A04020102020204" pitchFamily="34" charset="0"/>
              </a:rPr>
              <a:t>Yunabbi</a:t>
            </a:r>
            <a:r>
              <a:rPr lang="fr-FR" sz="3600" b="1" dirty="0">
                <a:latin typeface="Arial Black" panose="020B0A04020102020204" pitchFamily="34" charset="0"/>
              </a:rPr>
              <a:t> (</a:t>
            </a:r>
            <a:r>
              <a:rPr lang="fr-FR" sz="3600" b="1" dirty="0" err="1">
                <a:latin typeface="Arial Black" panose="020B0A04020102020204" pitchFamily="34" charset="0"/>
              </a:rPr>
              <a:t>mampahafantatra</a:t>
            </a:r>
            <a:r>
              <a:rPr lang="fr-FR" sz="3600" b="1" dirty="0">
                <a:latin typeface="Arial Black" panose="020B0A04020102020204" pitchFamily="34" charset="0"/>
              </a:rPr>
              <a:t> na </a:t>
            </a:r>
            <a:r>
              <a:rPr lang="fr-FR" sz="3600" b="1" dirty="0" err="1">
                <a:latin typeface="Arial Black" panose="020B0A04020102020204" pitchFamily="34" charset="0"/>
              </a:rPr>
              <a:t>maminany</a:t>
            </a:r>
            <a:r>
              <a:rPr lang="fr-FR" sz="3600" b="1" dirty="0" smtClean="0">
                <a:latin typeface="Arial Black" panose="020B0A04020102020204" pitchFamily="34" charset="0"/>
              </a:rPr>
              <a:t>):</a:t>
            </a:r>
            <a:r>
              <a:rPr lang="en-US" dirty="0"/>
              <a:t>Al Imran 3:49: “</a:t>
            </a:r>
            <a:r>
              <a:rPr lang="en-US" dirty="0" err="1"/>
              <a:t>Hampahafantatra</a:t>
            </a:r>
            <a:r>
              <a:rPr lang="en-US" dirty="0"/>
              <a:t> </a:t>
            </a:r>
            <a:r>
              <a:rPr lang="en-US" dirty="0" err="1"/>
              <a:t>anareo</a:t>
            </a:r>
            <a:r>
              <a:rPr lang="en-US" dirty="0"/>
              <a:t> </a:t>
            </a:r>
            <a:r>
              <a:rPr lang="en-US" dirty="0" err="1"/>
              <a:t>izay</a:t>
            </a:r>
            <a:r>
              <a:rPr lang="en-US" dirty="0"/>
              <a:t> ho </a:t>
            </a:r>
            <a:r>
              <a:rPr lang="en-US" dirty="0" err="1"/>
              <a:t>haninareo</a:t>
            </a:r>
            <a:r>
              <a:rPr lang="en-US" dirty="0"/>
              <a:t>, </a:t>
            </a:r>
            <a:r>
              <a:rPr lang="en-US" dirty="0" err="1"/>
              <a:t>sy</a:t>
            </a:r>
            <a:r>
              <a:rPr lang="en-US" dirty="0"/>
              <a:t> </a:t>
            </a:r>
            <a:r>
              <a:rPr lang="en-US" dirty="0" err="1"/>
              <a:t>izay</a:t>
            </a:r>
            <a:r>
              <a:rPr lang="en-US" dirty="0"/>
              <a:t> </a:t>
            </a:r>
            <a:r>
              <a:rPr lang="en-US" dirty="0" err="1"/>
              <a:t>hangoninareo</a:t>
            </a:r>
            <a:r>
              <a:rPr lang="en-US" dirty="0"/>
              <a:t> any an-</a:t>
            </a:r>
            <a:r>
              <a:rPr lang="en-US" dirty="0" err="1"/>
              <a:t>tokantranonareo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</a:t>
            </a:r>
            <a:r>
              <a:rPr lang="en-US" dirty="0" err="1"/>
              <a:t>koa</a:t>
            </a:r>
            <a:r>
              <a:rPr lang="en-US" dirty="0"/>
              <a:t> </a:t>
            </a:r>
            <a:r>
              <a:rPr lang="en-US" dirty="0" err="1"/>
              <a:t>aho</a:t>
            </a:r>
            <a:r>
              <a:rPr lang="en-US" dirty="0"/>
              <a:t>. </a:t>
            </a:r>
            <a:r>
              <a:rPr lang="en-US" dirty="0" err="1"/>
              <a:t>Lazaiko</a:t>
            </a:r>
            <a:r>
              <a:rPr lang="en-US" dirty="0"/>
              <a:t> marina </a:t>
            </a:r>
            <a:r>
              <a:rPr lang="en-US" dirty="0" err="1"/>
              <a:t>aminareo</a:t>
            </a:r>
            <a:r>
              <a:rPr lang="en-US" dirty="0"/>
              <a:t>, fa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anatin’izany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tena</a:t>
            </a:r>
            <a:r>
              <a:rPr lang="en-US" dirty="0"/>
              <a:t> </a:t>
            </a:r>
            <a:r>
              <a:rPr lang="en-US" dirty="0" err="1"/>
              <a:t>misy</a:t>
            </a:r>
            <a:r>
              <a:rPr lang="en-US" dirty="0"/>
              <a:t> </a:t>
            </a:r>
            <a:r>
              <a:rPr lang="en-US" dirty="0" err="1"/>
              <a:t>famantarana</a:t>
            </a:r>
            <a:r>
              <a:rPr lang="en-US" dirty="0"/>
              <a:t> ho </a:t>
            </a:r>
            <a:r>
              <a:rPr lang="en-US" dirty="0" err="1"/>
              <a:t>anareo</a:t>
            </a:r>
            <a:r>
              <a:rPr lang="en-US" dirty="0"/>
              <a:t>, </a:t>
            </a:r>
            <a:r>
              <a:rPr lang="en-US" dirty="0" err="1"/>
              <a:t>raha</a:t>
            </a:r>
            <a:r>
              <a:rPr lang="en-US" dirty="0"/>
              <a:t> </a:t>
            </a:r>
            <a:r>
              <a:rPr lang="en-US" dirty="0" err="1"/>
              <a:t>tena</a:t>
            </a:r>
            <a:r>
              <a:rPr lang="en-US" dirty="0"/>
              <a:t> </a:t>
            </a:r>
            <a:r>
              <a:rPr lang="en-US" dirty="0" err="1"/>
              <a:t>mpino</a:t>
            </a:r>
            <a:r>
              <a:rPr lang="en-US" dirty="0"/>
              <a:t> </a:t>
            </a:r>
            <a:r>
              <a:rPr lang="en-US" dirty="0" err="1"/>
              <a:t>tokoa</a:t>
            </a:r>
            <a:r>
              <a:rPr lang="en-US" dirty="0"/>
              <a:t> </a:t>
            </a:r>
            <a:r>
              <a:rPr lang="en-US" dirty="0" err="1"/>
              <a:t>ianareo</a:t>
            </a:r>
            <a:r>
              <a:rPr lang="en-US" dirty="0"/>
              <a:t>.”</a:t>
            </a:r>
            <a:endParaRPr lang="fr-FR" dirty="0"/>
          </a:p>
          <a:p>
            <a:pPr lvl="0"/>
            <a:r>
              <a:rPr lang="en-US" dirty="0" err="1"/>
              <a:t>Hain’i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sakafo</a:t>
            </a:r>
            <a:r>
              <a:rPr lang="en-US" dirty="0"/>
              <a:t> </a:t>
            </a:r>
            <a:r>
              <a:rPr lang="en-US" dirty="0" err="1"/>
              <a:t>atoandro</a:t>
            </a:r>
            <a:r>
              <a:rPr lang="en-US" dirty="0"/>
              <a:t> </a:t>
            </a:r>
            <a:r>
              <a:rPr lang="en-US" dirty="0" err="1"/>
              <a:t>nohaninao</a:t>
            </a:r>
            <a:r>
              <a:rPr lang="en-US" dirty="0"/>
              <a:t>,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zavatra</a:t>
            </a:r>
            <a:r>
              <a:rPr lang="en-US" dirty="0"/>
              <a:t> </a:t>
            </a:r>
            <a:r>
              <a:rPr lang="en-US" dirty="0" err="1"/>
              <a:t>hangoninao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an-</a:t>
            </a:r>
            <a:r>
              <a:rPr lang="en-US" dirty="0" err="1"/>
              <a:t>tokantrano</a:t>
            </a:r>
            <a:r>
              <a:rPr lang="en-US" dirty="0"/>
              <a:t>. </a:t>
            </a:r>
            <a:endParaRPr lang="fr-FR" dirty="0"/>
          </a:p>
          <a:p>
            <a:pPr lvl="0"/>
            <a:r>
              <a:rPr lang="en-US" dirty="0" err="1"/>
              <a:t>Hain’Andriamanitra</a:t>
            </a:r>
            <a:r>
              <a:rPr lang="en-US" dirty="0"/>
              <a:t> </a:t>
            </a:r>
            <a:r>
              <a:rPr lang="en-US" dirty="0" err="1"/>
              <a:t>mialoha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zava-drehetra</a:t>
            </a:r>
            <a:r>
              <a:rPr lang="en-US" dirty="0"/>
              <a:t>,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eto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</a:t>
            </a:r>
            <a:r>
              <a:rPr lang="en-US" dirty="0" err="1"/>
              <a:t>koa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mahafantatra</a:t>
            </a:r>
            <a:r>
              <a:rPr lang="en-US" dirty="0"/>
              <a:t> </a:t>
            </a:r>
            <a:r>
              <a:rPr lang="en-US" dirty="0" err="1"/>
              <a:t>mialoha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zava-drehetra</a:t>
            </a:r>
            <a:r>
              <a:rPr lang="en-US" dirty="0"/>
              <a:t>. </a:t>
            </a:r>
            <a:r>
              <a:rPr lang="en-US" dirty="0" err="1"/>
              <a:t>Izy</a:t>
            </a:r>
            <a:r>
              <a:rPr lang="en-US" dirty="0"/>
              <a:t> </a:t>
            </a:r>
            <a:r>
              <a:rPr lang="en-US" dirty="0" err="1"/>
              <a:t>irery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no </a:t>
            </a:r>
            <a:r>
              <a:rPr lang="en-US" dirty="0" err="1"/>
              <a:t>milaza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olona</a:t>
            </a:r>
            <a:r>
              <a:rPr lang="en-US" dirty="0"/>
              <a:t>,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zavatra</a:t>
            </a:r>
            <a:r>
              <a:rPr lang="en-US" dirty="0"/>
              <a:t> </a:t>
            </a:r>
            <a:r>
              <a:rPr lang="en-US" dirty="0" err="1"/>
              <a:t>miafina</a:t>
            </a:r>
            <a:r>
              <a:rPr lang="en-US" dirty="0"/>
              <a:t>. </a:t>
            </a:r>
            <a:endParaRPr lang="fr-FR" dirty="0"/>
          </a:p>
          <a:p>
            <a:endParaRPr lang="fr-FR" sz="36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875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EB7C30-ECE4-1782-1E5C-C34A3F65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94538"/>
            <a:ext cx="12000651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Ireo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Anarana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Hiantsoana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an’i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Jesosy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amin’ny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Maha-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Mendrikaja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Azy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endParaRPr lang="en-KE" sz="4000" b="1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" y="1825624"/>
            <a:ext cx="12191994" cy="5131767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fr-FR" sz="3600" b="1" dirty="0" err="1">
                <a:latin typeface="Arial Black" panose="020B0A04020102020204" pitchFamily="34" charset="0"/>
              </a:rPr>
              <a:t>Yukhrij</a:t>
            </a:r>
            <a:r>
              <a:rPr lang="fr-FR" sz="3600" b="1" dirty="0">
                <a:latin typeface="Arial Black" panose="020B0A04020102020204" pitchFamily="34" charset="0"/>
              </a:rPr>
              <a:t> (</a:t>
            </a:r>
            <a:r>
              <a:rPr lang="fr-FR" sz="3600" b="1" dirty="0" err="1">
                <a:latin typeface="Arial Black" panose="020B0A04020102020204" pitchFamily="34" charset="0"/>
              </a:rPr>
              <a:t>mamelona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indray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ny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maty</a:t>
            </a:r>
            <a:r>
              <a:rPr lang="fr-FR" sz="3600" b="1" dirty="0" smtClean="0">
                <a:latin typeface="Arial Black" panose="020B0A04020102020204" pitchFamily="34" charset="0"/>
              </a:rPr>
              <a:t>):</a:t>
            </a:r>
            <a:r>
              <a:rPr lang="en-US" dirty="0"/>
              <a:t>Maida 5:110: “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rehefa</a:t>
            </a:r>
            <a:r>
              <a:rPr lang="en-US" dirty="0"/>
              <a:t> </a:t>
            </a:r>
            <a:r>
              <a:rPr lang="en-US" dirty="0" err="1"/>
              <a:t>niteny</a:t>
            </a:r>
            <a:r>
              <a:rPr lang="en-US" dirty="0"/>
              <a:t> </a:t>
            </a:r>
            <a:r>
              <a:rPr lang="en-US" dirty="0" err="1"/>
              <a:t>Andriamanitra</a:t>
            </a:r>
            <a:r>
              <a:rPr lang="en-US" dirty="0"/>
              <a:t> hoe: ‘Ry </a:t>
            </a:r>
            <a:r>
              <a:rPr lang="en-US" dirty="0" err="1"/>
              <a:t>Jesoa</a:t>
            </a:r>
            <a:r>
              <a:rPr lang="en-US" dirty="0"/>
              <a:t> </a:t>
            </a:r>
            <a:r>
              <a:rPr lang="en-US" dirty="0" err="1"/>
              <a:t>Zanak’i</a:t>
            </a:r>
            <a:r>
              <a:rPr lang="en-US" dirty="0"/>
              <a:t> Maria! </a:t>
            </a:r>
            <a:r>
              <a:rPr lang="en-US" dirty="0" err="1"/>
              <a:t>Tsarovy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fanasoavako</a:t>
            </a:r>
            <a:r>
              <a:rPr lang="en-US" dirty="0"/>
              <a:t> </a:t>
            </a:r>
            <a:r>
              <a:rPr lang="en-US" dirty="0" err="1"/>
              <a:t>anao</a:t>
            </a:r>
            <a:r>
              <a:rPr lang="en-US" dirty="0"/>
              <a:t> </a:t>
            </a:r>
            <a:r>
              <a:rPr lang="en-US" dirty="0" err="1"/>
              <a:t>sy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Reninao</a:t>
            </a:r>
            <a:r>
              <a:rPr lang="en-US" dirty="0"/>
              <a:t>,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nanomezako</a:t>
            </a:r>
            <a:r>
              <a:rPr lang="en-US" dirty="0"/>
              <a:t> </a:t>
            </a:r>
            <a:r>
              <a:rPr lang="en-US" dirty="0" err="1"/>
              <a:t>hery</a:t>
            </a:r>
            <a:r>
              <a:rPr lang="en-US" dirty="0"/>
              <a:t> </a:t>
            </a:r>
            <a:r>
              <a:rPr lang="en-US" dirty="0" err="1"/>
              <a:t>anao</a:t>
            </a:r>
            <a:r>
              <a:rPr lang="en-US" dirty="0"/>
              <a:t> </a:t>
            </a:r>
            <a:r>
              <a:rPr lang="en-US" dirty="0" err="1"/>
              <a:t>tamin’ny</a:t>
            </a:r>
            <a:r>
              <a:rPr lang="en-US" dirty="0"/>
              <a:t> </a:t>
            </a:r>
            <a:r>
              <a:rPr lang="en-US" dirty="0" err="1"/>
              <a:t>Fanahy</a:t>
            </a:r>
            <a:r>
              <a:rPr lang="en-US" dirty="0"/>
              <a:t> </a:t>
            </a:r>
            <a:r>
              <a:rPr lang="en-US" dirty="0" err="1"/>
              <a:t>Masina</a:t>
            </a:r>
            <a:r>
              <a:rPr lang="en-US" dirty="0"/>
              <a:t>. </a:t>
            </a:r>
            <a:r>
              <a:rPr lang="en-US" dirty="0" err="1"/>
              <a:t>Niteny</a:t>
            </a:r>
            <a:r>
              <a:rPr lang="en-US" dirty="0"/>
              <a:t> </a:t>
            </a:r>
            <a:r>
              <a:rPr lang="en-US" dirty="0" err="1"/>
              <a:t>tamin’ny</a:t>
            </a:r>
            <a:r>
              <a:rPr lang="en-US" dirty="0"/>
              <a:t> </a:t>
            </a:r>
            <a:r>
              <a:rPr lang="en-US" dirty="0" err="1"/>
              <a:t>olona</a:t>
            </a:r>
            <a:r>
              <a:rPr lang="en-US" dirty="0"/>
              <a:t> </a:t>
            </a:r>
            <a:r>
              <a:rPr lang="en-US" dirty="0" err="1"/>
              <a:t>ianao</a:t>
            </a:r>
            <a:r>
              <a:rPr lang="en-US" dirty="0"/>
              <a:t> </a:t>
            </a:r>
            <a:r>
              <a:rPr lang="en-US" dirty="0" err="1"/>
              <a:t>fony</a:t>
            </a:r>
            <a:r>
              <a:rPr lang="en-US" dirty="0"/>
              <a:t> </a:t>
            </a:r>
            <a:r>
              <a:rPr lang="en-US" dirty="0" err="1"/>
              <a:t>mbola</a:t>
            </a:r>
            <a:r>
              <a:rPr lang="en-US" dirty="0"/>
              <a:t> </a:t>
            </a:r>
            <a:r>
              <a:rPr lang="en-US" dirty="0" err="1"/>
              <a:t>teo</a:t>
            </a:r>
            <a:r>
              <a:rPr lang="en-US" dirty="0"/>
              <a:t> am-</a:t>
            </a:r>
            <a:r>
              <a:rPr lang="en-US" dirty="0" err="1"/>
              <a:t>pandrian</a:t>
            </a:r>
            <a:r>
              <a:rPr lang="en-US" dirty="0"/>
              <a:t>-</a:t>
            </a:r>
            <a:r>
              <a:rPr lang="en-US" dirty="0" err="1"/>
              <a:t>jaza</a:t>
            </a:r>
            <a:r>
              <a:rPr lang="en-US" dirty="0"/>
              <a:t>, toy </a:t>
            </a:r>
            <a:r>
              <a:rPr lang="en-US" dirty="0" err="1"/>
              <a:t>ireny</a:t>
            </a:r>
            <a:r>
              <a:rPr lang="en-US" dirty="0"/>
              <a:t> </a:t>
            </a:r>
            <a:r>
              <a:rPr lang="en-US" dirty="0" err="1"/>
              <a:t>efa</a:t>
            </a:r>
            <a:r>
              <a:rPr lang="en-US" dirty="0"/>
              <a:t> </a:t>
            </a:r>
            <a:r>
              <a:rPr lang="en-US" dirty="0" err="1"/>
              <a:t>lehibe</a:t>
            </a:r>
            <a:r>
              <a:rPr lang="en-US" dirty="0"/>
              <a:t>. </a:t>
            </a:r>
            <a:r>
              <a:rPr lang="en-US" dirty="0" err="1"/>
              <a:t>Nampianariko</a:t>
            </a:r>
            <a:r>
              <a:rPr lang="en-US" dirty="0"/>
              <a:t> </a:t>
            </a:r>
            <a:r>
              <a:rPr lang="en-US" dirty="0" err="1"/>
              <a:t>anao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Boky</a:t>
            </a:r>
            <a:r>
              <a:rPr lang="en-US" dirty="0"/>
              <a:t>,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Fahendrena</a:t>
            </a:r>
            <a:r>
              <a:rPr lang="en-US" dirty="0"/>
              <a:t>,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Taoraty</a:t>
            </a:r>
            <a:r>
              <a:rPr lang="en-US" dirty="0"/>
              <a:t>,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Evanjely</a:t>
            </a:r>
            <a:r>
              <a:rPr lang="en-US" dirty="0"/>
              <a:t>! </a:t>
            </a:r>
            <a:r>
              <a:rPr lang="en-US" dirty="0" err="1"/>
              <a:t>Tamin’ny</a:t>
            </a:r>
            <a:r>
              <a:rPr lang="en-US" dirty="0"/>
              <a:t> </a:t>
            </a:r>
            <a:r>
              <a:rPr lang="en-US" dirty="0" err="1"/>
              <a:t>Alalako</a:t>
            </a:r>
            <a:r>
              <a:rPr lang="en-US" dirty="0"/>
              <a:t> no </a:t>
            </a:r>
            <a:r>
              <a:rPr lang="en-US" dirty="0" err="1"/>
              <a:t>nanamboaranao</a:t>
            </a:r>
            <a:r>
              <a:rPr lang="en-US" dirty="0"/>
              <a:t> </a:t>
            </a:r>
            <a:r>
              <a:rPr lang="en-US" dirty="0" err="1"/>
              <a:t>endrika</a:t>
            </a:r>
            <a:r>
              <a:rPr lang="en-US" dirty="0"/>
              <a:t> </a:t>
            </a:r>
            <a:r>
              <a:rPr lang="en-US" dirty="0" err="1"/>
              <a:t>vorona</a:t>
            </a:r>
            <a:r>
              <a:rPr lang="en-US" dirty="0"/>
              <a:t> </a:t>
            </a:r>
            <a:r>
              <a:rPr lang="en-US" dirty="0" err="1"/>
              <a:t>avy</a:t>
            </a:r>
            <a:r>
              <a:rPr lang="en-US" dirty="0"/>
              <a:t> </a:t>
            </a:r>
            <a:r>
              <a:rPr lang="en-US" dirty="0" err="1"/>
              <a:t>tamin’ny</a:t>
            </a:r>
            <a:r>
              <a:rPr lang="en-US" dirty="0"/>
              <a:t> </a:t>
            </a:r>
            <a:r>
              <a:rPr lang="en-US" dirty="0" err="1"/>
              <a:t>tanimanga</a:t>
            </a:r>
            <a:r>
              <a:rPr lang="en-US" dirty="0"/>
              <a:t>;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nasianao</a:t>
            </a:r>
            <a:r>
              <a:rPr lang="en-US" dirty="0"/>
              <a:t> </a:t>
            </a:r>
            <a:r>
              <a:rPr lang="en-US" dirty="0" err="1"/>
              <a:t>fofon’aina</a:t>
            </a:r>
            <a:r>
              <a:rPr lang="en-US" dirty="0"/>
              <a:t> </a:t>
            </a:r>
            <a:r>
              <a:rPr lang="en-US" dirty="0" err="1"/>
              <a:t>izany</a:t>
            </a:r>
            <a:r>
              <a:rPr lang="en-US" dirty="0"/>
              <a:t>,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tonga</a:t>
            </a:r>
            <a:r>
              <a:rPr lang="en-US" dirty="0"/>
              <a:t> </a:t>
            </a:r>
            <a:r>
              <a:rPr lang="en-US" dirty="0" err="1"/>
              <a:t>vorona</a:t>
            </a:r>
            <a:r>
              <a:rPr lang="en-US" dirty="0"/>
              <a:t> </a:t>
            </a:r>
            <a:r>
              <a:rPr lang="en-US" dirty="0" err="1"/>
              <a:t>tokoa</a:t>
            </a:r>
            <a:r>
              <a:rPr lang="en-US" dirty="0"/>
              <a:t> </a:t>
            </a:r>
            <a:r>
              <a:rPr lang="en-US" dirty="0" err="1"/>
              <a:t>tamin’ny</a:t>
            </a:r>
            <a:r>
              <a:rPr lang="en-US" dirty="0"/>
              <a:t> </a:t>
            </a:r>
            <a:r>
              <a:rPr lang="en-US" dirty="0" err="1"/>
              <a:t>Alalako</a:t>
            </a:r>
            <a:r>
              <a:rPr lang="en-US" dirty="0"/>
              <a:t>.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tamin’ny</a:t>
            </a:r>
            <a:r>
              <a:rPr lang="en-US" dirty="0"/>
              <a:t> </a:t>
            </a:r>
            <a:r>
              <a:rPr lang="en-US" dirty="0" err="1"/>
              <a:t>Alalako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</a:t>
            </a:r>
            <a:r>
              <a:rPr lang="en-US" dirty="0" err="1"/>
              <a:t>koa</a:t>
            </a:r>
            <a:r>
              <a:rPr lang="en-US" dirty="0"/>
              <a:t> no </a:t>
            </a:r>
            <a:r>
              <a:rPr lang="en-US" dirty="0" err="1"/>
              <a:t>nanasitrananao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teraka</a:t>
            </a:r>
            <a:r>
              <a:rPr lang="en-US" dirty="0"/>
              <a:t> mamba </a:t>
            </a:r>
            <a:r>
              <a:rPr lang="en-US" dirty="0" err="1"/>
              <a:t>sy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boka</a:t>
            </a:r>
            <a:r>
              <a:rPr lang="en-US" dirty="0"/>
              <a:t>.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mbola</a:t>
            </a:r>
            <a:r>
              <a:rPr lang="en-US" dirty="0"/>
              <a:t> </a:t>
            </a:r>
            <a:r>
              <a:rPr lang="en-US" dirty="0" err="1"/>
              <a:t>tamin’ny</a:t>
            </a:r>
            <a:r>
              <a:rPr lang="en-US" dirty="0"/>
              <a:t> </a:t>
            </a:r>
            <a:r>
              <a:rPr lang="en-US" dirty="0" err="1"/>
              <a:t>Alalako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</a:t>
            </a:r>
            <a:r>
              <a:rPr lang="en-US" dirty="0" err="1"/>
              <a:t>koa</a:t>
            </a:r>
            <a:r>
              <a:rPr lang="en-US" dirty="0"/>
              <a:t> no </a:t>
            </a:r>
            <a:r>
              <a:rPr lang="en-US" dirty="0" err="1"/>
              <a:t>namelomanao</a:t>
            </a:r>
            <a:r>
              <a:rPr lang="en-US" dirty="0"/>
              <a:t> </a:t>
            </a:r>
            <a:r>
              <a:rPr lang="en-US" dirty="0" err="1"/>
              <a:t>indray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maty</a:t>
            </a:r>
            <a:r>
              <a:rPr lang="en-US" dirty="0"/>
              <a:t>.”  </a:t>
            </a:r>
            <a:endParaRPr lang="fr-FR" dirty="0"/>
          </a:p>
          <a:p>
            <a:pPr lvl="0"/>
            <a:r>
              <a:rPr lang="en-US" dirty="0" err="1"/>
              <a:t>Ahoana</a:t>
            </a:r>
            <a:r>
              <a:rPr lang="en-US" dirty="0"/>
              <a:t> no </a:t>
            </a:r>
            <a:r>
              <a:rPr lang="en-US" dirty="0" err="1"/>
              <a:t>hamelan’Andriamanitra</a:t>
            </a:r>
            <a:r>
              <a:rPr lang="en-US" dirty="0"/>
              <a:t> </a:t>
            </a:r>
            <a:r>
              <a:rPr lang="en-US" dirty="0" err="1"/>
              <a:t>an’i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 </a:t>
            </a:r>
            <a:r>
              <a:rPr lang="en-US" dirty="0" err="1"/>
              <a:t>hanao</a:t>
            </a:r>
            <a:r>
              <a:rPr lang="en-US" dirty="0"/>
              <a:t> </a:t>
            </a:r>
            <a:r>
              <a:rPr lang="en-US" dirty="0" err="1"/>
              <a:t>zavatra</a:t>
            </a:r>
            <a:r>
              <a:rPr lang="en-US" dirty="0"/>
              <a:t> </a:t>
            </a:r>
            <a:r>
              <a:rPr lang="en-US" dirty="0" err="1"/>
              <a:t>izay</a:t>
            </a:r>
            <a:r>
              <a:rPr lang="en-US" dirty="0"/>
              <a:t> </a:t>
            </a:r>
            <a:r>
              <a:rPr lang="en-US" dirty="0" err="1"/>
              <a:t>natokana</a:t>
            </a:r>
            <a:r>
              <a:rPr lang="en-US" dirty="0"/>
              <a:t> ho </a:t>
            </a:r>
            <a:r>
              <a:rPr lang="en-US" dirty="0" err="1"/>
              <a:t>an’Andriamanitra</a:t>
            </a:r>
            <a:r>
              <a:rPr lang="en-US" dirty="0"/>
              <a:t> </a:t>
            </a:r>
            <a:r>
              <a:rPr lang="en-US" dirty="0" err="1"/>
              <a:t>irery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?</a:t>
            </a:r>
            <a:endParaRPr lang="fr-FR" dirty="0"/>
          </a:p>
          <a:p>
            <a:pPr lvl="0"/>
            <a:r>
              <a:rPr lang="en-US" dirty="0" err="1"/>
              <a:t>Navelan’Andriamanitra</a:t>
            </a:r>
            <a:r>
              <a:rPr lang="en-US" dirty="0"/>
              <a:t> </a:t>
            </a:r>
            <a:r>
              <a:rPr lang="en-US" dirty="0" err="1"/>
              <a:t>hanome</a:t>
            </a:r>
            <a:r>
              <a:rPr lang="en-US" dirty="0"/>
              <a:t> </a:t>
            </a:r>
            <a:r>
              <a:rPr lang="en-US" dirty="0" err="1"/>
              <a:t>fiainana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. </a:t>
            </a:r>
            <a:endParaRPr lang="fr-FR" dirty="0"/>
          </a:p>
          <a:p>
            <a:pPr lvl="0"/>
            <a:r>
              <a:rPr lang="en-US" dirty="0"/>
              <a:t>I </a:t>
            </a:r>
            <a:r>
              <a:rPr lang="en-US" dirty="0" err="1"/>
              <a:t>Jesosy</a:t>
            </a:r>
            <a:r>
              <a:rPr lang="en-US" dirty="0"/>
              <a:t> </a:t>
            </a:r>
            <a:r>
              <a:rPr lang="en-US" dirty="0" err="1"/>
              <a:t>irery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no </a:t>
            </a:r>
            <a:r>
              <a:rPr lang="en-US" dirty="0" err="1"/>
              <a:t>afaka</a:t>
            </a:r>
            <a:r>
              <a:rPr lang="en-US" dirty="0"/>
              <a:t> </a:t>
            </a:r>
            <a:r>
              <a:rPr lang="en-US" dirty="0" err="1"/>
              <a:t>mamelona</a:t>
            </a:r>
            <a:r>
              <a:rPr lang="en-US" dirty="0"/>
              <a:t> </a:t>
            </a:r>
            <a:r>
              <a:rPr lang="en-US" dirty="0" err="1"/>
              <a:t>indray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maty</a:t>
            </a:r>
            <a:r>
              <a:rPr lang="en-US" dirty="0"/>
              <a:t>,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Kor’any</a:t>
            </a:r>
            <a:r>
              <a:rPr lang="en-US" dirty="0"/>
              <a:t>. </a:t>
            </a:r>
            <a:endParaRPr lang="fr-FR" dirty="0"/>
          </a:p>
          <a:p>
            <a:endParaRPr lang="fr-FR" sz="36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711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EB7C30-ECE4-1782-1E5C-C34A3F65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94538"/>
            <a:ext cx="12000651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Ireo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Anarana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Hiantsoana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an’i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Jesosy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amin’ny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Maha-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Mendrikaja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Azy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endParaRPr lang="en-KE" sz="4000" b="1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" y="1825624"/>
            <a:ext cx="12191994" cy="5131767"/>
          </a:xfrm>
        </p:spPr>
        <p:txBody>
          <a:bodyPr>
            <a:normAutofit/>
          </a:bodyPr>
          <a:lstStyle/>
          <a:p>
            <a:pPr lvl="0"/>
            <a:r>
              <a:rPr lang="fr-FR" sz="3600" b="1" dirty="0" err="1">
                <a:latin typeface="Arial Black" panose="020B0A04020102020204" pitchFamily="34" charset="0"/>
              </a:rPr>
              <a:t>YuHill</a:t>
            </a:r>
            <a:r>
              <a:rPr lang="fr-FR" sz="3600" b="1" dirty="0">
                <a:latin typeface="Arial Black" panose="020B0A04020102020204" pitchFamily="34" charset="0"/>
              </a:rPr>
              <a:t> (</a:t>
            </a:r>
            <a:r>
              <a:rPr lang="fr-FR" sz="3600" b="1" dirty="0" err="1">
                <a:latin typeface="Arial Black" panose="020B0A04020102020204" pitchFamily="34" charset="0"/>
              </a:rPr>
              <a:t>mpanome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alalana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ny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amin’ny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zavatra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efa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nandraràna</a:t>
            </a:r>
            <a:r>
              <a:rPr lang="fr-FR" sz="3600" b="1" dirty="0" smtClean="0">
                <a:latin typeface="Arial Black" panose="020B0A04020102020204" pitchFamily="34" charset="0"/>
              </a:rPr>
              <a:t>):</a:t>
            </a:r>
            <a:r>
              <a:rPr lang="en-US" dirty="0"/>
              <a:t>Al Imran 3:50: “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hanamafy</a:t>
            </a:r>
            <a:r>
              <a:rPr lang="en-US" dirty="0"/>
              <a:t> </a:t>
            </a:r>
            <a:r>
              <a:rPr lang="en-US" dirty="0" err="1"/>
              <a:t>izay</a:t>
            </a:r>
            <a:r>
              <a:rPr lang="en-US" dirty="0"/>
              <a:t> </a:t>
            </a:r>
            <a:r>
              <a:rPr lang="en-US" dirty="0" err="1"/>
              <a:t>efa</a:t>
            </a:r>
            <a:r>
              <a:rPr lang="en-US" dirty="0"/>
              <a:t> </a:t>
            </a:r>
            <a:r>
              <a:rPr lang="en-US" dirty="0" err="1"/>
              <a:t>teo</a:t>
            </a:r>
            <a:r>
              <a:rPr lang="en-US" dirty="0"/>
              <a:t> am-</a:t>
            </a:r>
            <a:r>
              <a:rPr lang="en-US" dirty="0" err="1"/>
              <a:t>pelatanako</a:t>
            </a:r>
            <a:r>
              <a:rPr lang="en-US" dirty="0"/>
              <a:t> </a:t>
            </a:r>
            <a:r>
              <a:rPr lang="en-US" dirty="0" err="1"/>
              <a:t>avy</a:t>
            </a:r>
            <a:r>
              <a:rPr lang="en-US" dirty="0"/>
              <a:t> </a:t>
            </a:r>
            <a:r>
              <a:rPr lang="en-US" dirty="0" err="1"/>
              <a:t>tamin’ny</a:t>
            </a:r>
            <a:r>
              <a:rPr lang="en-US" dirty="0"/>
              <a:t> </a:t>
            </a:r>
            <a:r>
              <a:rPr lang="en-US" dirty="0" err="1"/>
              <a:t>Taoraty</a:t>
            </a:r>
            <a:r>
              <a:rPr lang="en-US" dirty="0"/>
              <a:t> </a:t>
            </a:r>
            <a:r>
              <a:rPr lang="en-US" dirty="0" err="1"/>
              <a:t>aho</a:t>
            </a:r>
            <a:r>
              <a:rPr lang="en-US" dirty="0"/>
              <a:t>,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hanome</a:t>
            </a:r>
            <a:r>
              <a:rPr lang="en-US" dirty="0"/>
              <a:t> </a:t>
            </a:r>
            <a:r>
              <a:rPr lang="en-US" dirty="0" err="1"/>
              <a:t>alalana</a:t>
            </a:r>
            <a:r>
              <a:rPr lang="en-US" dirty="0"/>
              <a:t> </a:t>
            </a:r>
            <a:r>
              <a:rPr lang="en-US" dirty="0" err="1"/>
              <a:t>anareo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ampahany</a:t>
            </a:r>
            <a:r>
              <a:rPr lang="en-US" dirty="0"/>
              <a:t> </a:t>
            </a:r>
            <a:r>
              <a:rPr lang="en-US" dirty="0" err="1"/>
              <a:t>amin’izay</a:t>
            </a:r>
            <a:r>
              <a:rPr lang="en-US" dirty="0"/>
              <a:t> </a:t>
            </a:r>
            <a:r>
              <a:rPr lang="en-US" dirty="0" err="1"/>
              <a:t>nandraràna</a:t>
            </a:r>
            <a:r>
              <a:rPr lang="en-US" dirty="0"/>
              <a:t> </a:t>
            </a:r>
            <a:r>
              <a:rPr lang="en-US" dirty="0" err="1"/>
              <a:t>anareo</a:t>
            </a:r>
            <a:r>
              <a:rPr lang="en-US" dirty="0"/>
              <a:t>. Tonga </a:t>
            </a:r>
            <a:r>
              <a:rPr lang="en-US" dirty="0" err="1"/>
              <a:t>eto</a:t>
            </a:r>
            <a:r>
              <a:rPr lang="en-US" dirty="0"/>
              <a:t> </a:t>
            </a:r>
            <a:r>
              <a:rPr lang="en-US" dirty="0" err="1"/>
              <a:t>aminareo</a:t>
            </a:r>
            <a:r>
              <a:rPr lang="en-US" dirty="0"/>
              <a:t> </a:t>
            </a:r>
            <a:r>
              <a:rPr lang="en-US" dirty="0" err="1"/>
              <a:t>aho</a:t>
            </a:r>
            <a:r>
              <a:rPr lang="en-US" dirty="0"/>
              <a:t> </a:t>
            </a:r>
            <a:r>
              <a:rPr lang="en-US" dirty="0" err="1"/>
              <a:t>miaraka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porofo</a:t>
            </a:r>
            <a:r>
              <a:rPr lang="en-US" dirty="0"/>
              <a:t> </a:t>
            </a:r>
            <a:r>
              <a:rPr lang="en-US" dirty="0" err="1"/>
              <a:t>famantarana</a:t>
            </a:r>
            <a:r>
              <a:rPr lang="en-US" dirty="0"/>
              <a:t> </a:t>
            </a:r>
            <a:r>
              <a:rPr lang="en-US" dirty="0" err="1"/>
              <a:t>avy</a:t>
            </a:r>
            <a:r>
              <a:rPr lang="en-US" dirty="0"/>
              <a:t> </a:t>
            </a:r>
            <a:r>
              <a:rPr lang="en-US" dirty="0" err="1"/>
              <a:t>tamin’ny</a:t>
            </a:r>
            <a:r>
              <a:rPr lang="en-US" dirty="0"/>
              <a:t> </a:t>
            </a:r>
            <a:r>
              <a:rPr lang="en-US" dirty="0" err="1"/>
              <a:t>Tompo</a:t>
            </a:r>
            <a:r>
              <a:rPr lang="en-US" dirty="0"/>
              <a:t> </a:t>
            </a:r>
            <a:r>
              <a:rPr lang="en-US" dirty="0" err="1"/>
              <a:t>Zanaharinareo</a:t>
            </a:r>
            <a:r>
              <a:rPr lang="en-US" dirty="0"/>
              <a:t>.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aoka</a:t>
            </a:r>
            <a:r>
              <a:rPr lang="en-US" dirty="0"/>
              <a:t> </a:t>
            </a:r>
            <a:r>
              <a:rPr lang="en-US" dirty="0" err="1"/>
              <a:t>ianareo</a:t>
            </a:r>
            <a:r>
              <a:rPr lang="en-US" dirty="0"/>
              <a:t> </a:t>
            </a:r>
            <a:r>
              <a:rPr lang="en-US" dirty="0" err="1"/>
              <a:t>hitandrina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didin’Andriamanitra</a:t>
            </a:r>
            <a:r>
              <a:rPr lang="en-US" dirty="0"/>
              <a:t>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mankatoava</a:t>
            </a:r>
            <a:r>
              <a:rPr lang="en-US" dirty="0"/>
              <a:t> </a:t>
            </a:r>
            <a:r>
              <a:rPr lang="en-US" dirty="0" err="1"/>
              <a:t>ahy</a:t>
            </a:r>
            <a:r>
              <a:rPr lang="en-US" dirty="0"/>
              <a:t> </a:t>
            </a:r>
            <a:r>
              <a:rPr lang="en-US" dirty="0" err="1"/>
              <a:t>koa</a:t>
            </a:r>
            <a:r>
              <a:rPr lang="en-US" dirty="0"/>
              <a:t>.”</a:t>
            </a:r>
            <a:endParaRPr lang="fr-FR" dirty="0"/>
          </a:p>
          <a:p>
            <a:pPr lvl="0"/>
            <a:r>
              <a:rPr lang="en-US" dirty="0" err="1"/>
              <a:t>Izao</a:t>
            </a:r>
            <a:r>
              <a:rPr lang="en-US" dirty="0"/>
              <a:t> no </a:t>
            </a:r>
            <a:r>
              <a:rPr lang="en-US" dirty="0" err="1"/>
              <a:t>nolazain’i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: “</a:t>
            </a:r>
            <a:r>
              <a:rPr lang="en-US" dirty="0" err="1"/>
              <a:t>Izaho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afaka</a:t>
            </a:r>
            <a:r>
              <a:rPr lang="en-US" dirty="0"/>
              <a:t> </a:t>
            </a:r>
            <a:r>
              <a:rPr lang="en-US" dirty="0" err="1"/>
              <a:t>manome</a:t>
            </a:r>
            <a:r>
              <a:rPr lang="en-US" dirty="0"/>
              <a:t> </a:t>
            </a:r>
            <a:r>
              <a:rPr lang="en-US" dirty="0" err="1"/>
              <a:t>alalana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amin’ireo</a:t>
            </a:r>
            <a:r>
              <a:rPr lang="en-US" dirty="0"/>
              <a:t> </a:t>
            </a:r>
            <a:r>
              <a:rPr lang="en-US" dirty="0" err="1"/>
              <a:t>zavatra</a:t>
            </a:r>
            <a:r>
              <a:rPr lang="en-US" dirty="0"/>
              <a:t> </a:t>
            </a:r>
            <a:r>
              <a:rPr lang="en-US" dirty="0" err="1"/>
              <a:t>izay</a:t>
            </a:r>
            <a:r>
              <a:rPr lang="en-US" dirty="0"/>
              <a:t> </a:t>
            </a:r>
            <a:r>
              <a:rPr lang="en-US" dirty="0" err="1"/>
              <a:t>efa</a:t>
            </a:r>
            <a:r>
              <a:rPr lang="en-US" dirty="0"/>
              <a:t> </a:t>
            </a:r>
            <a:r>
              <a:rPr lang="en-US" dirty="0" err="1"/>
              <a:t>nandraràna</a:t>
            </a:r>
            <a:r>
              <a:rPr lang="en-US" dirty="0"/>
              <a:t> </a:t>
            </a:r>
            <a:r>
              <a:rPr lang="en-US" dirty="0" err="1"/>
              <a:t>anareo</a:t>
            </a:r>
            <a:r>
              <a:rPr lang="en-US" dirty="0"/>
              <a:t> </a:t>
            </a:r>
            <a:r>
              <a:rPr lang="en-US" dirty="0" err="1"/>
              <a:t>fahiny</a:t>
            </a:r>
            <a:r>
              <a:rPr lang="en-US" dirty="0"/>
              <a:t>.” I </a:t>
            </a:r>
            <a:r>
              <a:rPr lang="en-US" dirty="0" err="1"/>
              <a:t>Jesosy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mpanome</a:t>
            </a:r>
            <a:r>
              <a:rPr lang="en-US" dirty="0"/>
              <a:t> </a:t>
            </a:r>
            <a:r>
              <a:rPr lang="en-US" dirty="0" err="1"/>
              <a:t>lalàna</a:t>
            </a:r>
            <a:r>
              <a:rPr lang="en-US" dirty="0"/>
              <a:t>. </a:t>
            </a:r>
            <a:r>
              <a:rPr lang="en-US" dirty="0" err="1"/>
              <a:t>Iza</a:t>
            </a:r>
            <a:r>
              <a:rPr lang="en-US" dirty="0"/>
              <a:t> no </a:t>
            </a:r>
            <a:r>
              <a:rPr lang="en-US" dirty="0" err="1"/>
              <a:t>nanome</a:t>
            </a:r>
            <a:r>
              <a:rPr lang="en-US" dirty="0"/>
              <a:t> </a:t>
            </a:r>
            <a:r>
              <a:rPr lang="en-US" dirty="0" err="1"/>
              <a:t>lalàna</a:t>
            </a:r>
            <a:r>
              <a:rPr lang="en-US" dirty="0"/>
              <a:t>? </a:t>
            </a:r>
            <a:r>
              <a:rPr lang="en-US" dirty="0" err="1"/>
              <a:t>Andriamanitra</a:t>
            </a:r>
            <a:r>
              <a:rPr lang="en-US" dirty="0"/>
              <a:t> no </a:t>
            </a:r>
            <a:r>
              <a:rPr lang="en-US" dirty="0" err="1"/>
              <a:t>nanome</a:t>
            </a:r>
            <a:r>
              <a:rPr lang="en-US" dirty="0"/>
              <a:t> </a:t>
            </a:r>
            <a:r>
              <a:rPr lang="en-US" dirty="0" err="1"/>
              <a:t>lalàna</a:t>
            </a:r>
            <a:r>
              <a:rPr lang="en-US" dirty="0"/>
              <a:t>. </a:t>
            </a:r>
            <a:r>
              <a:rPr lang="en-US" dirty="0" err="1"/>
              <a:t>Iza</a:t>
            </a:r>
            <a:r>
              <a:rPr lang="en-US" dirty="0"/>
              <a:t> no </a:t>
            </a:r>
            <a:r>
              <a:rPr lang="en-US" dirty="0" err="1"/>
              <a:t>afaka</a:t>
            </a:r>
            <a:r>
              <a:rPr lang="en-US" dirty="0"/>
              <a:t> </a:t>
            </a:r>
            <a:r>
              <a:rPr lang="en-US" dirty="0" err="1"/>
              <a:t>manova</a:t>
            </a:r>
            <a:r>
              <a:rPr lang="en-US" dirty="0"/>
              <a:t> </a:t>
            </a:r>
            <a:r>
              <a:rPr lang="en-US" dirty="0" err="1"/>
              <a:t>izay</a:t>
            </a:r>
            <a:r>
              <a:rPr lang="en-US" dirty="0"/>
              <a:t> </a:t>
            </a:r>
            <a:r>
              <a:rPr lang="en-US" dirty="0" err="1"/>
              <a:t>nomen’Andriamanitra</a:t>
            </a:r>
            <a:r>
              <a:rPr lang="en-US" dirty="0"/>
              <a:t>? I </a:t>
            </a:r>
            <a:r>
              <a:rPr lang="en-US" dirty="0" err="1"/>
              <a:t>Jesosy</a:t>
            </a:r>
            <a:r>
              <a:rPr lang="en-US" dirty="0"/>
              <a:t> </a:t>
            </a:r>
            <a:r>
              <a:rPr lang="en-US" dirty="0" err="1"/>
              <a:t>irery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no </a:t>
            </a:r>
            <a:r>
              <a:rPr lang="en-US" dirty="0" err="1"/>
              <a:t>afaka</a:t>
            </a:r>
            <a:r>
              <a:rPr lang="en-US" dirty="0"/>
              <a:t> </a:t>
            </a:r>
            <a:r>
              <a:rPr lang="en-US" dirty="0" err="1"/>
              <a:t>manao</a:t>
            </a:r>
            <a:r>
              <a:rPr lang="en-US" dirty="0"/>
              <a:t> </a:t>
            </a:r>
            <a:r>
              <a:rPr lang="en-US" dirty="0" err="1"/>
              <a:t>izany</a:t>
            </a:r>
            <a:r>
              <a:rPr lang="en-US" dirty="0"/>
              <a:t>. </a:t>
            </a:r>
            <a:endParaRPr lang="fr-FR" dirty="0"/>
          </a:p>
          <a:p>
            <a:endParaRPr lang="fr-FR" sz="36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080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EB7C30-ECE4-1782-1E5C-C34A3F65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94538"/>
            <a:ext cx="12000651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Ireo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Anarana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Hiantsoana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an’i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Jesosy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amin’ny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Maha-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Mendrikaja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Azy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endParaRPr lang="en-KE" sz="4000" b="1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" y="1825624"/>
            <a:ext cx="12191994" cy="5131767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fr-FR" sz="3600" b="1" dirty="0" err="1">
                <a:latin typeface="Arial Black" panose="020B0A04020102020204" pitchFamily="34" charset="0"/>
              </a:rPr>
              <a:t>Rahmah</a:t>
            </a:r>
            <a:r>
              <a:rPr lang="fr-FR" sz="3600" b="1" dirty="0">
                <a:latin typeface="Arial Black" panose="020B0A04020102020204" pitchFamily="34" charset="0"/>
              </a:rPr>
              <a:t> (</a:t>
            </a:r>
            <a:r>
              <a:rPr lang="fr-FR" sz="3600" b="1" dirty="0" err="1">
                <a:latin typeface="Arial Black" panose="020B0A04020102020204" pitchFamily="34" charset="0"/>
              </a:rPr>
              <a:t>famindram</a:t>
            </a:r>
            <a:r>
              <a:rPr lang="fr-FR" sz="3600" b="1" dirty="0">
                <a:latin typeface="Arial Black" panose="020B0A04020102020204" pitchFamily="34" charset="0"/>
              </a:rPr>
              <a:t>-po </a:t>
            </a:r>
            <a:r>
              <a:rPr lang="fr-FR" sz="3600" b="1" dirty="0" err="1">
                <a:latin typeface="Arial Black" panose="020B0A04020102020204" pitchFamily="34" charset="0"/>
              </a:rPr>
              <a:t>avy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amin’Andriamanitra</a:t>
            </a:r>
            <a:r>
              <a:rPr lang="fr-FR" sz="3600" b="1" dirty="0" smtClean="0">
                <a:latin typeface="Arial Black" panose="020B0A04020102020204" pitchFamily="34" charset="0"/>
              </a:rPr>
              <a:t>):</a:t>
            </a:r>
            <a:r>
              <a:rPr lang="en-US" dirty="0"/>
              <a:t>Maryam 19:21: “</a:t>
            </a:r>
            <a:r>
              <a:rPr lang="en-US" dirty="0" err="1"/>
              <a:t>Ary</a:t>
            </a:r>
            <a:r>
              <a:rPr lang="en-US" dirty="0"/>
              <a:t> hoy </a:t>
            </a:r>
            <a:r>
              <a:rPr lang="en-US" dirty="0" err="1"/>
              <a:t>izy</a:t>
            </a:r>
            <a:r>
              <a:rPr lang="en-US" dirty="0"/>
              <a:t>: ‘Ho </a:t>
            </a:r>
            <a:r>
              <a:rPr lang="en-US" dirty="0" err="1"/>
              <a:t>tanteraka</a:t>
            </a:r>
            <a:r>
              <a:rPr lang="en-US" dirty="0"/>
              <a:t> </a:t>
            </a:r>
            <a:r>
              <a:rPr lang="en-US" dirty="0" err="1"/>
              <a:t>izany</a:t>
            </a:r>
            <a:r>
              <a:rPr lang="en-US" dirty="0"/>
              <a:t>! Mora ho </a:t>
            </a:r>
            <a:r>
              <a:rPr lang="en-US" dirty="0" err="1"/>
              <a:t>Ahy</a:t>
            </a:r>
            <a:r>
              <a:rPr lang="en-US" dirty="0"/>
              <a:t> </a:t>
            </a:r>
            <a:r>
              <a:rPr lang="en-US" dirty="0" err="1"/>
              <a:t>izany</a:t>
            </a:r>
            <a:r>
              <a:rPr lang="en-US" dirty="0"/>
              <a:t>, hoy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Tomponao</a:t>
            </a:r>
            <a:r>
              <a:rPr lang="en-US" dirty="0"/>
              <a:t>!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hataonay</a:t>
            </a:r>
            <a:r>
              <a:rPr lang="en-US" dirty="0"/>
              <a:t> </a:t>
            </a:r>
            <a:r>
              <a:rPr lang="en-US" dirty="0" err="1"/>
              <a:t>famantarana</a:t>
            </a:r>
            <a:r>
              <a:rPr lang="en-US" dirty="0"/>
              <a:t> ho </a:t>
            </a:r>
            <a:r>
              <a:rPr lang="en-US" dirty="0" err="1"/>
              <a:t>an’ny</a:t>
            </a:r>
            <a:r>
              <a:rPr lang="en-US" dirty="0"/>
              <a:t> </a:t>
            </a:r>
            <a:r>
              <a:rPr lang="en-US" dirty="0" err="1"/>
              <a:t>olona</a:t>
            </a:r>
            <a:r>
              <a:rPr lang="en-US" dirty="0"/>
              <a:t> </a:t>
            </a:r>
            <a:r>
              <a:rPr lang="en-US" dirty="0" err="1"/>
              <a:t>izy</a:t>
            </a:r>
            <a:r>
              <a:rPr lang="en-US" dirty="0"/>
              <a:t>, </a:t>
            </a:r>
            <a:r>
              <a:rPr lang="en-US" dirty="0" err="1"/>
              <a:t>sy</a:t>
            </a:r>
            <a:r>
              <a:rPr lang="en-US" dirty="0"/>
              <a:t> </a:t>
            </a:r>
            <a:r>
              <a:rPr lang="en-US" dirty="0" err="1"/>
              <a:t>famindram-po</a:t>
            </a:r>
            <a:r>
              <a:rPr lang="en-US" dirty="0"/>
              <a:t> </a:t>
            </a:r>
            <a:r>
              <a:rPr lang="en-US" dirty="0" err="1"/>
              <a:t>avy</a:t>
            </a:r>
            <a:r>
              <a:rPr lang="en-US" dirty="0"/>
              <a:t> </a:t>
            </a:r>
            <a:r>
              <a:rPr lang="en-US" dirty="0" err="1"/>
              <a:t>Aminay</a:t>
            </a:r>
            <a:r>
              <a:rPr lang="en-US" dirty="0"/>
              <a:t>.” </a:t>
            </a:r>
            <a:endParaRPr lang="fr-FR" dirty="0"/>
          </a:p>
          <a:p>
            <a:r>
              <a:rPr lang="en-US" dirty="0" err="1"/>
              <a:t>Iza</a:t>
            </a:r>
            <a:r>
              <a:rPr lang="en-US" dirty="0"/>
              <a:t> moa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? I </a:t>
            </a:r>
            <a:r>
              <a:rPr lang="en-US" dirty="0" err="1"/>
              <a:t>Jesosy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famindram-po</a:t>
            </a:r>
            <a:r>
              <a:rPr lang="en-US" dirty="0"/>
              <a:t> </a:t>
            </a:r>
            <a:r>
              <a:rPr lang="en-US" dirty="0" err="1"/>
              <a:t>avy</a:t>
            </a:r>
            <a:r>
              <a:rPr lang="en-US" dirty="0"/>
              <a:t> </a:t>
            </a:r>
            <a:r>
              <a:rPr lang="en-US" dirty="0" err="1"/>
              <a:t>amin’Andriamanitra</a:t>
            </a:r>
            <a:r>
              <a:rPr lang="en-US" dirty="0"/>
              <a:t>,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Izy</a:t>
            </a:r>
            <a:r>
              <a:rPr lang="en-US" dirty="0"/>
              <a:t> </a:t>
            </a:r>
            <a:r>
              <a:rPr lang="en-US" dirty="0" err="1"/>
              <a:t>irery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no </a:t>
            </a:r>
            <a:r>
              <a:rPr lang="en-US" dirty="0" err="1"/>
              <a:t>natao</a:t>
            </a:r>
            <a:r>
              <a:rPr lang="en-US" dirty="0"/>
              <a:t> ho </a:t>
            </a:r>
            <a:r>
              <a:rPr lang="en-US" dirty="0" err="1"/>
              <a:t>famindram-po</a:t>
            </a:r>
            <a:r>
              <a:rPr lang="en-US" dirty="0"/>
              <a:t>. </a:t>
            </a:r>
            <a:r>
              <a:rPr lang="en-US" dirty="0" err="1"/>
              <a:t>Izy</a:t>
            </a:r>
            <a:r>
              <a:rPr lang="en-US" dirty="0"/>
              <a:t> </a:t>
            </a:r>
            <a:r>
              <a:rPr lang="en-US" dirty="0" err="1"/>
              <a:t>irery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no </a:t>
            </a:r>
            <a:r>
              <a:rPr lang="en-US" dirty="0" err="1"/>
              <a:t>antsoina</a:t>
            </a:r>
            <a:r>
              <a:rPr lang="en-US" dirty="0"/>
              <a:t> hoe </a:t>
            </a:r>
            <a:r>
              <a:rPr lang="en-US" dirty="0" err="1"/>
              <a:t>famindram-po</a:t>
            </a:r>
            <a:r>
              <a:rPr lang="en-US" dirty="0"/>
              <a:t> </a:t>
            </a:r>
            <a:r>
              <a:rPr lang="en-US" dirty="0" err="1"/>
              <a:t>avy</a:t>
            </a:r>
            <a:r>
              <a:rPr lang="en-US" dirty="0"/>
              <a:t> </a:t>
            </a:r>
            <a:r>
              <a:rPr lang="en-US" dirty="0" err="1" smtClean="0"/>
              <a:t>amin’Andriamanitra</a:t>
            </a:r>
            <a:endParaRPr lang="en-US" dirty="0" smtClean="0"/>
          </a:p>
          <a:p>
            <a:pPr lvl="0"/>
            <a:r>
              <a:rPr lang="fr-FR" sz="3600" b="1" dirty="0" err="1">
                <a:latin typeface="Arial Black" panose="020B0A04020102020204" pitchFamily="34" charset="0"/>
              </a:rPr>
              <a:t>Wajeeh</a:t>
            </a:r>
            <a:r>
              <a:rPr lang="fr-FR" sz="3600" b="1" dirty="0">
                <a:latin typeface="Arial Black" panose="020B0A04020102020204" pitchFamily="34" charset="0"/>
              </a:rPr>
              <a:t> (</a:t>
            </a:r>
            <a:r>
              <a:rPr lang="fr-FR" sz="3600" b="1" dirty="0" err="1">
                <a:latin typeface="Arial Black" panose="020B0A04020102020204" pitchFamily="34" charset="0"/>
              </a:rPr>
              <a:t>mendrikaja</a:t>
            </a:r>
            <a:r>
              <a:rPr lang="fr-FR" sz="3600" b="1" dirty="0" smtClean="0">
                <a:latin typeface="Arial Black" panose="020B0A04020102020204" pitchFamily="34" charset="0"/>
              </a:rPr>
              <a:t>):</a:t>
            </a:r>
            <a:r>
              <a:rPr lang="en-US" dirty="0"/>
              <a:t>Al Imran 3:45: “</a:t>
            </a:r>
            <a:r>
              <a:rPr lang="en-US" dirty="0" err="1"/>
              <a:t>Raha</a:t>
            </a:r>
            <a:r>
              <a:rPr lang="en-US" dirty="0"/>
              <a:t> </a:t>
            </a:r>
            <a:r>
              <a:rPr lang="en-US" dirty="0" err="1"/>
              <a:t>niteny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Anjely</a:t>
            </a:r>
            <a:r>
              <a:rPr lang="en-US" dirty="0"/>
              <a:t>: ‘Ry Maria o! </a:t>
            </a:r>
            <a:r>
              <a:rPr lang="en-US" dirty="0" err="1"/>
              <a:t>Lazaina</a:t>
            </a:r>
            <a:r>
              <a:rPr lang="en-US" dirty="0"/>
              <a:t> marina </a:t>
            </a:r>
            <a:r>
              <a:rPr lang="en-US" dirty="0" err="1"/>
              <a:t>aminao</a:t>
            </a:r>
            <a:r>
              <a:rPr lang="en-US" dirty="0"/>
              <a:t>, fa </a:t>
            </a:r>
            <a:r>
              <a:rPr lang="en-US" dirty="0" err="1"/>
              <a:t>Andriamanitra</a:t>
            </a:r>
            <a:r>
              <a:rPr lang="en-US" dirty="0"/>
              <a:t> </a:t>
            </a:r>
            <a:r>
              <a:rPr lang="en-US" dirty="0" err="1"/>
              <a:t>efa</a:t>
            </a:r>
            <a:r>
              <a:rPr lang="en-US" dirty="0"/>
              <a:t> </a:t>
            </a:r>
            <a:r>
              <a:rPr lang="en-US" dirty="0" err="1"/>
              <a:t>milaza</a:t>
            </a:r>
            <a:r>
              <a:rPr lang="en-US" dirty="0"/>
              <a:t> </a:t>
            </a:r>
            <a:r>
              <a:rPr lang="en-US" dirty="0" err="1"/>
              <a:t>vaovao</a:t>
            </a:r>
            <a:r>
              <a:rPr lang="en-US" dirty="0"/>
              <a:t> </a:t>
            </a:r>
            <a:r>
              <a:rPr lang="en-US" dirty="0" err="1"/>
              <a:t>mahafaly</a:t>
            </a:r>
            <a:r>
              <a:rPr lang="en-US" dirty="0"/>
              <a:t> ho </a:t>
            </a:r>
            <a:r>
              <a:rPr lang="en-US" dirty="0" err="1"/>
              <a:t>anao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Teny</a:t>
            </a:r>
            <a:r>
              <a:rPr lang="en-US" dirty="0"/>
              <a:t> </a:t>
            </a:r>
            <a:r>
              <a:rPr lang="en-US" dirty="0" err="1"/>
              <a:t>iray</a:t>
            </a:r>
            <a:r>
              <a:rPr lang="en-US" dirty="0"/>
              <a:t> </a:t>
            </a:r>
            <a:r>
              <a:rPr lang="en-US" dirty="0" err="1"/>
              <a:t>avy</a:t>
            </a:r>
            <a:r>
              <a:rPr lang="en-US" dirty="0"/>
              <a:t> </a:t>
            </a:r>
            <a:r>
              <a:rPr lang="en-US" dirty="0" err="1"/>
              <a:t>Aminy</a:t>
            </a:r>
            <a:r>
              <a:rPr lang="en-US" dirty="0"/>
              <a:t>,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anarany</a:t>
            </a:r>
            <a:r>
              <a:rPr lang="en-US" dirty="0"/>
              <a:t> </a:t>
            </a:r>
            <a:r>
              <a:rPr lang="en-US" dirty="0" err="1"/>
              <a:t>atao</a:t>
            </a:r>
            <a:r>
              <a:rPr lang="en-US" dirty="0"/>
              <a:t> hoe: </a:t>
            </a:r>
            <a:r>
              <a:rPr lang="en-US" dirty="0" err="1"/>
              <a:t>Ilay</a:t>
            </a:r>
            <a:r>
              <a:rPr lang="en-US" dirty="0"/>
              <a:t> ‘</a:t>
            </a:r>
            <a:r>
              <a:rPr lang="en-US" dirty="0" err="1"/>
              <a:t>Mesia</a:t>
            </a:r>
            <a:r>
              <a:rPr lang="en-US" dirty="0"/>
              <a:t> </a:t>
            </a:r>
            <a:r>
              <a:rPr lang="en-US" dirty="0" err="1"/>
              <a:t>Jesoa</a:t>
            </a:r>
            <a:r>
              <a:rPr lang="en-US" dirty="0"/>
              <a:t>’ </a:t>
            </a:r>
            <a:r>
              <a:rPr lang="en-US" dirty="0" err="1"/>
              <a:t>zanak’i</a:t>
            </a:r>
            <a:r>
              <a:rPr lang="en-US" dirty="0"/>
              <a:t> Maria, </a:t>
            </a:r>
            <a:r>
              <a:rPr lang="en-US" dirty="0" err="1"/>
              <a:t>mendrikaja</a:t>
            </a:r>
            <a:r>
              <a:rPr lang="en-US" dirty="0"/>
              <a:t> </a:t>
            </a:r>
            <a:r>
              <a:rPr lang="en-US" dirty="0" err="1"/>
              <a:t>ety</a:t>
            </a:r>
            <a:r>
              <a:rPr lang="en-US" dirty="0"/>
              <a:t> an-</a:t>
            </a:r>
            <a:r>
              <a:rPr lang="en-US" dirty="0" err="1"/>
              <a:t>tany</a:t>
            </a:r>
            <a:r>
              <a:rPr lang="en-US" dirty="0"/>
              <a:t> </a:t>
            </a:r>
            <a:r>
              <a:rPr lang="en-US" dirty="0" err="1"/>
              <a:t>sy</a:t>
            </a:r>
            <a:r>
              <a:rPr lang="en-US" dirty="0"/>
              <a:t> any </a:t>
            </a:r>
            <a:r>
              <a:rPr lang="en-US" dirty="0" err="1"/>
              <a:t>ankoatra</a:t>
            </a:r>
            <a:r>
              <a:rPr lang="en-US" dirty="0"/>
              <a:t>.” </a:t>
            </a:r>
            <a:endParaRPr lang="fr-FR" dirty="0"/>
          </a:p>
          <a:p>
            <a:pPr lvl="0"/>
            <a:r>
              <a:rPr lang="en-US" dirty="0"/>
              <a:t>I </a:t>
            </a:r>
            <a:r>
              <a:rPr lang="en-US" dirty="0" err="1"/>
              <a:t>Jesosy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mendrikaja</a:t>
            </a:r>
            <a:r>
              <a:rPr lang="en-US" dirty="0"/>
              <a:t> </a:t>
            </a:r>
            <a:r>
              <a:rPr lang="en-US" dirty="0" err="1"/>
              <a:t>tety</a:t>
            </a:r>
            <a:r>
              <a:rPr lang="en-US" dirty="0"/>
              <a:t> an-</a:t>
            </a:r>
            <a:r>
              <a:rPr lang="en-US" dirty="0" err="1"/>
              <a:t>tany</a:t>
            </a:r>
            <a:r>
              <a:rPr lang="en-US" dirty="0"/>
              <a:t>. </a:t>
            </a:r>
            <a:r>
              <a:rPr lang="en-US" dirty="0" err="1"/>
              <a:t>Mendrikaja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</a:t>
            </a:r>
            <a:r>
              <a:rPr lang="en-US" dirty="0" err="1"/>
              <a:t>koa</a:t>
            </a:r>
            <a:r>
              <a:rPr lang="en-US" dirty="0"/>
              <a:t> </a:t>
            </a:r>
            <a:r>
              <a:rPr lang="en-US" dirty="0" err="1"/>
              <a:t>Izy</a:t>
            </a:r>
            <a:r>
              <a:rPr lang="en-US" dirty="0"/>
              <a:t> any </a:t>
            </a:r>
            <a:r>
              <a:rPr lang="en-US" dirty="0" err="1"/>
              <a:t>ankoatra</a:t>
            </a:r>
            <a:r>
              <a:rPr lang="en-US" dirty="0"/>
              <a:t>. </a:t>
            </a:r>
            <a:endParaRPr lang="fr-FR" dirty="0"/>
          </a:p>
          <a:p>
            <a:pPr lvl="0"/>
            <a:r>
              <a:rPr lang="en-US" dirty="0" err="1"/>
              <a:t>Talohan’ny</a:t>
            </a:r>
            <a:r>
              <a:rPr lang="en-US" dirty="0"/>
              <a:t> </a:t>
            </a:r>
            <a:r>
              <a:rPr lang="en-US" dirty="0" err="1"/>
              <a:t>nahaterahan’i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 no </a:t>
            </a:r>
            <a:r>
              <a:rPr lang="en-US" dirty="0" err="1"/>
              <a:t>efa</a:t>
            </a:r>
            <a:r>
              <a:rPr lang="en-US" dirty="0"/>
              <a:t> </a:t>
            </a:r>
            <a:r>
              <a:rPr lang="en-US" dirty="0" err="1"/>
              <a:t>nanapa-kevitra</a:t>
            </a:r>
            <a:r>
              <a:rPr lang="en-US" dirty="0"/>
              <a:t> </a:t>
            </a:r>
            <a:r>
              <a:rPr lang="en-US" dirty="0" err="1"/>
              <a:t>Andriamanitra</a:t>
            </a:r>
            <a:r>
              <a:rPr lang="en-US" dirty="0"/>
              <a:t>, hoe any an-</a:t>
            </a:r>
            <a:r>
              <a:rPr lang="en-US" dirty="0" err="1"/>
              <a:t>danitra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 no </a:t>
            </a:r>
            <a:r>
              <a:rPr lang="en-US" dirty="0" err="1"/>
              <a:t>hipetraka</a:t>
            </a:r>
            <a:r>
              <a:rPr lang="en-US" dirty="0"/>
              <a:t>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entina</a:t>
            </a:r>
            <a:r>
              <a:rPr lang="en-US" dirty="0"/>
              <a:t> </a:t>
            </a:r>
            <a:r>
              <a:rPr lang="en-US" dirty="0" err="1"/>
              <a:t>manakaiky</a:t>
            </a:r>
            <a:r>
              <a:rPr lang="en-US" dirty="0"/>
              <a:t> </a:t>
            </a:r>
            <a:r>
              <a:rPr lang="en-US" dirty="0" err="1"/>
              <a:t>an’Andriamanitra</a:t>
            </a:r>
            <a:r>
              <a:rPr lang="en-US" dirty="0"/>
              <a:t> </a:t>
            </a:r>
            <a:r>
              <a:rPr lang="en-US" dirty="0" err="1"/>
              <a:t>Izy</a:t>
            </a:r>
            <a:r>
              <a:rPr lang="en-US" dirty="0"/>
              <a:t>. </a:t>
            </a:r>
            <a:endParaRPr lang="fr-FR" dirty="0"/>
          </a:p>
          <a:p>
            <a:endParaRPr lang="fr-FR" sz="36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490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EB7C30-ECE4-1782-1E5C-C34A3F65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94538"/>
            <a:ext cx="12000651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Ireo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Anarana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Hiantsoana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an’i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Jesosy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amin’ny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Maha-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Mendrikaja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Azy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endParaRPr lang="en-KE" sz="4000" b="1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" y="1825624"/>
            <a:ext cx="12191994" cy="5131767"/>
          </a:xfrm>
        </p:spPr>
        <p:txBody>
          <a:bodyPr>
            <a:normAutofit/>
          </a:bodyPr>
          <a:lstStyle/>
          <a:p>
            <a:pPr lvl="0"/>
            <a:r>
              <a:rPr lang="fr-FR" sz="3600" b="1" dirty="0" err="1" smtClean="0">
                <a:latin typeface="Arial Black" panose="020B0A04020102020204" pitchFamily="34" charset="0"/>
              </a:rPr>
              <a:t>Qaul</a:t>
            </a:r>
            <a:r>
              <a:rPr lang="fr-FR" sz="3600" b="1" dirty="0" smtClean="0">
                <a:latin typeface="Arial Black" panose="020B0A04020102020204" pitchFamily="34" charset="0"/>
              </a:rPr>
              <a:t> </a:t>
            </a:r>
            <a:r>
              <a:rPr lang="fr-FR" sz="3600" b="1" dirty="0">
                <a:latin typeface="Arial Black" panose="020B0A04020102020204" pitchFamily="34" charset="0"/>
              </a:rPr>
              <a:t>al-</a:t>
            </a:r>
            <a:r>
              <a:rPr lang="fr-FR" sz="3600" b="1" dirty="0" err="1">
                <a:latin typeface="Arial Black" panose="020B0A04020102020204" pitchFamily="34" charset="0"/>
              </a:rPr>
              <a:t>Haqq</a:t>
            </a:r>
            <a:r>
              <a:rPr lang="fr-FR" sz="3600" b="1" dirty="0">
                <a:latin typeface="Arial Black" panose="020B0A04020102020204" pitchFamily="34" charset="0"/>
              </a:rPr>
              <a:t> (</a:t>
            </a:r>
            <a:r>
              <a:rPr lang="fr-FR" sz="3600" b="1" dirty="0" err="1">
                <a:latin typeface="Arial Black" panose="020B0A04020102020204" pitchFamily="34" charset="0"/>
              </a:rPr>
              <a:t>tenin’ny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fahamarinana</a:t>
            </a:r>
            <a:r>
              <a:rPr lang="fr-FR" sz="3600" b="1" dirty="0" smtClean="0">
                <a:latin typeface="Arial Black" panose="020B0A04020102020204" pitchFamily="34" charset="0"/>
              </a:rPr>
              <a:t>):</a:t>
            </a:r>
            <a:r>
              <a:rPr lang="en-US" dirty="0" err="1"/>
              <a:t>amin’ny</a:t>
            </a:r>
            <a:r>
              <a:rPr lang="en-US" dirty="0"/>
              <a:t> Mariam 19:34: “Toa </a:t>
            </a:r>
            <a:r>
              <a:rPr lang="en-US" dirty="0" err="1"/>
              <a:t>izany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Jesoa</a:t>
            </a:r>
            <a:r>
              <a:rPr lang="en-US" dirty="0"/>
              <a:t>, </a:t>
            </a:r>
            <a:r>
              <a:rPr lang="en-US" dirty="0" err="1"/>
              <a:t>zanak’i</a:t>
            </a:r>
            <a:r>
              <a:rPr lang="en-US" dirty="0"/>
              <a:t> Maria, </a:t>
            </a:r>
            <a:r>
              <a:rPr lang="en-US" dirty="0" err="1"/>
              <a:t>tenin’ny</a:t>
            </a:r>
            <a:r>
              <a:rPr lang="en-US" dirty="0"/>
              <a:t> </a:t>
            </a:r>
            <a:r>
              <a:rPr lang="en-US" dirty="0" err="1"/>
              <a:t>fahamarinana</a:t>
            </a:r>
            <a:r>
              <a:rPr lang="en-US" dirty="0"/>
              <a:t> </a:t>
            </a:r>
            <a:r>
              <a:rPr lang="en-US" dirty="0" err="1"/>
              <a:t>izay</a:t>
            </a:r>
            <a:r>
              <a:rPr lang="en-US" dirty="0"/>
              <a:t> </a:t>
            </a:r>
            <a:r>
              <a:rPr lang="en-US" dirty="0" err="1"/>
              <a:t>mampisalasala</a:t>
            </a:r>
            <a:r>
              <a:rPr lang="en-US" dirty="0"/>
              <a:t> </a:t>
            </a:r>
            <a:r>
              <a:rPr lang="en-US" dirty="0" err="1"/>
              <a:t>azy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.”</a:t>
            </a:r>
            <a:endParaRPr lang="fr-FR" dirty="0"/>
          </a:p>
          <a:p>
            <a:pPr lvl="0"/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Kor’any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milaza</a:t>
            </a:r>
            <a:r>
              <a:rPr lang="en-US" dirty="0"/>
              <a:t> fa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, </a:t>
            </a:r>
            <a:r>
              <a:rPr lang="en-US" dirty="0" err="1"/>
              <a:t>izay</a:t>
            </a:r>
            <a:r>
              <a:rPr lang="en-US" dirty="0"/>
              <a:t> </a:t>
            </a:r>
            <a:r>
              <a:rPr lang="en-US" dirty="0" err="1"/>
              <a:t>nampisalasala</a:t>
            </a:r>
            <a:r>
              <a:rPr lang="en-US" dirty="0"/>
              <a:t> </a:t>
            </a:r>
            <a:r>
              <a:rPr lang="en-US" dirty="0" err="1"/>
              <a:t>azy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, no </a:t>
            </a:r>
            <a:r>
              <a:rPr lang="en-US" dirty="0" err="1"/>
              <a:t>tenin’ny</a:t>
            </a:r>
            <a:r>
              <a:rPr lang="en-US" dirty="0"/>
              <a:t> </a:t>
            </a:r>
            <a:r>
              <a:rPr lang="en-US" dirty="0" err="1"/>
              <a:t>fahamarinana</a:t>
            </a:r>
            <a:r>
              <a:rPr lang="en-US" dirty="0"/>
              <a:t>.</a:t>
            </a:r>
            <a:endParaRPr lang="fr-FR" dirty="0"/>
          </a:p>
          <a:p>
            <a:pPr lvl="0"/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Baiboly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milaza</a:t>
            </a:r>
            <a:r>
              <a:rPr lang="en-US" dirty="0"/>
              <a:t> fa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 no </a:t>
            </a:r>
            <a:r>
              <a:rPr lang="en-US" dirty="0" err="1"/>
              <a:t>làlana</a:t>
            </a:r>
            <a:r>
              <a:rPr lang="en-US" dirty="0"/>
              <a:t>, </a:t>
            </a:r>
            <a:r>
              <a:rPr lang="en-US" dirty="0" err="1"/>
              <a:t>sy</a:t>
            </a:r>
            <a:r>
              <a:rPr lang="en-US" dirty="0"/>
              <a:t> </a:t>
            </a:r>
            <a:r>
              <a:rPr lang="en-US" dirty="0" err="1"/>
              <a:t>fahamarinana</a:t>
            </a:r>
            <a:r>
              <a:rPr lang="en-US" dirty="0"/>
              <a:t>,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fiainana</a:t>
            </a:r>
            <a:r>
              <a:rPr lang="en-US" dirty="0"/>
              <a:t>.</a:t>
            </a:r>
            <a:endParaRPr lang="fr-FR" dirty="0"/>
          </a:p>
          <a:p>
            <a:pPr lvl="0"/>
            <a:r>
              <a:rPr lang="en-US" dirty="0" err="1"/>
              <a:t>Eto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Kor’any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milaza</a:t>
            </a:r>
            <a:r>
              <a:rPr lang="en-US" dirty="0"/>
              <a:t> hoe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 no </a:t>
            </a:r>
            <a:r>
              <a:rPr lang="en-US" dirty="0" err="1"/>
              <a:t>tenin’ny</a:t>
            </a:r>
            <a:r>
              <a:rPr lang="en-US" dirty="0"/>
              <a:t> </a:t>
            </a:r>
            <a:r>
              <a:rPr lang="en-US" dirty="0" err="1"/>
              <a:t>fahamarinana</a:t>
            </a:r>
            <a:r>
              <a:rPr lang="en-US" dirty="0"/>
              <a:t>. </a:t>
            </a:r>
            <a:endParaRPr lang="fr-FR" dirty="0"/>
          </a:p>
          <a:p>
            <a:pPr lvl="0"/>
            <a:r>
              <a:rPr lang="en-US" dirty="0" err="1"/>
              <a:t>Raha</a:t>
            </a:r>
            <a:r>
              <a:rPr lang="en-US" dirty="0"/>
              <a:t> </a:t>
            </a:r>
            <a:r>
              <a:rPr lang="en-US" dirty="0" err="1"/>
              <a:t>lazaina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teny</a:t>
            </a:r>
            <a:r>
              <a:rPr lang="en-US" dirty="0"/>
              <a:t> </a:t>
            </a:r>
            <a:r>
              <a:rPr lang="en-US" dirty="0" err="1"/>
              <a:t>hafa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izao</a:t>
            </a:r>
            <a:r>
              <a:rPr lang="en-US" dirty="0"/>
              <a:t>: </a:t>
            </a:r>
            <a:r>
              <a:rPr lang="en-US" dirty="0" err="1"/>
              <a:t>raha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ahita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fahamarinana</a:t>
            </a:r>
            <a:r>
              <a:rPr lang="en-US" dirty="0"/>
              <a:t> </a:t>
            </a:r>
            <a:r>
              <a:rPr lang="en-US" dirty="0" err="1"/>
              <a:t>tonga</a:t>
            </a:r>
            <a:r>
              <a:rPr lang="en-US" dirty="0"/>
              <a:t> </a:t>
            </a:r>
            <a:r>
              <a:rPr lang="en-US" dirty="0" err="1"/>
              <a:t>nofo</a:t>
            </a:r>
            <a:r>
              <a:rPr lang="en-US" dirty="0"/>
              <a:t> </a:t>
            </a:r>
            <a:r>
              <a:rPr lang="en-US" dirty="0" err="1"/>
              <a:t>ianao</a:t>
            </a:r>
            <a:r>
              <a:rPr lang="en-US" dirty="0"/>
              <a:t>,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 </a:t>
            </a:r>
            <a:r>
              <a:rPr lang="en-US" dirty="0" err="1"/>
              <a:t>jerena</a:t>
            </a:r>
            <a:r>
              <a:rPr lang="en-US" dirty="0"/>
              <a:t>.   </a:t>
            </a:r>
            <a:endParaRPr lang="fr-FR" dirty="0"/>
          </a:p>
          <a:p>
            <a:endParaRPr lang="fr-FR" sz="36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952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EB7C30-ECE4-1782-1E5C-C34A3F65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94538"/>
            <a:ext cx="12000651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Ireo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Anarana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Hiantsoana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an’i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Jesosy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amin’ny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Maha-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Mendrikaja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Azy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endParaRPr lang="en-KE" sz="4000" b="1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" y="1825624"/>
            <a:ext cx="12191994" cy="5131767"/>
          </a:xfrm>
        </p:spPr>
        <p:txBody>
          <a:bodyPr>
            <a:normAutofit fontScale="92500" lnSpcReduction="10000"/>
          </a:bodyPr>
          <a:lstStyle/>
          <a:p>
            <a:r>
              <a:rPr lang="fr-FR" sz="3600" b="1" dirty="0" err="1">
                <a:latin typeface="Arial Black" panose="020B0A04020102020204" pitchFamily="34" charset="0"/>
              </a:rPr>
              <a:t>Kalimah</a:t>
            </a:r>
            <a:r>
              <a:rPr lang="fr-FR" sz="3600" b="1" dirty="0">
                <a:latin typeface="Arial Black" panose="020B0A04020102020204" pitchFamily="34" charset="0"/>
              </a:rPr>
              <a:t> Allah (</a:t>
            </a:r>
            <a:r>
              <a:rPr lang="fr-FR" sz="3600" b="1" dirty="0" err="1">
                <a:latin typeface="Arial Black" panose="020B0A04020102020204" pitchFamily="34" charset="0"/>
              </a:rPr>
              <a:t>Teny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avy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amin’Andriamanitra</a:t>
            </a:r>
            <a:r>
              <a:rPr lang="fr-FR" sz="3600" b="1" dirty="0" smtClean="0">
                <a:latin typeface="Arial Black" panose="020B0A04020102020204" pitchFamily="34" charset="0"/>
              </a:rPr>
              <a:t>):</a:t>
            </a:r>
          </a:p>
          <a:p>
            <a:pPr lvl="0"/>
            <a:r>
              <a:rPr lang="en-US" dirty="0"/>
              <a:t>Al Imran 3:45: “</a:t>
            </a:r>
            <a:r>
              <a:rPr lang="en-US" dirty="0" err="1"/>
              <a:t>Raha</a:t>
            </a:r>
            <a:r>
              <a:rPr lang="en-US" dirty="0"/>
              <a:t> </a:t>
            </a:r>
            <a:r>
              <a:rPr lang="en-US" dirty="0" err="1"/>
              <a:t>niteny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Anjely</a:t>
            </a:r>
            <a:r>
              <a:rPr lang="en-US" dirty="0"/>
              <a:t>: ‘Ry Maria o! </a:t>
            </a:r>
            <a:r>
              <a:rPr lang="en-US" dirty="0" err="1"/>
              <a:t>Lazaina</a:t>
            </a:r>
            <a:r>
              <a:rPr lang="en-US" dirty="0"/>
              <a:t> marina </a:t>
            </a:r>
            <a:r>
              <a:rPr lang="en-US" dirty="0" err="1"/>
              <a:t>aminao</a:t>
            </a:r>
            <a:r>
              <a:rPr lang="en-US" dirty="0"/>
              <a:t>, fa </a:t>
            </a:r>
            <a:r>
              <a:rPr lang="en-US" dirty="0" err="1"/>
              <a:t>Andriamanitra</a:t>
            </a:r>
            <a:r>
              <a:rPr lang="en-US" dirty="0"/>
              <a:t> </a:t>
            </a:r>
            <a:r>
              <a:rPr lang="en-US" dirty="0" err="1"/>
              <a:t>efa</a:t>
            </a:r>
            <a:r>
              <a:rPr lang="en-US" dirty="0"/>
              <a:t> </a:t>
            </a:r>
            <a:r>
              <a:rPr lang="en-US" dirty="0" err="1"/>
              <a:t>milaza</a:t>
            </a:r>
            <a:r>
              <a:rPr lang="en-US" dirty="0"/>
              <a:t> </a:t>
            </a:r>
            <a:r>
              <a:rPr lang="en-US" dirty="0" err="1"/>
              <a:t>vaovao</a:t>
            </a:r>
            <a:r>
              <a:rPr lang="en-US" dirty="0"/>
              <a:t> </a:t>
            </a:r>
            <a:r>
              <a:rPr lang="en-US" dirty="0" err="1"/>
              <a:t>mahafaly</a:t>
            </a:r>
            <a:r>
              <a:rPr lang="en-US" dirty="0"/>
              <a:t> ho </a:t>
            </a:r>
            <a:r>
              <a:rPr lang="en-US" dirty="0" err="1"/>
              <a:t>anao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Teny</a:t>
            </a:r>
            <a:r>
              <a:rPr lang="en-US" dirty="0"/>
              <a:t> </a:t>
            </a:r>
            <a:r>
              <a:rPr lang="en-US" dirty="0" err="1"/>
              <a:t>iray</a:t>
            </a:r>
            <a:r>
              <a:rPr lang="en-US" dirty="0"/>
              <a:t> </a:t>
            </a:r>
            <a:r>
              <a:rPr lang="en-US" dirty="0" err="1"/>
              <a:t>avy</a:t>
            </a:r>
            <a:r>
              <a:rPr lang="en-US" dirty="0"/>
              <a:t> </a:t>
            </a:r>
            <a:r>
              <a:rPr lang="en-US" dirty="0" err="1"/>
              <a:t>Aminy</a:t>
            </a:r>
            <a:r>
              <a:rPr lang="en-US" dirty="0"/>
              <a:t>,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anarany</a:t>
            </a:r>
            <a:r>
              <a:rPr lang="en-US" dirty="0"/>
              <a:t> </a:t>
            </a:r>
            <a:r>
              <a:rPr lang="en-US" dirty="0" err="1"/>
              <a:t>atao</a:t>
            </a:r>
            <a:r>
              <a:rPr lang="en-US" dirty="0"/>
              <a:t> hoe: </a:t>
            </a:r>
            <a:r>
              <a:rPr lang="en-US" dirty="0" err="1"/>
              <a:t>Ilay</a:t>
            </a:r>
            <a:r>
              <a:rPr lang="en-US" dirty="0"/>
              <a:t> ‘</a:t>
            </a:r>
            <a:r>
              <a:rPr lang="en-US" dirty="0" err="1"/>
              <a:t>Mesia</a:t>
            </a:r>
            <a:r>
              <a:rPr lang="en-US" dirty="0"/>
              <a:t>…’”</a:t>
            </a:r>
            <a:endParaRPr lang="fr-FR" dirty="0"/>
          </a:p>
          <a:p>
            <a:pPr lvl="0"/>
            <a:r>
              <a:rPr lang="en-US" dirty="0" err="1"/>
              <a:t>Izao</a:t>
            </a:r>
            <a:r>
              <a:rPr lang="en-US" dirty="0"/>
              <a:t> no </a:t>
            </a:r>
            <a:r>
              <a:rPr lang="en-US" dirty="0" err="1"/>
              <a:t>voalaza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Nisa</a:t>
            </a:r>
            <a:r>
              <a:rPr lang="en-US" dirty="0"/>
              <a:t> 4:171: “Fa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Mesia</a:t>
            </a:r>
            <a:r>
              <a:rPr lang="en-US" dirty="0"/>
              <a:t> </a:t>
            </a:r>
            <a:r>
              <a:rPr lang="en-US" dirty="0" err="1"/>
              <a:t>Jesoa</a:t>
            </a:r>
            <a:r>
              <a:rPr lang="en-US" dirty="0"/>
              <a:t>, </a:t>
            </a:r>
            <a:r>
              <a:rPr lang="en-US" dirty="0" err="1"/>
              <a:t>zanak’i</a:t>
            </a:r>
            <a:r>
              <a:rPr lang="en-US" dirty="0"/>
              <a:t> Maria,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inona</a:t>
            </a:r>
            <a:r>
              <a:rPr lang="en-US" dirty="0"/>
              <a:t> fa </a:t>
            </a:r>
            <a:r>
              <a:rPr lang="en-US" dirty="0" err="1"/>
              <a:t>Irak’Andriamanitra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, </a:t>
            </a:r>
            <a:r>
              <a:rPr lang="en-US" dirty="0" err="1"/>
              <a:t>teniny</a:t>
            </a:r>
            <a:r>
              <a:rPr lang="en-US" dirty="0"/>
              <a:t> </a:t>
            </a:r>
            <a:r>
              <a:rPr lang="en-US" dirty="0" err="1"/>
              <a:t>nalefany</a:t>
            </a:r>
            <a:r>
              <a:rPr lang="en-US" dirty="0"/>
              <a:t> </a:t>
            </a:r>
            <a:r>
              <a:rPr lang="en-US" dirty="0" err="1"/>
              <a:t>tamin’i</a:t>
            </a:r>
            <a:r>
              <a:rPr lang="en-US" dirty="0"/>
              <a:t> Maria, </a:t>
            </a:r>
            <a:r>
              <a:rPr lang="en-US" dirty="0" err="1"/>
              <a:t>sy</a:t>
            </a:r>
            <a:r>
              <a:rPr lang="en-US" dirty="0"/>
              <a:t> </a:t>
            </a:r>
            <a:r>
              <a:rPr lang="en-US" dirty="0" err="1"/>
              <a:t>fanahy</a:t>
            </a:r>
            <a:r>
              <a:rPr lang="en-US" dirty="0"/>
              <a:t> </a:t>
            </a:r>
            <a:r>
              <a:rPr lang="en-US" dirty="0" err="1"/>
              <a:t>avy</a:t>
            </a:r>
            <a:r>
              <a:rPr lang="en-US" dirty="0"/>
              <a:t> </a:t>
            </a:r>
            <a:r>
              <a:rPr lang="en-US" dirty="0" err="1"/>
              <a:t>Aminy</a:t>
            </a:r>
            <a:r>
              <a:rPr lang="en-US" dirty="0"/>
              <a:t>.”</a:t>
            </a:r>
            <a:endParaRPr lang="fr-FR" dirty="0"/>
          </a:p>
          <a:p>
            <a:pPr lvl="0"/>
            <a:r>
              <a:rPr lang="en-US" dirty="0" err="1"/>
              <a:t>Issa</a:t>
            </a:r>
            <a:r>
              <a:rPr lang="en-US" dirty="0"/>
              <a:t> no </a:t>
            </a:r>
            <a:r>
              <a:rPr lang="en-US" dirty="0" err="1"/>
              <a:t>iraka</a:t>
            </a:r>
            <a:r>
              <a:rPr lang="en-US" dirty="0"/>
              <a:t> </a:t>
            </a:r>
            <a:r>
              <a:rPr lang="en-US" dirty="0" err="1"/>
              <a:t>avy</a:t>
            </a:r>
            <a:r>
              <a:rPr lang="en-US" dirty="0"/>
              <a:t> </a:t>
            </a:r>
            <a:r>
              <a:rPr lang="en-US" dirty="0" err="1"/>
              <a:t>tamin’i</a:t>
            </a:r>
            <a:r>
              <a:rPr lang="en-US" dirty="0"/>
              <a:t> Allah, </a:t>
            </a:r>
            <a:r>
              <a:rPr lang="en-US" dirty="0" err="1"/>
              <a:t>sady</a:t>
            </a:r>
            <a:r>
              <a:rPr lang="en-US" dirty="0"/>
              <a:t> </a:t>
            </a:r>
            <a:r>
              <a:rPr lang="en-US" dirty="0" err="1"/>
              <a:t>teniny</a:t>
            </a:r>
            <a:r>
              <a:rPr lang="en-US" dirty="0"/>
              <a:t>. </a:t>
            </a:r>
            <a:endParaRPr lang="fr-FR" dirty="0"/>
          </a:p>
          <a:p>
            <a:pPr lvl="0"/>
            <a:r>
              <a:rPr lang="en-US" dirty="0" err="1"/>
              <a:t>Tsy</a:t>
            </a:r>
            <a:r>
              <a:rPr lang="en-US" dirty="0"/>
              <a:t> hoe </a:t>
            </a:r>
            <a:r>
              <a:rPr lang="en-US" dirty="0" err="1"/>
              <a:t>tonga</a:t>
            </a:r>
            <a:r>
              <a:rPr lang="en-US" dirty="0"/>
              <a:t> </a:t>
            </a:r>
            <a:r>
              <a:rPr lang="en-US" dirty="0" err="1"/>
              <a:t>tamin’ny</a:t>
            </a:r>
            <a:r>
              <a:rPr lang="en-US" dirty="0"/>
              <a:t> </a:t>
            </a:r>
            <a:r>
              <a:rPr lang="en-US" dirty="0" err="1"/>
              <a:t>alalan’ny</a:t>
            </a:r>
            <a:r>
              <a:rPr lang="en-US" dirty="0"/>
              <a:t> </a:t>
            </a:r>
            <a:r>
              <a:rPr lang="en-US" dirty="0" err="1"/>
              <a:t>teny</a:t>
            </a:r>
            <a:r>
              <a:rPr lang="en-US" dirty="0"/>
              <a:t> </a:t>
            </a:r>
            <a:r>
              <a:rPr lang="en-US" dirty="0" err="1"/>
              <a:t>fotsiny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, fa </a:t>
            </a:r>
            <a:r>
              <a:rPr lang="en-US" dirty="0" err="1"/>
              <a:t>Izy</a:t>
            </a:r>
            <a:r>
              <a:rPr lang="en-US" dirty="0"/>
              <a:t> </a:t>
            </a:r>
            <a:r>
              <a:rPr lang="en-US" dirty="0" err="1"/>
              <a:t>mihitsy</a:t>
            </a:r>
            <a:r>
              <a:rPr lang="en-US" dirty="0"/>
              <a:t> no </a:t>
            </a:r>
            <a:r>
              <a:rPr lang="en-US" dirty="0" err="1"/>
              <a:t>tenin’Andriamanitra</a:t>
            </a:r>
            <a:r>
              <a:rPr lang="en-US" dirty="0"/>
              <a:t>. </a:t>
            </a:r>
            <a:endParaRPr lang="fr-FR" dirty="0"/>
          </a:p>
          <a:p>
            <a:pPr lvl="0"/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Jaona</a:t>
            </a:r>
            <a:r>
              <a:rPr lang="en-US" dirty="0"/>
              <a:t> 1:14 </a:t>
            </a:r>
            <a:r>
              <a:rPr lang="en-US" dirty="0" err="1"/>
              <a:t>ihany</a:t>
            </a:r>
            <a:r>
              <a:rPr lang="en-US" dirty="0"/>
              <a:t> </a:t>
            </a:r>
            <a:r>
              <a:rPr lang="en-US" dirty="0" err="1"/>
              <a:t>koa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manao</a:t>
            </a:r>
            <a:r>
              <a:rPr lang="en-US" dirty="0"/>
              <a:t> </a:t>
            </a:r>
            <a:r>
              <a:rPr lang="en-US" dirty="0" err="1"/>
              <a:t>an’i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 ho </a:t>
            </a:r>
            <a:r>
              <a:rPr lang="en-US" dirty="0" err="1"/>
              <a:t>tenin’Andriamanitra</a:t>
            </a:r>
            <a:r>
              <a:rPr lang="en-US" dirty="0"/>
              <a:t>: “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Teny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tonga</a:t>
            </a:r>
            <a:r>
              <a:rPr lang="en-US" dirty="0"/>
              <a:t> </a:t>
            </a:r>
            <a:r>
              <a:rPr lang="en-US" dirty="0" err="1"/>
              <a:t>nofo</a:t>
            </a:r>
            <a:r>
              <a:rPr lang="en-US" dirty="0"/>
              <a:t> </a:t>
            </a:r>
            <a:r>
              <a:rPr lang="en-US" dirty="0" err="1"/>
              <a:t>ka</a:t>
            </a:r>
            <a:r>
              <a:rPr lang="en-US" dirty="0"/>
              <a:t> </a:t>
            </a:r>
            <a:r>
              <a:rPr lang="en-US" dirty="0" err="1"/>
              <a:t>nonina</a:t>
            </a:r>
            <a:r>
              <a:rPr lang="en-US" dirty="0"/>
              <a:t> </a:t>
            </a:r>
            <a:r>
              <a:rPr lang="en-US" dirty="0" err="1"/>
              <a:t>tamintsika</a:t>
            </a:r>
            <a:r>
              <a:rPr lang="en-US" dirty="0"/>
              <a:t>.”</a:t>
            </a:r>
            <a:endParaRPr lang="fr-FR" dirty="0"/>
          </a:p>
          <a:p>
            <a:r>
              <a:rPr lang="en-US" dirty="0" err="1"/>
              <a:t>Zavatra</a:t>
            </a:r>
            <a:r>
              <a:rPr lang="en-US" dirty="0"/>
              <a:t> </a:t>
            </a:r>
            <a:r>
              <a:rPr lang="en-US" dirty="0" err="1"/>
              <a:t>tahaka</a:t>
            </a:r>
            <a:r>
              <a:rPr lang="en-US" dirty="0"/>
              <a:t> </a:t>
            </a:r>
            <a:r>
              <a:rPr lang="en-US" dirty="0" err="1"/>
              <a:t>izany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</a:t>
            </a:r>
            <a:r>
              <a:rPr lang="en-US" dirty="0" err="1"/>
              <a:t>koa</a:t>
            </a:r>
            <a:r>
              <a:rPr lang="en-US" dirty="0"/>
              <a:t> no </a:t>
            </a:r>
            <a:r>
              <a:rPr lang="en-US" dirty="0" err="1"/>
              <a:t>ambaran’ny</a:t>
            </a:r>
            <a:r>
              <a:rPr lang="en-US" dirty="0"/>
              <a:t> </a:t>
            </a:r>
            <a:r>
              <a:rPr lang="en-US" dirty="0" err="1"/>
              <a:t>Kor’any</a:t>
            </a:r>
            <a:endParaRPr lang="fr-FR" sz="36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164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EB7C30-ECE4-1782-1E5C-C34A3F65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94538"/>
            <a:ext cx="12000651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Ireo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Anarana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Hiantsoana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an’i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Jesosy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amin’ny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Maha-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Mendrikaja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Azy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endParaRPr lang="en-KE" sz="4000" b="1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" y="1681609"/>
            <a:ext cx="12191994" cy="5131767"/>
          </a:xfrm>
        </p:spPr>
        <p:txBody>
          <a:bodyPr>
            <a:normAutofit fontScale="92500" lnSpcReduction="20000"/>
          </a:bodyPr>
          <a:lstStyle/>
          <a:p>
            <a:r>
              <a:rPr lang="fr-FR" sz="3600" b="1" dirty="0" err="1">
                <a:latin typeface="Arial Black" panose="020B0A04020102020204" pitchFamily="34" charset="0"/>
              </a:rPr>
              <a:t>Raha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fintinina</a:t>
            </a:r>
            <a:r>
              <a:rPr lang="fr-FR" sz="3600" b="1" dirty="0">
                <a:latin typeface="Arial Black" panose="020B0A04020102020204" pitchFamily="34" charset="0"/>
              </a:rPr>
              <a:t> dia i </a:t>
            </a:r>
            <a:r>
              <a:rPr lang="fr-FR" sz="3600" b="1" dirty="0" err="1">
                <a:latin typeface="Arial Black" panose="020B0A04020102020204" pitchFamily="34" charset="0"/>
              </a:rPr>
              <a:t>Jesosy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irery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ihany</a:t>
            </a:r>
            <a:r>
              <a:rPr lang="fr-FR" sz="3600" b="1" dirty="0">
                <a:latin typeface="Arial Black" panose="020B0A04020102020204" pitchFamily="34" charset="0"/>
              </a:rPr>
              <a:t>, </a:t>
            </a:r>
            <a:r>
              <a:rPr lang="fr-FR" sz="3600" b="1" dirty="0" err="1">
                <a:latin typeface="Arial Black" panose="020B0A04020102020204" pitchFamily="34" charset="0"/>
              </a:rPr>
              <a:t>ao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anatin’ny</a:t>
            </a:r>
            <a:r>
              <a:rPr lang="fr-FR" sz="3600" b="1" dirty="0">
                <a:latin typeface="Arial Black" panose="020B0A04020102020204" pitchFamily="34" charset="0"/>
              </a:rPr>
              <a:t> </a:t>
            </a:r>
            <a:r>
              <a:rPr lang="fr-FR" sz="3600" b="1" dirty="0" err="1">
                <a:latin typeface="Arial Black" panose="020B0A04020102020204" pitchFamily="34" charset="0"/>
              </a:rPr>
              <a:t>Kor’any</a:t>
            </a:r>
            <a:r>
              <a:rPr lang="fr-FR" sz="3600" b="1" dirty="0">
                <a:latin typeface="Arial Black" panose="020B0A04020102020204" pitchFamily="34" charset="0"/>
              </a:rPr>
              <a:t>, no</a:t>
            </a:r>
            <a:r>
              <a:rPr lang="fr-FR" sz="3600" b="1" dirty="0" smtClean="0">
                <a:latin typeface="Arial Black" panose="020B0A04020102020204" pitchFamily="34" charset="0"/>
              </a:rPr>
              <a:t>…</a:t>
            </a:r>
          </a:p>
          <a:p>
            <a:pPr lvl="0"/>
            <a:r>
              <a:rPr lang="en-US" dirty="0" err="1"/>
              <a:t>Antsoina</a:t>
            </a:r>
            <a:r>
              <a:rPr lang="en-US" dirty="0"/>
              <a:t> hoe </a:t>
            </a:r>
            <a:r>
              <a:rPr lang="en-US" dirty="0" err="1"/>
              <a:t>masina</a:t>
            </a:r>
            <a:r>
              <a:rPr lang="en-US" dirty="0"/>
              <a:t>,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mbola</a:t>
            </a:r>
            <a:r>
              <a:rPr lang="en-US" dirty="0"/>
              <a:t>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teraka</a:t>
            </a:r>
            <a:r>
              <a:rPr lang="en-US" dirty="0"/>
              <a:t> </a:t>
            </a:r>
            <a:r>
              <a:rPr lang="en-US" dirty="0" err="1"/>
              <a:t>akory</a:t>
            </a:r>
            <a:r>
              <a:rPr lang="en-US" dirty="0"/>
              <a:t> </a:t>
            </a:r>
            <a:r>
              <a:rPr lang="en-US" dirty="0" err="1"/>
              <a:t>aza</a:t>
            </a:r>
            <a:r>
              <a:rPr lang="en-US" dirty="0"/>
              <a:t> (19:19).</a:t>
            </a:r>
            <a:endParaRPr lang="fr-FR" dirty="0"/>
          </a:p>
          <a:p>
            <a:pPr lvl="0"/>
            <a:r>
              <a:rPr lang="en-US" dirty="0" err="1"/>
              <a:t>Mpaminany</a:t>
            </a:r>
            <a:r>
              <a:rPr lang="en-US" dirty="0"/>
              <a:t> </a:t>
            </a:r>
            <a:r>
              <a:rPr lang="en-US" dirty="0" err="1"/>
              <a:t>lehibe</a:t>
            </a:r>
            <a:r>
              <a:rPr lang="en-US" dirty="0"/>
              <a:t> </a:t>
            </a:r>
            <a:r>
              <a:rPr lang="en-US" dirty="0" err="1"/>
              <a:t>izay</a:t>
            </a:r>
            <a:r>
              <a:rPr lang="en-US" dirty="0"/>
              <a:t> </a:t>
            </a:r>
            <a:r>
              <a:rPr lang="en-US" dirty="0" err="1"/>
              <a:t>voalaza</a:t>
            </a:r>
            <a:r>
              <a:rPr lang="en-US" dirty="0"/>
              <a:t> fa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nanam-pahotana</a:t>
            </a:r>
            <a:r>
              <a:rPr lang="en-US" dirty="0"/>
              <a:t>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nangataka</a:t>
            </a:r>
            <a:r>
              <a:rPr lang="en-US" dirty="0"/>
              <a:t> </a:t>
            </a:r>
            <a:r>
              <a:rPr lang="en-US" dirty="0" err="1"/>
              <a:t>famelan-keloka</a:t>
            </a:r>
            <a:r>
              <a:rPr lang="en-US" b="1" dirty="0"/>
              <a:t>.</a:t>
            </a:r>
            <a:endParaRPr lang="fr-FR" dirty="0"/>
          </a:p>
          <a:p>
            <a:pPr lvl="0"/>
            <a:r>
              <a:rPr lang="en-US" dirty="0" err="1"/>
              <a:t>Notorotoroina</a:t>
            </a:r>
            <a:r>
              <a:rPr lang="en-US" dirty="0"/>
              <a:t> </a:t>
            </a:r>
            <a:r>
              <a:rPr lang="en-US" dirty="0" err="1"/>
              <a:t>tamin’ny</a:t>
            </a:r>
            <a:r>
              <a:rPr lang="en-US" dirty="0"/>
              <a:t> </a:t>
            </a:r>
            <a:r>
              <a:rPr lang="en-US" dirty="0" err="1"/>
              <a:t>alalan’ny</a:t>
            </a:r>
            <a:r>
              <a:rPr lang="en-US" dirty="0"/>
              <a:t> </a:t>
            </a:r>
            <a:r>
              <a:rPr lang="en-US" dirty="0" err="1"/>
              <a:t>Fanahy</a:t>
            </a:r>
            <a:r>
              <a:rPr lang="en-US" dirty="0"/>
              <a:t> </a:t>
            </a:r>
            <a:r>
              <a:rPr lang="en-US" dirty="0" err="1"/>
              <a:t>Masin’Andriamanitra</a:t>
            </a:r>
            <a:r>
              <a:rPr lang="en-US" dirty="0"/>
              <a:t> (21:91, 66:12)</a:t>
            </a:r>
            <a:r>
              <a:rPr lang="en-US" b="1" dirty="0"/>
              <a:t>.</a:t>
            </a:r>
            <a:endParaRPr lang="fr-FR" dirty="0"/>
          </a:p>
          <a:p>
            <a:pPr lvl="0"/>
            <a:r>
              <a:rPr lang="en-US" dirty="0" err="1"/>
              <a:t>Nateraky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virjiny</a:t>
            </a:r>
            <a:r>
              <a:rPr lang="en-US" dirty="0"/>
              <a:t> (19:20).</a:t>
            </a:r>
            <a:endParaRPr lang="fr-FR" dirty="0"/>
          </a:p>
          <a:p>
            <a:pPr lvl="0"/>
            <a:r>
              <a:rPr lang="en-US" dirty="0" err="1"/>
              <a:t>Nanana</a:t>
            </a:r>
            <a:r>
              <a:rPr lang="en-US" dirty="0"/>
              <a:t> </a:t>
            </a:r>
            <a:r>
              <a:rPr lang="en-US" dirty="0" err="1"/>
              <a:t>anaran-dreny</a:t>
            </a:r>
            <a:r>
              <a:rPr lang="en-US" dirty="0"/>
              <a:t> </a:t>
            </a:r>
            <a:r>
              <a:rPr lang="en-US" dirty="0" err="1"/>
              <a:t>nampahafantarina</a:t>
            </a:r>
            <a:r>
              <a:rPr lang="en-US" dirty="0"/>
              <a:t> (5:114).</a:t>
            </a:r>
            <a:endParaRPr lang="fr-FR" dirty="0"/>
          </a:p>
          <a:p>
            <a:pPr lvl="0"/>
            <a:r>
              <a:rPr lang="en-US" dirty="0" err="1"/>
              <a:t>Nantsoina</a:t>
            </a:r>
            <a:r>
              <a:rPr lang="en-US" dirty="0"/>
              <a:t> </a:t>
            </a:r>
            <a:r>
              <a:rPr lang="en-US" dirty="0" err="1"/>
              <a:t>tamin’ny</a:t>
            </a:r>
            <a:r>
              <a:rPr lang="en-US" dirty="0"/>
              <a:t> </a:t>
            </a:r>
            <a:r>
              <a:rPr lang="en-US" dirty="0" err="1"/>
              <a:t>anaran-dreniny</a:t>
            </a:r>
            <a:r>
              <a:rPr lang="en-US" dirty="0"/>
              <a:t> (5:114).</a:t>
            </a:r>
            <a:endParaRPr lang="fr-FR" dirty="0"/>
          </a:p>
          <a:p>
            <a:pPr lvl="0"/>
            <a:r>
              <a:rPr lang="en-US" dirty="0" err="1"/>
              <a:t>Nanana</a:t>
            </a:r>
            <a:r>
              <a:rPr lang="en-US" dirty="0"/>
              <a:t> </a:t>
            </a:r>
            <a:r>
              <a:rPr lang="en-US" dirty="0" err="1"/>
              <a:t>reny</a:t>
            </a:r>
            <a:r>
              <a:rPr lang="en-US" dirty="0"/>
              <a:t> </a:t>
            </a:r>
            <a:r>
              <a:rPr lang="en-US" dirty="0" err="1"/>
              <a:t>izay</a:t>
            </a:r>
            <a:r>
              <a:rPr lang="en-US" dirty="0"/>
              <a:t> </a:t>
            </a:r>
            <a:r>
              <a:rPr lang="en-US" dirty="0" err="1"/>
              <a:t>nosoavina</a:t>
            </a:r>
            <a:r>
              <a:rPr lang="en-US" dirty="0"/>
              <a:t> </a:t>
            </a:r>
            <a:r>
              <a:rPr lang="en-US" dirty="0" err="1"/>
              <a:t>tamin’ny</a:t>
            </a:r>
            <a:r>
              <a:rPr lang="en-US" dirty="0"/>
              <a:t> </a:t>
            </a:r>
            <a:r>
              <a:rPr lang="en-US" dirty="0" err="1"/>
              <a:t>vehivavy</a:t>
            </a:r>
            <a:r>
              <a:rPr lang="en-US" dirty="0"/>
              <a:t> </a:t>
            </a:r>
            <a:r>
              <a:rPr lang="en-US" dirty="0" err="1"/>
              <a:t>rehetra</a:t>
            </a:r>
            <a:r>
              <a:rPr lang="en-US" dirty="0"/>
              <a:t> (3:42)</a:t>
            </a:r>
            <a:endParaRPr lang="fr-FR" dirty="0"/>
          </a:p>
          <a:p>
            <a:pPr lvl="0"/>
            <a:r>
              <a:rPr lang="en-US" dirty="0" err="1"/>
              <a:t>Niteny</a:t>
            </a:r>
            <a:r>
              <a:rPr lang="en-US" dirty="0"/>
              <a:t> </a:t>
            </a:r>
            <a:r>
              <a:rPr lang="en-US" dirty="0" err="1"/>
              <a:t>fony</a:t>
            </a:r>
            <a:r>
              <a:rPr lang="en-US" dirty="0"/>
              <a:t> </a:t>
            </a:r>
            <a:r>
              <a:rPr lang="en-US" dirty="0" err="1"/>
              <a:t>mbola</a:t>
            </a:r>
            <a:r>
              <a:rPr lang="en-US" dirty="0"/>
              <a:t> </a:t>
            </a:r>
            <a:r>
              <a:rPr lang="en-US" dirty="0" err="1"/>
              <a:t>teo</a:t>
            </a:r>
            <a:r>
              <a:rPr lang="en-US" dirty="0"/>
              <a:t> am-</a:t>
            </a:r>
            <a:r>
              <a:rPr lang="en-US" dirty="0" err="1"/>
              <a:t>pandrian</a:t>
            </a:r>
            <a:r>
              <a:rPr lang="en-US" dirty="0"/>
              <a:t>-</a:t>
            </a:r>
            <a:r>
              <a:rPr lang="en-US" dirty="0" err="1"/>
              <a:t>jaza</a:t>
            </a:r>
            <a:r>
              <a:rPr lang="en-US" dirty="0"/>
              <a:t> (5:110; 19:30).</a:t>
            </a:r>
            <a:endParaRPr lang="fr-FR" dirty="0"/>
          </a:p>
          <a:p>
            <a:pPr lvl="0"/>
            <a:r>
              <a:rPr lang="en-US" dirty="0" err="1"/>
              <a:t>Mpaminany</a:t>
            </a:r>
            <a:r>
              <a:rPr lang="en-US" dirty="0"/>
              <a:t> </a:t>
            </a:r>
            <a:r>
              <a:rPr lang="en-US" dirty="0" err="1"/>
              <a:t>nanomboka</a:t>
            </a:r>
            <a:r>
              <a:rPr lang="en-US" dirty="0"/>
              <a:t> </a:t>
            </a:r>
            <a:r>
              <a:rPr lang="en-US" dirty="0" err="1"/>
              <a:t>tamin’ny</a:t>
            </a:r>
            <a:r>
              <a:rPr lang="en-US" dirty="0"/>
              <a:t> </a:t>
            </a:r>
            <a:r>
              <a:rPr lang="en-US" dirty="0" err="1"/>
              <a:t>fotoana</a:t>
            </a:r>
            <a:r>
              <a:rPr lang="en-US" dirty="0"/>
              <a:t> </a:t>
            </a:r>
            <a:r>
              <a:rPr lang="en-US" dirty="0" err="1"/>
              <a:t>nahaterahany</a:t>
            </a:r>
            <a:r>
              <a:rPr lang="en-US" dirty="0"/>
              <a:t> (19:30).</a:t>
            </a:r>
            <a:endParaRPr lang="fr-FR" dirty="0"/>
          </a:p>
          <a:p>
            <a:pPr lvl="0"/>
            <a:r>
              <a:rPr lang="en-US" dirty="0" err="1"/>
              <a:t>Nahatsapa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finoan’ny</a:t>
            </a:r>
            <a:r>
              <a:rPr lang="en-US" dirty="0"/>
              <a:t> </a:t>
            </a:r>
            <a:r>
              <a:rPr lang="en-US" dirty="0" err="1"/>
              <a:t>olona</a:t>
            </a:r>
            <a:r>
              <a:rPr lang="en-US" dirty="0"/>
              <a:t> (3:52).</a:t>
            </a:r>
            <a:endParaRPr lang="fr-FR" dirty="0"/>
          </a:p>
          <a:p>
            <a:endParaRPr lang="fr-FR" sz="36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179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EB7C30-ECE4-1782-1E5C-C34A3F65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94538"/>
            <a:ext cx="12000651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Ireo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Anarana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Hiantsoana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an’i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Jesosy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amin’ny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Maha-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Mendrikaja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Azy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endParaRPr lang="en-KE" sz="4000" b="1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" y="1681609"/>
            <a:ext cx="12191994" cy="5131767"/>
          </a:xfrm>
        </p:spPr>
        <p:txBody>
          <a:bodyPr>
            <a:normAutofit fontScale="55000" lnSpcReduction="20000"/>
          </a:bodyPr>
          <a:lstStyle/>
          <a:p>
            <a:pPr lvl="0"/>
            <a:r>
              <a:rPr lang="en-US" dirty="0" err="1"/>
              <a:t>Mahafantatra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andro</a:t>
            </a:r>
            <a:r>
              <a:rPr lang="en-US" dirty="0"/>
              <a:t> </a:t>
            </a:r>
            <a:r>
              <a:rPr lang="en-US" dirty="0" err="1"/>
              <a:t>farany</a:t>
            </a:r>
            <a:r>
              <a:rPr lang="en-US" dirty="0"/>
              <a:t>, </a:t>
            </a:r>
            <a:r>
              <a:rPr lang="en-US" dirty="0" err="1"/>
              <a:t>sady</a:t>
            </a:r>
            <a:r>
              <a:rPr lang="en-US" dirty="0"/>
              <a:t> </a:t>
            </a:r>
            <a:r>
              <a:rPr lang="en-US" dirty="0" err="1"/>
              <a:t>famantarana</a:t>
            </a:r>
            <a:r>
              <a:rPr lang="en-US" dirty="0"/>
              <a:t> </a:t>
            </a:r>
            <a:r>
              <a:rPr lang="en-US" dirty="0" err="1"/>
              <a:t>mikasika</a:t>
            </a:r>
            <a:r>
              <a:rPr lang="en-US" dirty="0"/>
              <a:t> </a:t>
            </a:r>
            <a:r>
              <a:rPr lang="en-US" dirty="0" err="1"/>
              <a:t>izany</a:t>
            </a:r>
            <a:r>
              <a:rPr lang="en-US" dirty="0"/>
              <a:t> </a:t>
            </a:r>
            <a:r>
              <a:rPr lang="en-US" dirty="0" err="1"/>
              <a:t>andro</a:t>
            </a:r>
            <a:r>
              <a:rPr lang="en-US" dirty="0"/>
              <a:t> </a:t>
            </a:r>
            <a:r>
              <a:rPr lang="en-US" dirty="0" err="1"/>
              <a:t>izany</a:t>
            </a:r>
            <a:r>
              <a:rPr lang="en-US" dirty="0"/>
              <a:t> (43:61).</a:t>
            </a:r>
            <a:endParaRPr lang="fr-FR" dirty="0"/>
          </a:p>
          <a:p>
            <a:pPr lvl="0"/>
            <a:r>
              <a:rPr lang="en-US" dirty="0" err="1"/>
              <a:t>Nampian’ny</a:t>
            </a:r>
            <a:r>
              <a:rPr lang="en-US" dirty="0"/>
              <a:t> </a:t>
            </a:r>
            <a:r>
              <a:rPr lang="en-US" dirty="0" err="1"/>
              <a:t>Fanahy</a:t>
            </a:r>
            <a:r>
              <a:rPr lang="en-US" dirty="0"/>
              <a:t> </a:t>
            </a:r>
            <a:r>
              <a:rPr lang="en-US" dirty="0" err="1"/>
              <a:t>Masina</a:t>
            </a:r>
            <a:r>
              <a:rPr lang="en-US" dirty="0"/>
              <a:t> (2:87).</a:t>
            </a:r>
            <a:endParaRPr lang="fr-FR" dirty="0"/>
          </a:p>
          <a:p>
            <a:pPr lvl="0"/>
            <a:r>
              <a:rPr lang="en-US" dirty="0" err="1"/>
              <a:t>Nakarin’Andriamanitra</a:t>
            </a:r>
            <a:r>
              <a:rPr lang="en-US" dirty="0"/>
              <a:t> ho any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Tenany</a:t>
            </a:r>
            <a:r>
              <a:rPr lang="en-US" dirty="0"/>
              <a:t> (3:55; 4:158).</a:t>
            </a:r>
            <a:endParaRPr lang="fr-FR" dirty="0"/>
          </a:p>
          <a:p>
            <a:pPr lvl="0"/>
            <a:r>
              <a:rPr lang="en-US" dirty="0" err="1"/>
              <a:t>Velona</a:t>
            </a:r>
            <a:r>
              <a:rPr lang="en-US" dirty="0"/>
              <a:t> </a:t>
            </a:r>
            <a:r>
              <a:rPr lang="en-US" dirty="0" err="1"/>
              <a:t>ankehitriny</a:t>
            </a:r>
            <a:r>
              <a:rPr lang="en-US" dirty="0"/>
              <a:t> (5:117).</a:t>
            </a:r>
            <a:endParaRPr lang="fr-FR" dirty="0"/>
          </a:p>
          <a:p>
            <a:pPr lvl="0"/>
            <a:r>
              <a:rPr lang="en-US" dirty="0" err="1"/>
              <a:t>Miaraka</a:t>
            </a:r>
            <a:r>
              <a:rPr lang="en-US" dirty="0"/>
              <a:t> </a:t>
            </a:r>
            <a:r>
              <a:rPr lang="en-US" dirty="0" err="1"/>
              <a:t>amin’Andriamanitra</a:t>
            </a:r>
            <a:r>
              <a:rPr lang="en-US" dirty="0"/>
              <a:t> </a:t>
            </a:r>
            <a:r>
              <a:rPr lang="en-US" dirty="0" err="1"/>
              <a:t>ankehitriny</a:t>
            </a:r>
            <a:r>
              <a:rPr lang="en-US" dirty="0"/>
              <a:t> (3:55).</a:t>
            </a:r>
            <a:endParaRPr lang="fr-FR" dirty="0"/>
          </a:p>
          <a:p>
            <a:pPr lvl="0"/>
            <a:r>
              <a:rPr lang="en-US" dirty="0" err="1"/>
              <a:t>Nokasaina</a:t>
            </a:r>
            <a:r>
              <a:rPr lang="en-US" dirty="0"/>
              <a:t> </a:t>
            </a:r>
            <a:r>
              <a:rPr lang="en-US" dirty="0" err="1"/>
              <a:t>mialoha</a:t>
            </a:r>
            <a:r>
              <a:rPr lang="en-US" dirty="0"/>
              <a:t>, ho </a:t>
            </a:r>
            <a:r>
              <a:rPr lang="en-US" dirty="0" err="1"/>
              <a:t>famindram-pon’Andriamanitra</a:t>
            </a:r>
            <a:r>
              <a:rPr lang="en-US" dirty="0"/>
              <a:t> (19:21).</a:t>
            </a:r>
            <a:endParaRPr lang="fr-FR" dirty="0"/>
          </a:p>
          <a:p>
            <a:pPr lvl="0"/>
            <a:r>
              <a:rPr lang="en-US" dirty="0" err="1"/>
              <a:t>Nanana</a:t>
            </a:r>
            <a:r>
              <a:rPr lang="en-US" dirty="0"/>
              <a:t> </a:t>
            </a:r>
            <a:r>
              <a:rPr lang="en-US" dirty="0" err="1"/>
              <a:t>fankatoavana</a:t>
            </a:r>
            <a:r>
              <a:rPr lang="en-US" dirty="0"/>
              <a:t> </a:t>
            </a:r>
            <a:r>
              <a:rPr lang="en-US" dirty="0" err="1"/>
              <a:t>izay</a:t>
            </a:r>
            <a:r>
              <a:rPr lang="en-US" dirty="0"/>
              <a:t> </a:t>
            </a:r>
            <a:r>
              <a:rPr lang="en-US" dirty="0" err="1"/>
              <a:t>nifandray</a:t>
            </a:r>
            <a:r>
              <a:rPr lang="en-US" dirty="0"/>
              <a:t> </a:t>
            </a:r>
            <a:r>
              <a:rPr lang="en-US" dirty="0" err="1"/>
              <a:t>tamin’ny</a:t>
            </a:r>
            <a:r>
              <a:rPr lang="en-US" dirty="0"/>
              <a:t> </a:t>
            </a:r>
            <a:r>
              <a:rPr lang="en-US" dirty="0" err="1"/>
              <a:t>làlana</a:t>
            </a:r>
            <a:r>
              <a:rPr lang="en-US" dirty="0"/>
              <a:t> </a:t>
            </a:r>
            <a:r>
              <a:rPr lang="en-US" dirty="0" err="1"/>
              <a:t>mahitsy</a:t>
            </a:r>
            <a:r>
              <a:rPr lang="en-US" dirty="0"/>
              <a:t> (43:61-63, 3:50-51).</a:t>
            </a:r>
            <a:endParaRPr lang="fr-FR" dirty="0"/>
          </a:p>
          <a:p>
            <a:pPr lvl="0"/>
            <a:r>
              <a:rPr lang="en-US" dirty="0" err="1"/>
              <a:t>Ohatra</a:t>
            </a:r>
            <a:r>
              <a:rPr lang="en-US" dirty="0"/>
              <a:t>/</a:t>
            </a:r>
            <a:r>
              <a:rPr lang="en-US" dirty="0" err="1"/>
              <a:t>ohabolana</a:t>
            </a:r>
            <a:r>
              <a:rPr lang="en-US" dirty="0"/>
              <a:t> (43:59).</a:t>
            </a:r>
            <a:endParaRPr lang="fr-FR" dirty="0"/>
          </a:p>
          <a:p>
            <a:pPr lvl="0"/>
            <a:r>
              <a:rPr lang="en-US" dirty="0" err="1"/>
              <a:t>Antsoina</a:t>
            </a:r>
            <a:r>
              <a:rPr lang="en-US" dirty="0"/>
              <a:t> hoe Kristy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Mesia</a:t>
            </a:r>
            <a:r>
              <a:rPr lang="en-US" dirty="0"/>
              <a:t> (4:172).</a:t>
            </a:r>
            <a:endParaRPr lang="fr-FR" dirty="0"/>
          </a:p>
          <a:p>
            <a:pPr lvl="0"/>
            <a:r>
              <a:rPr lang="en-US" dirty="0" err="1"/>
              <a:t>Mpaminany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iraka</a:t>
            </a:r>
            <a:r>
              <a:rPr lang="en-US" dirty="0"/>
              <a:t>, </a:t>
            </a:r>
            <a:r>
              <a:rPr lang="en-US" dirty="0" err="1"/>
              <a:t>sady</a:t>
            </a:r>
            <a:r>
              <a:rPr lang="en-US" dirty="0"/>
              <a:t> </a:t>
            </a:r>
            <a:r>
              <a:rPr lang="en-US" dirty="0" err="1"/>
              <a:t>famantarana</a:t>
            </a:r>
            <a:r>
              <a:rPr lang="en-US" dirty="0"/>
              <a:t> </a:t>
            </a:r>
            <a:r>
              <a:rPr lang="en-US" dirty="0" err="1"/>
              <a:t>ihany</a:t>
            </a:r>
            <a:r>
              <a:rPr lang="en-US" dirty="0"/>
              <a:t> </a:t>
            </a:r>
            <a:r>
              <a:rPr lang="en-US" dirty="0" err="1"/>
              <a:t>koa</a:t>
            </a:r>
            <a:r>
              <a:rPr lang="en-US" dirty="0"/>
              <a:t> (19:21).</a:t>
            </a:r>
            <a:endParaRPr lang="fr-FR" dirty="0"/>
          </a:p>
          <a:p>
            <a:pPr lvl="0"/>
            <a:r>
              <a:rPr lang="en-US" dirty="0" err="1"/>
              <a:t>Antsoina</a:t>
            </a:r>
            <a:r>
              <a:rPr lang="en-US" dirty="0"/>
              <a:t> hoe </a:t>
            </a:r>
            <a:r>
              <a:rPr lang="en-US" dirty="0" err="1"/>
              <a:t>nohamasinina</a:t>
            </a:r>
            <a:r>
              <a:rPr lang="en-US" dirty="0"/>
              <a:t> (19:31).</a:t>
            </a:r>
            <a:endParaRPr lang="fr-FR" dirty="0"/>
          </a:p>
          <a:p>
            <a:pPr lvl="0"/>
            <a:r>
              <a:rPr lang="en-US" dirty="0" err="1"/>
              <a:t>Nanonona</a:t>
            </a:r>
            <a:r>
              <a:rPr lang="en-US" dirty="0"/>
              <a:t> </a:t>
            </a:r>
            <a:r>
              <a:rPr lang="en-US" dirty="0" err="1"/>
              <a:t>fiadanana</a:t>
            </a:r>
            <a:r>
              <a:rPr lang="en-US" dirty="0"/>
              <a:t> ho </a:t>
            </a:r>
            <a:r>
              <a:rPr lang="en-US" dirty="0" err="1"/>
              <a:t>an’ny</a:t>
            </a:r>
            <a:r>
              <a:rPr lang="en-US" dirty="0"/>
              <a:t> </a:t>
            </a:r>
            <a:r>
              <a:rPr lang="en-US" dirty="0" err="1"/>
              <a:t>Tenany</a:t>
            </a:r>
            <a:r>
              <a:rPr lang="en-US" dirty="0"/>
              <a:t> (19:33).</a:t>
            </a:r>
            <a:endParaRPr lang="fr-FR" dirty="0"/>
          </a:p>
          <a:p>
            <a:pPr lvl="0"/>
            <a:r>
              <a:rPr lang="en-US" dirty="0" err="1"/>
              <a:t>Voalaza</a:t>
            </a:r>
            <a:r>
              <a:rPr lang="en-US" dirty="0"/>
              <a:t> fa </a:t>
            </a:r>
            <a:r>
              <a:rPr lang="en-US" dirty="0" err="1"/>
              <a:t>akaiky</a:t>
            </a:r>
            <a:r>
              <a:rPr lang="en-US" dirty="0"/>
              <a:t> </a:t>
            </a:r>
            <a:r>
              <a:rPr lang="en-US" dirty="0" err="1"/>
              <a:t>an’Andriamanitra</a:t>
            </a:r>
            <a:r>
              <a:rPr lang="en-US" dirty="0"/>
              <a:t> (3:45).</a:t>
            </a:r>
            <a:endParaRPr lang="fr-FR" dirty="0"/>
          </a:p>
          <a:p>
            <a:pPr lvl="0"/>
            <a:r>
              <a:rPr lang="en-US" dirty="0" err="1"/>
              <a:t>Vavolombelon’ny</a:t>
            </a:r>
            <a:r>
              <a:rPr lang="en-US" dirty="0"/>
              <a:t> </a:t>
            </a:r>
            <a:r>
              <a:rPr lang="en-US" dirty="0" err="1"/>
              <a:t>Andro</a:t>
            </a:r>
            <a:r>
              <a:rPr lang="en-US" dirty="0"/>
              <a:t> </a:t>
            </a:r>
            <a:r>
              <a:rPr lang="en-US" dirty="0" err="1"/>
              <a:t>Fitsarana</a:t>
            </a:r>
            <a:r>
              <a:rPr lang="en-US" dirty="0"/>
              <a:t> (4:159).</a:t>
            </a:r>
            <a:endParaRPr lang="fr-FR" dirty="0"/>
          </a:p>
          <a:p>
            <a:pPr lvl="0"/>
            <a:r>
              <a:rPr lang="en-US" dirty="0" err="1"/>
              <a:t>Fanahy</a:t>
            </a:r>
            <a:r>
              <a:rPr lang="en-US" dirty="0"/>
              <a:t> </a:t>
            </a:r>
            <a:r>
              <a:rPr lang="en-US" dirty="0" err="1"/>
              <a:t>avy</a:t>
            </a:r>
            <a:r>
              <a:rPr lang="en-US" dirty="0"/>
              <a:t> </a:t>
            </a:r>
            <a:r>
              <a:rPr lang="en-US" dirty="0" err="1"/>
              <a:t>amin’Andriamanitra</a:t>
            </a:r>
            <a:r>
              <a:rPr lang="en-US" dirty="0"/>
              <a:t> (94:171).</a:t>
            </a:r>
            <a:endParaRPr lang="fr-FR" dirty="0"/>
          </a:p>
          <a:p>
            <a:pPr lvl="0"/>
            <a:r>
              <a:rPr lang="en-US" dirty="0" err="1"/>
              <a:t>Nanamafy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boky</a:t>
            </a:r>
            <a:r>
              <a:rPr lang="en-US" dirty="0"/>
              <a:t> (3:50).</a:t>
            </a:r>
            <a:endParaRPr lang="fr-FR" dirty="0"/>
          </a:p>
          <a:p>
            <a:pPr lvl="0"/>
            <a:r>
              <a:rPr lang="en-US" dirty="0" err="1"/>
              <a:t>Antsoina</a:t>
            </a:r>
            <a:r>
              <a:rPr lang="en-US" dirty="0"/>
              <a:t> hoe </a:t>
            </a:r>
            <a:r>
              <a:rPr lang="en-US" dirty="0" err="1"/>
              <a:t>madio</a:t>
            </a:r>
            <a:r>
              <a:rPr lang="en-US" dirty="0"/>
              <a:t> (19:19).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78077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EB7C30-ECE4-1782-1E5C-C34A3F65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94538"/>
            <a:ext cx="12000651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Ireo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Anarana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Hiantsoana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an’i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Jesosy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amin’ny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Maha-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Mendrikaja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Azy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endParaRPr lang="en-KE" sz="4000" b="1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" y="1681609"/>
            <a:ext cx="12191994" cy="5131767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US" dirty="0" err="1"/>
              <a:t>Manasitrana</a:t>
            </a:r>
            <a:r>
              <a:rPr lang="en-US" dirty="0"/>
              <a:t> (3:49).</a:t>
            </a:r>
            <a:endParaRPr lang="fr-FR" dirty="0"/>
          </a:p>
          <a:p>
            <a:pPr lvl="0"/>
            <a:r>
              <a:rPr lang="en-US" dirty="0" err="1"/>
              <a:t>Mamorona</a:t>
            </a:r>
            <a:r>
              <a:rPr lang="en-US" dirty="0"/>
              <a:t> (3:49).</a:t>
            </a:r>
            <a:endParaRPr lang="fr-FR" dirty="0"/>
          </a:p>
          <a:p>
            <a:pPr lvl="0"/>
            <a:r>
              <a:rPr lang="en-US" dirty="0" err="1"/>
              <a:t>Manome</a:t>
            </a:r>
            <a:r>
              <a:rPr lang="en-US" dirty="0"/>
              <a:t> </a:t>
            </a:r>
            <a:r>
              <a:rPr lang="en-US" dirty="0" err="1"/>
              <a:t>fiainana</a:t>
            </a:r>
            <a:r>
              <a:rPr lang="en-US" dirty="0"/>
              <a:t> ho </a:t>
            </a:r>
            <a:r>
              <a:rPr lang="en-US" dirty="0" err="1"/>
              <a:t>an’ny</a:t>
            </a:r>
            <a:r>
              <a:rPr lang="en-US" dirty="0"/>
              <a:t> </a:t>
            </a:r>
            <a:r>
              <a:rPr lang="en-US" dirty="0" err="1"/>
              <a:t>maty</a:t>
            </a:r>
            <a:r>
              <a:rPr lang="en-US" dirty="0"/>
              <a:t> (3:49).</a:t>
            </a:r>
            <a:endParaRPr lang="fr-FR" dirty="0"/>
          </a:p>
          <a:p>
            <a:pPr lvl="0"/>
            <a:r>
              <a:rPr lang="en-US" dirty="0" err="1"/>
              <a:t>Milaza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zavatra</a:t>
            </a:r>
            <a:r>
              <a:rPr lang="en-US" dirty="0"/>
              <a:t> </a:t>
            </a:r>
            <a:r>
              <a:rPr lang="en-US" dirty="0" err="1"/>
              <a:t>miafina</a:t>
            </a:r>
            <a:r>
              <a:rPr lang="en-US" dirty="0"/>
              <a:t> (3:49).</a:t>
            </a:r>
            <a:endParaRPr lang="fr-FR" dirty="0"/>
          </a:p>
          <a:p>
            <a:pPr lvl="0"/>
            <a:r>
              <a:rPr lang="en-US" dirty="0" err="1"/>
              <a:t>Mamelona</a:t>
            </a:r>
            <a:r>
              <a:rPr lang="en-US" dirty="0"/>
              <a:t> </a:t>
            </a:r>
            <a:r>
              <a:rPr lang="en-US" dirty="0" err="1"/>
              <a:t>indray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maty</a:t>
            </a:r>
            <a:r>
              <a:rPr lang="en-US" dirty="0"/>
              <a:t> (5:110).</a:t>
            </a:r>
            <a:endParaRPr lang="fr-FR" dirty="0"/>
          </a:p>
          <a:p>
            <a:pPr lvl="0"/>
            <a:r>
              <a:rPr lang="en-US" dirty="0" err="1"/>
              <a:t>Manome</a:t>
            </a:r>
            <a:r>
              <a:rPr lang="en-US" dirty="0"/>
              <a:t> </a:t>
            </a:r>
            <a:r>
              <a:rPr lang="en-US" dirty="0" err="1"/>
              <a:t>alalana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zavatra</a:t>
            </a:r>
            <a:r>
              <a:rPr lang="en-US" dirty="0"/>
              <a:t> </a:t>
            </a:r>
            <a:r>
              <a:rPr lang="en-US" dirty="0" err="1"/>
              <a:t>izay</a:t>
            </a:r>
            <a:r>
              <a:rPr lang="en-US" dirty="0"/>
              <a:t> </a:t>
            </a:r>
            <a:r>
              <a:rPr lang="en-US" dirty="0" err="1"/>
              <a:t>efa</a:t>
            </a:r>
            <a:r>
              <a:rPr lang="en-US" dirty="0"/>
              <a:t> </a:t>
            </a:r>
            <a:r>
              <a:rPr lang="en-US" dirty="0" err="1"/>
              <a:t>nandraràna</a:t>
            </a:r>
            <a:r>
              <a:rPr lang="en-US" dirty="0"/>
              <a:t> (3:50).</a:t>
            </a:r>
            <a:endParaRPr lang="fr-FR" dirty="0"/>
          </a:p>
          <a:p>
            <a:pPr lvl="0"/>
            <a:r>
              <a:rPr lang="en-US" dirty="0" err="1"/>
              <a:t>Mendrikaja</a:t>
            </a:r>
            <a:r>
              <a:rPr lang="en-US" dirty="0"/>
              <a:t> </a:t>
            </a:r>
            <a:r>
              <a:rPr lang="en-US" dirty="0" err="1"/>
              <a:t>eto</a:t>
            </a:r>
            <a:r>
              <a:rPr lang="en-US" dirty="0"/>
              <a:t> </a:t>
            </a:r>
            <a:r>
              <a:rPr lang="en-US" dirty="0" err="1"/>
              <a:t>amin’izao</a:t>
            </a:r>
            <a:r>
              <a:rPr lang="en-US" dirty="0"/>
              <a:t> </a:t>
            </a:r>
            <a:r>
              <a:rPr lang="en-US" dirty="0" err="1"/>
              <a:t>tontolo</a:t>
            </a:r>
            <a:r>
              <a:rPr lang="en-US" dirty="0"/>
              <a:t> </a:t>
            </a:r>
            <a:r>
              <a:rPr lang="en-US" dirty="0" err="1"/>
              <a:t>izao</a:t>
            </a:r>
            <a:r>
              <a:rPr lang="en-US" dirty="0"/>
              <a:t> </a:t>
            </a:r>
            <a:r>
              <a:rPr lang="en-US" dirty="0" err="1"/>
              <a:t>sy</a:t>
            </a:r>
            <a:r>
              <a:rPr lang="en-US" dirty="0"/>
              <a:t> any </a:t>
            </a:r>
            <a:r>
              <a:rPr lang="en-US" dirty="0" err="1"/>
              <a:t>ankoatra</a:t>
            </a:r>
            <a:r>
              <a:rPr lang="en-US" dirty="0"/>
              <a:t> (3:45).</a:t>
            </a:r>
            <a:endParaRPr lang="fr-FR" dirty="0"/>
          </a:p>
          <a:p>
            <a:pPr lvl="0"/>
            <a:r>
              <a:rPr lang="en-US" dirty="0" err="1"/>
              <a:t>Antsoina</a:t>
            </a:r>
            <a:r>
              <a:rPr lang="en-US" dirty="0"/>
              <a:t> hoe </a:t>
            </a:r>
            <a:r>
              <a:rPr lang="en-US" dirty="0" err="1"/>
              <a:t>tenin’ny</a:t>
            </a:r>
            <a:r>
              <a:rPr lang="en-US" dirty="0"/>
              <a:t> </a:t>
            </a:r>
            <a:r>
              <a:rPr lang="en-US" dirty="0" err="1"/>
              <a:t>fahamarinana</a:t>
            </a:r>
            <a:r>
              <a:rPr lang="en-US" dirty="0"/>
              <a:t> (19:34).</a:t>
            </a:r>
            <a:endParaRPr lang="fr-FR" dirty="0"/>
          </a:p>
          <a:p>
            <a:pPr lvl="0"/>
            <a:r>
              <a:rPr lang="en-US" dirty="0" err="1"/>
              <a:t>Antsoina</a:t>
            </a:r>
            <a:r>
              <a:rPr lang="en-US" dirty="0"/>
              <a:t> hoe </a:t>
            </a:r>
            <a:r>
              <a:rPr lang="en-US" dirty="0" err="1"/>
              <a:t>tenin’Andriamanitra</a:t>
            </a:r>
            <a:r>
              <a:rPr lang="en-US" dirty="0"/>
              <a:t> (3:39,45).</a:t>
            </a:r>
            <a:endParaRPr lang="fr-FR" dirty="0"/>
          </a:p>
          <a:p>
            <a:pPr lvl="0"/>
            <a:r>
              <a:rPr lang="en-US" dirty="0" err="1"/>
              <a:t>Antsoina</a:t>
            </a:r>
            <a:r>
              <a:rPr lang="en-US" dirty="0"/>
              <a:t> hoe </a:t>
            </a:r>
            <a:r>
              <a:rPr lang="en-US" i="1" dirty="0" err="1"/>
              <a:t>ilay</a:t>
            </a:r>
            <a:r>
              <a:rPr lang="en-US" i="1" dirty="0"/>
              <a:t> </a:t>
            </a:r>
            <a:r>
              <a:rPr lang="en-US" dirty="0" err="1"/>
              <a:t>tenin’Andriamanitra</a:t>
            </a:r>
            <a:r>
              <a:rPr lang="en-US" dirty="0"/>
              <a:t> (3:39,45)</a:t>
            </a:r>
            <a:endParaRPr lang="fr-FR" dirty="0"/>
          </a:p>
          <a:p>
            <a:pPr lvl="0"/>
            <a:r>
              <a:rPr lang="en-US" dirty="0" err="1"/>
              <a:t>Efa</a:t>
            </a:r>
            <a:r>
              <a:rPr lang="en-US" dirty="0"/>
              <a:t> </a:t>
            </a:r>
            <a:r>
              <a:rPr lang="en-US" dirty="0" err="1"/>
              <a:t>nisy</a:t>
            </a:r>
            <a:r>
              <a:rPr lang="en-US" dirty="0"/>
              <a:t> </a:t>
            </a:r>
            <a:r>
              <a:rPr lang="en-US" dirty="0" err="1"/>
              <a:t>talohan’ny</a:t>
            </a:r>
            <a:r>
              <a:rPr lang="en-US" dirty="0"/>
              <a:t> </a:t>
            </a:r>
            <a:r>
              <a:rPr lang="en-US" dirty="0" err="1"/>
              <a:t>nahaterahany</a:t>
            </a:r>
            <a:r>
              <a:rPr lang="en-US" dirty="0"/>
              <a:t> (4:171).</a:t>
            </a:r>
            <a:endParaRPr lang="fr-FR" dirty="0"/>
          </a:p>
          <a:p>
            <a:pPr lvl="0"/>
            <a:r>
              <a:rPr lang="en-US" dirty="0" err="1"/>
              <a:t>Niteny</a:t>
            </a:r>
            <a:r>
              <a:rPr lang="en-US" dirty="0"/>
              <a:t> </a:t>
            </a:r>
            <a:r>
              <a:rPr lang="en-US" dirty="0" err="1"/>
              <a:t>taorian’ny</a:t>
            </a:r>
            <a:r>
              <a:rPr lang="en-US" dirty="0"/>
              <a:t> </a:t>
            </a:r>
            <a:r>
              <a:rPr lang="en-US" dirty="0" err="1"/>
              <a:t>fahafatesany</a:t>
            </a:r>
            <a:r>
              <a:rPr lang="en-US" dirty="0"/>
              <a:t> (5:117).</a:t>
            </a:r>
            <a:endParaRPr lang="fr-FR" dirty="0"/>
          </a:p>
          <a:p>
            <a:pPr lvl="0"/>
            <a:r>
              <a:rPr lang="en-US" dirty="0" err="1"/>
              <a:t>Velona</a:t>
            </a:r>
            <a:r>
              <a:rPr lang="en-US" dirty="0"/>
              <a:t> </a:t>
            </a:r>
            <a:r>
              <a:rPr lang="en-US" dirty="0" err="1"/>
              <a:t>taorian’ny</a:t>
            </a:r>
            <a:r>
              <a:rPr lang="en-US" dirty="0"/>
              <a:t> </a:t>
            </a:r>
            <a:r>
              <a:rPr lang="en-US" dirty="0" err="1"/>
              <a:t>fahafatesany</a:t>
            </a:r>
            <a:r>
              <a:rPr lang="en-US" dirty="0"/>
              <a:t> (5:117).</a:t>
            </a:r>
            <a:endParaRPr lang="fr-FR" dirty="0"/>
          </a:p>
          <a:p>
            <a:pPr lv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84332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EB7C30-ECE4-1782-1E5C-C34A3F65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94538"/>
            <a:ext cx="12000651" cy="1033669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Ireo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Anarana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Hiantsoana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an’i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Jesosy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amin’ny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Maha-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Mendrikaja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r>
              <a:rPr lang="fr-FR" sz="4000" b="1" dirty="0" err="1">
                <a:solidFill>
                  <a:srgbClr val="FFFFFF"/>
                </a:solidFill>
                <a:latin typeface="Arial Black" panose="020B0A04020102020204" pitchFamily="34" charset="0"/>
              </a:rPr>
              <a:t>Azy</a:t>
            </a:r>
            <a:r>
              <a:rPr lang="fr-FR" sz="4000" b="1" dirty="0">
                <a:solidFill>
                  <a:srgbClr val="FFFFFF"/>
                </a:solidFill>
                <a:latin typeface="Arial Black" panose="020B0A04020102020204" pitchFamily="34" charset="0"/>
              </a:rPr>
              <a:t> </a:t>
            </a:r>
            <a:endParaRPr lang="en-KE" sz="4000" b="1" dirty="0">
              <a:solidFill>
                <a:srgbClr val="FFFFFF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1" y="1681609"/>
            <a:ext cx="12191994" cy="5131767"/>
          </a:xfrm>
        </p:spPr>
        <p:txBody>
          <a:bodyPr>
            <a:normAutofit/>
          </a:bodyPr>
          <a:lstStyle/>
          <a:p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misy</a:t>
            </a:r>
            <a:r>
              <a:rPr lang="en-US" dirty="0"/>
              <a:t> </a:t>
            </a:r>
            <a:r>
              <a:rPr lang="en-US" dirty="0" err="1"/>
              <a:t>mpaminany</a:t>
            </a:r>
            <a:r>
              <a:rPr lang="en-US" dirty="0"/>
              <a:t> </a:t>
            </a:r>
            <a:r>
              <a:rPr lang="en-US" dirty="0" err="1"/>
              <a:t>hafa</a:t>
            </a:r>
            <a:r>
              <a:rPr lang="en-US" dirty="0"/>
              <a:t>, manana </a:t>
            </a:r>
            <a:r>
              <a:rPr lang="en-US" dirty="0" err="1"/>
              <a:t>anarana</a:t>
            </a:r>
            <a:r>
              <a:rPr lang="en-US" dirty="0"/>
              <a:t> </a:t>
            </a:r>
            <a:r>
              <a:rPr lang="en-US" dirty="0" err="1"/>
              <a:t>isan-karazany</a:t>
            </a:r>
            <a:r>
              <a:rPr lang="en-US" dirty="0"/>
              <a:t> </a:t>
            </a:r>
            <a:r>
              <a:rPr lang="en-US" dirty="0" err="1"/>
              <a:t>tahaka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anaran’i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Kor’any</a:t>
            </a:r>
            <a:r>
              <a:rPr lang="en-US" dirty="0"/>
              <a:t>. </a:t>
            </a:r>
            <a:endParaRPr lang="fr-FR" dirty="0"/>
          </a:p>
          <a:p>
            <a:r>
              <a:rPr lang="en-US" dirty="0" err="1"/>
              <a:t>Maro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anarana</a:t>
            </a:r>
            <a:r>
              <a:rPr lang="en-US" dirty="0"/>
              <a:t> </a:t>
            </a:r>
            <a:r>
              <a:rPr lang="en-US" dirty="0" err="1"/>
              <a:t>niantsoana</a:t>
            </a:r>
            <a:r>
              <a:rPr lang="en-US" dirty="0"/>
              <a:t> </a:t>
            </a:r>
            <a:r>
              <a:rPr lang="en-US" dirty="0" err="1"/>
              <a:t>an’i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, </a:t>
            </a:r>
            <a:r>
              <a:rPr lang="en-US" dirty="0" err="1"/>
              <a:t>araka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hitantsika</a:t>
            </a:r>
            <a:r>
              <a:rPr lang="en-US" dirty="0"/>
              <a:t> </a:t>
            </a:r>
            <a:r>
              <a:rPr lang="en-US" dirty="0" err="1"/>
              <a:t>teo</a:t>
            </a:r>
            <a:r>
              <a:rPr lang="en-US" dirty="0"/>
              <a:t> aloha. </a:t>
            </a:r>
            <a:r>
              <a:rPr lang="en-US" dirty="0" err="1"/>
              <a:t>Hita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anatin’ny</a:t>
            </a:r>
            <a:r>
              <a:rPr lang="en-US" dirty="0"/>
              <a:t> </a:t>
            </a:r>
            <a:r>
              <a:rPr lang="en-US" dirty="0" err="1"/>
              <a:t>Kor’any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anarana</a:t>
            </a:r>
            <a:r>
              <a:rPr lang="en-US" dirty="0"/>
              <a:t> </a:t>
            </a:r>
            <a:r>
              <a:rPr lang="en-US" dirty="0" err="1"/>
              <a:t>isan-karazany</a:t>
            </a:r>
            <a:r>
              <a:rPr lang="en-US" dirty="0"/>
              <a:t> </a:t>
            </a:r>
            <a:r>
              <a:rPr lang="en-US" dirty="0" err="1"/>
              <a:t>hiantsoana</a:t>
            </a:r>
            <a:r>
              <a:rPr lang="en-US" dirty="0"/>
              <a:t> </a:t>
            </a:r>
            <a:r>
              <a:rPr lang="en-US" dirty="0" err="1"/>
              <a:t>an’i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 </a:t>
            </a:r>
            <a:r>
              <a:rPr lang="en-US" dirty="0" err="1"/>
              <a:t>sy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toerana</a:t>
            </a:r>
            <a:r>
              <a:rPr lang="en-US" dirty="0"/>
              <a:t> </a:t>
            </a:r>
            <a:r>
              <a:rPr lang="en-US" dirty="0" err="1"/>
              <a:t>ambony</a:t>
            </a:r>
            <a:r>
              <a:rPr lang="en-US" dirty="0"/>
              <a:t> </a:t>
            </a:r>
            <a:r>
              <a:rPr lang="en-US" dirty="0" err="1"/>
              <a:t>misy</a:t>
            </a:r>
            <a:r>
              <a:rPr lang="en-US" dirty="0"/>
              <a:t> </a:t>
            </a:r>
            <a:r>
              <a:rPr lang="en-US" dirty="0" err="1"/>
              <a:t>Azy</a:t>
            </a:r>
            <a:r>
              <a:rPr lang="en-US" dirty="0"/>
              <a:t>. </a:t>
            </a:r>
            <a:r>
              <a:rPr lang="en-US" dirty="0" err="1"/>
              <a:t>Mitovy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mpaminany</a:t>
            </a:r>
            <a:r>
              <a:rPr lang="en-US" dirty="0"/>
              <a:t> </a:t>
            </a:r>
            <a:r>
              <a:rPr lang="en-US" dirty="0" err="1"/>
              <a:t>hafa</a:t>
            </a:r>
            <a:r>
              <a:rPr lang="en-US" dirty="0"/>
              <a:t> </a:t>
            </a:r>
            <a:r>
              <a:rPr lang="en-US" dirty="0" err="1"/>
              <a:t>rehetra</a:t>
            </a:r>
            <a:r>
              <a:rPr lang="en-US" dirty="0"/>
              <a:t> </a:t>
            </a:r>
            <a:r>
              <a:rPr lang="en-US" dirty="0" err="1"/>
              <a:t>tokoa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Izy</a:t>
            </a:r>
            <a:r>
              <a:rPr lang="en-US" dirty="0"/>
              <a:t>?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avelan’ny</a:t>
            </a:r>
            <a:r>
              <a:rPr lang="en-US" dirty="0"/>
              <a:t> </a:t>
            </a:r>
            <a:r>
              <a:rPr lang="en-US" dirty="0" err="1"/>
              <a:t>Kor’any</a:t>
            </a:r>
            <a:r>
              <a:rPr lang="en-US" dirty="0"/>
              <a:t> </a:t>
            </a:r>
            <a:r>
              <a:rPr lang="en-US" dirty="0" err="1"/>
              <a:t>milaza</a:t>
            </a:r>
            <a:r>
              <a:rPr lang="en-US" dirty="0"/>
              <a:t> </a:t>
            </a:r>
            <a:r>
              <a:rPr lang="en-US" dirty="0" err="1"/>
              <a:t>izany</a:t>
            </a:r>
            <a:r>
              <a:rPr lang="en-US" dirty="0"/>
              <a:t> </a:t>
            </a:r>
            <a:r>
              <a:rPr lang="en-US" dirty="0" err="1"/>
              <a:t>isika</a:t>
            </a:r>
            <a:r>
              <a:rPr lang="en-US" dirty="0"/>
              <a:t>. </a:t>
            </a:r>
            <a:endParaRPr lang="fr-FR" dirty="0"/>
          </a:p>
          <a:p>
            <a:r>
              <a:rPr lang="en-US" dirty="0" err="1"/>
              <a:t>Asehon’ny</a:t>
            </a:r>
            <a:r>
              <a:rPr lang="en-US" dirty="0"/>
              <a:t> </a:t>
            </a:r>
            <a:r>
              <a:rPr lang="en-US" dirty="0" err="1"/>
              <a:t>Kor’any</a:t>
            </a:r>
            <a:r>
              <a:rPr lang="en-US" dirty="0"/>
              <a:t> </a:t>
            </a:r>
            <a:r>
              <a:rPr lang="en-US" dirty="0" err="1"/>
              <a:t>mazava</a:t>
            </a:r>
            <a:r>
              <a:rPr lang="en-US" dirty="0"/>
              <a:t> </a:t>
            </a:r>
            <a:r>
              <a:rPr lang="en-US" dirty="0" err="1"/>
              <a:t>tsara</a:t>
            </a:r>
            <a:r>
              <a:rPr lang="en-US" dirty="0"/>
              <a:t> fa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nahazo</a:t>
            </a:r>
            <a:r>
              <a:rPr lang="en-US" dirty="0"/>
              <a:t> </a:t>
            </a:r>
            <a:r>
              <a:rPr lang="en-US" dirty="0" err="1"/>
              <a:t>sitraka</a:t>
            </a:r>
            <a:r>
              <a:rPr lang="en-US" dirty="0"/>
              <a:t> </a:t>
            </a:r>
            <a:r>
              <a:rPr lang="en-US" dirty="0" err="1"/>
              <a:t>mihoatra</a:t>
            </a:r>
            <a:r>
              <a:rPr lang="en-US" dirty="0"/>
              <a:t> </a:t>
            </a:r>
            <a:r>
              <a:rPr lang="en-US" dirty="0" err="1"/>
              <a:t>noho</a:t>
            </a:r>
            <a:r>
              <a:rPr lang="en-US" dirty="0"/>
              <a:t>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hafa</a:t>
            </a:r>
            <a:r>
              <a:rPr lang="en-US" dirty="0"/>
              <a:t>. </a:t>
            </a:r>
            <a:r>
              <a:rPr lang="en-US" dirty="0" err="1"/>
              <a:t>Mifampiankina</a:t>
            </a:r>
            <a:r>
              <a:rPr lang="en-US" dirty="0"/>
              <a:t> </a:t>
            </a:r>
            <a:r>
              <a:rPr lang="en-US" dirty="0" err="1"/>
              <a:t>avokoa</a:t>
            </a:r>
            <a:r>
              <a:rPr lang="en-US" dirty="0"/>
              <a:t> </a:t>
            </a:r>
            <a:r>
              <a:rPr lang="en-US" dirty="0" err="1"/>
              <a:t>ireo</a:t>
            </a:r>
            <a:r>
              <a:rPr lang="en-US" dirty="0"/>
              <a:t> </a:t>
            </a:r>
            <a:r>
              <a:rPr lang="en-US" dirty="0" err="1"/>
              <a:t>andininy</a:t>
            </a:r>
            <a:r>
              <a:rPr lang="en-US" dirty="0"/>
              <a:t> </a:t>
            </a:r>
            <a:r>
              <a:rPr lang="en-US" dirty="0" err="1"/>
              <a:t>rehetra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amin’ny</a:t>
            </a:r>
            <a:r>
              <a:rPr lang="en-US" dirty="0"/>
              <a:t> </a:t>
            </a:r>
            <a:r>
              <a:rPr lang="en-US" dirty="0" err="1"/>
              <a:t>Kor’any</a:t>
            </a:r>
            <a:r>
              <a:rPr lang="en-US" dirty="0"/>
              <a:t>; </a:t>
            </a:r>
            <a:r>
              <a:rPr lang="en-US" dirty="0" err="1"/>
              <a:t>ary</a:t>
            </a:r>
            <a:r>
              <a:rPr lang="en-US" dirty="0"/>
              <a:t> </a:t>
            </a:r>
            <a:r>
              <a:rPr lang="en-US" dirty="0" err="1"/>
              <a:t>tsy</a:t>
            </a:r>
            <a:r>
              <a:rPr lang="en-US" dirty="0"/>
              <a:t> </a:t>
            </a:r>
            <a:r>
              <a:rPr lang="en-US" dirty="0" err="1"/>
              <a:t>misy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dia</a:t>
            </a:r>
            <a:r>
              <a:rPr lang="en-US" dirty="0"/>
              <a:t> </a:t>
            </a:r>
            <a:r>
              <a:rPr lang="en-US" dirty="0" err="1"/>
              <a:t>andininy</a:t>
            </a:r>
            <a:r>
              <a:rPr lang="en-US" dirty="0"/>
              <a:t> </a:t>
            </a:r>
            <a:r>
              <a:rPr lang="en-US" dirty="0" err="1"/>
              <a:t>iray</a:t>
            </a:r>
            <a:r>
              <a:rPr lang="en-US" dirty="0"/>
              <a:t> </a:t>
            </a:r>
            <a:r>
              <a:rPr lang="en-US" dirty="0" err="1"/>
              <a:t>aza</a:t>
            </a:r>
            <a:r>
              <a:rPr lang="en-US" dirty="0"/>
              <a:t>, </a:t>
            </a:r>
            <a:r>
              <a:rPr lang="en-US" dirty="0" err="1"/>
              <a:t>mametraka</a:t>
            </a:r>
            <a:r>
              <a:rPr lang="en-US" dirty="0"/>
              <a:t> </a:t>
            </a:r>
            <a:r>
              <a:rPr lang="en-US" dirty="0" err="1"/>
              <a:t>an’i</a:t>
            </a:r>
            <a:r>
              <a:rPr lang="en-US" dirty="0"/>
              <a:t> </a:t>
            </a:r>
            <a:r>
              <a:rPr lang="en-US" dirty="0" err="1"/>
              <a:t>Jesosy</a:t>
            </a:r>
            <a:r>
              <a:rPr lang="en-US" dirty="0"/>
              <a:t> ho </a:t>
            </a:r>
            <a:r>
              <a:rPr lang="en-US" dirty="0" err="1"/>
              <a:t>ambanin’ny</a:t>
            </a:r>
            <a:r>
              <a:rPr lang="en-US" dirty="0"/>
              <a:t> </a:t>
            </a:r>
            <a:r>
              <a:rPr lang="en-US" dirty="0" err="1"/>
              <a:t>mpaminany</a:t>
            </a:r>
            <a:r>
              <a:rPr lang="en-US" dirty="0"/>
              <a:t> </a:t>
            </a:r>
            <a:r>
              <a:rPr lang="en-US" dirty="0" err="1"/>
              <a:t>hafa</a:t>
            </a:r>
            <a:r>
              <a:rPr lang="en-US" dirty="0"/>
              <a:t>. </a:t>
            </a:r>
            <a:endParaRPr lang="fr-FR" dirty="0"/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 </a:t>
            </a:r>
            <a:endParaRPr lang="fr-FR" dirty="0"/>
          </a:p>
          <a:p>
            <a:pPr lv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2946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13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8B5723-F843-524E-743E-1BD799F1E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163" y="1162980"/>
            <a:ext cx="7746709" cy="449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569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1399</TotalTime>
  <Words>3332</Words>
  <Application>Microsoft Office PowerPoint</Application>
  <DocSecurity>0</DocSecurity>
  <PresentationFormat>Grand écran</PresentationFormat>
  <Paragraphs>160</Paragraphs>
  <Slides>28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3" baseType="lpstr">
      <vt:lpstr>Arial</vt:lpstr>
      <vt:lpstr>Arial Black</vt:lpstr>
      <vt:lpstr>Calibri</vt:lpstr>
      <vt:lpstr>Calibri Light</vt:lpstr>
      <vt:lpstr>Office Theme</vt:lpstr>
      <vt:lpstr>Ireo Anaran’i Jesosy ao amin’ny Kor’any</vt:lpstr>
      <vt:lpstr>Ireo Fanontaniana matetika apetraky ny  Silamo</vt:lpstr>
      <vt:lpstr>Ireo anarana niantsoana an’i Jesosy fony Izy Tonga Nofo</vt:lpstr>
      <vt:lpstr>Ireo anarana niantsoana an’i Jesosy fony Izy Tonga Nofo</vt:lpstr>
      <vt:lpstr>Ireo anarana niantsoana an’i Jesosy fony Izy Tonga Nofo</vt:lpstr>
      <vt:lpstr>Ireo anarana niantsoana an’i Jesosy fony Izy Tonga Nofo</vt:lpstr>
      <vt:lpstr>Ireo anarana niantsoana an’i Jesosy fony Izy Tonga Nofo</vt:lpstr>
      <vt:lpstr>Ireo anarana niantsoana an’i Jesosy fony Izy Tonga Nofo</vt:lpstr>
      <vt:lpstr>Ireo anarana niantsoana an’i Jesosy fony Izy Tonga Nofo</vt:lpstr>
      <vt:lpstr>Ireo Anarana Hiantsoana an’i Jesosy amin’ny Maha-Mendrikaja Azy </vt:lpstr>
      <vt:lpstr>Ireo Anarana Hiantsoana an’i Jesosy amin’ny Maha-Mendrikaja Azy </vt:lpstr>
      <vt:lpstr>Ireo Anarana Hiantsoana an’i Jesosy amin’ny Maha-Mendrikaja Azy </vt:lpstr>
      <vt:lpstr>Ireo Anarana Hiantsoana an’i Jesosy amin’ny Maha-Mendrikaja Azy </vt:lpstr>
      <vt:lpstr>Ireo Anarana Hiantsoana an’i Jesosy amin’ny Maha-Mendrikaja Azy </vt:lpstr>
      <vt:lpstr>Ireo Anarana Hiantsoana an’i Jesosy amin’ny Maha-Mendrikaja Azy </vt:lpstr>
      <vt:lpstr>Ireo Anarana Hiantsoana an’i Jesosy amin’ny Maha-Mendrikaja Azy </vt:lpstr>
      <vt:lpstr>Ireo Anarana Hiantsoana an’i Jesosy amin’ny Maha-Mendrikaja Azy </vt:lpstr>
      <vt:lpstr>Ireo Anarana Hiantsoana an’i Jesosy amin’ny Maha-Mendrikaja Azy </vt:lpstr>
      <vt:lpstr>Ireo Anarana Hiantsoana an’i Jesosy amin’ny Maha-Mendrikaja Azy </vt:lpstr>
      <vt:lpstr>Ireo Anarana Hiantsoana an’i Jesosy amin’ny Maha-Mendrikaja Azy </vt:lpstr>
      <vt:lpstr>Ireo Anarana Hiantsoana an’i Jesosy amin’ny Maha-Mendrikaja Azy </vt:lpstr>
      <vt:lpstr>Ireo Anarana Hiantsoana an’i Jesosy amin’ny Maha-Mendrikaja Azy </vt:lpstr>
      <vt:lpstr>Ireo Anarana Hiantsoana an’i Jesosy amin’ny Maha-Mendrikaja Azy </vt:lpstr>
      <vt:lpstr>Ireo Anarana Hiantsoana an’i Jesosy amin’ny Maha-Mendrikaja Azy </vt:lpstr>
      <vt:lpstr>Ireo Anarana Hiantsoana an’i Jesosy amin’ny Maha-Mendrikaja Azy </vt:lpstr>
      <vt:lpstr>Ireo Anarana Hiantsoana an’i Jesosy amin’ny Maha-Mendrikaja Azy </vt:lpstr>
      <vt:lpstr>Ireo Anarana Hiantsoana an’i Jesosy amin’ny Maha-Mendrikaja Azy 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Sonship of Jesus</dc:title>
  <dc:subject/>
  <dc:creator>Lumwe, Samuel</dc:creator>
  <cp:keywords/>
  <dc:description/>
  <cp:lastModifiedBy>FLORENT</cp:lastModifiedBy>
  <cp:revision>52</cp:revision>
  <dcterms:created xsi:type="dcterms:W3CDTF">2021-02-17T13:27:58Z</dcterms:created>
  <dcterms:modified xsi:type="dcterms:W3CDTF">2026-04-23T07:29:46Z</dcterms:modified>
  <cp:category/>
  <dc:identifier/>
  <cp:contentStatus/>
  <dc:language/>
  <cp:version/>
</cp:coreProperties>
</file>