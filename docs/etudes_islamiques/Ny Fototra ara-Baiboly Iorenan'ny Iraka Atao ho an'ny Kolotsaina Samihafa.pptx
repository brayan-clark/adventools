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4"/>
  </p:notesMasterIdLst>
  <p:sldIdLst>
    <p:sldId id="273" r:id="rId2"/>
    <p:sldId id="338" r:id="rId3"/>
    <p:sldId id="339" r:id="rId4"/>
    <p:sldId id="544" r:id="rId5"/>
    <p:sldId id="340" r:id="rId6"/>
    <p:sldId id="341" r:id="rId7"/>
    <p:sldId id="342" r:id="rId8"/>
    <p:sldId id="545" r:id="rId9"/>
    <p:sldId id="546" r:id="rId10"/>
    <p:sldId id="547" r:id="rId11"/>
    <p:sldId id="541" r:id="rId12"/>
    <p:sldId id="347" r:id="rId13"/>
    <p:sldId id="395" r:id="rId14"/>
    <p:sldId id="542" r:id="rId15"/>
    <p:sldId id="543" r:id="rId16"/>
    <p:sldId id="348" r:id="rId17"/>
    <p:sldId id="349" r:id="rId18"/>
    <p:sldId id="350" r:id="rId19"/>
    <p:sldId id="550" r:id="rId20"/>
    <p:sldId id="352" r:id="rId21"/>
    <p:sldId id="551" r:id="rId22"/>
    <p:sldId id="552" r:id="rId23"/>
    <p:sldId id="553" r:id="rId24"/>
    <p:sldId id="554" r:id="rId25"/>
    <p:sldId id="555" r:id="rId26"/>
    <p:sldId id="556" r:id="rId27"/>
    <p:sldId id="557" r:id="rId28"/>
    <p:sldId id="558" r:id="rId29"/>
    <p:sldId id="559" r:id="rId30"/>
    <p:sldId id="560" r:id="rId31"/>
    <p:sldId id="561" r:id="rId32"/>
    <p:sldId id="285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29" autoAdjust="0"/>
    <p:restoredTop sz="93129"/>
  </p:normalViewPr>
  <p:slideViewPr>
    <p:cSldViewPr snapToGrid="0" snapToObjects="1">
      <p:cViewPr varScale="1">
        <p:scale>
          <a:sx n="68" d="100"/>
          <a:sy n="68" d="100"/>
        </p:scale>
        <p:origin x="774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0FF6DB-A55D-2645-A0BE-8312F479D31B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5269C6-7D27-8546-874C-232D04A2558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8627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Shape 76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764" name="Shape 76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552582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Shape 76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764" name="Shape 76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241792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Shape 76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764" name="Shape 76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425428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Shape 76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764" name="Shape 76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146893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Shape 76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764" name="Shape 76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124491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Shape 76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764" name="Shape 76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873350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Shape 76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764" name="Shape 76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632461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Shape 76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764" name="Shape 76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513150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Shape 76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764" name="Shape 76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522317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Shape 76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764" name="Shape 76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112811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Shape 76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764" name="Shape 76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997718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Shape 76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764" name="Shape 76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2471989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Shape 76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764" name="Shape 76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9069567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Shape 76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764" name="Shape 76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3423603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Shape 76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764" name="Shape 76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4278873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Shape 76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764" name="Shape 764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014196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485CA-5F3D-A84D-A604-7D7ACD47D6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CE73D0-58F0-D64D-8D14-9D7BF1AAAD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1DB331-BE75-F144-98B4-ACF1078C1F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B17DE-D4AC-BD46-964A-740A8E1ED760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9BCF5C-FD20-D747-B170-83721015A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BC0328-CB82-914C-8E99-17575A403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89AE8-73AD-AC4B-AC8B-907EFAAAE47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1712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E4709-EEA5-8844-A811-FDEC75490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D947ED-F32E-5842-8FC5-97838CEEA2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16032F-7014-C648-9818-C04AC2B356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B17DE-D4AC-BD46-964A-740A8E1ED760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A34676-76C7-164E-A3BE-8605F087A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F7ED8B-64A3-5E4E-BDEF-D9312F3EC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89AE8-73AD-AC4B-AC8B-907EFAAAE47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7217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50E1C-0ADC-5647-A807-3040896EC8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B9656D-4D41-9546-9432-0FD12ECBB3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BA7AC4-CD46-3A4B-9973-AEE1703CD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B17DE-D4AC-BD46-964A-740A8E1ED760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999BA1-5325-B74E-83CD-C224391C6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05AB92-F747-8C41-9D68-8D0A1CD1F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89AE8-73AD-AC4B-AC8B-907EFAAAE47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02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85412-284B-C04E-9F93-40DF7C4AB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D63B5F-437D-EC47-A030-1708BCA053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8552C3-E1E9-EB46-AAAF-8FFF7C223E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51DEC5-EB6B-CE45-A321-C48D33373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B17DE-D4AC-BD46-964A-740A8E1ED760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D3CDC4-ED1C-3A4A-A04C-AD624F8CFE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2C9AB5-A058-4943-BE3E-690CA55B4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89AE8-73AD-AC4B-AC8B-907EFAAAE47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92030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DDBBC0-4675-3848-92AD-6D2E0AFFD2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9D668D-B711-7B48-A881-D3D591F155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76D52B-DB98-ED46-8335-8C94F3C490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ECADF6B-5124-8F47-8F69-6D111A8FE8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A6B43C-E953-0A45-9065-0FCEF9037C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A1E030-BED0-BB42-BD1D-8EBD9F088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B17DE-D4AC-BD46-964A-740A8E1ED760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E08978C-B25E-7A45-83A9-7CE36CB45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BFC059-6A71-5C41-8B42-FF7BFE0BC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89AE8-73AD-AC4B-AC8B-907EFAAAE47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324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1DC0B-E764-694E-816F-C453ADFF46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1C1A21-2D1F-6641-88F9-F5013F6F7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B17DE-D4AC-BD46-964A-740A8E1ED760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06C6D9-DE79-D440-9069-58C485542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41A56F-CC27-7B47-9A0C-A6D482EB4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89AE8-73AD-AC4B-AC8B-907EFAAAE47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1199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0E305E-59DE-1840-88F3-222A8017C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B17DE-D4AC-BD46-964A-740A8E1ED760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3063847-A01B-1348-BED1-41202FC5B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690B6A-D1C8-CA4E-B87A-8B4BB3DB0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89AE8-73AD-AC4B-AC8B-907EFAAAE47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3955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05354-4BC0-1A44-AC46-01971F0FAF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91D90E-F129-F445-838E-487D157715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E53A01-0B38-0946-A6F8-C6447448BD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6A7F6C-9F83-9347-8929-5D73073CC7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B17DE-D4AC-BD46-964A-740A8E1ED760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52333E-4179-A34D-929C-57175A904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732052-66C4-214B-A8AB-4CDD840E4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89AE8-73AD-AC4B-AC8B-907EFAAAE47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0956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D4ADF-A0BE-7648-8BD4-7BB23AE89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A1A335-5996-2643-A1C6-3D7998A602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F98F3E-1621-5940-8EED-165D06C06C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4040A0-7A96-1345-A23F-D85EA0A8F2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B17DE-D4AC-BD46-964A-740A8E1ED760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C53518-6EC1-E74C-B7C7-608516C97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8FA791-8EB1-9144-85FE-ABC806C1E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89AE8-73AD-AC4B-AC8B-907EFAAAE47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1502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5017F-C498-9C4C-891F-F510A32EE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82C873-8468-D04D-B195-A973A330B1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FE0EAE-06C1-844B-82DE-147A0CEE5B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B17DE-D4AC-BD46-964A-740A8E1ED760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7C7C57-EFF8-294E-A48B-70C4899EB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37B350-4EB1-7842-B8D4-7E8057CB5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89AE8-73AD-AC4B-AC8B-907EFAAAE47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5769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C08FCF5-6D13-2545-9FB9-D62A2C2320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1F744F-6C66-1D46-A8B1-BF5469A66D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6D865E-7A37-1343-A567-75AA9A4391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B17DE-D4AC-BD46-964A-740A8E1ED760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0129FC-4B04-3D41-B889-0A873A4B4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E7FC9A-4A50-FF44-9121-768618987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89AE8-73AD-AC4B-AC8B-907EFAAAE47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01370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ADD5EBB-59DA-EF47-A185-444A2EA29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B746D1-8721-EE4B-8C80-B98062A57C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0B731E-E4CA-1D4C-930C-907CB0BA4D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4B17DE-D4AC-BD46-964A-740A8E1ED760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033C95-AF31-3140-82E3-A4979D9596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936E64-1766-5445-AD50-58BF7D3349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F89AE8-73AD-AC4B-AC8B-907EFAAAE47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4082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Shape 766"/>
          <p:cNvSpPr/>
          <p:nvPr/>
        </p:nvSpPr>
        <p:spPr>
          <a:xfrm>
            <a:off x="-4313262" y="6406177"/>
            <a:ext cx="10108057" cy="10108057"/>
          </a:xfrm>
          <a:prstGeom prst="ellipse">
            <a:avLst/>
          </a:prstGeom>
          <a:solidFill>
            <a:srgbClr val="F9B000">
              <a:alpha val="95686"/>
            </a:srgbClr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7" name="Shape 767"/>
          <p:cNvSpPr/>
          <p:nvPr/>
        </p:nvSpPr>
        <p:spPr>
          <a:xfrm>
            <a:off x="-5949539" y="4959345"/>
            <a:ext cx="9124295" cy="9124295"/>
          </a:xfrm>
          <a:prstGeom prst="ellipse">
            <a:avLst/>
          </a:prstGeom>
          <a:solidFill>
            <a:srgbClr val="F7BE16">
              <a:alpha val="62745"/>
            </a:srgbClr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Shape 768"/>
          <p:cNvSpPr txBox="1"/>
          <p:nvPr/>
        </p:nvSpPr>
        <p:spPr>
          <a:xfrm>
            <a:off x="8299303" y="6247483"/>
            <a:ext cx="1223412" cy="215443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algn="r">
              <a:buSzPct val="25000"/>
            </a:pPr>
            <a:r>
              <a:rPr lang="en-US" sz="800">
                <a:solidFill>
                  <a:srgbClr val="DF9E00"/>
                </a:solidFill>
                <a:latin typeface="Montserrat"/>
                <a:ea typeface="Montserrat"/>
                <a:cs typeface="Montserrat"/>
                <a:sym typeface="Montserrat"/>
              </a:rPr>
              <a:t>AdventistMission.org</a:t>
            </a:r>
          </a:p>
        </p:txBody>
      </p:sp>
      <p:sp>
        <p:nvSpPr>
          <p:cNvPr id="769" name="Shape 769"/>
          <p:cNvSpPr txBox="1"/>
          <p:nvPr/>
        </p:nvSpPr>
        <p:spPr>
          <a:xfrm>
            <a:off x="8021256" y="6406177"/>
            <a:ext cx="1489509" cy="215443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algn="r">
              <a:buSzPct val="25000"/>
            </a:pPr>
            <a:r>
              <a:rPr lang="en-US" sz="800">
                <a:solidFill>
                  <a:srgbClr val="007581"/>
                </a:solidFill>
                <a:latin typeface="Montserrat"/>
                <a:ea typeface="Montserrat"/>
                <a:cs typeface="Montserrat"/>
                <a:sym typeface="Montserrat"/>
              </a:rPr>
              <a:t> GlobalMissionCenters.org</a:t>
            </a:r>
          </a:p>
        </p:txBody>
      </p:sp>
      <p:sp>
        <p:nvSpPr>
          <p:cNvPr id="770" name="Shape 770"/>
          <p:cNvSpPr/>
          <p:nvPr/>
        </p:nvSpPr>
        <p:spPr>
          <a:xfrm>
            <a:off x="9517506" y="6264614"/>
            <a:ext cx="1478604" cy="348912"/>
          </a:xfrm>
          <a:prstGeom prst="roundRect">
            <a:avLst>
              <a:gd name="adj" fmla="val 16667"/>
            </a:avLst>
          </a:prstGeom>
          <a:solidFill>
            <a:srgbClr val="007581"/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71" name="Shape 77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54546" y="5850022"/>
            <a:ext cx="698500" cy="711435"/>
          </a:xfrm>
          <a:prstGeom prst="rect">
            <a:avLst/>
          </a:prstGeom>
          <a:noFill/>
          <a:ln>
            <a:noFill/>
          </a:ln>
        </p:spPr>
      </p:pic>
      <p:sp>
        <p:nvSpPr>
          <p:cNvPr id="772" name="Shape 772"/>
          <p:cNvSpPr/>
          <p:nvPr/>
        </p:nvSpPr>
        <p:spPr>
          <a:xfrm>
            <a:off x="9510766" y="-4118182"/>
            <a:ext cx="5357727" cy="5357727"/>
          </a:xfrm>
          <a:prstGeom prst="ellipse">
            <a:avLst/>
          </a:prstGeom>
          <a:solidFill>
            <a:srgbClr val="007581">
              <a:alpha val="62745"/>
            </a:srgbClr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Shape 773"/>
          <p:cNvSpPr/>
          <p:nvPr/>
        </p:nvSpPr>
        <p:spPr>
          <a:xfrm>
            <a:off x="7743652" y="-4994505"/>
            <a:ext cx="5357727" cy="5357727"/>
          </a:xfrm>
          <a:prstGeom prst="ellipse">
            <a:avLst/>
          </a:prstGeom>
          <a:solidFill>
            <a:srgbClr val="7DB3BD">
              <a:alpha val="70980"/>
            </a:srgbClr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75" name="Shape 775"/>
          <p:cNvGrpSpPr/>
          <p:nvPr/>
        </p:nvGrpSpPr>
        <p:grpSpPr>
          <a:xfrm>
            <a:off x="2322551" y="1260636"/>
            <a:ext cx="402858" cy="108082"/>
            <a:chOff x="1591866" y="2549518"/>
            <a:chExt cx="402858" cy="108082"/>
          </a:xfrm>
        </p:grpSpPr>
        <p:sp>
          <p:nvSpPr>
            <p:cNvPr id="776" name="Shape 776"/>
            <p:cNvSpPr/>
            <p:nvPr/>
          </p:nvSpPr>
          <p:spPr>
            <a:xfrm>
              <a:off x="1886641" y="2549518"/>
              <a:ext cx="108082" cy="108082"/>
            </a:xfrm>
            <a:prstGeom prst="ellipse">
              <a:avLst/>
            </a:prstGeom>
            <a:solidFill>
              <a:srgbClr val="F46B06"/>
            </a:solidFill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algn="ctr"/>
              <a:endPara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7" name="Shape 777"/>
            <p:cNvSpPr/>
            <p:nvPr/>
          </p:nvSpPr>
          <p:spPr>
            <a:xfrm>
              <a:off x="1591866" y="2549518"/>
              <a:ext cx="108082" cy="108082"/>
            </a:xfrm>
            <a:prstGeom prst="ellipse">
              <a:avLst/>
            </a:prstGeom>
            <a:solidFill>
              <a:srgbClr val="E3DECE"/>
            </a:solidFill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algn="ctr"/>
              <a:endPara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8" name="Shape 778"/>
            <p:cNvSpPr/>
            <p:nvPr/>
          </p:nvSpPr>
          <p:spPr>
            <a:xfrm>
              <a:off x="1739253" y="2549518"/>
              <a:ext cx="108082" cy="108082"/>
            </a:xfrm>
            <a:prstGeom prst="ellipse">
              <a:avLst/>
            </a:prstGeom>
            <a:solidFill>
              <a:srgbClr val="F7BE16"/>
            </a:solidFill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algn="ctr"/>
              <a:endPara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79" name="Shape 779"/>
          <p:cNvSpPr txBox="1"/>
          <p:nvPr/>
        </p:nvSpPr>
        <p:spPr>
          <a:xfrm>
            <a:off x="2725409" y="1075539"/>
            <a:ext cx="7525792" cy="769441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lvl="0">
              <a:buSzPct val="25000"/>
            </a:pPr>
            <a:endParaRPr lang="en-US" sz="3600" b="1" dirty="0">
              <a:solidFill>
                <a:srgbClr val="007581"/>
              </a:solidFill>
              <a:latin typeface="Abril Fatface"/>
              <a:ea typeface="Abril Fatface"/>
              <a:cs typeface="Abril Fatface"/>
              <a:sym typeface="Abril Fatface"/>
            </a:endParaRPr>
          </a:p>
        </p:txBody>
      </p:sp>
      <p:sp>
        <p:nvSpPr>
          <p:cNvPr id="780" name="Shape 780"/>
          <p:cNvSpPr txBox="1"/>
          <p:nvPr/>
        </p:nvSpPr>
        <p:spPr>
          <a:xfrm>
            <a:off x="2787530" y="914569"/>
            <a:ext cx="3838675" cy="40010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>
              <a:buSzPct val="25000"/>
            </a:pPr>
            <a:endParaRPr lang="en-US" sz="2000" dirty="0">
              <a:solidFill>
                <a:srgbClr val="575A5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81" name="Shape 781"/>
          <p:cNvSpPr txBox="1"/>
          <p:nvPr/>
        </p:nvSpPr>
        <p:spPr>
          <a:xfrm>
            <a:off x="3864864" y="5498592"/>
            <a:ext cx="184730" cy="369332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31850" y="1239545"/>
            <a:ext cx="10515600" cy="2852737"/>
          </a:xfrm>
        </p:spPr>
        <p:txBody>
          <a:bodyPr>
            <a:normAutofit/>
          </a:bodyPr>
          <a:lstStyle/>
          <a:p>
            <a:pPr algn="ctr"/>
            <a:r>
              <a:rPr lang="en-GB" sz="4000" b="1" dirty="0" err="1"/>
              <a:t>Ny</a:t>
            </a:r>
            <a:r>
              <a:rPr lang="en-GB" sz="4000" b="1" dirty="0"/>
              <a:t> </a:t>
            </a:r>
            <a:r>
              <a:rPr lang="en-GB" sz="4000" b="1" dirty="0" err="1"/>
              <a:t>Fototra</a:t>
            </a:r>
            <a:r>
              <a:rPr lang="en-GB" sz="4000" b="1" dirty="0"/>
              <a:t> </a:t>
            </a:r>
            <a:r>
              <a:rPr lang="en-GB" sz="4000" b="1" dirty="0" err="1"/>
              <a:t>ara-Baiboly</a:t>
            </a:r>
            <a:r>
              <a:rPr lang="en-GB" sz="4000" b="1" dirty="0"/>
              <a:t> </a:t>
            </a:r>
            <a:r>
              <a:rPr lang="en-GB" sz="4000" b="1" dirty="0" err="1"/>
              <a:t>Iorenan'ny</a:t>
            </a:r>
            <a:r>
              <a:rPr lang="en-GB" sz="4000" b="1" dirty="0"/>
              <a:t> </a:t>
            </a:r>
            <a:r>
              <a:rPr lang="en-GB" sz="4000" b="1" dirty="0" err="1"/>
              <a:t>Iraka</a:t>
            </a:r>
            <a:r>
              <a:rPr lang="en-GB" sz="4000" b="1" dirty="0"/>
              <a:t> </a:t>
            </a:r>
            <a:r>
              <a:rPr lang="en-GB" sz="4000" b="1" dirty="0" err="1"/>
              <a:t>Atao</a:t>
            </a:r>
            <a:r>
              <a:rPr lang="en-GB" sz="4000" b="1" dirty="0"/>
              <a:t> </a:t>
            </a:r>
            <a:r>
              <a:rPr lang="en-GB" sz="4000" b="1" dirty="0" err="1"/>
              <a:t>ho</a:t>
            </a:r>
            <a:r>
              <a:rPr lang="en-GB" sz="4000" b="1" dirty="0"/>
              <a:t> </a:t>
            </a:r>
            <a:r>
              <a:rPr lang="en-GB" sz="4000" b="1" dirty="0" err="1"/>
              <a:t>an'ny</a:t>
            </a:r>
            <a:r>
              <a:rPr lang="en-GB" sz="4000" b="1" dirty="0"/>
              <a:t> </a:t>
            </a:r>
            <a:r>
              <a:rPr lang="en-GB" sz="4000" b="1" dirty="0" err="1"/>
              <a:t>Kolotsaina</a:t>
            </a:r>
            <a:r>
              <a:rPr lang="en-GB" sz="4000" b="1" dirty="0"/>
              <a:t> </a:t>
            </a:r>
            <a:r>
              <a:rPr lang="en-GB" sz="4000" b="1" dirty="0" err="1"/>
              <a:t>Samihafa</a:t>
            </a:r>
            <a:r>
              <a:rPr lang="en-GB" sz="4000" b="1" dirty="0"/>
              <a:t/>
            </a:r>
            <a:br>
              <a:rPr lang="en-GB" sz="4000" b="1" dirty="0"/>
            </a:br>
            <a:r>
              <a:rPr lang="en-GB" sz="4000" b="1" dirty="0"/>
              <a:t>(Mission Dynamics)</a:t>
            </a:r>
            <a:endParaRPr lang="en-US" dirty="0"/>
          </a:p>
        </p:txBody>
      </p:sp>
      <p:sp>
        <p:nvSpPr>
          <p:cNvPr id="4" name="Subtitle 3"/>
          <p:cNvSpPr>
            <a:spLocks noGrp="1"/>
          </p:cNvSpPr>
          <p:nvPr>
            <p:ph type="body" idx="1"/>
          </p:nvPr>
        </p:nvSpPr>
        <p:spPr>
          <a:xfrm>
            <a:off x="1057761" y="4968604"/>
            <a:ext cx="9595725" cy="782559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Presenter: </a:t>
            </a:r>
            <a:r>
              <a:rPr lang="en-US" dirty="0" smtClean="0"/>
              <a:t>FLORENT </a:t>
            </a:r>
            <a:r>
              <a:rPr lang="en-US" dirty="0" err="1" smtClean="0"/>
              <a:t>Beminjara</a:t>
            </a:r>
            <a:r>
              <a:rPr lang="en-US" dirty="0" smtClean="0"/>
              <a:t>  Depart Mission </a:t>
            </a:r>
            <a:r>
              <a:rPr lang="en-US" dirty="0" err="1" smtClean="0"/>
              <a:t>Adventiste</a:t>
            </a:r>
            <a:r>
              <a:rPr lang="en-US" dirty="0" smtClean="0"/>
              <a:t> FMN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8619475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Shape 766"/>
          <p:cNvSpPr/>
          <p:nvPr/>
        </p:nvSpPr>
        <p:spPr>
          <a:xfrm>
            <a:off x="-4313262" y="6406177"/>
            <a:ext cx="10108057" cy="10108057"/>
          </a:xfrm>
          <a:prstGeom prst="ellipse">
            <a:avLst/>
          </a:prstGeom>
          <a:solidFill>
            <a:srgbClr val="F9B000">
              <a:alpha val="95686"/>
            </a:srgbClr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7" name="Shape 767"/>
          <p:cNvSpPr/>
          <p:nvPr/>
        </p:nvSpPr>
        <p:spPr>
          <a:xfrm>
            <a:off x="-5949539" y="4959345"/>
            <a:ext cx="9124295" cy="9124295"/>
          </a:xfrm>
          <a:prstGeom prst="ellipse">
            <a:avLst/>
          </a:prstGeom>
          <a:solidFill>
            <a:srgbClr val="F7BE16">
              <a:alpha val="62745"/>
            </a:srgbClr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Shape 768"/>
          <p:cNvSpPr txBox="1"/>
          <p:nvPr/>
        </p:nvSpPr>
        <p:spPr>
          <a:xfrm>
            <a:off x="8299303" y="6247483"/>
            <a:ext cx="1223412" cy="215443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algn="r">
              <a:buSzPct val="25000"/>
            </a:pPr>
            <a:r>
              <a:rPr lang="en-US" sz="800">
                <a:solidFill>
                  <a:srgbClr val="DF9E00"/>
                </a:solidFill>
                <a:latin typeface="Montserrat"/>
                <a:ea typeface="Montserrat"/>
                <a:cs typeface="Montserrat"/>
                <a:sym typeface="Montserrat"/>
              </a:rPr>
              <a:t>AdventistMission.org</a:t>
            </a:r>
          </a:p>
        </p:txBody>
      </p:sp>
      <p:sp>
        <p:nvSpPr>
          <p:cNvPr id="769" name="Shape 769"/>
          <p:cNvSpPr txBox="1"/>
          <p:nvPr/>
        </p:nvSpPr>
        <p:spPr>
          <a:xfrm>
            <a:off x="8021256" y="6406177"/>
            <a:ext cx="1489509" cy="215443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algn="r">
              <a:buSzPct val="25000"/>
            </a:pPr>
            <a:r>
              <a:rPr lang="en-US" sz="800">
                <a:solidFill>
                  <a:srgbClr val="007581"/>
                </a:solidFill>
                <a:latin typeface="Montserrat"/>
                <a:ea typeface="Montserrat"/>
                <a:cs typeface="Montserrat"/>
                <a:sym typeface="Montserrat"/>
              </a:rPr>
              <a:t> GlobalMissionCenters.org</a:t>
            </a:r>
          </a:p>
        </p:txBody>
      </p:sp>
      <p:sp>
        <p:nvSpPr>
          <p:cNvPr id="770" name="Shape 770"/>
          <p:cNvSpPr/>
          <p:nvPr/>
        </p:nvSpPr>
        <p:spPr>
          <a:xfrm>
            <a:off x="9517506" y="6264614"/>
            <a:ext cx="1478604" cy="348912"/>
          </a:xfrm>
          <a:prstGeom prst="roundRect">
            <a:avLst>
              <a:gd name="adj" fmla="val 16667"/>
            </a:avLst>
          </a:prstGeom>
          <a:solidFill>
            <a:srgbClr val="007581"/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71" name="Shape 77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54546" y="5850022"/>
            <a:ext cx="698500" cy="711435"/>
          </a:xfrm>
          <a:prstGeom prst="rect">
            <a:avLst/>
          </a:prstGeom>
          <a:noFill/>
          <a:ln>
            <a:noFill/>
          </a:ln>
        </p:spPr>
      </p:pic>
      <p:sp>
        <p:nvSpPr>
          <p:cNvPr id="772" name="Shape 772"/>
          <p:cNvSpPr/>
          <p:nvPr/>
        </p:nvSpPr>
        <p:spPr>
          <a:xfrm>
            <a:off x="9510766" y="-4118182"/>
            <a:ext cx="5357727" cy="5357727"/>
          </a:xfrm>
          <a:prstGeom prst="ellipse">
            <a:avLst/>
          </a:prstGeom>
          <a:solidFill>
            <a:srgbClr val="007581">
              <a:alpha val="62745"/>
            </a:srgbClr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Shape 773"/>
          <p:cNvSpPr/>
          <p:nvPr/>
        </p:nvSpPr>
        <p:spPr>
          <a:xfrm>
            <a:off x="7743652" y="-4994505"/>
            <a:ext cx="5357727" cy="5357727"/>
          </a:xfrm>
          <a:prstGeom prst="ellipse">
            <a:avLst/>
          </a:prstGeom>
          <a:solidFill>
            <a:srgbClr val="7DB3BD">
              <a:alpha val="70980"/>
            </a:srgbClr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75" name="Shape 775"/>
          <p:cNvGrpSpPr/>
          <p:nvPr/>
        </p:nvGrpSpPr>
        <p:grpSpPr>
          <a:xfrm>
            <a:off x="2322551" y="1260636"/>
            <a:ext cx="402858" cy="108082"/>
            <a:chOff x="1591866" y="2549518"/>
            <a:chExt cx="402858" cy="108082"/>
          </a:xfrm>
        </p:grpSpPr>
        <p:sp>
          <p:nvSpPr>
            <p:cNvPr id="776" name="Shape 776"/>
            <p:cNvSpPr/>
            <p:nvPr/>
          </p:nvSpPr>
          <p:spPr>
            <a:xfrm>
              <a:off x="1886641" y="2549518"/>
              <a:ext cx="108082" cy="108082"/>
            </a:xfrm>
            <a:prstGeom prst="ellipse">
              <a:avLst/>
            </a:prstGeom>
            <a:solidFill>
              <a:srgbClr val="F46B06"/>
            </a:solidFill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algn="ctr"/>
              <a:endPara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7" name="Shape 777"/>
            <p:cNvSpPr/>
            <p:nvPr/>
          </p:nvSpPr>
          <p:spPr>
            <a:xfrm>
              <a:off x="1591866" y="2549518"/>
              <a:ext cx="108082" cy="108082"/>
            </a:xfrm>
            <a:prstGeom prst="ellipse">
              <a:avLst/>
            </a:prstGeom>
            <a:solidFill>
              <a:srgbClr val="E3DECE"/>
            </a:solidFill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algn="ctr"/>
              <a:endPara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8" name="Shape 778"/>
            <p:cNvSpPr/>
            <p:nvPr/>
          </p:nvSpPr>
          <p:spPr>
            <a:xfrm>
              <a:off x="1739253" y="2549518"/>
              <a:ext cx="108082" cy="108082"/>
            </a:xfrm>
            <a:prstGeom prst="ellipse">
              <a:avLst/>
            </a:prstGeom>
            <a:solidFill>
              <a:srgbClr val="F7BE16"/>
            </a:solidFill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algn="ctr"/>
              <a:endPara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79" name="Shape 779"/>
          <p:cNvSpPr txBox="1"/>
          <p:nvPr/>
        </p:nvSpPr>
        <p:spPr>
          <a:xfrm>
            <a:off x="2725409" y="1075539"/>
            <a:ext cx="7525792" cy="769441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lvl="0">
              <a:buSzPct val="25000"/>
            </a:pPr>
            <a:endParaRPr lang="en-US" sz="3600" b="1" dirty="0">
              <a:solidFill>
                <a:srgbClr val="007581"/>
              </a:solidFill>
              <a:latin typeface="Abril Fatface"/>
              <a:ea typeface="Abril Fatface"/>
              <a:cs typeface="Abril Fatface"/>
              <a:sym typeface="Abril Fatface"/>
            </a:endParaRPr>
          </a:p>
        </p:txBody>
      </p:sp>
      <p:sp>
        <p:nvSpPr>
          <p:cNvPr id="780" name="Shape 780"/>
          <p:cNvSpPr txBox="1"/>
          <p:nvPr/>
        </p:nvSpPr>
        <p:spPr>
          <a:xfrm>
            <a:off x="2787530" y="914569"/>
            <a:ext cx="3838675" cy="40010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>
              <a:buSzPct val="25000"/>
            </a:pPr>
            <a:endParaRPr lang="en-US" sz="2000" dirty="0">
              <a:solidFill>
                <a:srgbClr val="575A5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81" name="Shape 781"/>
          <p:cNvSpPr txBox="1"/>
          <p:nvPr/>
        </p:nvSpPr>
        <p:spPr>
          <a:xfrm>
            <a:off x="3864864" y="5498592"/>
            <a:ext cx="184730" cy="369332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200" y="901475"/>
            <a:ext cx="10515600" cy="5275488"/>
          </a:xfrm>
        </p:spPr>
        <p:txBody>
          <a:bodyPr>
            <a:normAutofit/>
          </a:bodyPr>
          <a:lstStyle/>
          <a:p>
            <a:r>
              <a:rPr lang="fr-FR" sz="3600" dirty="0" err="1">
                <a:latin typeface="Arial Black" panose="020B0A04020102020204" pitchFamily="34" charset="0"/>
              </a:rPr>
              <a:t>Inona</a:t>
            </a:r>
            <a:r>
              <a:rPr lang="fr-FR" sz="3600" dirty="0">
                <a:latin typeface="Arial Black" panose="020B0A04020102020204" pitchFamily="34" charset="0"/>
              </a:rPr>
              <a:t> no </a:t>
            </a:r>
            <a:r>
              <a:rPr lang="fr-FR" sz="3600" dirty="0" err="1">
                <a:latin typeface="Arial Black" panose="020B0A04020102020204" pitchFamily="34" charset="0"/>
              </a:rPr>
              <a:t>andininy</a:t>
            </a:r>
            <a:r>
              <a:rPr lang="fr-FR" sz="3600" dirty="0">
                <a:latin typeface="Arial Black" panose="020B0A04020102020204" pitchFamily="34" charset="0"/>
              </a:rPr>
              <a:t> </a:t>
            </a:r>
            <a:r>
              <a:rPr lang="fr-FR" sz="3600" dirty="0" err="1">
                <a:latin typeface="Arial Black" panose="020B0A04020102020204" pitchFamily="34" charset="0"/>
              </a:rPr>
              <a:t>voalohany</a:t>
            </a:r>
            <a:r>
              <a:rPr lang="fr-FR" sz="3600" dirty="0">
                <a:latin typeface="Arial Black" panose="020B0A04020102020204" pitchFamily="34" charset="0"/>
              </a:rPr>
              <a:t> </a:t>
            </a:r>
            <a:r>
              <a:rPr lang="fr-FR" sz="3600" dirty="0" err="1">
                <a:latin typeface="Arial Black" panose="020B0A04020102020204" pitchFamily="34" charset="0"/>
              </a:rPr>
              <a:t>indrindra</a:t>
            </a:r>
            <a:r>
              <a:rPr lang="fr-FR" sz="3600" dirty="0">
                <a:latin typeface="Arial Black" panose="020B0A04020102020204" pitchFamily="34" charset="0"/>
              </a:rPr>
              <a:t> </a:t>
            </a:r>
            <a:r>
              <a:rPr lang="fr-FR" sz="3600" dirty="0" err="1">
                <a:latin typeface="Arial Black" panose="020B0A04020102020204" pitchFamily="34" charset="0"/>
              </a:rPr>
              <a:t>tonga</a:t>
            </a:r>
            <a:r>
              <a:rPr lang="fr-FR" sz="3600" dirty="0">
                <a:latin typeface="Arial Black" panose="020B0A04020102020204" pitchFamily="34" charset="0"/>
              </a:rPr>
              <a:t> </a:t>
            </a:r>
            <a:r>
              <a:rPr lang="fr-FR" sz="3600" dirty="0" err="1">
                <a:latin typeface="Arial Black" panose="020B0A04020102020204" pitchFamily="34" charset="0"/>
              </a:rPr>
              <a:t>ao</a:t>
            </a:r>
            <a:r>
              <a:rPr lang="fr-FR" sz="3600" dirty="0">
                <a:latin typeface="Arial Black" panose="020B0A04020102020204" pitchFamily="34" charset="0"/>
              </a:rPr>
              <a:t> an-</a:t>
            </a:r>
            <a:r>
              <a:rPr lang="fr-FR" sz="3600" dirty="0" err="1">
                <a:latin typeface="Arial Black" panose="020B0A04020102020204" pitchFamily="34" charset="0"/>
              </a:rPr>
              <a:t>tsaintsika</a:t>
            </a:r>
            <a:r>
              <a:rPr lang="fr-FR" sz="3600" dirty="0">
                <a:latin typeface="Arial Black" panose="020B0A04020102020204" pitchFamily="34" charset="0"/>
              </a:rPr>
              <a:t>, </a:t>
            </a:r>
            <a:r>
              <a:rPr lang="fr-FR" sz="3600" dirty="0" err="1">
                <a:latin typeface="Arial Black" panose="020B0A04020102020204" pitchFamily="34" charset="0"/>
              </a:rPr>
              <a:t>amin'ny</a:t>
            </a:r>
            <a:r>
              <a:rPr lang="fr-FR" sz="3600" dirty="0">
                <a:latin typeface="Arial Black" panose="020B0A04020102020204" pitchFamily="34" charset="0"/>
              </a:rPr>
              <a:t> maha-</a:t>
            </a:r>
            <a:r>
              <a:rPr lang="fr-FR" sz="3600" dirty="0" err="1">
                <a:latin typeface="Arial Black" panose="020B0A04020102020204" pitchFamily="34" charset="0"/>
              </a:rPr>
              <a:t>mpanaradia</a:t>
            </a:r>
            <a:r>
              <a:rPr lang="fr-FR" sz="3600" dirty="0">
                <a:latin typeface="Arial Black" panose="020B0A04020102020204" pitchFamily="34" charset="0"/>
              </a:rPr>
              <a:t> </a:t>
            </a:r>
            <a:r>
              <a:rPr lang="fr-FR" sz="3600" dirty="0" err="1">
                <a:latin typeface="Arial Black" panose="020B0A04020102020204" pitchFamily="34" charset="0"/>
              </a:rPr>
              <a:t>an'i</a:t>
            </a:r>
            <a:r>
              <a:rPr lang="fr-FR" sz="3600" dirty="0">
                <a:latin typeface="Arial Black" panose="020B0A04020102020204" pitchFamily="34" charset="0"/>
              </a:rPr>
              <a:t> </a:t>
            </a:r>
            <a:r>
              <a:rPr lang="fr-FR" sz="3600" dirty="0" err="1">
                <a:latin typeface="Arial Black" panose="020B0A04020102020204" pitchFamily="34" charset="0"/>
              </a:rPr>
              <a:t>Jesosy</a:t>
            </a:r>
            <a:r>
              <a:rPr lang="fr-FR" sz="3600" dirty="0">
                <a:latin typeface="Arial Black" panose="020B0A04020102020204" pitchFamily="34" charset="0"/>
              </a:rPr>
              <a:t> </a:t>
            </a:r>
            <a:r>
              <a:rPr lang="fr-FR" sz="3600" dirty="0" err="1">
                <a:latin typeface="Arial Black" panose="020B0A04020102020204" pitchFamily="34" charset="0"/>
              </a:rPr>
              <a:t>antsika</a:t>
            </a:r>
            <a:r>
              <a:rPr lang="fr-FR" sz="3600" dirty="0">
                <a:latin typeface="Arial Black" panose="020B0A04020102020204" pitchFamily="34" charset="0"/>
              </a:rPr>
              <a:t>, </a:t>
            </a:r>
            <a:r>
              <a:rPr lang="fr-FR" sz="3600" dirty="0" err="1">
                <a:latin typeface="Arial Black" panose="020B0A04020102020204" pitchFamily="34" charset="0"/>
              </a:rPr>
              <a:t>rehefa</a:t>
            </a:r>
            <a:r>
              <a:rPr lang="fr-FR" sz="3600" dirty="0">
                <a:latin typeface="Arial Black" panose="020B0A04020102020204" pitchFamily="34" charset="0"/>
              </a:rPr>
              <a:t> </a:t>
            </a:r>
            <a:r>
              <a:rPr lang="fr-FR" sz="3600" dirty="0" err="1">
                <a:latin typeface="Arial Black" panose="020B0A04020102020204" pitchFamily="34" charset="0"/>
              </a:rPr>
              <a:t>miresaka</a:t>
            </a:r>
            <a:r>
              <a:rPr lang="fr-FR" sz="3600" dirty="0">
                <a:latin typeface="Arial Black" panose="020B0A04020102020204" pitchFamily="34" charset="0"/>
              </a:rPr>
              <a:t> </a:t>
            </a:r>
            <a:r>
              <a:rPr lang="fr-FR" sz="3600" dirty="0" err="1">
                <a:latin typeface="Arial Black" panose="020B0A04020102020204" pitchFamily="34" charset="0"/>
              </a:rPr>
              <a:t>momba</a:t>
            </a:r>
            <a:r>
              <a:rPr lang="fr-FR" sz="3600" dirty="0">
                <a:latin typeface="Arial Black" panose="020B0A04020102020204" pitchFamily="34" charset="0"/>
              </a:rPr>
              <a:t> </a:t>
            </a:r>
            <a:r>
              <a:rPr lang="fr-FR" sz="3600" dirty="0" err="1">
                <a:latin typeface="Arial Black" panose="020B0A04020102020204" pitchFamily="34" charset="0"/>
              </a:rPr>
              <a:t>ny</a:t>
            </a:r>
            <a:r>
              <a:rPr lang="fr-FR" sz="3600" dirty="0">
                <a:latin typeface="Arial Black" panose="020B0A04020102020204" pitchFamily="34" charset="0"/>
              </a:rPr>
              <a:t> </a:t>
            </a:r>
            <a:r>
              <a:rPr lang="fr-FR" sz="3600" dirty="0" err="1">
                <a:latin typeface="Arial Black" panose="020B0A04020102020204" pitchFamily="34" charset="0"/>
              </a:rPr>
              <a:t>iraka</a:t>
            </a:r>
            <a:r>
              <a:rPr lang="fr-FR" sz="3600" dirty="0">
                <a:latin typeface="Arial Black" panose="020B0A04020102020204" pitchFamily="34" charset="0"/>
              </a:rPr>
              <a:t> na </a:t>
            </a:r>
            <a:r>
              <a:rPr lang="fr-FR" sz="3600" dirty="0" err="1">
                <a:latin typeface="Arial Black" panose="020B0A04020102020204" pitchFamily="34" charset="0"/>
              </a:rPr>
              <a:t>ny</a:t>
            </a:r>
            <a:r>
              <a:rPr lang="fr-FR" sz="3600" dirty="0">
                <a:latin typeface="Arial Black" panose="020B0A04020102020204" pitchFamily="34" charset="0"/>
              </a:rPr>
              <a:t> </a:t>
            </a:r>
            <a:r>
              <a:rPr lang="fr-FR" sz="3600" dirty="0" err="1">
                <a:latin typeface="Arial Black" panose="020B0A04020102020204" pitchFamily="34" charset="0"/>
              </a:rPr>
              <a:t>fanatrarana</a:t>
            </a:r>
            <a:r>
              <a:rPr lang="fr-FR" sz="3600" dirty="0">
                <a:latin typeface="Arial Black" panose="020B0A04020102020204" pitchFamily="34" charset="0"/>
              </a:rPr>
              <a:t> </a:t>
            </a:r>
            <a:r>
              <a:rPr lang="fr-FR" sz="3600" dirty="0" err="1">
                <a:latin typeface="Arial Black" panose="020B0A04020102020204" pitchFamily="34" charset="0"/>
              </a:rPr>
              <a:t>izao</a:t>
            </a:r>
            <a:r>
              <a:rPr lang="fr-FR" sz="3600" dirty="0">
                <a:latin typeface="Arial Black" panose="020B0A04020102020204" pitchFamily="34" charset="0"/>
              </a:rPr>
              <a:t> </a:t>
            </a:r>
            <a:r>
              <a:rPr lang="fr-FR" sz="3600" dirty="0" err="1">
                <a:latin typeface="Arial Black" panose="020B0A04020102020204" pitchFamily="34" charset="0"/>
              </a:rPr>
              <a:t>tontolo</a:t>
            </a:r>
            <a:r>
              <a:rPr lang="fr-FR" sz="3600" dirty="0">
                <a:latin typeface="Arial Black" panose="020B0A04020102020204" pitchFamily="34" charset="0"/>
              </a:rPr>
              <a:t> </a:t>
            </a:r>
            <a:r>
              <a:rPr lang="fr-FR" sz="3600" dirty="0" err="1">
                <a:latin typeface="Arial Black" panose="020B0A04020102020204" pitchFamily="34" charset="0"/>
              </a:rPr>
              <a:t>izao</a:t>
            </a:r>
            <a:r>
              <a:rPr lang="fr-FR" sz="3600" dirty="0">
                <a:latin typeface="Arial Black" panose="020B0A04020102020204" pitchFamily="34" charset="0"/>
              </a:rPr>
              <a:t> </a:t>
            </a:r>
            <a:r>
              <a:rPr lang="fr-FR" sz="3600" dirty="0" err="1">
                <a:latin typeface="Arial Black" panose="020B0A04020102020204" pitchFamily="34" charset="0"/>
              </a:rPr>
              <a:t>isika</a:t>
            </a:r>
            <a:r>
              <a:rPr lang="fr-FR" sz="3600" dirty="0">
                <a:latin typeface="Arial Black" panose="020B0A04020102020204" pitchFamily="34" charset="0"/>
              </a:rPr>
              <a:t>? </a:t>
            </a:r>
            <a:r>
              <a:rPr lang="fr-FR" sz="3600" dirty="0" err="1">
                <a:latin typeface="Arial Black" panose="020B0A04020102020204" pitchFamily="34" charset="0"/>
              </a:rPr>
              <a:t>Mino</a:t>
            </a:r>
            <a:r>
              <a:rPr lang="fr-FR" sz="3600" dirty="0">
                <a:latin typeface="Arial Black" panose="020B0A04020102020204" pitchFamily="34" charset="0"/>
              </a:rPr>
              <a:t> </a:t>
            </a:r>
            <a:r>
              <a:rPr lang="fr-FR" sz="3600" dirty="0" err="1">
                <a:latin typeface="Arial Black" panose="020B0A04020102020204" pitchFamily="34" charset="0"/>
              </a:rPr>
              <a:t>aho</a:t>
            </a:r>
            <a:r>
              <a:rPr lang="fr-FR" sz="3600" dirty="0">
                <a:latin typeface="Arial Black" panose="020B0A04020102020204" pitchFamily="34" charset="0"/>
              </a:rPr>
              <a:t> fa </a:t>
            </a:r>
            <a:r>
              <a:rPr lang="fr-FR" sz="3600" dirty="0" err="1">
                <a:latin typeface="Arial Black" panose="020B0A04020102020204" pitchFamily="34" charset="0"/>
              </a:rPr>
              <a:t>ny</a:t>
            </a:r>
            <a:r>
              <a:rPr lang="fr-FR" sz="3600" dirty="0">
                <a:latin typeface="Arial Black" panose="020B0A04020102020204" pitchFamily="34" charset="0"/>
              </a:rPr>
              <a:t> </a:t>
            </a:r>
            <a:r>
              <a:rPr lang="fr-FR" sz="3600" dirty="0" err="1">
                <a:latin typeface="Arial Black" panose="020B0A04020102020204" pitchFamily="34" charset="0"/>
              </a:rPr>
              <a:t>zavatra</a:t>
            </a:r>
            <a:r>
              <a:rPr lang="fr-FR" sz="3600" dirty="0">
                <a:latin typeface="Arial Black" panose="020B0A04020102020204" pitchFamily="34" charset="0"/>
              </a:rPr>
              <a:t> </a:t>
            </a:r>
            <a:r>
              <a:rPr lang="fr-FR" sz="3600" dirty="0" err="1">
                <a:latin typeface="Arial Black" panose="020B0A04020102020204" pitchFamily="34" charset="0"/>
              </a:rPr>
              <a:t>nolazain'i</a:t>
            </a:r>
            <a:r>
              <a:rPr lang="fr-FR" sz="3600" dirty="0">
                <a:latin typeface="Arial Black" panose="020B0A04020102020204" pitchFamily="34" charset="0"/>
              </a:rPr>
              <a:t> </a:t>
            </a:r>
            <a:r>
              <a:rPr lang="fr-FR" sz="3600" dirty="0" err="1">
                <a:latin typeface="Arial Black" panose="020B0A04020102020204" pitchFamily="34" charset="0"/>
              </a:rPr>
              <a:t>Jesosy</a:t>
            </a:r>
            <a:r>
              <a:rPr lang="fr-FR" sz="3600" dirty="0">
                <a:latin typeface="Arial Black" panose="020B0A04020102020204" pitchFamily="34" charset="0"/>
              </a:rPr>
              <a:t> </a:t>
            </a:r>
            <a:r>
              <a:rPr lang="fr-FR" sz="3600" dirty="0" err="1">
                <a:latin typeface="Arial Black" panose="020B0A04020102020204" pitchFamily="34" charset="0"/>
              </a:rPr>
              <a:t>talohan'ny</a:t>
            </a:r>
            <a:r>
              <a:rPr lang="fr-FR" sz="3600" dirty="0">
                <a:latin typeface="Arial Black" panose="020B0A04020102020204" pitchFamily="34" charset="0"/>
              </a:rPr>
              <a:t> </a:t>
            </a:r>
            <a:r>
              <a:rPr lang="fr-FR" sz="3600" dirty="0" err="1">
                <a:latin typeface="Arial Black" panose="020B0A04020102020204" pitchFamily="34" charset="0"/>
              </a:rPr>
              <a:t>nandaozany</a:t>
            </a:r>
            <a:r>
              <a:rPr lang="fr-FR" sz="3600" dirty="0">
                <a:latin typeface="Arial Black" panose="020B0A04020102020204" pitchFamily="34" charset="0"/>
              </a:rPr>
              <a:t> </a:t>
            </a:r>
            <a:r>
              <a:rPr lang="fr-FR" sz="3600" dirty="0" err="1">
                <a:latin typeface="Arial Black" panose="020B0A04020102020204" pitchFamily="34" charset="0"/>
              </a:rPr>
              <a:t>ity</a:t>
            </a:r>
            <a:r>
              <a:rPr lang="fr-FR" sz="3600" dirty="0">
                <a:latin typeface="Arial Black" panose="020B0A04020102020204" pitchFamily="34" charset="0"/>
              </a:rPr>
              <a:t> </a:t>
            </a:r>
            <a:r>
              <a:rPr lang="fr-FR" sz="3600" dirty="0" err="1">
                <a:latin typeface="Arial Black" panose="020B0A04020102020204" pitchFamily="34" charset="0"/>
              </a:rPr>
              <a:t>izao</a:t>
            </a:r>
            <a:r>
              <a:rPr lang="fr-FR" sz="3600" dirty="0">
                <a:latin typeface="Arial Black" panose="020B0A04020102020204" pitchFamily="34" charset="0"/>
              </a:rPr>
              <a:t> </a:t>
            </a:r>
            <a:r>
              <a:rPr lang="fr-FR" sz="3600" dirty="0" err="1">
                <a:latin typeface="Arial Black" panose="020B0A04020102020204" pitchFamily="34" charset="0"/>
              </a:rPr>
              <a:t>tontolo</a:t>
            </a:r>
            <a:r>
              <a:rPr lang="fr-FR" sz="3600" dirty="0">
                <a:latin typeface="Arial Black" panose="020B0A04020102020204" pitchFamily="34" charset="0"/>
              </a:rPr>
              <a:t> </a:t>
            </a:r>
            <a:r>
              <a:rPr lang="fr-FR" sz="3600" dirty="0" err="1">
                <a:latin typeface="Arial Black" panose="020B0A04020102020204" pitchFamily="34" charset="0"/>
              </a:rPr>
              <a:t>izao</a:t>
            </a:r>
            <a:r>
              <a:rPr lang="fr-FR" sz="3600" dirty="0">
                <a:latin typeface="Arial Black" panose="020B0A04020102020204" pitchFamily="34" charset="0"/>
              </a:rPr>
              <a:t> </a:t>
            </a:r>
            <a:r>
              <a:rPr lang="fr-FR" sz="3600" dirty="0" err="1">
                <a:latin typeface="Arial Black" panose="020B0A04020102020204" pitchFamily="34" charset="0"/>
              </a:rPr>
              <a:t>ity</a:t>
            </a:r>
            <a:r>
              <a:rPr lang="fr-FR" sz="3600" dirty="0">
                <a:latin typeface="Arial Black" panose="020B0A04020102020204" pitchFamily="34" charset="0"/>
              </a:rPr>
              <a:t> no </a:t>
            </a:r>
            <a:r>
              <a:rPr lang="fr-FR" sz="3600" dirty="0" err="1">
                <a:latin typeface="Arial Black" panose="020B0A04020102020204" pitchFamily="34" charset="0"/>
              </a:rPr>
              <a:t>saintsaininao</a:t>
            </a:r>
            <a:r>
              <a:rPr lang="fr-FR" sz="3600" dirty="0">
                <a:latin typeface="Arial Black" panose="020B0A04020102020204" pitchFamily="34" charset="0"/>
              </a:rPr>
              <a:t> </a:t>
            </a:r>
            <a:r>
              <a:rPr lang="fr-FR" sz="3600" dirty="0" err="1">
                <a:latin typeface="Arial Black" panose="020B0A04020102020204" pitchFamily="34" charset="0"/>
              </a:rPr>
              <a:t>ankehitriny</a:t>
            </a:r>
            <a:r>
              <a:rPr lang="fr-FR" sz="3600" dirty="0">
                <a:latin typeface="Arial Black" panose="020B0A04020102020204" pitchFamily="34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036032024"/>
      </p:ext>
    </p:extLst>
  </p:cSld>
  <p:clrMapOvr>
    <a:masterClrMapping/>
  </p:clrMapOvr>
  <p:transition spd="slow">
    <p:comb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Shape 766"/>
          <p:cNvSpPr/>
          <p:nvPr/>
        </p:nvSpPr>
        <p:spPr>
          <a:xfrm>
            <a:off x="-4313262" y="6406177"/>
            <a:ext cx="10108057" cy="10108057"/>
          </a:xfrm>
          <a:prstGeom prst="ellipse">
            <a:avLst/>
          </a:prstGeom>
          <a:solidFill>
            <a:srgbClr val="F9B000">
              <a:alpha val="95686"/>
            </a:srgbClr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7" name="Shape 767"/>
          <p:cNvSpPr/>
          <p:nvPr/>
        </p:nvSpPr>
        <p:spPr>
          <a:xfrm>
            <a:off x="-5949539" y="4959345"/>
            <a:ext cx="9124295" cy="9124295"/>
          </a:xfrm>
          <a:prstGeom prst="ellipse">
            <a:avLst/>
          </a:prstGeom>
          <a:solidFill>
            <a:srgbClr val="F7BE16">
              <a:alpha val="62745"/>
            </a:srgbClr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Shape 768"/>
          <p:cNvSpPr txBox="1"/>
          <p:nvPr/>
        </p:nvSpPr>
        <p:spPr>
          <a:xfrm>
            <a:off x="8299303" y="6247483"/>
            <a:ext cx="1223412" cy="215443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algn="r">
              <a:buSzPct val="25000"/>
            </a:pPr>
            <a:r>
              <a:rPr lang="en-US" sz="800">
                <a:solidFill>
                  <a:srgbClr val="DF9E00"/>
                </a:solidFill>
                <a:latin typeface="Montserrat"/>
                <a:ea typeface="Montserrat"/>
                <a:cs typeface="Montserrat"/>
                <a:sym typeface="Montserrat"/>
              </a:rPr>
              <a:t>AdventistMission.org</a:t>
            </a:r>
          </a:p>
        </p:txBody>
      </p:sp>
      <p:sp>
        <p:nvSpPr>
          <p:cNvPr id="769" name="Shape 769"/>
          <p:cNvSpPr txBox="1"/>
          <p:nvPr/>
        </p:nvSpPr>
        <p:spPr>
          <a:xfrm>
            <a:off x="8021256" y="6406177"/>
            <a:ext cx="1489509" cy="215443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algn="r">
              <a:buSzPct val="25000"/>
            </a:pPr>
            <a:r>
              <a:rPr lang="en-US" sz="800">
                <a:solidFill>
                  <a:srgbClr val="007581"/>
                </a:solidFill>
                <a:latin typeface="Montserrat"/>
                <a:ea typeface="Montserrat"/>
                <a:cs typeface="Montserrat"/>
                <a:sym typeface="Montserrat"/>
              </a:rPr>
              <a:t> GlobalMissionCenters.org</a:t>
            </a:r>
          </a:p>
        </p:txBody>
      </p:sp>
      <p:sp>
        <p:nvSpPr>
          <p:cNvPr id="770" name="Shape 770"/>
          <p:cNvSpPr/>
          <p:nvPr/>
        </p:nvSpPr>
        <p:spPr>
          <a:xfrm>
            <a:off x="9517506" y="6264614"/>
            <a:ext cx="1478604" cy="348912"/>
          </a:xfrm>
          <a:prstGeom prst="roundRect">
            <a:avLst>
              <a:gd name="adj" fmla="val 16667"/>
            </a:avLst>
          </a:prstGeom>
          <a:solidFill>
            <a:srgbClr val="007581"/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71" name="Shape 77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54546" y="5850022"/>
            <a:ext cx="698500" cy="711435"/>
          </a:xfrm>
          <a:prstGeom prst="rect">
            <a:avLst/>
          </a:prstGeom>
          <a:noFill/>
          <a:ln>
            <a:noFill/>
          </a:ln>
        </p:spPr>
      </p:pic>
      <p:sp>
        <p:nvSpPr>
          <p:cNvPr id="772" name="Shape 772"/>
          <p:cNvSpPr/>
          <p:nvPr/>
        </p:nvSpPr>
        <p:spPr>
          <a:xfrm>
            <a:off x="9510766" y="-4118182"/>
            <a:ext cx="5357727" cy="5357727"/>
          </a:xfrm>
          <a:prstGeom prst="ellipse">
            <a:avLst/>
          </a:prstGeom>
          <a:solidFill>
            <a:srgbClr val="007581">
              <a:alpha val="62745"/>
            </a:srgbClr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Shape 773"/>
          <p:cNvSpPr/>
          <p:nvPr/>
        </p:nvSpPr>
        <p:spPr>
          <a:xfrm>
            <a:off x="7743652" y="-4994505"/>
            <a:ext cx="5357727" cy="5357727"/>
          </a:xfrm>
          <a:prstGeom prst="ellipse">
            <a:avLst/>
          </a:prstGeom>
          <a:solidFill>
            <a:srgbClr val="7DB3BD">
              <a:alpha val="70980"/>
            </a:srgbClr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75" name="Shape 775"/>
          <p:cNvGrpSpPr/>
          <p:nvPr/>
        </p:nvGrpSpPr>
        <p:grpSpPr>
          <a:xfrm>
            <a:off x="2322551" y="1260636"/>
            <a:ext cx="402858" cy="108082"/>
            <a:chOff x="1591866" y="2549518"/>
            <a:chExt cx="402858" cy="108082"/>
          </a:xfrm>
        </p:grpSpPr>
        <p:sp>
          <p:nvSpPr>
            <p:cNvPr id="776" name="Shape 776"/>
            <p:cNvSpPr/>
            <p:nvPr/>
          </p:nvSpPr>
          <p:spPr>
            <a:xfrm>
              <a:off x="1886641" y="2549518"/>
              <a:ext cx="108082" cy="108082"/>
            </a:xfrm>
            <a:prstGeom prst="ellipse">
              <a:avLst/>
            </a:prstGeom>
            <a:solidFill>
              <a:srgbClr val="F46B06"/>
            </a:solidFill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algn="ctr"/>
              <a:endPara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7" name="Shape 777"/>
            <p:cNvSpPr/>
            <p:nvPr/>
          </p:nvSpPr>
          <p:spPr>
            <a:xfrm>
              <a:off x="1591866" y="2549518"/>
              <a:ext cx="108082" cy="108082"/>
            </a:xfrm>
            <a:prstGeom prst="ellipse">
              <a:avLst/>
            </a:prstGeom>
            <a:solidFill>
              <a:srgbClr val="E3DECE"/>
            </a:solidFill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algn="ctr"/>
              <a:endPara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8" name="Shape 778"/>
            <p:cNvSpPr/>
            <p:nvPr/>
          </p:nvSpPr>
          <p:spPr>
            <a:xfrm>
              <a:off x="1739253" y="2549518"/>
              <a:ext cx="108082" cy="108082"/>
            </a:xfrm>
            <a:prstGeom prst="ellipse">
              <a:avLst/>
            </a:prstGeom>
            <a:solidFill>
              <a:srgbClr val="F7BE16"/>
            </a:solidFill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algn="ctr"/>
              <a:endPara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79" name="Shape 779"/>
          <p:cNvSpPr txBox="1"/>
          <p:nvPr/>
        </p:nvSpPr>
        <p:spPr>
          <a:xfrm>
            <a:off x="2725409" y="1075539"/>
            <a:ext cx="7525792" cy="769441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lvl="0">
              <a:buSzPct val="25000"/>
            </a:pPr>
            <a:endParaRPr lang="en-US" sz="3600" b="1" dirty="0">
              <a:solidFill>
                <a:srgbClr val="007581"/>
              </a:solidFill>
              <a:latin typeface="Abril Fatface"/>
              <a:ea typeface="Abril Fatface"/>
              <a:cs typeface="Abril Fatface"/>
              <a:sym typeface="Abril Fatface"/>
            </a:endParaRPr>
          </a:p>
        </p:txBody>
      </p:sp>
      <p:sp>
        <p:nvSpPr>
          <p:cNvPr id="780" name="Shape 780"/>
          <p:cNvSpPr txBox="1"/>
          <p:nvPr/>
        </p:nvSpPr>
        <p:spPr>
          <a:xfrm>
            <a:off x="2787530" y="914569"/>
            <a:ext cx="3838675" cy="40010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>
              <a:buSzPct val="25000"/>
            </a:pPr>
            <a:endParaRPr lang="en-US" sz="2000" dirty="0">
              <a:solidFill>
                <a:srgbClr val="575A5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81" name="Shape 781"/>
          <p:cNvSpPr txBox="1"/>
          <p:nvPr/>
        </p:nvSpPr>
        <p:spPr>
          <a:xfrm>
            <a:off x="3864864" y="5498592"/>
            <a:ext cx="184730" cy="369332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8B8977-A8A6-8847-8321-DCBD87858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400" b="1" dirty="0" smtClean="0"/>
              <a:t>Ilay </a:t>
            </a:r>
            <a:r>
              <a:rPr lang="en-US" sz="5400" b="1" dirty="0" err="1"/>
              <a:t>Iraka</a:t>
            </a:r>
            <a:r>
              <a:rPr lang="en-US" sz="5400" b="1" dirty="0"/>
              <a:t> </a:t>
            </a:r>
            <a:r>
              <a:rPr lang="en-US" sz="5400" b="1" dirty="0" err="1"/>
              <a:t>Lehibe</a:t>
            </a:r>
            <a:endParaRPr lang="en-US" sz="5400" b="1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30E6D8B-C3DC-CD4F-85A8-E49741D4F9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7262"/>
            <a:ext cx="10007009" cy="4732088"/>
          </a:xfrm>
        </p:spPr>
        <p:txBody>
          <a:bodyPr>
            <a:normAutofit/>
          </a:bodyPr>
          <a:lstStyle/>
          <a:p>
            <a:r>
              <a:rPr lang="en-GB" sz="3600" dirty="0"/>
              <a:t>"Koa </a:t>
            </a:r>
            <a:r>
              <a:rPr lang="en-GB" sz="3600" dirty="0" err="1"/>
              <a:t>mandehana</a:t>
            </a:r>
            <a:r>
              <a:rPr lang="en-GB" sz="3600" dirty="0"/>
              <a:t> </a:t>
            </a:r>
            <a:r>
              <a:rPr lang="en-GB" sz="3600" dirty="0" err="1"/>
              <a:t>ianareo</a:t>
            </a:r>
            <a:r>
              <a:rPr lang="en-GB" sz="3600" dirty="0"/>
              <a:t>, </a:t>
            </a:r>
            <a:r>
              <a:rPr lang="en-GB" sz="3600" dirty="0" err="1"/>
              <a:t>dia</a:t>
            </a:r>
            <a:r>
              <a:rPr lang="en-GB" sz="3600" dirty="0"/>
              <a:t> </a:t>
            </a:r>
            <a:r>
              <a:rPr lang="en-GB" sz="3600" dirty="0" err="1"/>
              <a:t>ataovy</a:t>
            </a:r>
            <a:r>
              <a:rPr lang="en-GB" sz="3600" dirty="0"/>
              <a:t> </a:t>
            </a:r>
            <a:r>
              <a:rPr lang="en-GB" sz="3600" dirty="0" err="1"/>
              <a:t>mpianatra</a:t>
            </a:r>
            <a:r>
              <a:rPr lang="en-GB" sz="3600" dirty="0"/>
              <a:t> </a:t>
            </a:r>
            <a:r>
              <a:rPr lang="en-GB" sz="3600" dirty="0" err="1"/>
              <a:t>ny</a:t>
            </a:r>
            <a:r>
              <a:rPr lang="en-GB" sz="3600" dirty="0"/>
              <a:t> </a:t>
            </a:r>
            <a:r>
              <a:rPr lang="en-GB" sz="3600" dirty="0" err="1"/>
              <a:t>firenena</a:t>
            </a:r>
            <a:r>
              <a:rPr lang="en-GB" sz="3600" dirty="0"/>
              <a:t> </a:t>
            </a:r>
            <a:r>
              <a:rPr lang="en-GB" sz="3600" dirty="0" err="1"/>
              <a:t>rehetra</a:t>
            </a:r>
            <a:r>
              <a:rPr lang="en-GB" sz="3600" dirty="0"/>
              <a:t>, </a:t>
            </a:r>
            <a:r>
              <a:rPr lang="en-GB" sz="3600" dirty="0" err="1"/>
              <a:t>manao</a:t>
            </a:r>
            <a:r>
              <a:rPr lang="en-GB" sz="3600" dirty="0"/>
              <a:t> 	</a:t>
            </a:r>
            <a:r>
              <a:rPr lang="en-GB" sz="3600" dirty="0" err="1"/>
              <a:t>batisa</a:t>
            </a:r>
            <a:r>
              <a:rPr lang="en-GB" sz="3600" dirty="0"/>
              <a:t> </a:t>
            </a:r>
            <a:r>
              <a:rPr lang="en-GB" sz="3600" dirty="0" err="1"/>
              <a:t>azy</a:t>
            </a:r>
            <a:r>
              <a:rPr lang="en-GB" sz="3600" dirty="0"/>
              <a:t> </a:t>
            </a:r>
            <a:r>
              <a:rPr lang="en-GB" sz="3600" dirty="0" err="1"/>
              <a:t>ho</a:t>
            </a:r>
            <a:r>
              <a:rPr lang="en-GB" sz="3600" dirty="0"/>
              <a:t> </a:t>
            </a:r>
            <a:r>
              <a:rPr lang="en-GB" sz="3600" dirty="0" err="1"/>
              <a:t>amin'ny</a:t>
            </a:r>
            <a:r>
              <a:rPr lang="en-GB" sz="3600" dirty="0"/>
              <a:t> </a:t>
            </a:r>
            <a:r>
              <a:rPr lang="en-GB" sz="3600" dirty="0" err="1"/>
              <a:t>anaran'ny</a:t>
            </a:r>
            <a:r>
              <a:rPr lang="en-GB" sz="3600" dirty="0"/>
              <a:t> Ray </a:t>
            </a:r>
            <a:r>
              <a:rPr lang="en-GB" sz="3600" dirty="0" err="1"/>
              <a:t>sy</a:t>
            </a:r>
            <a:r>
              <a:rPr lang="en-GB" sz="3600" dirty="0"/>
              <a:t> </a:t>
            </a:r>
            <a:r>
              <a:rPr lang="en-GB" sz="3600" dirty="0" err="1"/>
              <a:t>ny</a:t>
            </a:r>
            <a:r>
              <a:rPr lang="en-GB" sz="3600" dirty="0"/>
              <a:t> </a:t>
            </a:r>
            <a:r>
              <a:rPr lang="en-GB" sz="3600" dirty="0" err="1"/>
              <a:t>Zanaka</a:t>
            </a:r>
            <a:r>
              <a:rPr lang="en-GB" sz="3600" dirty="0"/>
              <a:t> </a:t>
            </a:r>
            <a:r>
              <a:rPr lang="en-GB" sz="3600" dirty="0" err="1"/>
              <a:t>ary</a:t>
            </a:r>
            <a:r>
              <a:rPr lang="en-GB" sz="3600" dirty="0"/>
              <a:t> </a:t>
            </a:r>
            <a:r>
              <a:rPr lang="en-GB" sz="3600" dirty="0" err="1"/>
              <a:t>ny</a:t>
            </a:r>
            <a:r>
              <a:rPr lang="en-GB" sz="3600" dirty="0"/>
              <a:t> </a:t>
            </a:r>
            <a:r>
              <a:rPr lang="en-GB" sz="3600" dirty="0" err="1"/>
              <a:t>Fanahy</a:t>
            </a:r>
            <a:r>
              <a:rPr lang="en-GB" sz="3600" dirty="0"/>
              <a:t> </a:t>
            </a:r>
            <a:r>
              <a:rPr lang="en-GB" sz="3600" dirty="0" err="1"/>
              <a:t>Masina</a:t>
            </a:r>
            <a:r>
              <a:rPr lang="en-GB" sz="3600" dirty="0"/>
              <a:t>, </a:t>
            </a:r>
            <a:r>
              <a:rPr lang="en-GB" sz="3600" dirty="0" err="1"/>
              <a:t>sady</a:t>
            </a:r>
            <a:r>
              <a:rPr lang="en-GB" sz="3600" dirty="0"/>
              <a:t> 	</a:t>
            </a:r>
            <a:r>
              <a:rPr lang="en-GB" sz="3600" dirty="0" err="1"/>
              <a:t>mampianatra</a:t>
            </a:r>
            <a:r>
              <a:rPr lang="en-GB" sz="3600" dirty="0"/>
              <a:t> </a:t>
            </a:r>
            <a:r>
              <a:rPr lang="en-GB" sz="3600" dirty="0" err="1"/>
              <a:t>azy</a:t>
            </a:r>
            <a:r>
              <a:rPr lang="en-GB" sz="3600" dirty="0"/>
              <a:t> </a:t>
            </a:r>
            <a:r>
              <a:rPr lang="en-GB" sz="3600" dirty="0" err="1"/>
              <a:t>hitandrina</a:t>
            </a:r>
            <a:r>
              <a:rPr lang="en-GB" sz="3600" dirty="0"/>
              <a:t> </a:t>
            </a:r>
            <a:r>
              <a:rPr lang="en-GB" sz="3600" dirty="0" err="1"/>
              <a:t>izay</a:t>
            </a:r>
            <a:r>
              <a:rPr lang="en-GB" sz="3600" dirty="0"/>
              <a:t> </a:t>
            </a:r>
            <a:r>
              <a:rPr lang="en-GB" sz="3600" dirty="0" err="1"/>
              <a:t>rehetra</a:t>
            </a:r>
            <a:r>
              <a:rPr lang="en-GB" sz="3600" dirty="0"/>
              <a:t> </a:t>
            </a:r>
            <a:r>
              <a:rPr lang="en-GB" sz="3600" dirty="0" err="1"/>
              <a:t>nandidiako</a:t>
            </a:r>
            <a:r>
              <a:rPr lang="en-GB" sz="3600" dirty="0"/>
              <a:t> </a:t>
            </a:r>
            <a:r>
              <a:rPr lang="en-GB" sz="3600" dirty="0" err="1"/>
              <a:t>anareo</a:t>
            </a:r>
            <a:r>
              <a:rPr lang="en-GB" sz="3600" dirty="0"/>
              <a:t>; </a:t>
            </a:r>
            <a:r>
              <a:rPr lang="en-GB" sz="3600" dirty="0" err="1"/>
              <a:t>ary</a:t>
            </a:r>
            <a:r>
              <a:rPr lang="en-GB" sz="3600" dirty="0"/>
              <a:t>, </a:t>
            </a:r>
            <a:r>
              <a:rPr lang="en-GB" sz="3600" dirty="0" err="1"/>
              <a:t>indro</a:t>
            </a:r>
            <a:r>
              <a:rPr lang="en-GB" sz="3600" dirty="0"/>
              <a:t>, </a:t>
            </a:r>
            <a:r>
              <a:rPr lang="en-GB" sz="3600" dirty="0" err="1"/>
              <a:t>Izaho</a:t>
            </a:r>
            <a:r>
              <a:rPr lang="en-GB" sz="3600" dirty="0"/>
              <a:t> 	</a:t>
            </a:r>
            <a:r>
              <a:rPr lang="en-GB" sz="3600" dirty="0" err="1"/>
              <a:t>momba</a:t>
            </a:r>
            <a:r>
              <a:rPr lang="en-GB" sz="3600" dirty="0"/>
              <a:t> </a:t>
            </a:r>
            <a:r>
              <a:rPr lang="en-GB" sz="3600" dirty="0" err="1"/>
              <a:t>anareo</a:t>
            </a:r>
            <a:r>
              <a:rPr lang="en-GB" sz="3600" dirty="0"/>
              <a:t> </a:t>
            </a:r>
            <a:r>
              <a:rPr lang="en-GB" sz="3600" dirty="0" err="1"/>
              <a:t>mandrakariva</a:t>
            </a:r>
            <a:r>
              <a:rPr lang="en-GB" sz="3600" dirty="0"/>
              <a:t> </a:t>
            </a:r>
            <a:r>
              <a:rPr lang="en-GB" sz="3600" dirty="0" err="1"/>
              <a:t>ambara-pahatongan'ny</a:t>
            </a:r>
            <a:r>
              <a:rPr lang="en-GB" sz="3600" dirty="0"/>
              <a:t> </a:t>
            </a:r>
            <a:r>
              <a:rPr lang="en-GB" sz="3600" dirty="0" err="1"/>
              <a:t>fahataperan'izao</a:t>
            </a:r>
            <a:r>
              <a:rPr lang="en-GB" sz="3600" dirty="0"/>
              <a:t> </a:t>
            </a:r>
            <a:r>
              <a:rPr lang="en-GB" sz="3600" dirty="0" err="1"/>
              <a:t>tontolo</a:t>
            </a:r>
            <a:r>
              <a:rPr lang="en-GB" sz="3600" dirty="0"/>
              <a:t> 	</a:t>
            </a:r>
            <a:r>
              <a:rPr lang="en-GB" sz="3600" dirty="0" err="1"/>
              <a:t>izao</a:t>
            </a:r>
            <a:r>
              <a:rPr lang="en-GB" sz="3600" dirty="0"/>
              <a:t>." (</a:t>
            </a:r>
            <a:r>
              <a:rPr lang="en-GB" sz="3600" dirty="0" err="1"/>
              <a:t>Matio</a:t>
            </a:r>
            <a:r>
              <a:rPr lang="en-GB" sz="3600" dirty="0"/>
              <a:t> 28:19-20)</a:t>
            </a:r>
            <a:endParaRPr lang="en-US" dirty="0"/>
          </a:p>
        </p:txBody>
      </p:sp>
      <p:pic>
        <p:nvPicPr>
          <p:cNvPr id="21" name="Content Placeholder 6" descr="images.jpeg">
            <a:extLst>
              <a:ext uri="{FF2B5EF4-FFF2-40B4-BE49-F238E27FC236}">
                <a16:creationId xmlns:a16="http://schemas.microsoft.com/office/drawing/2014/main" id="{3E5D0E30-BA47-0244-9B25-CD56DC096B0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655" r="21655"/>
          <a:stretch>
            <a:fillRect/>
          </a:stretch>
        </p:blipFill>
        <p:spPr>
          <a:xfrm>
            <a:off x="4093029" y="4746171"/>
            <a:ext cx="3303458" cy="2111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9797403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8200" y="210380"/>
            <a:ext cx="10515600" cy="1294863"/>
          </a:xfrm>
        </p:spPr>
        <p:txBody>
          <a:bodyPr>
            <a:normAutofit/>
          </a:bodyPr>
          <a:lstStyle/>
          <a:p>
            <a:pPr algn="ctr"/>
            <a:r>
              <a:rPr lang="fr-FR" sz="6000" b="1" dirty="0" err="1">
                <a:latin typeface="Arial Black" panose="020B0A04020102020204" pitchFamily="34" charset="0"/>
              </a:rPr>
              <a:t>Ilay</a:t>
            </a:r>
            <a:r>
              <a:rPr lang="fr-FR" sz="6000" b="1" dirty="0">
                <a:latin typeface="Arial Black" panose="020B0A04020102020204" pitchFamily="34" charset="0"/>
              </a:rPr>
              <a:t> </a:t>
            </a:r>
            <a:r>
              <a:rPr lang="fr-FR" sz="6000" b="1" dirty="0" err="1">
                <a:latin typeface="Arial Black" panose="020B0A04020102020204" pitchFamily="34" charset="0"/>
              </a:rPr>
              <a:t>Iraka</a:t>
            </a:r>
            <a:r>
              <a:rPr lang="fr-FR" sz="6000" b="1" dirty="0">
                <a:latin typeface="Arial Black" panose="020B0A04020102020204" pitchFamily="34" charset="0"/>
              </a:rPr>
              <a:t> </a:t>
            </a:r>
            <a:r>
              <a:rPr lang="fr-FR" sz="6000" b="1" dirty="0" err="1">
                <a:latin typeface="Arial Black" panose="020B0A04020102020204" pitchFamily="34" charset="0"/>
              </a:rPr>
              <a:t>Lehibe</a:t>
            </a:r>
            <a:endParaRPr lang="fr-FR" sz="6000" b="1" dirty="0">
              <a:latin typeface="Arial Black" panose="020B0A04020102020204" pitchFamily="34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375459"/>
            <a:ext cx="12192000" cy="4351338"/>
          </a:xfrm>
        </p:spPr>
        <p:txBody>
          <a:bodyPr>
            <a:noAutofit/>
          </a:bodyPr>
          <a:lstStyle/>
          <a:p>
            <a:r>
              <a:rPr lang="fr-FR" sz="2600" dirty="0" err="1">
                <a:latin typeface="Arial Black" panose="020B0A04020102020204" pitchFamily="34" charset="0"/>
              </a:rPr>
              <a:t>Ambaran'io</a:t>
            </a:r>
            <a:r>
              <a:rPr lang="fr-FR" sz="2600" dirty="0">
                <a:latin typeface="Arial Black" panose="020B0A04020102020204" pitchFamily="34" charset="0"/>
              </a:rPr>
              <a:t> </a:t>
            </a:r>
            <a:r>
              <a:rPr lang="fr-FR" sz="2600" dirty="0" err="1">
                <a:latin typeface="Arial Black" panose="020B0A04020102020204" pitchFamily="34" charset="0"/>
              </a:rPr>
              <a:t>andininy</a:t>
            </a:r>
            <a:r>
              <a:rPr lang="fr-FR" sz="2600" dirty="0">
                <a:latin typeface="Arial Black" panose="020B0A04020102020204" pitchFamily="34" charset="0"/>
              </a:rPr>
              <a:t> </a:t>
            </a:r>
            <a:r>
              <a:rPr lang="fr-FR" sz="2600" dirty="0" err="1">
                <a:latin typeface="Arial Black" panose="020B0A04020102020204" pitchFamily="34" charset="0"/>
              </a:rPr>
              <a:t>io</a:t>
            </a:r>
            <a:r>
              <a:rPr lang="fr-FR" sz="2600" dirty="0">
                <a:latin typeface="Arial Black" panose="020B0A04020102020204" pitchFamily="34" charset="0"/>
              </a:rPr>
              <a:t> </a:t>
            </a:r>
            <a:r>
              <a:rPr lang="fr-FR" sz="2600" dirty="0" err="1">
                <a:latin typeface="Arial Black" panose="020B0A04020102020204" pitchFamily="34" charset="0"/>
              </a:rPr>
              <a:t>mazava</a:t>
            </a:r>
            <a:r>
              <a:rPr lang="fr-FR" sz="2600" dirty="0">
                <a:latin typeface="Arial Black" panose="020B0A04020102020204" pitchFamily="34" charset="0"/>
              </a:rPr>
              <a:t> </a:t>
            </a:r>
            <a:r>
              <a:rPr lang="fr-FR" sz="2600" dirty="0" err="1">
                <a:latin typeface="Arial Black" panose="020B0A04020102020204" pitchFamily="34" charset="0"/>
              </a:rPr>
              <a:t>tsara</a:t>
            </a:r>
            <a:r>
              <a:rPr lang="fr-FR" sz="2600" dirty="0">
                <a:latin typeface="Arial Black" panose="020B0A04020102020204" pitchFamily="34" charset="0"/>
              </a:rPr>
              <a:t> fa </a:t>
            </a:r>
            <a:r>
              <a:rPr lang="fr-FR" sz="2600" dirty="0" err="1">
                <a:latin typeface="Arial Black" panose="020B0A04020102020204" pitchFamily="34" charset="0"/>
              </a:rPr>
              <a:t>ny</a:t>
            </a:r>
            <a:r>
              <a:rPr lang="fr-FR" sz="2600" dirty="0">
                <a:latin typeface="Arial Black" panose="020B0A04020102020204" pitchFamily="34" charset="0"/>
              </a:rPr>
              <a:t> </a:t>
            </a:r>
            <a:r>
              <a:rPr lang="fr-FR" sz="2600" dirty="0" err="1">
                <a:latin typeface="Arial Black" panose="020B0A04020102020204" pitchFamily="34" charset="0"/>
              </a:rPr>
              <a:t>hafatr'i</a:t>
            </a:r>
            <a:r>
              <a:rPr lang="fr-FR" sz="2600" dirty="0">
                <a:latin typeface="Arial Black" panose="020B0A04020102020204" pitchFamily="34" charset="0"/>
              </a:rPr>
              <a:t> </a:t>
            </a:r>
            <a:r>
              <a:rPr lang="fr-FR" sz="2600" dirty="0" err="1">
                <a:latin typeface="Arial Black" panose="020B0A04020102020204" pitchFamily="34" charset="0"/>
              </a:rPr>
              <a:t>Jesosy</a:t>
            </a:r>
            <a:r>
              <a:rPr lang="fr-FR" sz="2600" dirty="0">
                <a:latin typeface="Arial Black" panose="020B0A04020102020204" pitchFamily="34" charset="0"/>
              </a:rPr>
              <a:t> dia </a:t>
            </a:r>
            <a:r>
              <a:rPr lang="fr-FR" sz="2600" dirty="0" err="1">
                <a:latin typeface="Arial Black" panose="020B0A04020102020204" pitchFamily="34" charset="0"/>
              </a:rPr>
              <a:t>natao</a:t>
            </a:r>
            <a:r>
              <a:rPr lang="fr-FR" sz="2600" dirty="0">
                <a:latin typeface="Arial Black" panose="020B0A04020102020204" pitchFamily="34" charset="0"/>
              </a:rPr>
              <a:t> ho </a:t>
            </a:r>
            <a:r>
              <a:rPr lang="fr-FR" sz="2600" dirty="0" err="1">
                <a:latin typeface="Arial Black" panose="020B0A04020102020204" pitchFamily="34" charset="0"/>
              </a:rPr>
              <a:t>an'ny</a:t>
            </a:r>
            <a:r>
              <a:rPr lang="fr-FR" sz="2600" dirty="0">
                <a:latin typeface="Arial Black" panose="020B0A04020102020204" pitchFamily="34" charset="0"/>
              </a:rPr>
              <a:t> "</a:t>
            </a:r>
            <a:r>
              <a:rPr lang="fr-FR" sz="2600" dirty="0" err="1">
                <a:latin typeface="Arial Black" panose="020B0A04020102020204" pitchFamily="34" charset="0"/>
              </a:rPr>
              <a:t>firenena</a:t>
            </a:r>
            <a:r>
              <a:rPr lang="fr-FR" sz="2600" dirty="0">
                <a:latin typeface="Arial Black" panose="020B0A04020102020204" pitchFamily="34" charset="0"/>
              </a:rPr>
              <a:t> </a:t>
            </a:r>
            <a:r>
              <a:rPr lang="fr-FR" sz="2600" dirty="0" err="1">
                <a:latin typeface="Arial Black" panose="020B0A04020102020204" pitchFamily="34" charset="0"/>
              </a:rPr>
              <a:t>rehetra</a:t>
            </a:r>
            <a:r>
              <a:rPr lang="fr-FR" sz="2600" dirty="0">
                <a:latin typeface="Arial Black" panose="020B0A04020102020204" pitchFamily="34" charset="0"/>
              </a:rPr>
              <a:t>", </a:t>
            </a:r>
            <a:r>
              <a:rPr lang="fr-FR" sz="2600" dirty="0" err="1">
                <a:latin typeface="Arial Black" panose="020B0A04020102020204" pitchFamily="34" charset="0"/>
              </a:rPr>
              <a:t>ary</a:t>
            </a:r>
            <a:r>
              <a:rPr lang="fr-FR" sz="2600" dirty="0">
                <a:latin typeface="Arial Black" panose="020B0A04020102020204" pitchFamily="34" charset="0"/>
              </a:rPr>
              <a:t> </a:t>
            </a:r>
            <a:r>
              <a:rPr lang="fr-FR" sz="2600" dirty="0" err="1">
                <a:latin typeface="Arial Black" panose="020B0A04020102020204" pitchFamily="34" charset="0"/>
              </a:rPr>
              <a:t>anisan'izany</a:t>
            </a:r>
            <a:r>
              <a:rPr lang="fr-FR" sz="2600" dirty="0">
                <a:latin typeface="Arial Black" panose="020B0A04020102020204" pitchFamily="34" charset="0"/>
              </a:rPr>
              <a:t> </a:t>
            </a:r>
            <a:r>
              <a:rPr lang="fr-FR" sz="2600" dirty="0" err="1">
                <a:latin typeface="Arial Black" panose="020B0A04020102020204" pitchFamily="34" charset="0"/>
              </a:rPr>
              <a:t>ny</a:t>
            </a:r>
            <a:r>
              <a:rPr lang="fr-FR" sz="2600" dirty="0">
                <a:latin typeface="Arial Black" panose="020B0A04020102020204" pitchFamily="34" charset="0"/>
              </a:rPr>
              <a:t> </a:t>
            </a:r>
            <a:r>
              <a:rPr lang="fr-FR" sz="2600" dirty="0" err="1">
                <a:latin typeface="Arial Black" panose="020B0A04020102020204" pitchFamily="34" charset="0"/>
              </a:rPr>
              <a:t>firenena</a:t>
            </a:r>
            <a:r>
              <a:rPr lang="fr-FR" sz="2600" dirty="0">
                <a:latin typeface="Arial Black" panose="020B0A04020102020204" pitchFamily="34" charset="0"/>
              </a:rPr>
              <a:t> Islamo. </a:t>
            </a:r>
            <a:r>
              <a:rPr lang="fr-FR" sz="2600" dirty="0" err="1">
                <a:latin typeface="Arial Black" panose="020B0A04020102020204" pitchFamily="34" charset="0"/>
              </a:rPr>
              <a:t>Koa</a:t>
            </a:r>
            <a:r>
              <a:rPr lang="fr-FR" sz="2600" dirty="0">
                <a:latin typeface="Arial Black" panose="020B0A04020102020204" pitchFamily="34" charset="0"/>
              </a:rPr>
              <a:t> </a:t>
            </a:r>
            <a:r>
              <a:rPr lang="fr-FR" sz="2600" dirty="0" err="1">
                <a:latin typeface="Arial Black" panose="020B0A04020102020204" pitchFamily="34" charset="0"/>
              </a:rPr>
              <a:t>satria</a:t>
            </a:r>
            <a:r>
              <a:rPr lang="fr-FR" sz="2600" dirty="0">
                <a:latin typeface="Arial Black" panose="020B0A04020102020204" pitchFamily="34" charset="0"/>
              </a:rPr>
              <a:t> </a:t>
            </a:r>
            <a:r>
              <a:rPr lang="fr-FR" sz="2600" dirty="0" err="1">
                <a:latin typeface="Arial Black" panose="020B0A04020102020204" pitchFamily="34" charset="0"/>
              </a:rPr>
              <a:t>resahan'io</a:t>
            </a:r>
            <a:r>
              <a:rPr lang="fr-FR" sz="2600" dirty="0">
                <a:latin typeface="Arial Black" panose="020B0A04020102020204" pitchFamily="34" charset="0"/>
              </a:rPr>
              <a:t> </a:t>
            </a:r>
            <a:r>
              <a:rPr lang="fr-FR" sz="2600" dirty="0" err="1">
                <a:latin typeface="Arial Black" panose="020B0A04020102020204" pitchFamily="34" charset="0"/>
              </a:rPr>
              <a:t>andininy</a:t>
            </a:r>
            <a:r>
              <a:rPr lang="fr-FR" sz="2600" dirty="0">
                <a:latin typeface="Arial Black" panose="020B0A04020102020204" pitchFamily="34" charset="0"/>
              </a:rPr>
              <a:t> </a:t>
            </a:r>
            <a:r>
              <a:rPr lang="fr-FR" sz="2600" dirty="0" err="1">
                <a:latin typeface="Arial Black" panose="020B0A04020102020204" pitchFamily="34" charset="0"/>
              </a:rPr>
              <a:t>io</a:t>
            </a:r>
            <a:r>
              <a:rPr lang="fr-FR" sz="2600" dirty="0">
                <a:latin typeface="Arial Black" panose="020B0A04020102020204" pitchFamily="34" charset="0"/>
              </a:rPr>
              <a:t> </a:t>
            </a:r>
            <a:r>
              <a:rPr lang="fr-FR" sz="2600" dirty="0" err="1">
                <a:latin typeface="Arial Black" panose="020B0A04020102020204" pitchFamily="34" charset="0"/>
              </a:rPr>
              <a:t>ihany</a:t>
            </a:r>
            <a:r>
              <a:rPr lang="fr-FR" sz="2600" dirty="0">
                <a:latin typeface="Arial Black" panose="020B0A04020102020204" pitchFamily="34" charset="0"/>
              </a:rPr>
              <a:t> </a:t>
            </a:r>
            <a:r>
              <a:rPr lang="fr-FR" sz="2600" dirty="0" err="1">
                <a:latin typeface="Arial Black" panose="020B0A04020102020204" pitchFamily="34" charset="0"/>
              </a:rPr>
              <a:t>koa</a:t>
            </a:r>
            <a:r>
              <a:rPr lang="fr-FR" sz="2600" dirty="0">
                <a:latin typeface="Arial Black" panose="020B0A04020102020204" pitchFamily="34" charset="0"/>
              </a:rPr>
              <a:t> </a:t>
            </a:r>
            <a:r>
              <a:rPr lang="fr-FR" sz="2600" dirty="0" err="1">
                <a:latin typeface="Arial Black" panose="020B0A04020102020204" pitchFamily="34" charset="0"/>
              </a:rPr>
              <a:t>izany</a:t>
            </a:r>
            <a:r>
              <a:rPr lang="fr-FR" sz="2600" dirty="0">
                <a:latin typeface="Arial Black" panose="020B0A04020102020204" pitchFamily="34" charset="0"/>
              </a:rPr>
              <a:t> </a:t>
            </a:r>
            <a:r>
              <a:rPr lang="fr-FR" sz="2600" dirty="0" err="1">
                <a:latin typeface="Arial Black" panose="020B0A04020102020204" pitchFamily="34" charset="0"/>
              </a:rPr>
              <a:t>ny</a:t>
            </a:r>
            <a:r>
              <a:rPr lang="fr-FR" sz="2600" dirty="0">
                <a:latin typeface="Arial Black" panose="020B0A04020102020204" pitchFamily="34" charset="0"/>
              </a:rPr>
              <a:t> </a:t>
            </a:r>
            <a:r>
              <a:rPr lang="fr-FR" sz="2600" dirty="0" err="1">
                <a:latin typeface="Arial Black" panose="020B0A04020102020204" pitchFamily="34" charset="0"/>
              </a:rPr>
              <a:t>fiezahana</a:t>
            </a:r>
            <a:r>
              <a:rPr lang="fr-FR" sz="2600" dirty="0">
                <a:latin typeface="Arial Black" panose="020B0A04020102020204" pitchFamily="34" charset="0"/>
              </a:rPr>
              <a:t> </a:t>
            </a:r>
            <a:r>
              <a:rPr lang="fr-FR" sz="2600" dirty="0" err="1">
                <a:latin typeface="Arial Black" panose="020B0A04020102020204" pitchFamily="34" charset="0"/>
              </a:rPr>
              <a:t>mifandray</a:t>
            </a:r>
            <a:r>
              <a:rPr lang="fr-FR" sz="2600" dirty="0">
                <a:latin typeface="Arial Black" panose="020B0A04020102020204" pitchFamily="34" charset="0"/>
              </a:rPr>
              <a:t> </a:t>
            </a:r>
            <a:r>
              <a:rPr lang="fr-FR" sz="2600" dirty="0" err="1">
                <a:latin typeface="Arial Black" panose="020B0A04020102020204" pitchFamily="34" charset="0"/>
              </a:rPr>
              <a:t>amin'ny</a:t>
            </a:r>
            <a:r>
              <a:rPr lang="fr-FR" sz="2600" dirty="0">
                <a:latin typeface="Arial Black" panose="020B0A04020102020204" pitchFamily="34" charset="0"/>
              </a:rPr>
              <a:t> </a:t>
            </a:r>
            <a:r>
              <a:rPr lang="fr-FR" sz="2600" dirty="0" err="1">
                <a:latin typeface="Arial Black" panose="020B0A04020102020204" pitchFamily="34" charset="0"/>
              </a:rPr>
              <a:t>mpino</a:t>
            </a:r>
            <a:r>
              <a:rPr lang="fr-FR" sz="2600" dirty="0">
                <a:latin typeface="Arial Black" panose="020B0A04020102020204" pitchFamily="34" charset="0"/>
              </a:rPr>
              <a:t> Islamo, dia </a:t>
            </a:r>
            <a:r>
              <a:rPr lang="fr-FR" sz="2600" dirty="0" err="1">
                <a:solidFill>
                  <a:srgbClr val="FF0000"/>
                </a:solidFill>
                <a:latin typeface="Arial Black" panose="020B0A04020102020204" pitchFamily="34" charset="0"/>
              </a:rPr>
              <a:t>inona</a:t>
            </a:r>
            <a:r>
              <a:rPr lang="fr-FR" sz="2600" dirty="0">
                <a:solidFill>
                  <a:srgbClr val="FF0000"/>
                </a:solidFill>
                <a:latin typeface="Arial Black" panose="020B0A04020102020204" pitchFamily="34" charset="0"/>
              </a:rPr>
              <a:t> no </a:t>
            </a:r>
            <a:r>
              <a:rPr lang="fr-FR" sz="2600" dirty="0" err="1">
                <a:solidFill>
                  <a:srgbClr val="FF0000"/>
                </a:solidFill>
                <a:latin typeface="Arial Black" panose="020B0A04020102020204" pitchFamily="34" charset="0"/>
              </a:rPr>
              <a:t>ezaka</a:t>
            </a:r>
            <a:r>
              <a:rPr lang="fr-FR" sz="2600" dirty="0">
                <a:solidFill>
                  <a:srgbClr val="FF0000"/>
                </a:solidFill>
                <a:latin typeface="Arial Black" panose="020B0A04020102020204" pitchFamily="34" charset="0"/>
              </a:rPr>
              <a:t> </a:t>
            </a:r>
            <a:r>
              <a:rPr lang="fr-FR" sz="2600" dirty="0" err="1">
                <a:solidFill>
                  <a:srgbClr val="FF0000"/>
                </a:solidFill>
                <a:latin typeface="Arial Black" panose="020B0A04020102020204" pitchFamily="34" charset="0"/>
              </a:rPr>
              <a:t>efa</a:t>
            </a:r>
            <a:r>
              <a:rPr lang="fr-FR" sz="2600" dirty="0">
                <a:solidFill>
                  <a:srgbClr val="FF0000"/>
                </a:solidFill>
                <a:latin typeface="Arial Black" panose="020B0A04020102020204" pitchFamily="34" charset="0"/>
              </a:rPr>
              <a:t> </a:t>
            </a:r>
            <a:r>
              <a:rPr lang="fr-FR" sz="2600" dirty="0" err="1">
                <a:solidFill>
                  <a:srgbClr val="FF0000"/>
                </a:solidFill>
                <a:latin typeface="Arial Black" panose="020B0A04020102020204" pitchFamily="34" charset="0"/>
              </a:rPr>
              <a:t>nataontsika</a:t>
            </a:r>
            <a:r>
              <a:rPr lang="fr-FR" sz="2600" dirty="0">
                <a:solidFill>
                  <a:srgbClr val="FF0000"/>
                </a:solidFill>
                <a:latin typeface="Arial Black" panose="020B0A04020102020204" pitchFamily="34" charset="0"/>
              </a:rPr>
              <a:t> </a:t>
            </a:r>
            <a:r>
              <a:rPr lang="fr-FR" sz="2600" dirty="0" err="1">
                <a:solidFill>
                  <a:srgbClr val="FF0000"/>
                </a:solidFill>
                <a:latin typeface="Arial Black" panose="020B0A04020102020204" pitchFamily="34" charset="0"/>
              </a:rPr>
              <a:t>amin'ny</a:t>
            </a:r>
            <a:r>
              <a:rPr lang="fr-FR" sz="2600" dirty="0">
                <a:solidFill>
                  <a:srgbClr val="FF0000"/>
                </a:solidFill>
                <a:latin typeface="Arial Black" panose="020B0A04020102020204" pitchFamily="34" charset="0"/>
              </a:rPr>
              <a:t> maha-</a:t>
            </a:r>
            <a:r>
              <a:rPr lang="fr-FR" sz="2600" dirty="0" err="1">
                <a:solidFill>
                  <a:srgbClr val="FF0000"/>
                </a:solidFill>
                <a:latin typeface="Arial Black" panose="020B0A04020102020204" pitchFamily="34" charset="0"/>
              </a:rPr>
              <a:t>fiangonana</a:t>
            </a:r>
            <a:r>
              <a:rPr lang="fr-FR" sz="2600" dirty="0">
                <a:solidFill>
                  <a:srgbClr val="FF0000"/>
                </a:solidFill>
                <a:latin typeface="Arial Black" panose="020B0A04020102020204" pitchFamily="34" charset="0"/>
              </a:rPr>
              <a:t> </a:t>
            </a:r>
            <a:r>
              <a:rPr lang="fr-FR" sz="2600" dirty="0" err="1">
                <a:solidFill>
                  <a:srgbClr val="FF0000"/>
                </a:solidFill>
                <a:latin typeface="Arial Black" panose="020B0A04020102020204" pitchFamily="34" charset="0"/>
              </a:rPr>
              <a:t>manerantany</a:t>
            </a:r>
            <a:r>
              <a:rPr lang="fr-FR" sz="2600" dirty="0">
                <a:solidFill>
                  <a:srgbClr val="FF0000"/>
                </a:solidFill>
                <a:latin typeface="Arial Black" panose="020B0A04020102020204" pitchFamily="34" charset="0"/>
              </a:rPr>
              <a:t> </a:t>
            </a:r>
            <a:r>
              <a:rPr lang="fr-FR" sz="2600" dirty="0" err="1">
                <a:solidFill>
                  <a:srgbClr val="FF0000"/>
                </a:solidFill>
                <a:latin typeface="Arial Black" panose="020B0A04020102020204" pitchFamily="34" charset="0"/>
              </a:rPr>
              <a:t>antsika</a:t>
            </a:r>
            <a:r>
              <a:rPr lang="fr-FR" sz="2600" dirty="0">
                <a:solidFill>
                  <a:srgbClr val="FF0000"/>
                </a:solidFill>
                <a:latin typeface="Arial Black" panose="020B0A04020102020204" pitchFamily="34" charset="0"/>
              </a:rPr>
              <a:t>, </a:t>
            </a:r>
            <a:r>
              <a:rPr lang="fr-FR" sz="2600" dirty="0" err="1">
                <a:solidFill>
                  <a:srgbClr val="FF0000"/>
                </a:solidFill>
                <a:latin typeface="Arial Black" panose="020B0A04020102020204" pitchFamily="34" charset="0"/>
              </a:rPr>
              <a:t>amin'ny</a:t>
            </a:r>
            <a:r>
              <a:rPr lang="fr-FR" sz="2600" dirty="0">
                <a:solidFill>
                  <a:srgbClr val="FF0000"/>
                </a:solidFill>
                <a:latin typeface="Arial Black" panose="020B0A04020102020204" pitchFamily="34" charset="0"/>
              </a:rPr>
              <a:t> </a:t>
            </a:r>
            <a:r>
              <a:rPr lang="fr-FR" sz="2600" dirty="0" err="1">
                <a:solidFill>
                  <a:srgbClr val="FF0000"/>
                </a:solidFill>
                <a:latin typeface="Arial Black" panose="020B0A04020102020204" pitchFamily="34" charset="0"/>
              </a:rPr>
              <a:t>fanatrarana</a:t>
            </a:r>
            <a:r>
              <a:rPr lang="fr-FR" sz="2600" dirty="0">
                <a:solidFill>
                  <a:srgbClr val="FF0000"/>
                </a:solidFill>
                <a:latin typeface="Arial Black" panose="020B0A04020102020204" pitchFamily="34" charset="0"/>
              </a:rPr>
              <a:t> </a:t>
            </a:r>
            <a:r>
              <a:rPr lang="fr-FR" sz="2600" dirty="0" err="1">
                <a:solidFill>
                  <a:srgbClr val="FF0000"/>
                </a:solidFill>
                <a:latin typeface="Arial Black" panose="020B0A04020102020204" pitchFamily="34" charset="0"/>
              </a:rPr>
              <a:t>ireo</a:t>
            </a:r>
            <a:r>
              <a:rPr lang="fr-FR" sz="2600" dirty="0">
                <a:solidFill>
                  <a:srgbClr val="FF0000"/>
                </a:solidFill>
                <a:latin typeface="Arial Black" panose="020B0A04020102020204" pitchFamily="34" charset="0"/>
              </a:rPr>
              <a:t> </a:t>
            </a:r>
            <a:r>
              <a:rPr lang="fr-FR" sz="2600" dirty="0" err="1">
                <a:solidFill>
                  <a:srgbClr val="FF0000"/>
                </a:solidFill>
                <a:latin typeface="Arial Black" panose="020B0A04020102020204" pitchFamily="34" charset="0"/>
              </a:rPr>
              <a:t>fiarahamonina</a:t>
            </a:r>
            <a:r>
              <a:rPr lang="fr-FR" sz="2600" dirty="0">
                <a:solidFill>
                  <a:srgbClr val="FF0000"/>
                </a:solidFill>
                <a:latin typeface="Arial Black" panose="020B0A04020102020204" pitchFamily="34" charset="0"/>
              </a:rPr>
              <a:t> Islamo </a:t>
            </a:r>
            <a:r>
              <a:rPr lang="fr-FR" sz="2600" dirty="0" err="1">
                <a:solidFill>
                  <a:srgbClr val="FF0000"/>
                </a:solidFill>
                <a:latin typeface="Arial Black" panose="020B0A04020102020204" pitchFamily="34" charset="0"/>
              </a:rPr>
              <a:t>manodidina</a:t>
            </a:r>
            <a:r>
              <a:rPr lang="fr-FR" sz="2600" dirty="0">
                <a:solidFill>
                  <a:srgbClr val="FF0000"/>
                </a:solidFill>
                <a:latin typeface="Arial Black" panose="020B0A04020102020204" pitchFamily="34" charset="0"/>
              </a:rPr>
              <a:t> </a:t>
            </a:r>
            <a:r>
              <a:rPr lang="fr-FR" sz="2600" dirty="0" err="1">
                <a:solidFill>
                  <a:srgbClr val="FF0000"/>
                </a:solidFill>
                <a:latin typeface="Arial Black" panose="020B0A04020102020204" pitchFamily="34" charset="0"/>
              </a:rPr>
              <a:t>antsika</a:t>
            </a:r>
            <a:r>
              <a:rPr lang="fr-FR" sz="2600" dirty="0">
                <a:solidFill>
                  <a:srgbClr val="FF0000"/>
                </a:solidFill>
                <a:latin typeface="Arial Black" panose="020B0A04020102020204" pitchFamily="34" charset="0"/>
              </a:rPr>
              <a:t>? </a:t>
            </a:r>
            <a:r>
              <a:rPr lang="fr-FR" sz="2600" dirty="0" err="1">
                <a:latin typeface="Arial Black" panose="020B0A04020102020204" pitchFamily="34" charset="0"/>
              </a:rPr>
              <a:t>Raha</a:t>
            </a:r>
            <a:r>
              <a:rPr lang="fr-FR" sz="2600" dirty="0">
                <a:latin typeface="Arial Black" panose="020B0A04020102020204" pitchFamily="34" charset="0"/>
              </a:rPr>
              <a:t> </a:t>
            </a:r>
            <a:r>
              <a:rPr lang="fr-FR" sz="2600" dirty="0" err="1">
                <a:latin typeface="Arial Black" panose="020B0A04020102020204" pitchFamily="34" charset="0"/>
              </a:rPr>
              <a:t>lazaina</a:t>
            </a:r>
            <a:r>
              <a:rPr lang="fr-FR" sz="2600" dirty="0">
                <a:latin typeface="Arial Black" panose="020B0A04020102020204" pitchFamily="34" charset="0"/>
              </a:rPr>
              <a:t> </a:t>
            </a:r>
            <a:r>
              <a:rPr lang="fr-FR" sz="2600" dirty="0" err="1">
                <a:latin typeface="Arial Black" panose="020B0A04020102020204" pitchFamily="34" charset="0"/>
              </a:rPr>
              <a:t>amin'ny</a:t>
            </a:r>
            <a:r>
              <a:rPr lang="fr-FR" sz="2600" dirty="0">
                <a:latin typeface="Arial Black" panose="020B0A04020102020204" pitchFamily="34" charset="0"/>
              </a:rPr>
              <a:t> </a:t>
            </a:r>
            <a:r>
              <a:rPr lang="fr-FR" sz="2600" dirty="0" err="1">
                <a:latin typeface="Arial Black" panose="020B0A04020102020204" pitchFamily="34" charset="0"/>
              </a:rPr>
              <a:t>teny</a:t>
            </a:r>
            <a:r>
              <a:rPr lang="fr-FR" sz="2600" dirty="0">
                <a:latin typeface="Arial Black" panose="020B0A04020102020204" pitchFamily="34" charset="0"/>
              </a:rPr>
              <a:t> </a:t>
            </a:r>
            <a:r>
              <a:rPr lang="fr-FR" sz="2600" dirty="0" err="1">
                <a:latin typeface="Arial Black" panose="020B0A04020102020204" pitchFamily="34" charset="0"/>
              </a:rPr>
              <a:t>hafa</a:t>
            </a:r>
            <a:r>
              <a:rPr lang="fr-FR" sz="2600" dirty="0">
                <a:latin typeface="Arial Black" panose="020B0A04020102020204" pitchFamily="34" charset="0"/>
              </a:rPr>
              <a:t> dia </a:t>
            </a:r>
            <a:r>
              <a:rPr lang="fr-FR" sz="2600" dirty="0" err="1">
                <a:latin typeface="Arial Black" panose="020B0A04020102020204" pitchFamily="34" charset="0"/>
              </a:rPr>
              <a:t>izao</a:t>
            </a:r>
            <a:r>
              <a:rPr lang="fr-FR" sz="2600" dirty="0">
                <a:latin typeface="Arial Black" panose="020B0A04020102020204" pitchFamily="34" charset="0"/>
              </a:rPr>
              <a:t>: </a:t>
            </a:r>
            <a:r>
              <a:rPr lang="fr-FR" sz="2600" dirty="0" err="1">
                <a:solidFill>
                  <a:srgbClr val="FF0000"/>
                </a:solidFill>
                <a:latin typeface="Arial Black" panose="020B0A04020102020204" pitchFamily="34" charset="0"/>
              </a:rPr>
              <a:t>Inona</a:t>
            </a:r>
            <a:r>
              <a:rPr lang="fr-FR" sz="2600" dirty="0">
                <a:solidFill>
                  <a:srgbClr val="FF0000"/>
                </a:solidFill>
                <a:latin typeface="Arial Black" panose="020B0A04020102020204" pitchFamily="34" charset="0"/>
              </a:rPr>
              <a:t> no </a:t>
            </a:r>
            <a:r>
              <a:rPr lang="fr-FR" sz="2600" dirty="0" err="1">
                <a:solidFill>
                  <a:srgbClr val="FF0000"/>
                </a:solidFill>
                <a:latin typeface="Arial Black" panose="020B0A04020102020204" pitchFamily="34" charset="0"/>
              </a:rPr>
              <a:t>nataon'ny</a:t>
            </a:r>
            <a:r>
              <a:rPr lang="fr-FR" sz="2600" dirty="0">
                <a:solidFill>
                  <a:srgbClr val="FF0000"/>
                </a:solidFill>
                <a:latin typeface="Arial Black" panose="020B0A04020102020204" pitchFamily="34" charset="0"/>
              </a:rPr>
              <a:t> </a:t>
            </a:r>
            <a:r>
              <a:rPr lang="fr-FR" sz="2600" dirty="0" err="1">
                <a:solidFill>
                  <a:srgbClr val="FF0000"/>
                </a:solidFill>
                <a:latin typeface="Arial Black" panose="020B0A04020102020204" pitchFamily="34" charset="0"/>
              </a:rPr>
              <a:t>fiangonanao</a:t>
            </a:r>
            <a:r>
              <a:rPr lang="fr-FR" sz="2600" dirty="0">
                <a:solidFill>
                  <a:srgbClr val="FF0000"/>
                </a:solidFill>
                <a:latin typeface="Arial Black" panose="020B0A04020102020204" pitchFamily="34" charset="0"/>
              </a:rPr>
              <a:t> </a:t>
            </a:r>
            <a:r>
              <a:rPr lang="fr-FR" sz="2600" dirty="0" err="1">
                <a:solidFill>
                  <a:srgbClr val="FF0000"/>
                </a:solidFill>
                <a:latin typeface="Arial Black" panose="020B0A04020102020204" pitchFamily="34" charset="0"/>
              </a:rPr>
              <a:t>teo</a:t>
            </a:r>
            <a:r>
              <a:rPr lang="fr-FR" sz="2600" dirty="0">
                <a:solidFill>
                  <a:srgbClr val="FF0000"/>
                </a:solidFill>
                <a:latin typeface="Arial Black" panose="020B0A04020102020204" pitchFamily="34" charset="0"/>
              </a:rPr>
              <a:t> </a:t>
            </a:r>
            <a:r>
              <a:rPr lang="fr-FR" sz="2600" dirty="0" err="1">
                <a:solidFill>
                  <a:srgbClr val="FF0000"/>
                </a:solidFill>
                <a:latin typeface="Arial Black" panose="020B0A04020102020204" pitchFamily="34" charset="0"/>
              </a:rPr>
              <a:t>amin'ny</a:t>
            </a:r>
            <a:r>
              <a:rPr lang="fr-FR" sz="2600" dirty="0">
                <a:solidFill>
                  <a:srgbClr val="FF0000"/>
                </a:solidFill>
                <a:latin typeface="Arial Black" panose="020B0A04020102020204" pitchFamily="34" charset="0"/>
              </a:rPr>
              <a:t> </a:t>
            </a:r>
            <a:r>
              <a:rPr lang="fr-FR" sz="2600" dirty="0" err="1">
                <a:solidFill>
                  <a:srgbClr val="FF0000"/>
                </a:solidFill>
                <a:latin typeface="Arial Black" panose="020B0A04020102020204" pitchFamily="34" charset="0"/>
              </a:rPr>
              <a:t>tanàna</a:t>
            </a:r>
            <a:r>
              <a:rPr lang="fr-FR" sz="2600" dirty="0">
                <a:solidFill>
                  <a:srgbClr val="FF0000"/>
                </a:solidFill>
                <a:latin typeface="Arial Black" panose="020B0A04020102020204" pitchFamily="34" charset="0"/>
              </a:rPr>
              <a:t> </a:t>
            </a:r>
            <a:r>
              <a:rPr lang="fr-FR" sz="2600" dirty="0" err="1">
                <a:solidFill>
                  <a:srgbClr val="FF0000"/>
                </a:solidFill>
                <a:latin typeface="Arial Black" panose="020B0A04020102020204" pitchFamily="34" charset="0"/>
              </a:rPr>
              <a:t>misy</a:t>
            </a:r>
            <a:r>
              <a:rPr lang="fr-FR" sz="2600" dirty="0">
                <a:solidFill>
                  <a:srgbClr val="FF0000"/>
                </a:solidFill>
                <a:latin typeface="Arial Black" panose="020B0A04020102020204" pitchFamily="34" charset="0"/>
              </a:rPr>
              <a:t> </a:t>
            </a:r>
            <a:r>
              <a:rPr lang="fr-FR" sz="2600" dirty="0" err="1">
                <a:solidFill>
                  <a:srgbClr val="FF0000"/>
                </a:solidFill>
                <a:latin typeface="Arial Black" panose="020B0A04020102020204" pitchFamily="34" charset="0"/>
              </a:rPr>
              <a:t>anao</a:t>
            </a:r>
            <a:r>
              <a:rPr lang="fr-FR" sz="2600" dirty="0">
                <a:solidFill>
                  <a:srgbClr val="FF0000"/>
                </a:solidFill>
                <a:latin typeface="Arial Black" panose="020B0A04020102020204" pitchFamily="34" charset="0"/>
              </a:rPr>
              <a:t>, ho </a:t>
            </a:r>
            <a:r>
              <a:rPr lang="fr-FR" sz="2600" dirty="0" err="1">
                <a:solidFill>
                  <a:srgbClr val="FF0000"/>
                </a:solidFill>
                <a:latin typeface="Arial Black" panose="020B0A04020102020204" pitchFamily="34" charset="0"/>
              </a:rPr>
              <a:t>fanatrarana</a:t>
            </a:r>
            <a:r>
              <a:rPr lang="fr-FR" sz="2600" dirty="0">
                <a:solidFill>
                  <a:srgbClr val="FF0000"/>
                </a:solidFill>
                <a:latin typeface="Arial Black" panose="020B0A04020102020204" pitchFamily="34" charset="0"/>
              </a:rPr>
              <a:t> </a:t>
            </a:r>
            <a:r>
              <a:rPr lang="fr-FR" sz="2600" dirty="0" err="1">
                <a:solidFill>
                  <a:srgbClr val="FF0000"/>
                </a:solidFill>
                <a:latin typeface="Arial Black" panose="020B0A04020102020204" pitchFamily="34" charset="0"/>
              </a:rPr>
              <a:t>ny</a:t>
            </a:r>
            <a:r>
              <a:rPr lang="fr-FR" sz="2600" dirty="0">
                <a:solidFill>
                  <a:srgbClr val="FF0000"/>
                </a:solidFill>
                <a:latin typeface="Arial Black" panose="020B0A04020102020204" pitchFamily="34" charset="0"/>
              </a:rPr>
              <a:t> </a:t>
            </a:r>
            <a:r>
              <a:rPr lang="fr-FR" sz="2600" dirty="0" err="1">
                <a:solidFill>
                  <a:srgbClr val="FF0000"/>
                </a:solidFill>
                <a:latin typeface="Arial Black" panose="020B0A04020102020204" pitchFamily="34" charset="0"/>
              </a:rPr>
              <a:t>mpino</a:t>
            </a:r>
            <a:r>
              <a:rPr lang="fr-FR" sz="2600" dirty="0">
                <a:solidFill>
                  <a:srgbClr val="FF0000"/>
                </a:solidFill>
                <a:latin typeface="Arial Black" panose="020B0A04020102020204" pitchFamily="34" charset="0"/>
              </a:rPr>
              <a:t> Islamo?</a:t>
            </a:r>
            <a:r>
              <a:rPr lang="fr-FR" sz="2600" dirty="0">
                <a:latin typeface="Arial Black" panose="020B0A04020102020204" pitchFamily="34" charset="0"/>
              </a:rPr>
              <a:t> </a:t>
            </a:r>
            <a:r>
              <a:rPr lang="fr-FR" sz="2600" dirty="0" err="1">
                <a:latin typeface="Arial Black" panose="020B0A04020102020204" pitchFamily="34" charset="0"/>
              </a:rPr>
              <a:t>Raha</a:t>
            </a:r>
            <a:r>
              <a:rPr lang="fr-FR" sz="2600" dirty="0">
                <a:latin typeface="Arial Black" panose="020B0A04020102020204" pitchFamily="34" charset="0"/>
              </a:rPr>
              <a:t> </a:t>
            </a:r>
            <a:r>
              <a:rPr lang="fr-FR" sz="2600" dirty="0" err="1">
                <a:latin typeface="Arial Black" panose="020B0A04020102020204" pitchFamily="34" charset="0"/>
              </a:rPr>
              <a:t>toa</a:t>
            </a:r>
            <a:r>
              <a:rPr lang="fr-FR" sz="2600" dirty="0">
                <a:latin typeface="Arial Black" panose="020B0A04020102020204" pitchFamily="34" charset="0"/>
              </a:rPr>
              <a:t> ka </a:t>
            </a:r>
            <a:r>
              <a:rPr lang="fr-FR" sz="2600" dirty="0" err="1">
                <a:latin typeface="Arial Black" panose="020B0A04020102020204" pitchFamily="34" charset="0"/>
              </a:rPr>
              <a:t>misy</a:t>
            </a:r>
            <a:r>
              <a:rPr lang="fr-FR" sz="2600" dirty="0">
                <a:latin typeface="Arial Black" panose="020B0A04020102020204" pitchFamily="34" charset="0"/>
              </a:rPr>
              <a:t> </a:t>
            </a:r>
            <a:r>
              <a:rPr lang="fr-FR" sz="2600" dirty="0" err="1">
                <a:latin typeface="Arial Black" panose="020B0A04020102020204" pitchFamily="34" charset="0"/>
              </a:rPr>
              <a:t>mpino</a:t>
            </a:r>
            <a:r>
              <a:rPr lang="fr-FR" sz="2600" dirty="0">
                <a:latin typeface="Arial Black" panose="020B0A04020102020204" pitchFamily="34" charset="0"/>
              </a:rPr>
              <a:t> Islamo </a:t>
            </a:r>
            <a:r>
              <a:rPr lang="fr-FR" sz="2600" dirty="0" err="1">
                <a:latin typeface="Arial Black" panose="020B0A04020102020204" pitchFamily="34" charset="0"/>
              </a:rPr>
              <a:t>mipetraka</a:t>
            </a:r>
            <a:r>
              <a:rPr lang="fr-FR" sz="2600" dirty="0">
                <a:latin typeface="Arial Black" panose="020B0A04020102020204" pitchFamily="34" charset="0"/>
              </a:rPr>
              <a:t> </a:t>
            </a:r>
            <a:r>
              <a:rPr lang="fr-FR" sz="2600" dirty="0" err="1">
                <a:latin typeface="Arial Black" panose="020B0A04020102020204" pitchFamily="34" charset="0"/>
              </a:rPr>
              <a:t>eo</a:t>
            </a:r>
            <a:r>
              <a:rPr lang="fr-FR" sz="2600" dirty="0">
                <a:latin typeface="Arial Black" panose="020B0A04020102020204" pitchFamily="34" charset="0"/>
              </a:rPr>
              <a:t> </a:t>
            </a:r>
            <a:r>
              <a:rPr lang="fr-FR" sz="2600" dirty="0" err="1">
                <a:latin typeface="Arial Black" panose="020B0A04020102020204" pitchFamily="34" charset="0"/>
              </a:rPr>
              <a:t>akaiky</a:t>
            </a:r>
            <a:r>
              <a:rPr lang="fr-FR" sz="2600" dirty="0">
                <a:latin typeface="Arial Black" panose="020B0A04020102020204" pitchFamily="34" charset="0"/>
              </a:rPr>
              <a:t> na </a:t>
            </a:r>
            <a:r>
              <a:rPr lang="fr-FR" sz="2600" dirty="0" err="1">
                <a:latin typeface="Arial Black" panose="020B0A04020102020204" pitchFamily="34" charset="0"/>
              </a:rPr>
              <a:t>manodidina</a:t>
            </a:r>
            <a:r>
              <a:rPr lang="fr-FR" sz="2600" dirty="0">
                <a:latin typeface="Arial Black" panose="020B0A04020102020204" pitchFamily="34" charset="0"/>
              </a:rPr>
              <a:t> </a:t>
            </a:r>
            <a:r>
              <a:rPr lang="fr-FR" sz="2600" dirty="0" err="1">
                <a:latin typeface="Arial Black" panose="020B0A04020102020204" pitchFamily="34" charset="0"/>
              </a:rPr>
              <a:t>ny</a:t>
            </a:r>
            <a:r>
              <a:rPr lang="fr-FR" sz="2600" dirty="0">
                <a:latin typeface="Arial Black" panose="020B0A04020102020204" pitchFamily="34" charset="0"/>
              </a:rPr>
              <a:t> </a:t>
            </a:r>
            <a:r>
              <a:rPr lang="fr-FR" sz="2600" dirty="0" err="1">
                <a:latin typeface="Arial Black" panose="020B0A04020102020204" pitchFamily="34" charset="0"/>
              </a:rPr>
              <a:t>fiangonana</a:t>
            </a:r>
            <a:r>
              <a:rPr lang="fr-FR" sz="2600" dirty="0">
                <a:latin typeface="Arial Black" panose="020B0A04020102020204" pitchFamily="34" charset="0"/>
              </a:rPr>
              <a:t> </a:t>
            </a:r>
            <a:r>
              <a:rPr lang="fr-FR" sz="2600" dirty="0" err="1">
                <a:latin typeface="Arial Black" panose="020B0A04020102020204" pitchFamily="34" charset="0"/>
              </a:rPr>
              <a:t>misy</a:t>
            </a:r>
            <a:r>
              <a:rPr lang="fr-FR" sz="2600" dirty="0">
                <a:latin typeface="Arial Black" panose="020B0A04020102020204" pitchFamily="34" charset="0"/>
              </a:rPr>
              <a:t> </a:t>
            </a:r>
            <a:r>
              <a:rPr lang="fr-FR" sz="2600" dirty="0" err="1">
                <a:latin typeface="Arial Black" panose="020B0A04020102020204" pitchFamily="34" charset="0"/>
              </a:rPr>
              <a:t>anao</a:t>
            </a:r>
            <a:r>
              <a:rPr lang="fr-FR" sz="2600" dirty="0">
                <a:latin typeface="Arial Black" panose="020B0A04020102020204" pitchFamily="34" charset="0"/>
              </a:rPr>
              <a:t>, dia </a:t>
            </a:r>
            <a:r>
              <a:rPr lang="fr-FR" sz="2600" dirty="0" err="1">
                <a:latin typeface="Arial Black" panose="020B0A04020102020204" pitchFamily="34" charset="0"/>
              </a:rPr>
              <a:t>inona</a:t>
            </a:r>
            <a:r>
              <a:rPr lang="fr-FR" sz="2600" dirty="0">
                <a:latin typeface="Arial Black" panose="020B0A04020102020204" pitchFamily="34" charset="0"/>
              </a:rPr>
              <a:t> no </a:t>
            </a:r>
            <a:r>
              <a:rPr lang="fr-FR" sz="2600" dirty="0" err="1">
                <a:latin typeface="Arial Black" panose="020B0A04020102020204" pitchFamily="34" charset="0"/>
              </a:rPr>
              <a:t>ezaka</a:t>
            </a:r>
            <a:r>
              <a:rPr lang="fr-FR" sz="2600" dirty="0">
                <a:latin typeface="Arial Black" panose="020B0A04020102020204" pitchFamily="34" charset="0"/>
              </a:rPr>
              <a:t> </a:t>
            </a:r>
            <a:r>
              <a:rPr lang="fr-FR" sz="2600" dirty="0" err="1">
                <a:latin typeface="Arial Black" panose="020B0A04020102020204" pitchFamily="34" charset="0"/>
              </a:rPr>
              <a:t>efa</a:t>
            </a:r>
            <a:r>
              <a:rPr lang="fr-FR" sz="2600" dirty="0">
                <a:latin typeface="Arial Black" panose="020B0A04020102020204" pitchFamily="34" charset="0"/>
              </a:rPr>
              <a:t> </a:t>
            </a:r>
            <a:r>
              <a:rPr lang="fr-FR" sz="2600" dirty="0" err="1">
                <a:latin typeface="Arial Black" panose="020B0A04020102020204" pitchFamily="34" charset="0"/>
              </a:rPr>
              <a:t>nataonao</a:t>
            </a:r>
            <a:r>
              <a:rPr lang="fr-FR" sz="2600" dirty="0">
                <a:latin typeface="Arial Black" panose="020B0A04020102020204" pitchFamily="34" charset="0"/>
              </a:rPr>
              <a:t> (na </a:t>
            </a:r>
            <a:r>
              <a:rPr lang="fr-FR" sz="2600" dirty="0" err="1">
                <a:latin typeface="Arial Black" panose="020B0A04020102020204" pitchFamily="34" charset="0"/>
              </a:rPr>
              <a:t>ataonao</a:t>
            </a:r>
            <a:r>
              <a:rPr lang="fr-FR" sz="2600" dirty="0">
                <a:latin typeface="Arial Black" panose="020B0A04020102020204" pitchFamily="34" charset="0"/>
              </a:rPr>
              <a:t> </a:t>
            </a:r>
            <a:r>
              <a:rPr lang="fr-FR" sz="2600" dirty="0" err="1">
                <a:latin typeface="Arial Black" panose="020B0A04020102020204" pitchFamily="34" charset="0"/>
              </a:rPr>
              <a:t>ankehitriny</a:t>
            </a:r>
            <a:r>
              <a:rPr lang="fr-FR" sz="2600" dirty="0">
                <a:latin typeface="Arial Black" panose="020B0A04020102020204" pitchFamily="34" charset="0"/>
              </a:rPr>
              <a:t>) </a:t>
            </a:r>
            <a:r>
              <a:rPr lang="fr-FR" sz="2600" dirty="0" err="1">
                <a:latin typeface="Arial Black" panose="020B0A04020102020204" pitchFamily="34" charset="0"/>
              </a:rPr>
              <a:t>mba</a:t>
            </a:r>
            <a:r>
              <a:rPr lang="fr-FR" sz="2600" dirty="0">
                <a:latin typeface="Arial Black" panose="020B0A04020102020204" pitchFamily="34" charset="0"/>
              </a:rPr>
              <a:t> </a:t>
            </a:r>
            <a:r>
              <a:rPr lang="fr-FR" sz="2600" dirty="0" err="1">
                <a:latin typeface="Arial Black" panose="020B0A04020102020204" pitchFamily="34" charset="0"/>
              </a:rPr>
              <a:t>hanomezana</a:t>
            </a:r>
            <a:r>
              <a:rPr lang="fr-FR" sz="2600" dirty="0">
                <a:latin typeface="Arial Black" panose="020B0A04020102020204" pitchFamily="34" charset="0"/>
              </a:rPr>
              <a:t> </a:t>
            </a:r>
            <a:r>
              <a:rPr lang="fr-FR" sz="2600" dirty="0" err="1">
                <a:latin typeface="Arial Black" panose="020B0A04020102020204" pitchFamily="34" charset="0"/>
              </a:rPr>
              <a:t>izay</a:t>
            </a:r>
            <a:r>
              <a:rPr lang="fr-FR" sz="2600" dirty="0">
                <a:latin typeface="Arial Black" panose="020B0A04020102020204" pitchFamily="34" charset="0"/>
              </a:rPr>
              <a:t> </a:t>
            </a:r>
            <a:r>
              <a:rPr lang="fr-FR" sz="2600" dirty="0" err="1">
                <a:latin typeface="Arial Black" panose="020B0A04020102020204" pitchFamily="34" charset="0"/>
              </a:rPr>
              <a:t>ilain'izy</a:t>
            </a:r>
            <a:r>
              <a:rPr lang="fr-FR" sz="2600" dirty="0">
                <a:latin typeface="Arial Black" panose="020B0A04020102020204" pitchFamily="34" charset="0"/>
              </a:rPr>
              <a:t> </a:t>
            </a:r>
            <a:r>
              <a:rPr lang="fr-FR" sz="2600" dirty="0" err="1">
                <a:latin typeface="Arial Black" panose="020B0A04020102020204" pitchFamily="34" charset="0"/>
              </a:rPr>
              <a:t>ireo</a:t>
            </a:r>
            <a:r>
              <a:rPr lang="fr-FR" sz="2600" dirty="0">
                <a:latin typeface="Arial Black" panose="020B0A04020102020204" pitchFamily="34" charset="0"/>
              </a:rPr>
              <a:t> </a:t>
            </a:r>
            <a:r>
              <a:rPr lang="fr-FR" sz="2600" dirty="0" err="1">
                <a:latin typeface="Arial Black" panose="020B0A04020102020204" pitchFamily="34" charset="0"/>
              </a:rPr>
              <a:t>sy</a:t>
            </a:r>
            <a:r>
              <a:rPr lang="fr-FR" sz="2600" dirty="0">
                <a:latin typeface="Arial Black" panose="020B0A04020102020204" pitchFamily="34" charset="0"/>
              </a:rPr>
              <a:t> </a:t>
            </a:r>
            <a:r>
              <a:rPr lang="fr-FR" sz="2600" dirty="0" err="1">
                <a:latin typeface="Arial Black" panose="020B0A04020102020204" pitchFamily="34" charset="0"/>
              </a:rPr>
              <a:t>hizarana</a:t>
            </a:r>
            <a:r>
              <a:rPr lang="fr-FR" sz="2600" dirty="0">
                <a:latin typeface="Arial Black" panose="020B0A04020102020204" pitchFamily="34" charset="0"/>
              </a:rPr>
              <a:t> </a:t>
            </a:r>
            <a:r>
              <a:rPr lang="fr-FR" sz="2600" dirty="0" err="1">
                <a:latin typeface="Arial Black" panose="020B0A04020102020204" pitchFamily="34" charset="0"/>
              </a:rPr>
              <a:t>ny</a:t>
            </a:r>
            <a:r>
              <a:rPr lang="fr-FR" sz="2600" dirty="0">
                <a:latin typeface="Arial Black" panose="020B0A04020102020204" pitchFamily="34" charset="0"/>
              </a:rPr>
              <a:t> </a:t>
            </a:r>
            <a:r>
              <a:rPr lang="fr-FR" sz="2600" dirty="0" err="1">
                <a:latin typeface="Arial Black" panose="020B0A04020102020204" pitchFamily="34" charset="0"/>
              </a:rPr>
              <a:t>fitiavan'i</a:t>
            </a:r>
            <a:r>
              <a:rPr lang="fr-FR" sz="2600" dirty="0">
                <a:latin typeface="Arial Black" panose="020B0A04020102020204" pitchFamily="34" charset="0"/>
              </a:rPr>
              <a:t> </a:t>
            </a:r>
            <a:r>
              <a:rPr lang="fr-FR" sz="2600" dirty="0" err="1">
                <a:latin typeface="Arial Black" panose="020B0A04020102020204" pitchFamily="34" charset="0"/>
              </a:rPr>
              <a:t>Jesosy</a:t>
            </a:r>
            <a:r>
              <a:rPr lang="fr-FR" sz="2600" dirty="0">
                <a:latin typeface="Arial Black" panose="020B0A04020102020204" pitchFamily="34" charset="0"/>
              </a:rPr>
              <a:t> </a:t>
            </a:r>
            <a:r>
              <a:rPr lang="fr-FR" sz="2600" dirty="0" err="1">
                <a:latin typeface="Arial Black" panose="020B0A04020102020204" pitchFamily="34" charset="0"/>
              </a:rPr>
              <a:t>aminy</a:t>
            </a:r>
            <a:r>
              <a:rPr lang="fr-FR" sz="2600" dirty="0">
                <a:latin typeface="Arial Black" panose="020B0A04020102020204" pitchFamily="34" charset="0"/>
              </a:rPr>
              <a:t>? </a:t>
            </a:r>
            <a:r>
              <a:rPr lang="fr-FR" sz="2600" dirty="0" err="1">
                <a:latin typeface="Arial Black" panose="020B0A04020102020204" pitchFamily="34" charset="0"/>
              </a:rPr>
              <a:t>Nazavain'i</a:t>
            </a:r>
            <a:r>
              <a:rPr lang="fr-FR" sz="2600" dirty="0">
                <a:latin typeface="Arial Black" panose="020B0A04020102020204" pitchFamily="34" charset="0"/>
              </a:rPr>
              <a:t> </a:t>
            </a:r>
            <a:r>
              <a:rPr lang="fr-FR" sz="2600" dirty="0" err="1">
                <a:latin typeface="Arial Black" panose="020B0A04020102020204" pitchFamily="34" charset="0"/>
              </a:rPr>
              <a:t>Jesosy</a:t>
            </a:r>
            <a:r>
              <a:rPr lang="fr-FR" sz="2600" dirty="0">
                <a:latin typeface="Arial Black" panose="020B0A04020102020204" pitchFamily="34" charset="0"/>
              </a:rPr>
              <a:t> </a:t>
            </a:r>
            <a:r>
              <a:rPr lang="fr-FR" sz="2600" dirty="0" err="1">
                <a:latin typeface="Arial Black" panose="020B0A04020102020204" pitchFamily="34" charset="0"/>
              </a:rPr>
              <a:t>tamintsika</a:t>
            </a:r>
            <a:r>
              <a:rPr lang="fr-FR" sz="2600" dirty="0">
                <a:latin typeface="Arial Black" panose="020B0A04020102020204" pitchFamily="34" charset="0"/>
              </a:rPr>
              <a:t> </a:t>
            </a:r>
            <a:r>
              <a:rPr lang="fr-FR" sz="2600" dirty="0" err="1">
                <a:latin typeface="Arial Black" panose="020B0A04020102020204" pitchFamily="34" charset="0"/>
              </a:rPr>
              <a:t>ny</a:t>
            </a:r>
            <a:r>
              <a:rPr lang="fr-FR" sz="2600" dirty="0">
                <a:latin typeface="Arial Black" panose="020B0A04020102020204" pitchFamily="34" charset="0"/>
              </a:rPr>
              <a:t> </a:t>
            </a:r>
            <a:r>
              <a:rPr lang="fr-FR" sz="2600" dirty="0" err="1">
                <a:latin typeface="Arial Black" panose="020B0A04020102020204" pitchFamily="34" charset="0"/>
              </a:rPr>
              <a:t>fomba</a:t>
            </a:r>
            <a:r>
              <a:rPr lang="fr-FR" sz="2600" dirty="0">
                <a:latin typeface="Arial Black" panose="020B0A04020102020204" pitchFamily="34" charset="0"/>
              </a:rPr>
              <a:t> </a:t>
            </a:r>
            <a:r>
              <a:rPr lang="fr-FR" sz="2600" dirty="0" err="1">
                <a:latin typeface="Arial Black" panose="020B0A04020102020204" pitchFamily="34" charset="0"/>
              </a:rPr>
              <a:t>fanatrarana</a:t>
            </a:r>
            <a:r>
              <a:rPr lang="fr-FR" sz="2600" dirty="0">
                <a:latin typeface="Arial Black" panose="020B0A04020102020204" pitchFamily="34" charset="0"/>
              </a:rPr>
              <a:t> </a:t>
            </a:r>
            <a:r>
              <a:rPr lang="fr-FR" sz="2600" dirty="0" err="1">
                <a:latin typeface="Arial Black" panose="020B0A04020102020204" pitchFamily="34" charset="0"/>
              </a:rPr>
              <a:t>sy</a:t>
            </a:r>
            <a:r>
              <a:rPr lang="fr-FR" sz="2600" dirty="0">
                <a:latin typeface="Arial Black" panose="020B0A04020102020204" pitchFamily="34" charset="0"/>
              </a:rPr>
              <a:t> </a:t>
            </a:r>
            <a:r>
              <a:rPr lang="fr-FR" sz="2600" dirty="0" err="1">
                <a:latin typeface="Arial Black" panose="020B0A04020102020204" pitchFamily="34" charset="0"/>
              </a:rPr>
              <a:t>fijoroana</a:t>
            </a:r>
            <a:r>
              <a:rPr lang="fr-FR" sz="2600" dirty="0">
                <a:latin typeface="Arial Black" panose="020B0A04020102020204" pitchFamily="34" charset="0"/>
              </a:rPr>
              <a:t> ho </a:t>
            </a:r>
            <a:r>
              <a:rPr lang="fr-FR" sz="2600" dirty="0" err="1">
                <a:latin typeface="Arial Black" panose="020B0A04020102020204" pitchFamily="34" charset="0"/>
              </a:rPr>
              <a:t>vavolombelona</a:t>
            </a:r>
            <a:r>
              <a:rPr lang="fr-FR" sz="2600" dirty="0">
                <a:latin typeface="Arial Black" panose="020B0A04020102020204" pitchFamily="34" charset="0"/>
              </a:rPr>
              <a:t> </a:t>
            </a:r>
            <a:r>
              <a:rPr lang="fr-FR" sz="2600" dirty="0" err="1">
                <a:latin typeface="Arial Black" panose="020B0A04020102020204" pitchFamily="34" charset="0"/>
              </a:rPr>
              <a:t>amin'ny</a:t>
            </a:r>
            <a:r>
              <a:rPr lang="fr-FR" sz="2600" dirty="0">
                <a:latin typeface="Arial Black" panose="020B0A04020102020204" pitchFamily="34" charset="0"/>
              </a:rPr>
              <a:t> </a:t>
            </a:r>
            <a:r>
              <a:rPr lang="fr-FR" sz="2600" dirty="0" err="1">
                <a:latin typeface="Arial Black" panose="020B0A04020102020204" pitchFamily="34" charset="0"/>
              </a:rPr>
              <a:t>hafa</a:t>
            </a:r>
            <a:r>
              <a:rPr lang="fr-FR" sz="2600" dirty="0">
                <a:latin typeface="Arial Black" panose="020B0A04020102020204" pitchFamily="34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807955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Shape 766"/>
          <p:cNvSpPr/>
          <p:nvPr/>
        </p:nvSpPr>
        <p:spPr>
          <a:xfrm>
            <a:off x="-4313262" y="6406177"/>
            <a:ext cx="10108057" cy="10108057"/>
          </a:xfrm>
          <a:prstGeom prst="ellipse">
            <a:avLst/>
          </a:prstGeom>
          <a:solidFill>
            <a:srgbClr val="F9B000">
              <a:alpha val="95686"/>
            </a:srgbClr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7" name="Shape 767"/>
          <p:cNvSpPr/>
          <p:nvPr/>
        </p:nvSpPr>
        <p:spPr>
          <a:xfrm>
            <a:off x="-5949539" y="4959345"/>
            <a:ext cx="9124295" cy="9124295"/>
          </a:xfrm>
          <a:prstGeom prst="ellipse">
            <a:avLst/>
          </a:prstGeom>
          <a:solidFill>
            <a:srgbClr val="F7BE16">
              <a:alpha val="62745"/>
            </a:srgbClr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algn="ctr"/>
            <a:endParaRPr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Shape 768"/>
          <p:cNvSpPr txBox="1"/>
          <p:nvPr/>
        </p:nvSpPr>
        <p:spPr>
          <a:xfrm>
            <a:off x="8299303" y="6247483"/>
            <a:ext cx="1223412" cy="215443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algn="r">
              <a:buSzPct val="25000"/>
            </a:pPr>
            <a:r>
              <a:rPr lang="en-US" sz="800">
                <a:solidFill>
                  <a:srgbClr val="DF9E00"/>
                </a:solidFill>
                <a:latin typeface="Montserrat"/>
                <a:ea typeface="Montserrat"/>
                <a:cs typeface="Montserrat"/>
                <a:sym typeface="Montserrat"/>
              </a:rPr>
              <a:t>AdventistMission.org</a:t>
            </a:r>
          </a:p>
        </p:txBody>
      </p:sp>
      <p:sp>
        <p:nvSpPr>
          <p:cNvPr id="769" name="Shape 769"/>
          <p:cNvSpPr txBox="1"/>
          <p:nvPr/>
        </p:nvSpPr>
        <p:spPr>
          <a:xfrm>
            <a:off x="8021256" y="6406177"/>
            <a:ext cx="1489509" cy="215443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algn="r">
              <a:buSzPct val="25000"/>
            </a:pPr>
            <a:r>
              <a:rPr lang="en-US" sz="800">
                <a:solidFill>
                  <a:srgbClr val="007581"/>
                </a:solidFill>
                <a:latin typeface="Montserrat"/>
                <a:ea typeface="Montserrat"/>
                <a:cs typeface="Montserrat"/>
                <a:sym typeface="Montserrat"/>
              </a:rPr>
              <a:t> GlobalMissionCenters.org</a:t>
            </a:r>
          </a:p>
        </p:txBody>
      </p:sp>
      <p:sp>
        <p:nvSpPr>
          <p:cNvPr id="770" name="Shape 770"/>
          <p:cNvSpPr/>
          <p:nvPr/>
        </p:nvSpPr>
        <p:spPr>
          <a:xfrm>
            <a:off x="9517506" y="6264614"/>
            <a:ext cx="1478604" cy="348912"/>
          </a:xfrm>
          <a:prstGeom prst="roundRect">
            <a:avLst>
              <a:gd name="adj" fmla="val 16667"/>
            </a:avLst>
          </a:prstGeom>
          <a:solidFill>
            <a:srgbClr val="007581"/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71" name="Shape 77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54546" y="5850022"/>
            <a:ext cx="698500" cy="711435"/>
          </a:xfrm>
          <a:prstGeom prst="rect">
            <a:avLst/>
          </a:prstGeom>
          <a:noFill/>
          <a:ln>
            <a:noFill/>
          </a:ln>
        </p:spPr>
      </p:pic>
      <p:sp>
        <p:nvSpPr>
          <p:cNvPr id="772" name="Shape 772"/>
          <p:cNvSpPr/>
          <p:nvPr/>
        </p:nvSpPr>
        <p:spPr>
          <a:xfrm>
            <a:off x="9510766" y="-4118182"/>
            <a:ext cx="5357727" cy="5357727"/>
          </a:xfrm>
          <a:prstGeom prst="ellipse">
            <a:avLst/>
          </a:prstGeom>
          <a:solidFill>
            <a:srgbClr val="007581">
              <a:alpha val="62745"/>
            </a:srgbClr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Shape 773"/>
          <p:cNvSpPr/>
          <p:nvPr/>
        </p:nvSpPr>
        <p:spPr>
          <a:xfrm>
            <a:off x="7743652" y="-4994505"/>
            <a:ext cx="5357727" cy="5357727"/>
          </a:xfrm>
          <a:prstGeom prst="ellipse">
            <a:avLst/>
          </a:prstGeom>
          <a:solidFill>
            <a:srgbClr val="7DB3BD">
              <a:alpha val="70980"/>
            </a:srgbClr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4" name="Shape 774"/>
          <p:cNvSpPr txBox="1"/>
          <p:nvPr/>
        </p:nvSpPr>
        <p:spPr>
          <a:xfrm>
            <a:off x="2617326" y="2250910"/>
            <a:ext cx="7137218" cy="3477874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lvl="0">
              <a:buClr>
                <a:srgbClr val="575A5C"/>
              </a:buClr>
              <a:buSzPct val="100000"/>
            </a:pPr>
            <a:r>
              <a:rPr lang="en-US" sz="2000" dirty="0">
                <a:solidFill>
                  <a:srgbClr val="575A5C"/>
                </a:solidFill>
                <a:latin typeface="Montserrat"/>
                <a:ea typeface="Montserrat"/>
                <a:cs typeface="Montserrat"/>
                <a:sym typeface="Montserrat"/>
              </a:rPr>
              <a:t>’</a:t>
            </a:r>
          </a:p>
        </p:txBody>
      </p:sp>
      <p:grpSp>
        <p:nvGrpSpPr>
          <p:cNvPr id="775" name="Shape 775"/>
          <p:cNvGrpSpPr/>
          <p:nvPr/>
        </p:nvGrpSpPr>
        <p:grpSpPr>
          <a:xfrm>
            <a:off x="2322551" y="1260636"/>
            <a:ext cx="402858" cy="108082"/>
            <a:chOff x="1591866" y="2549518"/>
            <a:chExt cx="402858" cy="108082"/>
          </a:xfrm>
        </p:grpSpPr>
        <p:sp>
          <p:nvSpPr>
            <p:cNvPr id="776" name="Shape 776"/>
            <p:cNvSpPr/>
            <p:nvPr/>
          </p:nvSpPr>
          <p:spPr>
            <a:xfrm>
              <a:off x="1886641" y="2549518"/>
              <a:ext cx="108082" cy="108082"/>
            </a:xfrm>
            <a:prstGeom prst="ellipse">
              <a:avLst/>
            </a:prstGeom>
            <a:solidFill>
              <a:srgbClr val="F46B06"/>
            </a:solidFill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algn="ctr"/>
              <a:endPara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7" name="Shape 777"/>
            <p:cNvSpPr/>
            <p:nvPr/>
          </p:nvSpPr>
          <p:spPr>
            <a:xfrm>
              <a:off x="1591866" y="2549518"/>
              <a:ext cx="108082" cy="108082"/>
            </a:xfrm>
            <a:prstGeom prst="ellipse">
              <a:avLst/>
            </a:prstGeom>
            <a:solidFill>
              <a:srgbClr val="E3DECE"/>
            </a:solidFill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algn="ctr"/>
              <a:endPara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8" name="Shape 778"/>
            <p:cNvSpPr/>
            <p:nvPr/>
          </p:nvSpPr>
          <p:spPr>
            <a:xfrm>
              <a:off x="1739253" y="2549518"/>
              <a:ext cx="108082" cy="108082"/>
            </a:xfrm>
            <a:prstGeom prst="ellipse">
              <a:avLst/>
            </a:prstGeom>
            <a:solidFill>
              <a:srgbClr val="F7BE16"/>
            </a:solidFill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algn="ctr"/>
              <a:endPara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79" name="Shape 779"/>
          <p:cNvSpPr txBox="1"/>
          <p:nvPr/>
        </p:nvSpPr>
        <p:spPr>
          <a:xfrm>
            <a:off x="3026359" y="1347492"/>
            <a:ext cx="7525792" cy="769441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lvl="0">
              <a:buSzPct val="25000"/>
            </a:pPr>
            <a:endParaRPr lang="en-US" sz="3600" b="1" dirty="0">
              <a:solidFill>
                <a:srgbClr val="007581"/>
              </a:solidFill>
              <a:latin typeface="Abril Fatface"/>
              <a:ea typeface="Abril Fatface"/>
              <a:cs typeface="Abril Fatface"/>
              <a:sym typeface="Abril Fatface"/>
            </a:endParaRPr>
          </a:p>
        </p:txBody>
      </p:sp>
      <p:sp>
        <p:nvSpPr>
          <p:cNvPr id="780" name="Shape 780"/>
          <p:cNvSpPr txBox="1"/>
          <p:nvPr/>
        </p:nvSpPr>
        <p:spPr>
          <a:xfrm>
            <a:off x="2725410" y="860527"/>
            <a:ext cx="3838675" cy="40010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>
              <a:buSzPct val="25000"/>
            </a:pPr>
            <a:endParaRPr lang="en-US" sz="2000" dirty="0">
              <a:solidFill>
                <a:srgbClr val="575A5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81" name="Shape 781"/>
          <p:cNvSpPr txBox="1"/>
          <p:nvPr/>
        </p:nvSpPr>
        <p:spPr>
          <a:xfrm>
            <a:off x="3864864" y="5498592"/>
            <a:ext cx="184730" cy="369332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36995" y="103528"/>
            <a:ext cx="10515600" cy="1325563"/>
          </a:xfrm>
        </p:spPr>
        <p:txBody>
          <a:bodyPr>
            <a:noAutofit/>
          </a:bodyPr>
          <a:lstStyle/>
          <a:p>
            <a:r>
              <a:rPr lang="en-US" sz="3600" dirty="0"/>
              <a:t>1. </a:t>
            </a:r>
            <a:r>
              <a:rPr lang="en-US" sz="3600" dirty="0" err="1"/>
              <a:t>Araka</a:t>
            </a:r>
            <a:r>
              <a:rPr lang="en-US" sz="3600" dirty="0"/>
              <a:t> </a:t>
            </a:r>
            <a:r>
              <a:rPr lang="en-US" sz="3600" dirty="0" err="1"/>
              <a:t>ny</a:t>
            </a:r>
            <a:r>
              <a:rPr lang="en-US" sz="3600" dirty="0"/>
              <a:t> </a:t>
            </a:r>
            <a:r>
              <a:rPr lang="en-US" sz="3600" dirty="0" err="1"/>
              <a:t>Matio</a:t>
            </a:r>
            <a:r>
              <a:rPr lang="en-US" sz="3600" dirty="0"/>
              <a:t> 28:19 , </a:t>
            </a:r>
            <a:r>
              <a:rPr lang="en-US" sz="3600" dirty="0" err="1"/>
              <a:t>inona</a:t>
            </a:r>
            <a:r>
              <a:rPr lang="en-US" sz="3600" dirty="0"/>
              <a:t> no </a:t>
            </a:r>
            <a:r>
              <a:rPr lang="en-US" sz="3600" dirty="0" err="1"/>
              <a:t>tena</a:t>
            </a:r>
            <a:r>
              <a:rPr lang="en-US" sz="3600" dirty="0"/>
              <a:t> </a:t>
            </a:r>
            <a:r>
              <a:rPr lang="en-US" sz="3600" dirty="0" err="1"/>
              <a:t>zava-kendrena</a:t>
            </a:r>
            <a:r>
              <a:rPr lang="en-US" sz="3600" dirty="0"/>
              <a:t> </a:t>
            </a:r>
            <a:r>
              <a:rPr lang="en-US" sz="3600" dirty="0" err="1"/>
              <a:t>amin’ilay</a:t>
            </a:r>
            <a:r>
              <a:rPr lang="en-US" sz="3600" dirty="0"/>
              <a:t> </a:t>
            </a:r>
            <a:r>
              <a:rPr lang="en-US" sz="3600" dirty="0" err="1"/>
              <a:t>asa</a:t>
            </a:r>
            <a:r>
              <a:rPr lang="en-US" sz="3600" dirty="0"/>
              <a:t> </a:t>
            </a:r>
            <a:r>
              <a:rPr lang="en-US" sz="3600" dirty="0" err="1"/>
              <a:t>lehibe</a:t>
            </a:r>
            <a:r>
              <a:rPr lang="en-US" sz="3600" dirty="0"/>
              <a:t>?</a:t>
            </a:r>
          </a:p>
        </p:txBody>
      </p: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8FE8EE34-0D79-EC4D-8074-EAA3F7FA47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454022"/>
            <a:ext cx="5070960" cy="200040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0" indent="0" algn="ctr">
              <a:buNone/>
            </a:pPr>
            <a:r>
              <a:rPr lang="en-US" sz="5400" dirty="0" err="1" smtClean="0"/>
              <a:t>Mandehana</a:t>
            </a:r>
            <a:endParaRPr lang="en-US" sz="5400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A8D57340-C18B-0740-8A8C-480C154C9886}"/>
              </a:ext>
            </a:extLst>
          </p:cNvPr>
          <p:cNvSpPr/>
          <p:nvPr/>
        </p:nvSpPr>
        <p:spPr>
          <a:xfrm>
            <a:off x="7982879" y="1597823"/>
            <a:ext cx="3261683" cy="1928027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err="1" smtClean="0"/>
              <a:t>Mampianatra</a:t>
            </a:r>
            <a:r>
              <a:rPr lang="en-US" sz="2800" dirty="0" smtClean="0"/>
              <a:t> </a:t>
            </a:r>
            <a:r>
              <a:rPr lang="en-US" sz="2800" dirty="0" err="1" smtClean="0"/>
              <a:t>ny</a:t>
            </a:r>
            <a:r>
              <a:rPr lang="en-US" sz="2800" dirty="0" smtClean="0"/>
              <a:t> </a:t>
            </a:r>
            <a:r>
              <a:rPr lang="en-US" sz="2800" dirty="0" err="1" smtClean="0"/>
              <a:t>Zavatra</a:t>
            </a:r>
            <a:r>
              <a:rPr lang="en-US" sz="2800" dirty="0" smtClean="0"/>
              <a:t> </a:t>
            </a:r>
            <a:r>
              <a:rPr lang="en-US" sz="2800" dirty="0" err="1" smtClean="0"/>
              <a:t>rehetra</a:t>
            </a:r>
            <a:endParaRPr lang="en-US" sz="2800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0EC1735B-0E31-0F41-AB64-5731BAD13E8D}"/>
              </a:ext>
            </a:extLst>
          </p:cNvPr>
          <p:cNvSpPr/>
          <p:nvPr/>
        </p:nvSpPr>
        <p:spPr>
          <a:xfrm>
            <a:off x="4443507" y="2823883"/>
            <a:ext cx="2707299" cy="1763059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 err="1" smtClean="0"/>
              <a:t>Ataovy</a:t>
            </a:r>
            <a:r>
              <a:rPr lang="en-US" sz="3200" dirty="0" smtClean="0"/>
              <a:t> </a:t>
            </a:r>
            <a:r>
              <a:rPr lang="en-US" sz="3200" dirty="0" err="1" smtClean="0"/>
              <a:t>Mpianatra</a:t>
            </a:r>
            <a:endParaRPr lang="en-US" sz="3200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28D2E820-C597-6845-9324-5CC84FD69DC8}"/>
              </a:ext>
            </a:extLst>
          </p:cNvPr>
          <p:cNvSpPr/>
          <p:nvPr/>
        </p:nvSpPr>
        <p:spPr>
          <a:xfrm>
            <a:off x="4673903" y="5224863"/>
            <a:ext cx="2469926" cy="1496826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 err="1" smtClean="0"/>
              <a:t>Manao</a:t>
            </a:r>
            <a:r>
              <a:rPr lang="en-US" sz="3200" dirty="0" smtClean="0"/>
              <a:t> </a:t>
            </a:r>
            <a:r>
              <a:rPr lang="en-US" sz="3200" dirty="0" err="1" smtClean="0"/>
              <a:t>Batisa</a:t>
            </a:r>
            <a:endParaRPr lang="en-US" sz="3200" dirty="0"/>
          </a:p>
        </p:txBody>
      </p:sp>
      <p:sp>
        <p:nvSpPr>
          <p:cNvPr id="25" name="Left Arrow 24">
            <a:extLst>
              <a:ext uri="{FF2B5EF4-FFF2-40B4-BE49-F238E27FC236}">
                <a16:creationId xmlns:a16="http://schemas.microsoft.com/office/drawing/2014/main" id="{52016657-BBB1-2A40-9565-530CAD137445}"/>
              </a:ext>
            </a:extLst>
          </p:cNvPr>
          <p:cNvSpPr/>
          <p:nvPr/>
        </p:nvSpPr>
        <p:spPr>
          <a:xfrm rot="19408840">
            <a:off x="6913956" y="2892109"/>
            <a:ext cx="1124316" cy="755869"/>
          </a:xfrm>
          <a:prstGeom prst="leftArrow">
            <a:avLst>
              <a:gd name="adj1" fmla="val 19842"/>
              <a:gd name="adj2" fmla="val 50000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Left Arrow 25">
            <a:extLst>
              <a:ext uri="{FF2B5EF4-FFF2-40B4-BE49-F238E27FC236}">
                <a16:creationId xmlns:a16="http://schemas.microsoft.com/office/drawing/2014/main" id="{34CE9B53-0E53-B343-893D-F483B69F0455}"/>
              </a:ext>
            </a:extLst>
          </p:cNvPr>
          <p:cNvSpPr/>
          <p:nvPr/>
        </p:nvSpPr>
        <p:spPr>
          <a:xfrm rot="11858511">
            <a:off x="3712755" y="3019660"/>
            <a:ext cx="978408" cy="741380"/>
          </a:xfrm>
          <a:prstGeom prst="leftArrow">
            <a:avLst>
              <a:gd name="adj1" fmla="val 19842"/>
              <a:gd name="adj2" fmla="val 50000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Left Arrow 26">
            <a:extLst>
              <a:ext uri="{FF2B5EF4-FFF2-40B4-BE49-F238E27FC236}">
                <a16:creationId xmlns:a16="http://schemas.microsoft.com/office/drawing/2014/main" id="{A8A6BF6E-4900-A746-ACF6-765361D4494B}"/>
              </a:ext>
            </a:extLst>
          </p:cNvPr>
          <p:cNvSpPr/>
          <p:nvPr/>
        </p:nvSpPr>
        <p:spPr>
          <a:xfrm rot="5400000">
            <a:off x="5583871" y="4471005"/>
            <a:ext cx="691790" cy="741380"/>
          </a:xfrm>
          <a:prstGeom prst="leftArrow">
            <a:avLst>
              <a:gd name="adj1" fmla="val 19842"/>
              <a:gd name="adj2" fmla="val 50000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8579688-CAFC-FA45-8DE6-79479117A1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9406" y="777251"/>
            <a:ext cx="2552700" cy="213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007837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4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4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9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uiExpand="1" build="p" animBg="1"/>
      <p:bldP spid="21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Shape 766"/>
          <p:cNvSpPr/>
          <p:nvPr/>
        </p:nvSpPr>
        <p:spPr>
          <a:xfrm>
            <a:off x="-4313262" y="6406177"/>
            <a:ext cx="10108057" cy="10108057"/>
          </a:xfrm>
          <a:prstGeom prst="ellipse">
            <a:avLst/>
          </a:prstGeom>
          <a:solidFill>
            <a:srgbClr val="F9B000">
              <a:alpha val="95686"/>
            </a:srgbClr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7" name="Shape 767"/>
          <p:cNvSpPr/>
          <p:nvPr/>
        </p:nvSpPr>
        <p:spPr>
          <a:xfrm>
            <a:off x="-5949539" y="4959345"/>
            <a:ext cx="9124295" cy="9124295"/>
          </a:xfrm>
          <a:prstGeom prst="ellipse">
            <a:avLst/>
          </a:prstGeom>
          <a:solidFill>
            <a:srgbClr val="F7BE16">
              <a:alpha val="62745"/>
            </a:srgbClr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Shape 768"/>
          <p:cNvSpPr txBox="1"/>
          <p:nvPr/>
        </p:nvSpPr>
        <p:spPr>
          <a:xfrm>
            <a:off x="8299303" y="6247483"/>
            <a:ext cx="1223412" cy="215443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algn="r">
              <a:buSzPct val="25000"/>
            </a:pPr>
            <a:r>
              <a:rPr lang="en-US" sz="800">
                <a:solidFill>
                  <a:srgbClr val="DF9E00"/>
                </a:solidFill>
                <a:latin typeface="Montserrat"/>
                <a:ea typeface="Montserrat"/>
                <a:cs typeface="Montserrat"/>
                <a:sym typeface="Montserrat"/>
              </a:rPr>
              <a:t>AdventistMission.org</a:t>
            </a:r>
          </a:p>
        </p:txBody>
      </p:sp>
      <p:sp>
        <p:nvSpPr>
          <p:cNvPr id="769" name="Shape 769"/>
          <p:cNvSpPr txBox="1"/>
          <p:nvPr/>
        </p:nvSpPr>
        <p:spPr>
          <a:xfrm>
            <a:off x="8021256" y="6406177"/>
            <a:ext cx="1489509" cy="215443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algn="r">
              <a:buSzPct val="25000"/>
            </a:pPr>
            <a:r>
              <a:rPr lang="en-US" sz="800">
                <a:solidFill>
                  <a:srgbClr val="007581"/>
                </a:solidFill>
                <a:latin typeface="Montserrat"/>
                <a:ea typeface="Montserrat"/>
                <a:cs typeface="Montserrat"/>
                <a:sym typeface="Montserrat"/>
              </a:rPr>
              <a:t> GlobalMissionCenters.org</a:t>
            </a:r>
          </a:p>
        </p:txBody>
      </p:sp>
      <p:sp>
        <p:nvSpPr>
          <p:cNvPr id="770" name="Shape 770"/>
          <p:cNvSpPr/>
          <p:nvPr/>
        </p:nvSpPr>
        <p:spPr>
          <a:xfrm>
            <a:off x="9517506" y="6264614"/>
            <a:ext cx="1478604" cy="348912"/>
          </a:xfrm>
          <a:prstGeom prst="roundRect">
            <a:avLst>
              <a:gd name="adj" fmla="val 16667"/>
            </a:avLst>
          </a:prstGeom>
          <a:solidFill>
            <a:srgbClr val="007581"/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71" name="Shape 77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54546" y="5850022"/>
            <a:ext cx="698500" cy="711435"/>
          </a:xfrm>
          <a:prstGeom prst="rect">
            <a:avLst/>
          </a:prstGeom>
          <a:noFill/>
          <a:ln>
            <a:noFill/>
          </a:ln>
        </p:spPr>
      </p:pic>
      <p:sp>
        <p:nvSpPr>
          <p:cNvPr id="772" name="Shape 772"/>
          <p:cNvSpPr/>
          <p:nvPr/>
        </p:nvSpPr>
        <p:spPr>
          <a:xfrm>
            <a:off x="9510766" y="-4118182"/>
            <a:ext cx="5357727" cy="5357727"/>
          </a:xfrm>
          <a:prstGeom prst="ellipse">
            <a:avLst/>
          </a:prstGeom>
          <a:solidFill>
            <a:srgbClr val="007581">
              <a:alpha val="62745"/>
            </a:srgbClr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Shape 773"/>
          <p:cNvSpPr/>
          <p:nvPr/>
        </p:nvSpPr>
        <p:spPr>
          <a:xfrm>
            <a:off x="7743652" y="-4994505"/>
            <a:ext cx="5357727" cy="5357727"/>
          </a:xfrm>
          <a:prstGeom prst="ellipse">
            <a:avLst/>
          </a:prstGeom>
          <a:solidFill>
            <a:srgbClr val="7DB3BD">
              <a:alpha val="70980"/>
            </a:srgbClr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75" name="Shape 775"/>
          <p:cNvGrpSpPr/>
          <p:nvPr/>
        </p:nvGrpSpPr>
        <p:grpSpPr>
          <a:xfrm>
            <a:off x="2322551" y="1260636"/>
            <a:ext cx="402858" cy="108082"/>
            <a:chOff x="1591866" y="2549518"/>
            <a:chExt cx="402858" cy="108082"/>
          </a:xfrm>
        </p:grpSpPr>
        <p:sp>
          <p:nvSpPr>
            <p:cNvPr id="776" name="Shape 776"/>
            <p:cNvSpPr/>
            <p:nvPr/>
          </p:nvSpPr>
          <p:spPr>
            <a:xfrm>
              <a:off x="1886641" y="2549518"/>
              <a:ext cx="108082" cy="108082"/>
            </a:xfrm>
            <a:prstGeom prst="ellipse">
              <a:avLst/>
            </a:prstGeom>
            <a:solidFill>
              <a:srgbClr val="F46B06"/>
            </a:solidFill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algn="ctr"/>
              <a:endPara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7" name="Shape 777"/>
            <p:cNvSpPr/>
            <p:nvPr/>
          </p:nvSpPr>
          <p:spPr>
            <a:xfrm>
              <a:off x="1591866" y="2549518"/>
              <a:ext cx="108082" cy="108082"/>
            </a:xfrm>
            <a:prstGeom prst="ellipse">
              <a:avLst/>
            </a:prstGeom>
            <a:solidFill>
              <a:srgbClr val="E3DECE"/>
            </a:solidFill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algn="ctr"/>
              <a:endPara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8" name="Shape 778"/>
            <p:cNvSpPr/>
            <p:nvPr/>
          </p:nvSpPr>
          <p:spPr>
            <a:xfrm>
              <a:off x="1739253" y="2549518"/>
              <a:ext cx="108082" cy="108082"/>
            </a:xfrm>
            <a:prstGeom prst="ellipse">
              <a:avLst/>
            </a:prstGeom>
            <a:solidFill>
              <a:srgbClr val="F7BE16"/>
            </a:solidFill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algn="ctr"/>
              <a:endPara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80" name="Shape 780"/>
          <p:cNvSpPr txBox="1"/>
          <p:nvPr/>
        </p:nvSpPr>
        <p:spPr>
          <a:xfrm>
            <a:off x="2787530" y="914569"/>
            <a:ext cx="3838675" cy="40010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>
              <a:buSzPct val="25000"/>
            </a:pPr>
            <a:endParaRPr lang="en-US" sz="2000" dirty="0">
              <a:solidFill>
                <a:srgbClr val="575A5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81" name="Shape 781"/>
          <p:cNvSpPr txBox="1"/>
          <p:nvPr/>
        </p:nvSpPr>
        <p:spPr>
          <a:xfrm>
            <a:off x="3864864" y="5498592"/>
            <a:ext cx="184730" cy="369332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136234-709F-DE40-A089-19E01612C7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Task 1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30E6D8B-C3DC-CD4F-85A8-E49741D4F9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686" y="1825625"/>
            <a:ext cx="10657114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4000" dirty="0"/>
              <a:t>2. </a:t>
            </a:r>
            <a:r>
              <a:rPr lang="en-US" sz="4000" dirty="0" err="1" smtClean="0"/>
              <a:t>Araka</a:t>
            </a:r>
            <a:r>
              <a:rPr lang="en-US" sz="4000" dirty="0" smtClean="0"/>
              <a:t> </a:t>
            </a:r>
            <a:r>
              <a:rPr lang="en-US" sz="4000" dirty="0" err="1" smtClean="0"/>
              <a:t>ny</a:t>
            </a:r>
            <a:r>
              <a:rPr lang="en-US" sz="4000" dirty="0" smtClean="0"/>
              <a:t> </a:t>
            </a:r>
            <a:r>
              <a:rPr lang="en-US" sz="4000" dirty="0" err="1" smtClean="0"/>
              <a:t>fahitanao</a:t>
            </a:r>
            <a:r>
              <a:rPr lang="en-US" sz="4000" dirty="0" smtClean="0"/>
              <a:t> </a:t>
            </a:r>
            <a:r>
              <a:rPr lang="en-US" sz="4000" dirty="0" err="1" smtClean="0"/>
              <a:t>azy</a:t>
            </a:r>
            <a:r>
              <a:rPr lang="en-US" sz="4000" dirty="0" smtClean="0"/>
              <a:t> </a:t>
            </a:r>
            <a:r>
              <a:rPr lang="en-US" sz="4000" dirty="0" err="1" smtClean="0"/>
              <a:t>manokana,eo</a:t>
            </a:r>
            <a:r>
              <a:rPr lang="en-US" sz="4000" dirty="0" smtClean="0"/>
              <a:t> </a:t>
            </a:r>
            <a:r>
              <a:rPr lang="en-US" sz="4000" dirty="0" err="1"/>
              <a:t>amin'ny</a:t>
            </a:r>
            <a:r>
              <a:rPr lang="en-US" sz="4000" dirty="0"/>
              <a:t> </a:t>
            </a:r>
            <a:r>
              <a:rPr lang="en-US" sz="4000" dirty="0" err="1" smtClean="0"/>
              <a:t>Distrika</a:t>
            </a:r>
            <a:r>
              <a:rPr lang="en-US" sz="4000" dirty="0" smtClean="0"/>
              <a:t> </a:t>
            </a:r>
            <a:r>
              <a:rPr lang="en-US" sz="4000" dirty="0" err="1" smtClean="0"/>
              <a:t>misy</a:t>
            </a:r>
            <a:r>
              <a:rPr lang="en-US" sz="4000" dirty="0" smtClean="0"/>
              <a:t> </a:t>
            </a:r>
            <a:r>
              <a:rPr lang="en-US" sz="4000" dirty="0" err="1" smtClean="0"/>
              <a:t>anao</a:t>
            </a:r>
            <a:r>
              <a:rPr lang="en-US" sz="4000" dirty="0" smtClean="0"/>
              <a:t> </a:t>
            </a:r>
            <a:r>
              <a:rPr lang="en-US" sz="4000" dirty="0" err="1"/>
              <a:t>na</a:t>
            </a:r>
            <a:r>
              <a:rPr lang="en-US" sz="4000" dirty="0"/>
              <a:t> </a:t>
            </a:r>
            <a:r>
              <a:rPr lang="en-US" sz="4000" dirty="0" err="1"/>
              <a:t>ny</a:t>
            </a:r>
            <a:r>
              <a:rPr lang="en-US" sz="4000" dirty="0"/>
              <a:t> </a:t>
            </a:r>
            <a:r>
              <a:rPr lang="en-US" sz="4000" dirty="0" err="1" smtClean="0"/>
              <a:t>Fiangonana</a:t>
            </a:r>
            <a:r>
              <a:rPr lang="en-US" sz="4000" dirty="0" smtClean="0"/>
              <a:t> </a:t>
            </a:r>
            <a:r>
              <a:rPr lang="en-US" sz="4000" dirty="0" err="1"/>
              <a:t>nihavianao</a:t>
            </a:r>
            <a:r>
              <a:rPr lang="en-US" sz="4000" dirty="0"/>
              <a:t>, </a:t>
            </a:r>
            <a:r>
              <a:rPr lang="en-US" sz="4000" dirty="0" err="1"/>
              <a:t>dia</a:t>
            </a:r>
            <a:r>
              <a:rPr lang="en-US" sz="4000" dirty="0"/>
              <a:t> </a:t>
            </a:r>
            <a:r>
              <a:rPr lang="en-US" sz="4000" dirty="0" err="1"/>
              <a:t>resaho</a:t>
            </a:r>
            <a:r>
              <a:rPr lang="en-US" sz="4000" dirty="0"/>
              <a:t> </a:t>
            </a:r>
            <a:r>
              <a:rPr lang="en-US" sz="4000" dirty="0" err="1"/>
              <a:t>fohifohy</a:t>
            </a:r>
            <a:r>
              <a:rPr lang="en-US" sz="4000" dirty="0"/>
              <a:t> hoe </a:t>
            </a:r>
            <a:r>
              <a:rPr lang="en-US" sz="4000" dirty="0" smtClean="0"/>
              <a:t>:</a:t>
            </a:r>
            <a:r>
              <a:rPr lang="en-US" sz="4000" dirty="0" err="1" smtClean="0"/>
              <a:t>io</a:t>
            </a:r>
            <a:r>
              <a:rPr lang="en-US" sz="4000" dirty="0" smtClean="0"/>
              <a:t> </a:t>
            </a:r>
            <a:r>
              <a:rPr lang="en-US" sz="4000" dirty="0" err="1" smtClean="0"/>
              <a:t>tanjona</a:t>
            </a:r>
            <a:r>
              <a:rPr lang="en-US" sz="4000" dirty="0" smtClean="0"/>
              <a:t> </a:t>
            </a:r>
            <a:r>
              <a:rPr lang="en-US" sz="4000" dirty="0" err="1" smtClean="0"/>
              <a:t>fototra</a:t>
            </a:r>
            <a:r>
              <a:rPr lang="en-US" sz="4000" dirty="0" smtClean="0"/>
              <a:t> </a:t>
            </a:r>
            <a:r>
              <a:rPr lang="en-US" sz="4000" dirty="0" err="1" smtClean="0"/>
              <a:t>io</a:t>
            </a:r>
            <a:r>
              <a:rPr lang="en-US" sz="4000" dirty="0" smtClean="0"/>
              <a:t> </a:t>
            </a:r>
            <a:r>
              <a:rPr lang="en-US" sz="4000" dirty="0" err="1" smtClean="0"/>
              <a:t>ve</a:t>
            </a:r>
            <a:r>
              <a:rPr lang="en-US" sz="4000" dirty="0" smtClean="0"/>
              <a:t> no </a:t>
            </a:r>
            <a:r>
              <a:rPr lang="en-US" sz="4000" dirty="0" err="1" smtClean="0"/>
              <a:t>mitarika</a:t>
            </a:r>
            <a:r>
              <a:rPr lang="en-US" sz="4000" dirty="0" smtClean="0"/>
              <a:t> </a:t>
            </a:r>
            <a:r>
              <a:rPr lang="en-US" sz="4000" dirty="0" err="1" smtClean="0"/>
              <a:t>ny</a:t>
            </a:r>
            <a:r>
              <a:rPr lang="en-US" sz="4000" dirty="0" smtClean="0"/>
              <a:t> </a:t>
            </a:r>
            <a:r>
              <a:rPr lang="en-US" sz="4000" dirty="0" err="1" smtClean="0"/>
              <a:t>drafitry</a:t>
            </a:r>
            <a:r>
              <a:rPr lang="en-US" sz="4000" dirty="0" smtClean="0"/>
              <a:t> </a:t>
            </a:r>
            <a:r>
              <a:rPr lang="en-US" sz="4000" dirty="0" err="1" smtClean="0"/>
              <a:t>ny</a:t>
            </a:r>
            <a:r>
              <a:rPr lang="en-US" sz="4000" dirty="0" smtClean="0"/>
              <a:t> </a:t>
            </a:r>
            <a:r>
              <a:rPr lang="en-US" sz="4000" dirty="0" err="1" smtClean="0"/>
              <a:t>asa</a:t>
            </a:r>
            <a:r>
              <a:rPr lang="en-US" sz="4000" dirty="0" smtClean="0"/>
              <a:t> </a:t>
            </a:r>
            <a:r>
              <a:rPr lang="en-US" sz="4000" dirty="0" err="1" smtClean="0"/>
              <a:t>fitoriana</a:t>
            </a:r>
            <a:r>
              <a:rPr lang="en-US" sz="4000" dirty="0" smtClean="0"/>
              <a:t> </a:t>
            </a:r>
            <a:r>
              <a:rPr lang="en-US" sz="4000" dirty="0" err="1" smtClean="0"/>
              <a:t>ataonareo</a:t>
            </a:r>
            <a:r>
              <a:rPr lang="en-US" sz="4000" dirty="0"/>
              <a:t>?</a:t>
            </a:r>
          </a:p>
          <a:p>
            <a:pPr marL="0" indent="0">
              <a:buNone/>
            </a:pPr>
            <a:r>
              <a:rPr lang="en-US" sz="4000" dirty="0"/>
              <a:t> a) </a:t>
            </a:r>
            <a:r>
              <a:rPr lang="en-US" sz="4000" dirty="0" err="1"/>
              <a:t>Raha</a:t>
            </a:r>
            <a:r>
              <a:rPr lang="en-US" sz="4000" dirty="0"/>
              <a:t> </a:t>
            </a:r>
            <a:r>
              <a:rPr lang="en-US" sz="4000" dirty="0" err="1"/>
              <a:t>misy</a:t>
            </a:r>
            <a:r>
              <a:rPr lang="en-US" sz="4000" dirty="0"/>
              <a:t> </a:t>
            </a:r>
            <a:r>
              <a:rPr lang="en-US" sz="4000" dirty="0" err="1"/>
              <a:t>silamo</a:t>
            </a:r>
            <a:r>
              <a:rPr lang="en-US" sz="4000" dirty="0"/>
              <a:t> </a:t>
            </a:r>
            <a:r>
              <a:rPr lang="en-US" sz="4000" dirty="0" err="1"/>
              <a:t>mipetraka</a:t>
            </a:r>
            <a:r>
              <a:rPr lang="en-US" sz="4000" dirty="0"/>
              <a:t> </a:t>
            </a:r>
            <a:r>
              <a:rPr lang="en-US" sz="4000" dirty="0" err="1"/>
              <a:t>eo</a:t>
            </a:r>
            <a:r>
              <a:rPr lang="en-US" sz="4000" dirty="0"/>
              <a:t> </a:t>
            </a:r>
            <a:r>
              <a:rPr lang="en-US" sz="4000" dirty="0" err="1"/>
              <a:t>akaikinao</a:t>
            </a:r>
            <a:r>
              <a:rPr lang="en-US" sz="4000" dirty="0"/>
              <a:t> </a:t>
            </a:r>
            <a:r>
              <a:rPr lang="en-US" sz="4000" dirty="0" err="1"/>
              <a:t>na</a:t>
            </a:r>
            <a:r>
              <a:rPr lang="en-US" sz="4000" dirty="0"/>
              <a:t> </a:t>
            </a:r>
            <a:r>
              <a:rPr lang="en-US" sz="4000" dirty="0" err="1"/>
              <a:t>manodidina</a:t>
            </a:r>
            <a:r>
              <a:rPr lang="en-US" sz="4000" dirty="0"/>
              <a:t> </a:t>
            </a:r>
            <a:r>
              <a:rPr lang="en-US" sz="4000" dirty="0" err="1"/>
              <a:t>anao</a:t>
            </a:r>
            <a:r>
              <a:rPr lang="en-US" sz="4000" dirty="0"/>
              <a:t> (</a:t>
            </a:r>
            <a:r>
              <a:rPr lang="en-US" sz="4000" dirty="0" err="1"/>
              <a:t>na</a:t>
            </a:r>
            <a:r>
              <a:rPr lang="en-US" sz="4000" dirty="0"/>
              <a:t> </a:t>
            </a:r>
            <a:r>
              <a:rPr lang="en-US" sz="4000" dirty="0" err="1"/>
              <a:t>ny</a:t>
            </a:r>
            <a:r>
              <a:rPr lang="en-US" sz="4000" dirty="0"/>
              <a:t> </a:t>
            </a:r>
            <a:r>
              <a:rPr lang="en-US" sz="4000" dirty="0" err="1"/>
              <a:t>fiangonanao</a:t>
            </a:r>
            <a:r>
              <a:rPr lang="en-US" sz="4000" dirty="0"/>
              <a:t>), </a:t>
            </a:r>
            <a:r>
              <a:rPr lang="en-US" sz="4000" dirty="0" err="1"/>
              <a:t>inona</a:t>
            </a:r>
            <a:r>
              <a:rPr lang="en-US" sz="4000" dirty="0"/>
              <a:t> no </a:t>
            </a:r>
            <a:r>
              <a:rPr lang="en-US" sz="4000" dirty="0" err="1"/>
              <a:t>ezaka</a:t>
            </a:r>
            <a:r>
              <a:rPr lang="en-US" sz="4000" dirty="0"/>
              <a:t> </a:t>
            </a:r>
            <a:r>
              <a:rPr lang="en-US" sz="4000" dirty="0" err="1"/>
              <a:t>nataonao</a:t>
            </a:r>
            <a:r>
              <a:rPr lang="en-US" sz="4000" dirty="0"/>
              <a:t>, (</a:t>
            </a:r>
            <a:r>
              <a:rPr lang="en-US" sz="4000" dirty="0" err="1"/>
              <a:t>na</a:t>
            </a:r>
            <a:r>
              <a:rPr lang="en-US" sz="4000" dirty="0"/>
              <a:t> </a:t>
            </a:r>
            <a:r>
              <a:rPr lang="en-US" sz="4000" dirty="0" err="1"/>
              <a:t>ataonao</a:t>
            </a:r>
            <a:r>
              <a:rPr lang="en-US" sz="4000" dirty="0"/>
              <a:t>) </a:t>
            </a:r>
            <a:r>
              <a:rPr lang="en-US" sz="4000" dirty="0" err="1"/>
              <a:t>mba</a:t>
            </a:r>
            <a:r>
              <a:rPr lang="en-US" sz="4000" dirty="0"/>
              <a:t> </a:t>
            </a:r>
            <a:r>
              <a:rPr lang="en-US" sz="4000" dirty="0" err="1"/>
              <a:t>hanomezana</a:t>
            </a:r>
            <a:r>
              <a:rPr lang="en-US" sz="4000" dirty="0"/>
              <a:t> </a:t>
            </a:r>
            <a:r>
              <a:rPr lang="en-US" sz="4000" dirty="0" err="1"/>
              <a:t>izay</a:t>
            </a:r>
            <a:r>
              <a:rPr lang="en-US" sz="4000" dirty="0"/>
              <a:t> </a:t>
            </a:r>
            <a:r>
              <a:rPr lang="en-US" sz="4000" dirty="0" err="1"/>
              <a:t>ilainy</a:t>
            </a:r>
            <a:r>
              <a:rPr lang="en-US" sz="4000" dirty="0"/>
              <a:t> </a:t>
            </a:r>
            <a:r>
              <a:rPr lang="en-US" sz="4000" dirty="0" err="1"/>
              <a:t>sy</a:t>
            </a:r>
            <a:r>
              <a:rPr lang="en-US" sz="4000" dirty="0"/>
              <a:t> </a:t>
            </a:r>
            <a:r>
              <a:rPr lang="en-US" sz="4000" dirty="0" err="1"/>
              <a:t>hizarana</a:t>
            </a:r>
            <a:r>
              <a:rPr lang="en-US" sz="4000" dirty="0"/>
              <a:t> </a:t>
            </a:r>
            <a:r>
              <a:rPr lang="en-US" sz="4000" dirty="0" err="1"/>
              <a:t>ny</a:t>
            </a:r>
            <a:r>
              <a:rPr lang="en-US" sz="4000" dirty="0"/>
              <a:t> </a:t>
            </a:r>
            <a:r>
              <a:rPr lang="en-US" sz="4000" dirty="0" err="1"/>
              <a:t>fitiavan’i</a:t>
            </a:r>
            <a:r>
              <a:rPr lang="en-US" sz="4000" dirty="0"/>
              <a:t> </a:t>
            </a:r>
            <a:r>
              <a:rPr lang="en-US" sz="4000" dirty="0" err="1"/>
              <a:t>Jesosy</a:t>
            </a:r>
            <a:r>
              <a:rPr lang="en-US" sz="4000" dirty="0"/>
              <a:t>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9800168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Shape 766"/>
          <p:cNvSpPr/>
          <p:nvPr/>
        </p:nvSpPr>
        <p:spPr>
          <a:xfrm>
            <a:off x="-4313262" y="6406177"/>
            <a:ext cx="10108057" cy="10108057"/>
          </a:xfrm>
          <a:prstGeom prst="ellipse">
            <a:avLst/>
          </a:prstGeom>
          <a:solidFill>
            <a:srgbClr val="F9B000">
              <a:alpha val="95686"/>
            </a:srgbClr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7" name="Shape 767"/>
          <p:cNvSpPr/>
          <p:nvPr/>
        </p:nvSpPr>
        <p:spPr>
          <a:xfrm>
            <a:off x="-5949539" y="4959345"/>
            <a:ext cx="9124295" cy="9124295"/>
          </a:xfrm>
          <a:prstGeom prst="ellipse">
            <a:avLst/>
          </a:prstGeom>
          <a:solidFill>
            <a:srgbClr val="F7BE16">
              <a:alpha val="62745"/>
            </a:srgbClr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Shape 768"/>
          <p:cNvSpPr txBox="1"/>
          <p:nvPr/>
        </p:nvSpPr>
        <p:spPr>
          <a:xfrm>
            <a:off x="8299303" y="6247483"/>
            <a:ext cx="1223412" cy="215443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algn="r">
              <a:buSzPct val="25000"/>
            </a:pPr>
            <a:r>
              <a:rPr lang="en-US" sz="800">
                <a:solidFill>
                  <a:srgbClr val="DF9E00"/>
                </a:solidFill>
                <a:latin typeface="Montserrat"/>
                <a:ea typeface="Montserrat"/>
                <a:cs typeface="Montserrat"/>
                <a:sym typeface="Montserrat"/>
              </a:rPr>
              <a:t>AdventistMission.org</a:t>
            </a:r>
          </a:p>
        </p:txBody>
      </p:sp>
      <p:sp>
        <p:nvSpPr>
          <p:cNvPr id="769" name="Shape 769"/>
          <p:cNvSpPr txBox="1"/>
          <p:nvPr/>
        </p:nvSpPr>
        <p:spPr>
          <a:xfrm>
            <a:off x="8021256" y="6406177"/>
            <a:ext cx="1489509" cy="215443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algn="r">
              <a:buSzPct val="25000"/>
            </a:pPr>
            <a:r>
              <a:rPr lang="en-US" sz="800">
                <a:solidFill>
                  <a:srgbClr val="007581"/>
                </a:solidFill>
                <a:latin typeface="Montserrat"/>
                <a:ea typeface="Montserrat"/>
                <a:cs typeface="Montserrat"/>
                <a:sym typeface="Montserrat"/>
              </a:rPr>
              <a:t> GlobalMissionCenters.org</a:t>
            </a:r>
          </a:p>
        </p:txBody>
      </p:sp>
      <p:sp>
        <p:nvSpPr>
          <p:cNvPr id="770" name="Shape 770"/>
          <p:cNvSpPr/>
          <p:nvPr/>
        </p:nvSpPr>
        <p:spPr>
          <a:xfrm>
            <a:off x="9517506" y="6264614"/>
            <a:ext cx="1478604" cy="348912"/>
          </a:xfrm>
          <a:prstGeom prst="roundRect">
            <a:avLst>
              <a:gd name="adj" fmla="val 16667"/>
            </a:avLst>
          </a:prstGeom>
          <a:solidFill>
            <a:srgbClr val="007581"/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71" name="Shape 77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54546" y="5850022"/>
            <a:ext cx="698500" cy="711435"/>
          </a:xfrm>
          <a:prstGeom prst="rect">
            <a:avLst/>
          </a:prstGeom>
          <a:noFill/>
          <a:ln>
            <a:noFill/>
          </a:ln>
        </p:spPr>
      </p:pic>
      <p:sp>
        <p:nvSpPr>
          <p:cNvPr id="772" name="Shape 772"/>
          <p:cNvSpPr/>
          <p:nvPr/>
        </p:nvSpPr>
        <p:spPr>
          <a:xfrm>
            <a:off x="9510766" y="-4118182"/>
            <a:ext cx="5357727" cy="5357727"/>
          </a:xfrm>
          <a:prstGeom prst="ellipse">
            <a:avLst/>
          </a:prstGeom>
          <a:solidFill>
            <a:srgbClr val="007581">
              <a:alpha val="62745"/>
            </a:srgbClr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Shape 773"/>
          <p:cNvSpPr/>
          <p:nvPr/>
        </p:nvSpPr>
        <p:spPr>
          <a:xfrm>
            <a:off x="7743652" y="-4994505"/>
            <a:ext cx="5357727" cy="5357727"/>
          </a:xfrm>
          <a:prstGeom prst="ellipse">
            <a:avLst/>
          </a:prstGeom>
          <a:solidFill>
            <a:srgbClr val="7DB3BD">
              <a:alpha val="70980"/>
            </a:srgbClr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75" name="Shape 775"/>
          <p:cNvGrpSpPr/>
          <p:nvPr/>
        </p:nvGrpSpPr>
        <p:grpSpPr>
          <a:xfrm>
            <a:off x="2322551" y="1260636"/>
            <a:ext cx="402858" cy="108082"/>
            <a:chOff x="1591866" y="2549518"/>
            <a:chExt cx="402858" cy="108082"/>
          </a:xfrm>
        </p:grpSpPr>
        <p:sp>
          <p:nvSpPr>
            <p:cNvPr id="776" name="Shape 776"/>
            <p:cNvSpPr/>
            <p:nvPr/>
          </p:nvSpPr>
          <p:spPr>
            <a:xfrm>
              <a:off x="1886641" y="2549518"/>
              <a:ext cx="108082" cy="108082"/>
            </a:xfrm>
            <a:prstGeom prst="ellipse">
              <a:avLst/>
            </a:prstGeom>
            <a:solidFill>
              <a:srgbClr val="F46B06"/>
            </a:solidFill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algn="ctr"/>
              <a:endPara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7" name="Shape 777"/>
            <p:cNvSpPr/>
            <p:nvPr/>
          </p:nvSpPr>
          <p:spPr>
            <a:xfrm>
              <a:off x="1591866" y="2549518"/>
              <a:ext cx="108082" cy="108082"/>
            </a:xfrm>
            <a:prstGeom prst="ellipse">
              <a:avLst/>
            </a:prstGeom>
            <a:solidFill>
              <a:srgbClr val="E3DECE"/>
            </a:solidFill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algn="ctr"/>
              <a:endPara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8" name="Shape 778"/>
            <p:cNvSpPr/>
            <p:nvPr/>
          </p:nvSpPr>
          <p:spPr>
            <a:xfrm>
              <a:off x="1739253" y="2549518"/>
              <a:ext cx="108082" cy="108082"/>
            </a:xfrm>
            <a:prstGeom prst="ellipse">
              <a:avLst/>
            </a:prstGeom>
            <a:solidFill>
              <a:srgbClr val="F7BE16"/>
            </a:solidFill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algn="ctr"/>
              <a:endPara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79" name="Shape 779"/>
          <p:cNvSpPr txBox="1"/>
          <p:nvPr/>
        </p:nvSpPr>
        <p:spPr>
          <a:xfrm>
            <a:off x="2725409" y="1075539"/>
            <a:ext cx="7525792" cy="769441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lvl="0">
              <a:buSzPct val="25000"/>
            </a:pPr>
            <a:endParaRPr lang="en-US" sz="3600" b="1" dirty="0">
              <a:solidFill>
                <a:srgbClr val="007581"/>
              </a:solidFill>
              <a:latin typeface="Abril Fatface"/>
              <a:ea typeface="Abril Fatface"/>
              <a:cs typeface="Abril Fatface"/>
              <a:sym typeface="Abril Fatface"/>
            </a:endParaRPr>
          </a:p>
        </p:txBody>
      </p:sp>
      <p:sp>
        <p:nvSpPr>
          <p:cNvPr id="780" name="Shape 780"/>
          <p:cNvSpPr txBox="1"/>
          <p:nvPr/>
        </p:nvSpPr>
        <p:spPr>
          <a:xfrm>
            <a:off x="2787530" y="914569"/>
            <a:ext cx="3838675" cy="40010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>
              <a:buSzPct val="25000"/>
            </a:pPr>
            <a:endParaRPr lang="en-US" sz="2000" dirty="0">
              <a:solidFill>
                <a:srgbClr val="575A5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81" name="Shape 781"/>
          <p:cNvSpPr txBox="1"/>
          <p:nvPr/>
        </p:nvSpPr>
        <p:spPr>
          <a:xfrm>
            <a:off x="3864864" y="5498592"/>
            <a:ext cx="184730" cy="369332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30E6D8B-C3DC-CD4F-85A8-E49741D4F9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7953" y="1729270"/>
            <a:ext cx="10547498" cy="398948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400" dirty="0"/>
              <a:t>3. Inona no </a:t>
            </a:r>
            <a:r>
              <a:rPr lang="en-US" sz="4400" dirty="0" err="1"/>
              <a:t>dikan’ny</a:t>
            </a:r>
            <a:r>
              <a:rPr lang="en-US" sz="4400" dirty="0"/>
              <a:t> hoe “</a:t>
            </a:r>
            <a:r>
              <a:rPr lang="en-US" sz="4400" dirty="0" err="1"/>
              <a:t>manao</a:t>
            </a:r>
            <a:r>
              <a:rPr lang="en-US" sz="4400" dirty="0"/>
              <a:t> </a:t>
            </a:r>
            <a:r>
              <a:rPr lang="en-US" sz="4400" dirty="0" err="1"/>
              <a:t>mpianatra</a:t>
            </a:r>
            <a:r>
              <a:rPr lang="en-US" sz="4400" dirty="0"/>
              <a:t> </a:t>
            </a:r>
            <a:r>
              <a:rPr lang="en-US" sz="4400" dirty="0" err="1"/>
              <a:t>ny</a:t>
            </a:r>
            <a:r>
              <a:rPr lang="en-US" sz="4400" dirty="0"/>
              <a:t> </a:t>
            </a:r>
            <a:r>
              <a:rPr lang="en-US" sz="4400" dirty="0" err="1"/>
              <a:t>firenena</a:t>
            </a:r>
            <a:r>
              <a:rPr lang="en-US" sz="4400" dirty="0"/>
              <a:t> </a:t>
            </a:r>
            <a:r>
              <a:rPr lang="en-US" sz="4400" dirty="0" err="1"/>
              <a:t>rehetra</a:t>
            </a:r>
            <a:r>
              <a:rPr lang="en-US" sz="4400" dirty="0"/>
              <a:t>”?? </a:t>
            </a:r>
          </a:p>
          <a:p>
            <a:endParaRPr lang="en-US" dirty="0"/>
          </a:p>
        </p:txBody>
      </p:sp>
      <p:pic>
        <p:nvPicPr>
          <p:cNvPr id="21" name="Picture 20" descr="images.jpeg">
            <a:extLst>
              <a:ext uri="{FF2B5EF4-FFF2-40B4-BE49-F238E27FC236}">
                <a16:creationId xmlns:a16="http://schemas.microsoft.com/office/drawing/2014/main" id="{0034E46F-5669-C140-9424-EDB590FDF37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4864" y="3225292"/>
            <a:ext cx="3581400" cy="2273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9917238"/>
      </p:ext>
    </p:extLst>
  </p:cSld>
  <p:clrMapOvr>
    <a:masterClrMapping/>
  </p:clrMapOvr>
  <p:transition spd="slow">
    <p:comb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FR" sz="3200" dirty="0"/>
              <a:t>"Fa </a:t>
            </a:r>
            <a:r>
              <a:rPr lang="fr-FR" sz="3200" dirty="0" err="1"/>
              <a:t>hahazo</a:t>
            </a:r>
            <a:r>
              <a:rPr lang="fr-FR" sz="3200" dirty="0"/>
              <a:t> </a:t>
            </a:r>
            <a:r>
              <a:rPr lang="fr-FR" sz="3200" dirty="0" err="1"/>
              <a:t>hery</a:t>
            </a:r>
            <a:r>
              <a:rPr lang="fr-FR" sz="3200" dirty="0"/>
              <a:t> </a:t>
            </a:r>
            <a:r>
              <a:rPr lang="fr-FR" sz="3200" dirty="0" err="1"/>
              <a:t>ianareo</a:t>
            </a:r>
            <a:r>
              <a:rPr lang="fr-FR" sz="3200" dirty="0"/>
              <a:t> </a:t>
            </a:r>
            <a:r>
              <a:rPr lang="fr-FR" sz="3200" dirty="0" err="1"/>
              <a:t>amin'ny</a:t>
            </a:r>
            <a:r>
              <a:rPr lang="fr-FR" sz="3200" dirty="0"/>
              <a:t> </a:t>
            </a:r>
            <a:r>
              <a:rPr lang="fr-FR" sz="3200" dirty="0" err="1"/>
              <a:t>hilatsahan'ny</a:t>
            </a:r>
            <a:r>
              <a:rPr lang="fr-FR" sz="3200" dirty="0"/>
              <a:t> </a:t>
            </a:r>
            <a:r>
              <a:rPr lang="fr-FR" sz="3200" dirty="0" err="1"/>
              <a:t>Fanahy</a:t>
            </a:r>
            <a:r>
              <a:rPr lang="fr-FR" sz="3200" dirty="0"/>
              <a:t> </a:t>
            </a:r>
            <a:r>
              <a:rPr lang="fr-FR" sz="3200" dirty="0" err="1"/>
              <a:t>Masina</a:t>
            </a:r>
            <a:r>
              <a:rPr lang="fr-FR" sz="3200" dirty="0"/>
              <a:t> </a:t>
            </a:r>
            <a:r>
              <a:rPr lang="fr-FR" sz="3200" dirty="0" err="1"/>
              <a:t>aminareo</a:t>
            </a:r>
            <a:r>
              <a:rPr lang="fr-FR" sz="3200" dirty="0"/>
              <a:t>, </a:t>
            </a:r>
            <a:r>
              <a:rPr lang="fr-FR" sz="3200" dirty="0" err="1"/>
              <a:t>ary</a:t>
            </a:r>
            <a:r>
              <a:rPr lang="fr-FR" sz="3200" dirty="0"/>
              <a:t> ho </a:t>
            </a:r>
            <a:r>
              <a:rPr lang="fr-FR" sz="3200" dirty="0" err="1" smtClean="0"/>
              <a:t>vavolombeloko</a:t>
            </a:r>
            <a:r>
              <a:rPr lang="fr-FR" sz="3200" dirty="0" smtClean="0"/>
              <a:t> </a:t>
            </a:r>
            <a:r>
              <a:rPr lang="fr-FR" sz="3200" dirty="0" err="1"/>
              <a:t>any</a:t>
            </a:r>
            <a:r>
              <a:rPr lang="fr-FR" sz="3200" dirty="0"/>
              <a:t> </a:t>
            </a:r>
            <a:r>
              <a:rPr lang="fr-FR" sz="3200" dirty="0" err="1"/>
              <a:t>Jerosalema</a:t>
            </a:r>
            <a:r>
              <a:rPr lang="fr-FR" sz="3200" dirty="0"/>
              <a:t> </a:t>
            </a:r>
            <a:r>
              <a:rPr lang="fr-FR" sz="3200" dirty="0" err="1"/>
              <a:t>sy</a:t>
            </a:r>
            <a:r>
              <a:rPr lang="fr-FR" sz="3200" dirty="0"/>
              <a:t> </a:t>
            </a:r>
            <a:r>
              <a:rPr lang="fr-FR" sz="3200" dirty="0" err="1"/>
              <a:t>eran'i</a:t>
            </a:r>
            <a:r>
              <a:rPr lang="fr-FR" sz="3200" dirty="0"/>
              <a:t> </a:t>
            </a:r>
            <a:r>
              <a:rPr lang="fr-FR" sz="3200" dirty="0" err="1"/>
              <a:t>Jodia</a:t>
            </a:r>
            <a:r>
              <a:rPr lang="fr-FR" sz="3200" dirty="0"/>
              <a:t> </a:t>
            </a:r>
            <a:r>
              <a:rPr lang="fr-FR" sz="3200" dirty="0" err="1"/>
              <a:t>sy</a:t>
            </a:r>
            <a:r>
              <a:rPr lang="fr-FR" sz="3200" dirty="0"/>
              <a:t> </a:t>
            </a:r>
            <a:r>
              <a:rPr lang="fr-FR" sz="3200" dirty="0" err="1"/>
              <a:t>Samaria</a:t>
            </a:r>
            <a:r>
              <a:rPr lang="fr-FR" sz="3200" dirty="0"/>
              <a:t> </a:t>
            </a:r>
            <a:r>
              <a:rPr lang="fr-FR" sz="3200" dirty="0" err="1"/>
              <a:t>ary</a:t>
            </a:r>
            <a:r>
              <a:rPr lang="fr-FR" sz="3200" dirty="0"/>
              <a:t> </a:t>
            </a:r>
            <a:r>
              <a:rPr lang="fr-FR" sz="3200" dirty="0" err="1"/>
              <a:t>hatramin'ny</a:t>
            </a:r>
            <a:r>
              <a:rPr lang="fr-FR" sz="3200" dirty="0"/>
              <a:t> 	</a:t>
            </a:r>
            <a:r>
              <a:rPr lang="fr-FR" sz="3200" dirty="0" err="1"/>
              <a:t>faran'ny</a:t>
            </a:r>
            <a:r>
              <a:rPr lang="fr-FR" sz="3200" dirty="0"/>
              <a:t> </a:t>
            </a:r>
            <a:r>
              <a:rPr lang="fr-FR" sz="3200" dirty="0" err="1"/>
              <a:t>tany</a:t>
            </a:r>
            <a:r>
              <a:rPr lang="fr-FR" sz="3200" dirty="0"/>
              <a:t>." (Asa 1:8)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Mila </a:t>
            </a:r>
            <a:r>
              <a:rPr lang="fr-FR" dirty="0" err="1"/>
              <a:t>manomboka</a:t>
            </a:r>
            <a:r>
              <a:rPr lang="fr-FR" dirty="0"/>
              <a:t> </a:t>
            </a:r>
            <a:r>
              <a:rPr lang="fr-FR" dirty="0" err="1"/>
              <a:t>eo</a:t>
            </a:r>
            <a:r>
              <a:rPr lang="fr-FR" dirty="0"/>
              <a:t> </a:t>
            </a:r>
            <a:r>
              <a:rPr lang="fr-FR" dirty="0" err="1"/>
              <a:t>amin'ny</a:t>
            </a:r>
            <a:r>
              <a:rPr lang="fr-FR" dirty="0"/>
              <a:t> </a:t>
            </a:r>
            <a:r>
              <a:rPr lang="fr-FR" dirty="0" err="1"/>
              <a:t>toeram-ponenantsika</a:t>
            </a:r>
            <a:r>
              <a:rPr lang="fr-FR" dirty="0"/>
              <a:t> </a:t>
            </a:r>
            <a:r>
              <a:rPr lang="fr-FR" dirty="0" err="1"/>
              <a:t>isika</a:t>
            </a:r>
            <a:r>
              <a:rPr lang="fr-FR" dirty="0"/>
              <a:t>. </a:t>
            </a:r>
            <a:r>
              <a:rPr lang="fr-FR" dirty="0" err="1"/>
              <a:t>Indraindray</a:t>
            </a:r>
            <a:r>
              <a:rPr lang="fr-FR" dirty="0"/>
              <a:t> </a:t>
            </a:r>
            <a:r>
              <a:rPr lang="fr-FR" dirty="0" err="1"/>
              <a:t>isika</a:t>
            </a:r>
            <a:r>
              <a:rPr lang="fr-FR" dirty="0"/>
              <a:t> dia </a:t>
            </a:r>
            <a:r>
              <a:rPr lang="fr-FR" dirty="0" err="1"/>
              <a:t>tsy</a:t>
            </a:r>
            <a:r>
              <a:rPr lang="fr-FR" dirty="0"/>
              <a:t> </a:t>
            </a:r>
            <a:r>
              <a:rPr lang="fr-FR" dirty="0" err="1"/>
              <a:t>mijoro</a:t>
            </a:r>
            <a:r>
              <a:rPr lang="fr-FR" dirty="0"/>
              <a:t> ho </a:t>
            </a:r>
            <a:r>
              <a:rPr lang="fr-FR" dirty="0" err="1"/>
              <a:t>vavolombelona</a:t>
            </a:r>
            <a:r>
              <a:rPr lang="fr-FR" dirty="0"/>
              <a:t> </a:t>
            </a:r>
            <a:r>
              <a:rPr lang="fr-FR" dirty="0" err="1"/>
              <a:t>amin'ireo</a:t>
            </a:r>
            <a:r>
              <a:rPr lang="fr-FR" dirty="0"/>
              <a:t> </a:t>
            </a:r>
            <a:r>
              <a:rPr lang="fr-FR" dirty="0" err="1"/>
              <a:t>mpiaramonina</a:t>
            </a:r>
            <a:r>
              <a:rPr lang="fr-FR" dirty="0"/>
              <a:t> </a:t>
            </a:r>
            <a:r>
              <a:rPr lang="fr-FR" dirty="0" err="1"/>
              <a:t>mifanila</a:t>
            </a:r>
            <a:r>
              <a:rPr lang="fr-FR" dirty="0"/>
              <a:t> </a:t>
            </a:r>
            <a:r>
              <a:rPr lang="fr-FR" dirty="0" err="1"/>
              <a:t>amintsika</a:t>
            </a:r>
            <a:r>
              <a:rPr lang="fr-FR" dirty="0"/>
              <a:t> </a:t>
            </a:r>
            <a:r>
              <a:rPr lang="fr-FR" dirty="0" err="1"/>
              <a:t>akory</a:t>
            </a:r>
            <a:r>
              <a:rPr lang="fr-FR" dirty="0"/>
              <a:t>, na </a:t>
            </a:r>
            <a:r>
              <a:rPr lang="fr-FR" dirty="0" err="1"/>
              <a:t>amin'ireo</a:t>
            </a:r>
            <a:r>
              <a:rPr lang="fr-FR" dirty="0"/>
              <a:t> </a:t>
            </a:r>
            <a:r>
              <a:rPr lang="fr-FR" dirty="0" err="1"/>
              <a:t>olona</a:t>
            </a:r>
            <a:r>
              <a:rPr lang="fr-FR" dirty="0"/>
              <a:t> </a:t>
            </a:r>
            <a:r>
              <a:rPr lang="fr-FR" dirty="0" err="1"/>
              <a:t>eo</a:t>
            </a:r>
            <a:r>
              <a:rPr lang="fr-FR" dirty="0"/>
              <a:t> </a:t>
            </a:r>
            <a:r>
              <a:rPr lang="fr-FR" dirty="0" err="1"/>
              <a:t>amin'ny</a:t>
            </a:r>
            <a:r>
              <a:rPr lang="fr-FR" dirty="0"/>
              <a:t> </a:t>
            </a:r>
            <a:r>
              <a:rPr lang="fr-FR" dirty="0" err="1"/>
              <a:t>fiarahamonina</a:t>
            </a:r>
            <a:r>
              <a:rPr lang="fr-FR" dirty="0"/>
              <a:t> </a:t>
            </a:r>
            <a:r>
              <a:rPr lang="fr-FR" dirty="0" err="1"/>
              <a:t>misy</a:t>
            </a:r>
            <a:r>
              <a:rPr lang="fr-FR" dirty="0"/>
              <a:t> </a:t>
            </a:r>
            <a:r>
              <a:rPr lang="fr-FR" dirty="0" err="1"/>
              <a:t>antsika</a:t>
            </a:r>
            <a:r>
              <a:rPr lang="fr-FR" dirty="0"/>
              <a:t>, fa </a:t>
            </a:r>
            <a:r>
              <a:rPr lang="fr-FR" dirty="0" err="1"/>
              <a:t>maniry</a:t>
            </a:r>
            <a:r>
              <a:rPr lang="fr-FR" dirty="0"/>
              <a:t> </a:t>
            </a:r>
            <a:r>
              <a:rPr lang="fr-FR" dirty="0" err="1"/>
              <a:t>handeha</a:t>
            </a:r>
            <a:r>
              <a:rPr lang="fr-FR" dirty="0"/>
              <a:t> </a:t>
            </a:r>
            <a:r>
              <a:rPr lang="fr-FR" dirty="0" err="1"/>
              <a:t>any</a:t>
            </a:r>
            <a:r>
              <a:rPr lang="fr-FR" dirty="0"/>
              <a:t> Chine na </a:t>
            </a:r>
            <a:r>
              <a:rPr lang="fr-FR" dirty="0" err="1"/>
              <a:t>any</a:t>
            </a:r>
            <a:r>
              <a:rPr lang="fr-FR" dirty="0"/>
              <a:t> </a:t>
            </a:r>
            <a:r>
              <a:rPr lang="fr-FR" dirty="0" err="1"/>
              <a:t>amin'ny</a:t>
            </a:r>
            <a:r>
              <a:rPr lang="fr-FR" dirty="0"/>
              <a:t> </a:t>
            </a:r>
            <a:r>
              <a:rPr lang="fr-FR" dirty="0" err="1"/>
              <a:t>firenena</a:t>
            </a:r>
            <a:r>
              <a:rPr lang="fr-FR" dirty="0"/>
              <a:t> </a:t>
            </a:r>
            <a:r>
              <a:rPr lang="fr-FR" dirty="0" err="1"/>
              <a:t>Afovoany</a:t>
            </a:r>
            <a:r>
              <a:rPr lang="fr-FR" dirty="0"/>
              <a:t> </a:t>
            </a:r>
            <a:r>
              <a:rPr lang="fr-FR" dirty="0" err="1"/>
              <a:t>Atsinanana</a:t>
            </a:r>
            <a:r>
              <a:rPr lang="fr-FR" dirty="0"/>
              <a:t> na </a:t>
            </a:r>
            <a:r>
              <a:rPr lang="fr-FR" dirty="0" err="1"/>
              <a:t>any</a:t>
            </a:r>
            <a:r>
              <a:rPr lang="fr-FR" dirty="0"/>
              <a:t> </a:t>
            </a:r>
            <a:r>
              <a:rPr lang="fr-FR" dirty="0" err="1"/>
              <a:t>amin'ireo</a:t>
            </a:r>
            <a:r>
              <a:rPr lang="fr-FR" dirty="0"/>
              <a:t> </a:t>
            </a:r>
            <a:r>
              <a:rPr lang="fr-FR" dirty="0" err="1"/>
              <a:t>firenena</a:t>
            </a:r>
            <a:r>
              <a:rPr lang="fr-FR" dirty="0"/>
              <a:t> </a:t>
            </a:r>
            <a:r>
              <a:rPr lang="fr-FR" dirty="0" err="1"/>
              <a:t>hafa</a:t>
            </a:r>
            <a:r>
              <a:rPr lang="fr-FR" dirty="0"/>
              <a:t> </a:t>
            </a:r>
            <a:r>
              <a:rPr lang="fr-FR" dirty="0" err="1"/>
              <a:t>izay</a:t>
            </a:r>
            <a:r>
              <a:rPr lang="fr-FR" dirty="0"/>
              <a:t> </a:t>
            </a:r>
            <a:r>
              <a:rPr lang="fr-FR" dirty="0" err="1"/>
              <a:t>tena</a:t>
            </a:r>
            <a:r>
              <a:rPr lang="fr-FR" dirty="0"/>
              <a:t> </a:t>
            </a:r>
            <a:r>
              <a:rPr lang="fr-FR" dirty="0" err="1"/>
              <a:t>lavitra</a:t>
            </a:r>
            <a:r>
              <a:rPr lang="fr-FR" dirty="0"/>
              <a:t> </a:t>
            </a:r>
            <a:r>
              <a:rPr lang="fr-FR" dirty="0" err="1"/>
              <a:t>be</a:t>
            </a:r>
            <a:r>
              <a:rPr lang="fr-FR" dirty="0"/>
              <a:t>. </a:t>
            </a:r>
            <a:r>
              <a:rPr lang="fr-FR" dirty="0" err="1"/>
              <a:t>Ny</a:t>
            </a:r>
            <a:r>
              <a:rPr lang="fr-FR" dirty="0"/>
              <a:t> </a:t>
            </a:r>
            <a:r>
              <a:rPr lang="fr-FR" dirty="0" err="1"/>
              <a:t>Matio</a:t>
            </a:r>
            <a:r>
              <a:rPr lang="fr-FR" dirty="0"/>
              <a:t> 28:19-20 </a:t>
            </a:r>
            <a:r>
              <a:rPr lang="fr-FR" dirty="0" err="1"/>
              <a:t>sy</a:t>
            </a:r>
            <a:r>
              <a:rPr lang="fr-FR" dirty="0"/>
              <a:t> </a:t>
            </a:r>
            <a:r>
              <a:rPr lang="fr-FR" dirty="0" err="1"/>
              <a:t>ny</a:t>
            </a:r>
            <a:r>
              <a:rPr lang="fr-FR" dirty="0"/>
              <a:t> Asa 1:8 no </a:t>
            </a:r>
            <a:r>
              <a:rPr lang="fr-FR" dirty="0" err="1"/>
              <a:t>toromarika</a:t>
            </a:r>
            <a:r>
              <a:rPr lang="fr-FR" dirty="0"/>
              <a:t> </a:t>
            </a:r>
            <a:r>
              <a:rPr lang="fr-FR" dirty="0" err="1"/>
              <a:t>avy</a:t>
            </a:r>
            <a:r>
              <a:rPr lang="fr-FR" dirty="0"/>
              <a:t> </a:t>
            </a:r>
            <a:r>
              <a:rPr lang="fr-FR" dirty="0" err="1"/>
              <a:t>amin'i</a:t>
            </a:r>
            <a:r>
              <a:rPr lang="fr-FR" dirty="0"/>
              <a:t> </a:t>
            </a:r>
            <a:r>
              <a:rPr lang="fr-FR" dirty="0" err="1"/>
              <a:t>Jesosy</a:t>
            </a:r>
            <a:r>
              <a:rPr lang="fr-FR" dirty="0"/>
              <a:t>, </a:t>
            </a:r>
            <a:r>
              <a:rPr lang="fr-FR" dirty="0" err="1"/>
              <a:t>hanatrarana</a:t>
            </a:r>
            <a:r>
              <a:rPr lang="fr-FR" dirty="0"/>
              <a:t> </a:t>
            </a:r>
            <a:r>
              <a:rPr lang="fr-FR" dirty="0" err="1"/>
              <a:t>ireo</a:t>
            </a:r>
            <a:r>
              <a:rPr lang="fr-FR" dirty="0"/>
              <a:t> </a:t>
            </a:r>
            <a:r>
              <a:rPr lang="fr-FR" dirty="0" err="1"/>
              <a:t>olona</a:t>
            </a:r>
            <a:r>
              <a:rPr lang="fr-FR" dirty="0"/>
              <a:t> </a:t>
            </a:r>
            <a:r>
              <a:rPr lang="fr-FR" dirty="0" err="1"/>
              <a:t>any</a:t>
            </a:r>
            <a:r>
              <a:rPr lang="fr-FR" dirty="0"/>
              <a:t> </a:t>
            </a:r>
            <a:r>
              <a:rPr lang="fr-FR" dirty="0" err="1"/>
              <a:t>amin'ny</a:t>
            </a:r>
            <a:r>
              <a:rPr lang="fr-FR" dirty="0"/>
              <a:t> </a:t>
            </a:r>
            <a:r>
              <a:rPr lang="fr-FR" dirty="0" err="1"/>
              <a:t>toerana</a:t>
            </a:r>
            <a:r>
              <a:rPr lang="fr-FR" dirty="0"/>
              <a:t> </a:t>
            </a:r>
            <a:r>
              <a:rPr lang="fr-FR" dirty="0" err="1"/>
              <a:t>izay</a:t>
            </a:r>
            <a:r>
              <a:rPr lang="fr-FR" dirty="0"/>
              <a:t> </a:t>
            </a:r>
            <a:r>
              <a:rPr lang="fr-FR" dirty="0" err="1"/>
              <a:t>mety</a:t>
            </a:r>
            <a:r>
              <a:rPr lang="fr-FR" dirty="0"/>
              <a:t> </a:t>
            </a:r>
            <a:r>
              <a:rPr lang="fr-FR" dirty="0" err="1"/>
              <a:t>tsy</a:t>
            </a:r>
            <a:r>
              <a:rPr lang="fr-FR" dirty="0"/>
              <a:t> dia </a:t>
            </a:r>
            <a:r>
              <a:rPr lang="fr-FR" dirty="0" err="1"/>
              <a:t>manavanana</a:t>
            </a:r>
            <a:r>
              <a:rPr lang="fr-FR" dirty="0"/>
              <a:t> </a:t>
            </a:r>
            <a:r>
              <a:rPr lang="fr-FR" dirty="0" err="1"/>
              <a:t>antsika</a:t>
            </a:r>
            <a:r>
              <a:rPr lang="fr-FR" dirty="0"/>
              <a:t> </a:t>
            </a:r>
            <a:r>
              <a:rPr lang="fr-FR" dirty="0" err="1"/>
              <a:t>loatra</a:t>
            </a:r>
            <a:r>
              <a:rPr lang="fr-FR" dirty="0"/>
              <a:t>. </a:t>
            </a:r>
            <a:r>
              <a:rPr lang="fr-FR" dirty="0" err="1"/>
              <a:t>Natao</a:t>
            </a:r>
            <a:r>
              <a:rPr lang="fr-FR" dirty="0"/>
              <a:t> ho </a:t>
            </a:r>
            <a:r>
              <a:rPr lang="fr-FR" dirty="0" err="1"/>
              <a:t>an'ny</a:t>
            </a:r>
            <a:r>
              <a:rPr lang="fr-FR" dirty="0"/>
              <a:t> </a:t>
            </a:r>
            <a:r>
              <a:rPr lang="fr-FR" dirty="0" err="1"/>
              <a:t>mpanara</a:t>
            </a:r>
            <a:r>
              <a:rPr lang="fr-FR" dirty="0"/>
              <a:t>-dia </a:t>
            </a:r>
            <a:r>
              <a:rPr lang="fr-FR" dirty="0" err="1"/>
              <a:t>Azy</a:t>
            </a:r>
            <a:r>
              <a:rPr lang="fr-FR" dirty="0"/>
              <a:t> </a:t>
            </a:r>
            <a:r>
              <a:rPr lang="fr-FR" dirty="0" err="1"/>
              <a:t>rehetra</a:t>
            </a:r>
            <a:r>
              <a:rPr lang="fr-FR" dirty="0"/>
              <a:t> </a:t>
            </a:r>
            <a:r>
              <a:rPr lang="fr-FR" dirty="0" err="1"/>
              <a:t>ireo</a:t>
            </a:r>
            <a:r>
              <a:rPr lang="fr-FR" dirty="0"/>
              <a:t> </a:t>
            </a:r>
            <a:r>
              <a:rPr lang="fr-FR" dirty="0" err="1"/>
              <a:t>toromarika</a:t>
            </a:r>
            <a:r>
              <a:rPr lang="fr-FR" dirty="0"/>
              <a:t> </a:t>
            </a:r>
            <a:r>
              <a:rPr lang="fr-FR" dirty="0" err="1"/>
              <a:t>ireo</a:t>
            </a:r>
            <a:r>
              <a:rPr lang="fr-FR" dirty="0"/>
              <a:t>. </a:t>
            </a:r>
            <a:r>
              <a:rPr lang="fr-FR" dirty="0" err="1"/>
              <a:t>Mialohan'ny</a:t>
            </a:r>
            <a:r>
              <a:rPr lang="fr-FR" dirty="0"/>
              <a:t> </a:t>
            </a:r>
            <a:r>
              <a:rPr lang="fr-FR" dirty="0" err="1"/>
              <a:t>ahafahantsika</a:t>
            </a:r>
            <a:r>
              <a:rPr lang="fr-FR" dirty="0"/>
              <a:t> </a:t>
            </a:r>
            <a:r>
              <a:rPr lang="fr-FR" dirty="0" err="1"/>
              <a:t>ny</a:t>
            </a:r>
            <a:r>
              <a:rPr lang="fr-FR" dirty="0"/>
              <a:t> ho </a:t>
            </a:r>
            <a:r>
              <a:rPr lang="fr-FR" dirty="0" err="1"/>
              <a:t>tonga</a:t>
            </a:r>
            <a:r>
              <a:rPr lang="fr-FR" dirty="0"/>
              <a:t> </a:t>
            </a:r>
            <a:r>
              <a:rPr lang="fr-FR" dirty="0" err="1"/>
              <a:t>matianina</a:t>
            </a:r>
            <a:r>
              <a:rPr lang="fr-FR" dirty="0"/>
              <a:t> </a:t>
            </a:r>
            <a:r>
              <a:rPr lang="fr-FR" dirty="0" err="1"/>
              <a:t>any</a:t>
            </a:r>
            <a:r>
              <a:rPr lang="fr-FR" dirty="0"/>
              <a:t> </a:t>
            </a:r>
            <a:r>
              <a:rPr lang="fr-FR" dirty="0" err="1"/>
              <a:t>amin'ny</a:t>
            </a:r>
            <a:r>
              <a:rPr lang="fr-FR" dirty="0"/>
              <a:t> </a:t>
            </a:r>
            <a:r>
              <a:rPr lang="fr-FR" dirty="0" err="1"/>
              <a:t>saha</a:t>
            </a:r>
            <a:r>
              <a:rPr lang="fr-FR" dirty="0"/>
              <a:t> </a:t>
            </a:r>
            <a:r>
              <a:rPr lang="fr-FR" dirty="0" err="1"/>
              <a:t>fiasana</a:t>
            </a:r>
            <a:r>
              <a:rPr lang="fr-FR" dirty="0"/>
              <a:t> </a:t>
            </a:r>
            <a:r>
              <a:rPr lang="fr-FR" dirty="0" err="1"/>
              <a:t>any</a:t>
            </a:r>
            <a:r>
              <a:rPr lang="fr-FR" dirty="0"/>
              <a:t> </a:t>
            </a:r>
            <a:r>
              <a:rPr lang="fr-FR" dirty="0" err="1"/>
              <a:t>lavitra</a:t>
            </a:r>
            <a:r>
              <a:rPr lang="fr-FR" dirty="0"/>
              <a:t> </a:t>
            </a:r>
            <a:r>
              <a:rPr lang="fr-FR" dirty="0" err="1"/>
              <a:t>any</a:t>
            </a:r>
            <a:r>
              <a:rPr lang="fr-FR" dirty="0"/>
              <a:t>, dia </a:t>
            </a:r>
            <a:r>
              <a:rPr lang="fr-FR" dirty="0" err="1"/>
              <a:t>mila</a:t>
            </a:r>
            <a:r>
              <a:rPr lang="fr-FR" dirty="0"/>
              <a:t> </a:t>
            </a:r>
            <a:r>
              <a:rPr lang="fr-FR" dirty="0" err="1"/>
              <a:t>manatratra</a:t>
            </a:r>
            <a:r>
              <a:rPr lang="fr-FR" dirty="0"/>
              <a:t> </a:t>
            </a:r>
            <a:r>
              <a:rPr lang="fr-FR" dirty="0" err="1"/>
              <a:t>ireo</a:t>
            </a:r>
            <a:r>
              <a:rPr lang="fr-FR" dirty="0"/>
              <a:t> </a:t>
            </a:r>
            <a:r>
              <a:rPr lang="fr-FR" dirty="0" err="1"/>
              <a:t>izay</a:t>
            </a:r>
            <a:r>
              <a:rPr lang="fr-FR" dirty="0"/>
              <a:t> </a:t>
            </a:r>
            <a:r>
              <a:rPr lang="fr-FR" dirty="0" err="1"/>
              <a:t>akaiky</a:t>
            </a:r>
            <a:r>
              <a:rPr lang="fr-FR" dirty="0"/>
              <a:t> </a:t>
            </a:r>
            <a:r>
              <a:rPr lang="fr-FR" dirty="0" err="1"/>
              <a:t>indrindra</a:t>
            </a:r>
            <a:r>
              <a:rPr lang="fr-FR" dirty="0"/>
              <a:t> </a:t>
            </a:r>
            <a:r>
              <a:rPr lang="fr-FR" dirty="0" err="1"/>
              <a:t>antsika</a:t>
            </a:r>
            <a:r>
              <a:rPr lang="fr-FR" dirty="0"/>
              <a:t> </a:t>
            </a:r>
            <a:r>
              <a:rPr lang="fr-FR" dirty="0" err="1"/>
              <a:t>isika</a:t>
            </a:r>
            <a:r>
              <a:rPr lang="fr-FR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5608497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78302" y="309489"/>
            <a:ext cx="10875498" cy="6231988"/>
          </a:xfrm>
        </p:spPr>
        <p:txBody>
          <a:bodyPr>
            <a:noAutofit/>
          </a:bodyPr>
          <a:lstStyle/>
          <a:p>
            <a:r>
              <a:rPr lang="fr-FR" sz="3200" dirty="0"/>
              <a:t>An-</a:t>
            </a:r>
            <a:r>
              <a:rPr lang="fr-FR" sz="3200" dirty="0" err="1"/>
              <a:t>taonany</a:t>
            </a:r>
            <a:r>
              <a:rPr lang="fr-FR" sz="3200" dirty="0"/>
              <a:t> </a:t>
            </a:r>
            <a:r>
              <a:rPr lang="fr-FR" sz="3200" dirty="0" err="1"/>
              <a:t>maro</a:t>
            </a:r>
            <a:r>
              <a:rPr lang="fr-FR" sz="3200" dirty="0"/>
              <a:t> </a:t>
            </a:r>
            <a:r>
              <a:rPr lang="fr-FR" sz="3200" dirty="0" err="1"/>
              <a:t>izay</a:t>
            </a:r>
            <a:r>
              <a:rPr lang="fr-FR" sz="3200" dirty="0"/>
              <a:t> no </a:t>
            </a:r>
            <a:r>
              <a:rPr lang="fr-FR" sz="3200" dirty="0" err="1"/>
              <a:t>nipetrahan'ny</a:t>
            </a:r>
            <a:r>
              <a:rPr lang="fr-FR" sz="3200" dirty="0"/>
              <a:t> </a:t>
            </a:r>
            <a:r>
              <a:rPr lang="fr-FR" sz="3200" dirty="0" err="1"/>
              <a:t>mpino</a:t>
            </a:r>
            <a:r>
              <a:rPr lang="fr-FR" sz="3200" dirty="0"/>
              <a:t> Islamo </a:t>
            </a:r>
            <a:r>
              <a:rPr lang="fr-FR" sz="3200" dirty="0" err="1"/>
              <a:t>lavitra</a:t>
            </a:r>
            <a:r>
              <a:rPr lang="fr-FR" sz="3200" dirty="0"/>
              <a:t> </a:t>
            </a:r>
            <a:r>
              <a:rPr lang="fr-FR" sz="3200" dirty="0" err="1"/>
              <a:t>be</a:t>
            </a:r>
            <a:r>
              <a:rPr lang="fr-FR" sz="3200" dirty="0"/>
              <a:t>, </a:t>
            </a:r>
            <a:r>
              <a:rPr lang="fr-FR" sz="3200" dirty="0" err="1"/>
              <a:t>tany</a:t>
            </a:r>
            <a:r>
              <a:rPr lang="fr-FR" sz="3200" dirty="0"/>
              <a:t> </a:t>
            </a:r>
            <a:r>
              <a:rPr lang="fr-FR" sz="3200" dirty="0" err="1"/>
              <a:t>amin'ny</a:t>
            </a:r>
            <a:r>
              <a:rPr lang="fr-FR" sz="3200" dirty="0"/>
              <a:t> </a:t>
            </a:r>
            <a:r>
              <a:rPr lang="fr-FR" sz="3200" dirty="0" err="1"/>
              <a:t>firenena</a:t>
            </a:r>
            <a:r>
              <a:rPr lang="fr-FR" sz="3200" dirty="0"/>
              <a:t> </a:t>
            </a:r>
            <a:r>
              <a:rPr lang="fr-FR" sz="3200" dirty="0" err="1"/>
              <a:t>Afovoany</a:t>
            </a:r>
            <a:r>
              <a:rPr lang="fr-FR" sz="3200" dirty="0"/>
              <a:t> </a:t>
            </a:r>
            <a:r>
              <a:rPr lang="fr-FR" sz="3200" dirty="0" err="1"/>
              <a:t>Atsinanana</a:t>
            </a:r>
            <a:r>
              <a:rPr lang="fr-FR" sz="3200" dirty="0"/>
              <a:t> </a:t>
            </a:r>
            <a:r>
              <a:rPr lang="fr-FR" sz="3200" dirty="0" err="1"/>
              <a:t>sy</a:t>
            </a:r>
            <a:r>
              <a:rPr lang="fr-FR" sz="3200" dirty="0"/>
              <a:t> </a:t>
            </a:r>
            <a:r>
              <a:rPr lang="fr-FR" sz="3200" dirty="0" err="1"/>
              <a:t>Tatsinanana</a:t>
            </a:r>
            <a:r>
              <a:rPr lang="fr-FR" sz="3200" dirty="0"/>
              <a:t>; </a:t>
            </a:r>
            <a:r>
              <a:rPr lang="fr-FR" sz="3200" dirty="0" err="1"/>
              <a:t>ary</a:t>
            </a:r>
            <a:r>
              <a:rPr lang="fr-FR" sz="3200" dirty="0"/>
              <a:t> </a:t>
            </a:r>
            <a:r>
              <a:rPr lang="fr-FR" sz="3200" dirty="0" err="1"/>
              <a:t>nanao</a:t>
            </a:r>
            <a:r>
              <a:rPr lang="fr-FR" sz="3200" dirty="0"/>
              <a:t> </a:t>
            </a:r>
            <a:r>
              <a:rPr lang="fr-FR" sz="3200" dirty="0" err="1"/>
              <a:t>zavatra</a:t>
            </a:r>
            <a:r>
              <a:rPr lang="fr-FR" sz="3200" dirty="0"/>
              <a:t> </a:t>
            </a:r>
            <a:r>
              <a:rPr lang="fr-FR" sz="3200" dirty="0" err="1"/>
              <a:t>kely</a:t>
            </a:r>
            <a:r>
              <a:rPr lang="fr-FR" sz="3200" dirty="0"/>
              <a:t> </a:t>
            </a:r>
            <a:r>
              <a:rPr lang="fr-FR" sz="3200" dirty="0" err="1"/>
              <a:t>fotsiny</a:t>
            </a:r>
            <a:r>
              <a:rPr lang="fr-FR" sz="3200" dirty="0"/>
              <a:t> na </a:t>
            </a:r>
            <a:r>
              <a:rPr lang="fr-FR" sz="3200" dirty="0" err="1"/>
              <a:t>tsy</a:t>
            </a:r>
            <a:r>
              <a:rPr lang="fr-FR" sz="3200" dirty="0"/>
              <a:t> </a:t>
            </a:r>
            <a:r>
              <a:rPr lang="fr-FR" sz="3200" dirty="0" err="1"/>
              <a:t>nanao</a:t>
            </a:r>
            <a:r>
              <a:rPr lang="fr-FR" sz="3200" dirty="0"/>
              <a:t> na </a:t>
            </a:r>
            <a:r>
              <a:rPr lang="fr-FR" sz="3200" dirty="0" err="1"/>
              <a:t>inona</a:t>
            </a:r>
            <a:r>
              <a:rPr lang="fr-FR" sz="3200" dirty="0"/>
              <a:t> na </a:t>
            </a:r>
            <a:r>
              <a:rPr lang="fr-FR" sz="3200" dirty="0" err="1"/>
              <a:t>inona</a:t>
            </a:r>
            <a:r>
              <a:rPr lang="fr-FR" sz="3200" dirty="0"/>
              <a:t> </a:t>
            </a:r>
            <a:r>
              <a:rPr lang="fr-FR" sz="3200" dirty="0" err="1"/>
              <a:t>mihitsy</a:t>
            </a:r>
            <a:r>
              <a:rPr lang="fr-FR" sz="3200" dirty="0"/>
              <a:t> </a:t>
            </a:r>
            <a:r>
              <a:rPr lang="fr-FR" sz="3200" dirty="0" err="1"/>
              <a:t>ireo</a:t>
            </a:r>
            <a:r>
              <a:rPr lang="fr-FR" sz="3200" dirty="0"/>
              <a:t> </a:t>
            </a:r>
            <a:r>
              <a:rPr lang="fr-FR" sz="3200" dirty="0" err="1"/>
              <a:t>firenena</a:t>
            </a:r>
            <a:r>
              <a:rPr lang="fr-FR" sz="3200" dirty="0"/>
              <a:t> </a:t>
            </a:r>
            <a:r>
              <a:rPr lang="fr-FR" sz="3200" dirty="0" err="1"/>
              <a:t>Tandrefana</a:t>
            </a:r>
            <a:r>
              <a:rPr lang="fr-FR" sz="3200" dirty="0"/>
              <a:t>, ho </a:t>
            </a:r>
            <a:r>
              <a:rPr lang="fr-FR" sz="3200" dirty="0" err="1"/>
              <a:t>fanatrarana</a:t>
            </a:r>
            <a:r>
              <a:rPr lang="fr-FR" sz="3200" dirty="0"/>
              <a:t> </a:t>
            </a:r>
            <a:r>
              <a:rPr lang="fr-FR" sz="3200" dirty="0" err="1"/>
              <a:t>azy</a:t>
            </a:r>
            <a:r>
              <a:rPr lang="fr-FR" sz="3200" dirty="0"/>
              <a:t> </a:t>
            </a:r>
            <a:r>
              <a:rPr lang="fr-FR" sz="3200" dirty="0" err="1"/>
              <a:t>ireny</a:t>
            </a:r>
            <a:r>
              <a:rPr lang="fr-FR" sz="3200" dirty="0"/>
              <a:t> </a:t>
            </a:r>
            <a:r>
              <a:rPr lang="fr-FR" sz="3200" dirty="0" err="1"/>
              <a:t>amin'ny</a:t>
            </a:r>
            <a:r>
              <a:rPr lang="fr-FR" sz="3200" dirty="0"/>
              <a:t> </a:t>
            </a:r>
            <a:r>
              <a:rPr lang="fr-FR" sz="3200" dirty="0" err="1"/>
              <a:t>fitiavan'i</a:t>
            </a:r>
            <a:r>
              <a:rPr lang="fr-FR" sz="3200" dirty="0"/>
              <a:t> </a:t>
            </a:r>
            <a:r>
              <a:rPr lang="fr-FR" sz="3200" dirty="0" err="1"/>
              <a:t>Jesosy</a:t>
            </a:r>
            <a:r>
              <a:rPr lang="fr-FR" sz="3200" dirty="0"/>
              <a:t>. </a:t>
            </a:r>
            <a:r>
              <a:rPr lang="fr-FR" sz="3200" dirty="0" err="1"/>
              <a:t>Ato</a:t>
            </a:r>
            <a:r>
              <a:rPr lang="fr-FR" sz="3200" dirty="0"/>
              <a:t> </a:t>
            </a:r>
            <a:r>
              <a:rPr lang="fr-FR" sz="3200" dirty="0" err="1"/>
              <a:t>anatin'izao</a:t>
            </a:r>
            <a:r>
              <a:rPr lang="fr-FR" sz="3200" dirty="0"/>
              <a:t> </a:t>
            </a:r>
            <a:r>
              <a:rPr lang="fr-FR" sz="3200" dirty="0" err="1"/>
              <a:t>vanim-potoana</a:t>
            </a:r>
            <a:r>
              <a:rPr lang="fr-FR" sz="3200" dirty="0"/>
              <a:t> </a:t>
            </a:r>
            <a:r>
              <a:rPr lang="fr-FR" sz="3200" dirty="0" err="1"/>
              <a:t>misy</a:t>
            </a:r>
            <a:r>
              <a:rPr lang="fr-FR" sz="3200" dirty="0"/>
              <a:t> </a:t>
            </a:r>
            <a:r>
              <a:rPr lang="fr-FR" sz="3200" dirty="0" err="1"/>
              <a:t>antsika</a:t>
            </a:r>
            <a:r>
              <a:rPr lang="fr-FR" sz="3200" dirty="0"/>
              <a:t> </a:t>
            </a:r>
            <a:r>
              <a:rPr lang="fr-FR" sz="3200" dirty="0" err="1"/>
              <a:t>izao</a:t>
            </a:r>
            <a:r>
              <a:rPr lang="fr-FR" sz="3200" dirty="0"/>
              <a:t> </a:t>
            </a:r>
            <a:r>
              <a:rPr lang="fr-FR" sz="3200" dirty="0" err="1"/>
              <a:t>anefa</a:t>
            </a:r>
            <a:r>
              <a:rPr lang="fr-FR" sz="3200" dirty="0"/>
              <a:t> dia </a:t>
            </a:r>
            <a:r>
              <a:rPr lang="fr-FR" sz="3200" dirty="0" err="1"/>
              <a:t>nentin'Andriamanitra</a:t>
            </a:r>
            <a:r>
              <a:rPr lang="fr-FR" sz="3200" dirty="0"/>
              <a:t> </a:t>
            </a:r>
            <a:r>
              <a:rPr lang="fr-FR" sz="3200" dirty="0" err="1"/>
              <a:t>niankandrefana</a:t>
            </a:r>
            <a:r>
              <a:rPr lang="fr-FR" sz="3200" dirty="0"/>
              <a:t> </a:t>
            </a:r>
            <a:r>
              <a:rPr lang="fr-FR" sz="3200" dirty="0" err="1"/>
              <a:t>ireny</a:t>
            </a:r>
            <a:r>
              <a:rPr lang="fr-FR" sz="3200" dirty="0"/>
              <a:t> </a:t>
            </a:r>
            <a:r>
              <a:rPr lang="fr-FR" sz="3200" dirty="0" err="1"/>
              <a:t>olona</a:t>
            </a:r>
            <a:r>
              <a:rPr lang="fr-FR" sz="3200" dirty="0"/>
              <a:t> </a:t>
            </a:r>
            <a:r>
              <a:rPr lang="fr-FR" sz="3200" dirty="0" err="1"/>
              <a:t>ireny</a:t>
            </a:r>
            <a:r>
              <a:rPr lang="fr-FR" sz="3200" dirty="0"/>
              <a:t>. </a:t>
            </a:r>
            <a:r>
              <a:rPr lang="fr-FR" sz="3200" dirty="0" err="1"/>
              <a:t>Tsy</a:t>
            </a:r>
            <a:r>
              <a:rPr lang="fr-FR" sz="3200" dirty="0"/>
              <a:t> te </a:t>
            </a:r>
            <a:r>
              <a:rPr lang="fr-FR" sz="3200" dirty="0" err="1"/>
              <a:t>handeha</a:t>
            </a:r>
            <a:r>
              <a:rPr lang="fr-FR" sz="3200" dirty="0"/>
              <a:t> </a:t>
            </a:r>
            <a:r>
              <a:rPr lang="fr-FR" sz="3200" dirty="0" err="1"/>
              <a:t>hanatratra</a:t>
            </a:r>
            <a:r>
              <a:rPr lang="fr-FR" sz="3200" dirty="0"/>
              <a:t> </a:t>
            </a:r>
            <a:r>
              <a:rPr lang="fr-FR" sz="3200" dirty="0" err="1"/>
              <a:t>azy</a:t>
            </a:r>
            <a:r>
              <a:rPr lang="fr-FR" sz="3200" dirty="0"/>
              <a:t> </a:t>
            </a:r>
            <a:r>
              <a:rPr lang="fr-FR" sz="3200" dirty="0" err="1"/>
              <a:t>ireny</a:t>
            </a:r>
            <a:r>
              <a:rPr lang="fr-FR" sz="3200" dirty="0"/>
              <a:t> </a:t>
            </a:r>
            <a:r>
              <a:rPr lang="fr-FR" sz="3200" dirty="0" err="1"/>
              <a:t>isika</a:t>
            </a:r>
            <a:r>
              <a:rPr lang="fr-FR" sz="3200" dirty="0"/>
              <a:t> </a:t>
            </a:r>
            <a:r>
              <a:rPr lang="fr-FR" sz="3200" dirty="0" err="1"/>
              <a:t>taloha</a:t>
            </a:r>
            <a:r>
              <a:rPr lang="fr-FR" sz="3200" dirty="0"/>
              <a:t> </a:t>
            </a:r>
            <a:r>
              <a:rPr lang="fr-FR" sz="3200" dirty="0" err="1"/>
              <a:t>satria</a:t>
            </a:r>
            <a:r>
              <a:rPr lang="fr-FR" sz="3200" dirty="0"/>
              <a:t> </a:t>
            </a:r>
            <a:r>
              <a:rPr lang="fr-FR" sz="3200" dirty="0" err="1"/>
              <a:t>tena</a:t>
            </a:r>
            <a:r>
              <a:rPr lang="fr-FR" sz="3200" dirty="0"/>
              <a:t> </a:t>
            </a:r>
            <a:r>
              <a:rPr lang="fr-FR" sz="3200" dirty="0" err="1"/>
              <a:t>lavitra</a:t>
            </a:r>
            <a:r>
              <a:rPr lang="fr-FR" sz="3200" dirty="0"/>
              <a:t> </a:t>
            </a:r>
            <a:r>
              <a:rPr lang="fr-FR" sz="3200" dirty="0" err="1"/>
              <a:t>be</a:t>
            </a:r>
            <a:r>
              <a:rPr lang="fr-FR" sz="3200" dirty="0"/>
              <a:t> </a:t>
            </a:r>
            <a:r>
              <a:rPr lang="fr-FR" sz="3200" dirty="0" err="1"/>
              <a:t>ny</a:t>
            </a:r>
            <a:r>
              <a:rPr lang="fr-FR" sz="3200" dirty="0"/>
              <a:t> </a:t>
            </a:r>
            <a:r>
              <a:rPr lang="fr-FR" sz="3200" dirty="0" err="1"/>
              <a:t>toerana</a:t>
            </a:r>
            <a:r>
              <a:rPr lang="fr-FR" sz="3200" dirty="0"/>
              <a:t> </a:t>
            </a:r>
            <a:r>
              <a:rPr lang="fr-FR" sz="3200" dirty="0" err="1"/>
              <a:t>nisy</a:t>
            </a:r>
            <a:r>
              <a:rPr lang="fr-FR" sz="3200" dirty="0"/>
              <a:t> </a:t>
            </a:r>
            <a:r>
              <a:rPr lang="fr-FR" sz="3200" dirty="0" err="1"/>
              <a:t>azy</a:t>
            </a:r>
            <a:r>
              <a:rPr lang="fr-FR" sz="3200" dirty="0"/>
              <a:t>, </a:t>
            </a:r>
            <a:r>
              <a:rPr lang="fr-FR" sz="3200" dirty="0" err="1"/>
              <a:t>ary</a:t>
            </a:r>
            <a:r>
              <a:rPr lang="fr-FR" sz="3200" dirty="0"/>
              <a:t> </a:t>
            </a:r>
            <a:r>
              <a:rPr lang="fr-FR" sz="3200" dirty="0" err="1"/>
              <a:t>samihafa</a:t>
            </a:r>
            <a:r>
              <a:rPr lang="fr-FR" sz="3200" dirty="0"/>
              <a:t> </a:t>
            </a:r>
            <a:r>
              <a:rPr lang="fr-FR" sz="3200" dirty="0" err="1"/>
              <a:t>be</a:t>
            </a:r>
            <a:r>
              <a:rPr lang="fr-FR" sz="3200" dirty="0"/>
              <a:t> </a:t>
            </a:r>
            <a:r>
              <a:rPr lang="fr-FR" sz="3200" dirty="0" err="1"/>
              <a:t>amintsika</a:t>
            </a:r>
            <a:r>
              <a:rPr lang="fr-FR" sz="3200" dirty="0"/>
              <a:t> </a:t>
            </a:r>
            <a:r>
              <a:rPr lang="fr-FR" sz="3200" dirty="0" err="1"/>
              <a:t>ihany</a:t>
            </a:r>
            <a:r>
              <a:rPr lang="fr-FR" sz="3200" dirty="0"/>
              <a:t> </a:t>
            </a:r>
            <a:r>
              <a:rPr lang="fr-FR" sz="3200" dirty="0" err="1"/>
              <a:t>koa</a:t>
            </a:r>
            <a:r>
              <a:rPr lang="fr-FR" sz="3200" dirty="0"/>
              <a:t> </a:t>
            </a:r>
            <a:r>
              <a:rPr lang="fr-FR" sz="3200" dirty="0" err="1"/>
              <a:t>izy</a:t>
            </a:r>
            <a:r>
              <a:rPr lang="fr-FR" sz="3200" dirty="0"/>
              <a:t>. </a:t>
            </a:r>
            <a:r>
              <a:rPr lang="fr-FR" sz="3200" dirty="0" err="1"/>
              <a:t>Mipetraka</a:t>
            </a:r>
            <a:r>
              <a:rPr lang="fr-FR" sz="3200" dirty="0"/>
              <a:t> </a:t>
            </a:r>
            <a:r>
              <a:rPr lang="fr-FR" sz="3200" dirty="0" err="1"/>
              <a:t>eo</a:t>
            </a:r>
            <a:r>
              <a:rPr lang="fr-FR" sz="3200" dirty="0"/>
              <a:t> </a:t>
            </a:r>
            <a:r>
              <a:rPr lang="fr-FR" sz="3200" dirty="0" err="1"/>
              <a:t>amin'ny</a:t>
            </a:r>
            <a:r>
              <a:rPr lang="fr-FR" sz="3200" dirty="0"/>
              <a:t> </a:t>
            </a:r>
            <a:r>
              <a:rPr lang="fr-FR" sz="3200" dirty="0" err="1"/>
              <a:t>fiarahamonina</a:t>
            </a:r>
            <a:r>
              <a:rPr lang="fr-FR" sz="3200" dirty="0"/>
              <a:t> </a:t>
            </a:r>
            <a:r>
              <a:rPr lang="fr-FR" sz="3200" dirty="0" err="1"/>
              <a:t>misy</a:t>
            </a:r>
            <a:r>
              <a:rPr lang="fr-FR" sz="3200" dirty="0"/>
              <a:t> </a:t>
            </a:r>
            <a:r>
              <a:rPr lang="fr-FR" sz="3200" dirty="0" err="1"/>
              <a:t>antsika</a:t>
            </a:r>
            <a:r>
              <a:rPr lang="fr-FR" sz="3200" dirty="0"/>
              <a:t> </a:t>
            </a:r>
            <a:r>
              <a:rPr lang="fr-FR" sz="3200" dirty="0" err="1"/>
              <a:t>izy</a:t>
            </a:r>
            <a:r>
              <a:rPr lang="fr-FR" sz="3200" dirty="0"/>
              <a:t> </a:t>
            </a:r>
            <a:r>
              <a:rPr lang="fr-FR" sz="3200" dirty="0" err="1"/>
              <a:t>ireny</a:t>
            </a:r>
            <a:r>
              <a:rPr lang="fr-FR" sz="3200" dirty="0"/>
              <a:t> </a:t>
            </a:r>
            <a:r>
              <a:rPr lang="fr-FR" sz="3200" dirty="0" err="1"/>
              <a:t>ankehitriny</a:t>
            </a:r>
            <a:r>
              <a:rPr lang="fr-FR" sz="3200" dirty="0"/>
              <a:t>, </a:t>
            </a:r>
            <a:r>
              <a:rPr lang="fr-FR" sz="3200" dirty="0" err="1"/>
              <a:t>miara-mianatra</a:t>
            </a:r>
            <a:r>
              <a:rPr lang="fr-FR" sz="3200" dirty="0"/>
              <a:t> </a:t>
            </a:r>
            <a:r>
              <a:rPr lang="fr-FR" sz="3200" dirty="0" err="1"/>
              <a:t>amin'ny</a:t>
            </a:r>
            <a:r>
              <a:rPr lang="fr-FR" sz="3200" dirty="0"/>
              <a:t> </a:t>
            </a:r>
            <a:r>
              <a:rPr lang="fr-FR" sz="3200" dirty="0" err="1"/>
              <a:t>zanatsika</a:t>
            </a:r>
            <a:r>
              <a:rPr lang="fr-FR" sz="3200" dirty="0"/>
              <a:t>, </a:t>
            </a:r>
            <a:r>
              <a:rPr lang="fr-FR" sz="3200" dirty="0" err="1"/>
              <a:t>ary</a:t>
            </a:r>
            <a:r>
              <a:rPr lang="fr-FR" sz="3200" dirty="0"/>
              <a:t> </a:t>
            </a:r>
            <a:r>
              <a:rPr lang="fr-FR" sz="3200" dirty="0" err="1"/>
              <a:t>mpiara-miasa</a:t>
            </a:r>
            <a:r>
              <a:rPr lang="fr-FR" sz="3200" dirty="0"/>
              <a:t> </a:t>
            </a:r>
            <a:r>
              <a:rPr lang="fr-FR" sz="3200" dirty="0" err="1"/>
              <a:t>amintsika</a:t>
            </a:r>
            <a:r>
              <a:rPr lang="fr-FR" sz="3200" dirty="0"/>
              <a:t>. </a:t>
            </a:r>
            <a:r>
              <a:rPr lang="fr-FR" sz="3200" dirty="0" err="1"/>
              <a:t>Etsy</a:t>
            </a:r>
            <a:r>
              <a:rPr lang="fr-FR" sz="3200" dirty="0"/>
              <a:t> </a:t>
            </a:r>
            <a:r>
              <a:rPr lang="fr-FR" sz="3200" dirty="0" err="1"/>
              <a:t>andanin'izany</a:t>
            </a:r>
            <a:r>
              <a:rPr lang="fr-FR" sz="3200" dirty="0"/>
              <a:t> </a:t>
            </a:r>
            <a:r>
              <a:rPr lang="fr-FR" sz="3200" dirty="0" err="1"/>
              <a:t>anefa</a:t>
            </a:r>
            <a:r>
              <a:rPr lang="fr-FR" sz="3200" dirty="0"/>
              <a:t> dia </a:t>
            </a:r>
            <a:r>
              <a:rPr lang="fr-FR" sz="3200" dirty="0" err="1"/>
              <a:t>misy</a:t>
            </a:r>
            <a:r>
              <a:rPr lang="fr-FR" sz="3200" dirty="0"/>
              <a:t> </a:t>
            </a:r>
            <a:r>
              <a:rPr lang="fr-FR" sz="3200" dirty="0" err="1"/>
              <a:t>olona</a:t>
            </a:r>
            <a:r>
              <a:rPr lang="fr-FR" sz="3200" dirty="0"/>
              <a:t> </a:t>
            </a:r>
            <a:r>
              <a:rPr lang="fr-FR" sz="3200" dirty="0" err="1"/>
              <a:t>sasany</a:t>
            </a:r>
            <a:r>
              <a:rPr lang="fr-FR" sz="3200" dirty="0"/>
              <a:t> </a:t>
            </a:r>
            <a:r>
              <a:rPr lang="fr-FR" sz="3200" dirty="0" err="1"/>
              <a:t>mpanara</a:t>
            </a:r>
            <a:r>
              <a:rPr lang="fr-FR" sz="3200" dirty="0"/>
              <a:t>-dia </a:t>
            </a:r>
            <a:r>
              <a:rPr lang="fr-FR" sz="3200" dirty="0" err="1"/>
              <a:t>an'i</a:t>
            </a:r>
            <a:r>
              <a:rPr lang="fr-FR" sz="3200" dirty="0"/>
              <a:t> </a:t>
            </a:r>
            <a:r>
              <a:rPr lang="fr-FR" sz="3200" dirty="0" err="1"/>
              <a:t>Jesosy</a:t>
            </a:r>
            <a:r>
              <a:rPr lang="fr-FR" sz="3200" dirty="0"/>
              <a:t> </a:t>
            </a:r>
            <a:r>
              <a:rPr lang="fr-FR" sz="3200" dirty="0" err="1"/>
              <a:t>milaza</a:t>
            </a:r>
            <a:r>
              <a:rPr lang="fr-FR" sz="3200" dirty="0"/>
              <a:t> </a:t>
            </a:r>
            <a:r>
              <a:rPr lang="fr-FR" sz="3200" dirty="0" err="1"/>
              <a:t>hoe</a:t>
            </a:r>
            <a:r>
              <a:rPr lang="fr-FR" sz="3200" dirty="0"/>
              <a:t>: "</a:t>
            </a:r>
            <a:r>
              <a:rPr lang="fr-FR" sz="3200" dirty="0" err="1"/>
              <a:t>Tsy</a:t>
            </a:r>
            <a:r>
              <a:rPr lang="fr-FR" sz="3200" dirty="0"/>
              <a:t> </a:t>
            </a:r>
            <a:r>
              <a:rPr lang="fr-FR" sz="3200" dirty="0" err="1"/>
              <a:t>fantatray</a:t>
            </a:r>
            <a:r>
              <a:rPr lang="fr-FR" sz="3200" dirty="0"/>
              <a:t> </a:t>
            </a:r>
            <a:r>
              <a:rPr lang="fr-FR" sz="3200" dirty="0" err="1"/>
              <a:t>ny</a:t>
            </a:r>
            <a:r>
              <a:rPr lang="fr-FR" sz="3200" dirty="0"/>
              <a:t> </a:t>
            </a:r>
            <a:r>
              <a:rPr lang="fr-FR" sz="3200" dirty="0" err="1"/>
              <a:t>zavatra</a:t>
            </a:r>
            <a:r>
              <a:rPr lang="fr-FR" sz="3200" dirty="0"/>
              <a:t> </a:t>
            </a:r>
            <a:r>
              <a:rPr lang="fr-FR" sz="3200" dirty="0" err="1"/>
              <a:t>tokony</a:t>
            </a:r>
            <a:r>
              <a:rPr lang="fr-FR" sz="3200" dirty="0"/>
              <a:t> </a:t>
            </a:r>
            <a:r>
              <a:rPr lang="fr-FR" sz="3200" dirty="0" err="1"/>
              <a:t>atao</a:t>
            </a:r>
            <a:r>
              <a:rPr lang="fr-FR" sz="3200" dirty="0"/>
              <a:t>." </a:t>
            </a:r>
          </a:p>
        </p:txBody>
      </p:sp>
    </p:spTree>
    <p:extLst>
      <p:ext uri="{BB962C8B-B14F-4D97-AF65-F5344CB8AC3E}">
        <p14:creationId xmlns:p14="http://schemas.microsoft.com/office/powerpoint/2010/main" val="2975659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239938"/>
          </a:xfrm>
        </p:spPr>
        <p:txBody>
          <a:bodyPr>
            <a:noAutofit/>
          </a:bodyPr>
          <a:lstStyle/>
          <a:p>
            <a:r>
              <a:rPr lang="fr-FR" sz="4400" b="1" dirty="0" smtClean="0"/>
              <a:t>« </a:t>
            </a:r>
            <a:r>
              <a:rPr lang="fr-FR" sz="4400" b="1" dirty="0" err="1" smtClean="0"/>
              <a:t>Ary</a:t>
            </a:r>
            <a:r>
              <a:rPr lang="fr-FR" sz="4400" b="1" dirty="0" smtClean="0"/>
              <a:t> </a:t>
            </a:r>
            <a:r>
              <a:rPr lang="fr-FR" sz="4400" b="1" dirty="0" err="1"/>
              <a:t>hitako</a:t>
            </a:r>
            <a:r>
              <a:rPr lang="fr-FR" sz="4400" b="1" dirty="0"/>
              <a:t> fa, </a:t>
            </a:r>
            <a:r>
              <a:rPr lang="fr-FR" sz="4400" b="1" dirty="0" err="1"/>
              <a:t>indro</a:t>
            </a:r>
            <a:r>
              <a:rPr lang="fr-FR" sz="4400" b="1" dirty="0"/>
              <a:t>, </a:t>
            </a:r>
            <a:r>
              <a:rPr lang="fr-FR" sz="4400" b="1" dirty="0" err="1"/>
              <a:t>nisy</a:t>
            </a:r>
            <a:r>
              <a:rPr lang="fr-FR" sz="4400" b="1" dirty="0"/>
              <a:t> </a:t>
            </a:r>
            <a:r>
              <a:rPr lang="fr-FR" sz="4400" b="1" dirty="0" err="1"/>
              <a:t>anjely</a:t>
            </a:r>
            <a:r>
              <a:rPr lang="fr-FR" sz="4400" b="1" dirty="0"/>
              <a:t> </a:t>
            </a:r>
            <a:r>
              <a:rPr lang="fr-FR" sz="4400" b="1" dirty="0" err="1"/>
              <a:t>iray</a:t>
            </a:r>
            <a:r>
              <a:rPr lang="fr-FR" sz="4400" b="1" dirty="0"/>
              <a:t> </a:t>
            </a:r>
            <a:r>
              <a:rPr lang="fr-FR" sz="4400" b="1" dirty="0" err="1"/>
              <a:t>koa</a:t>
            </a:r>
            <a:r>
              <a:rPr lang="fr-FR" sz="4400" b="1" dirty="0"/>
              <a:t> </a:t>
            </a:r>
            <a:r>
              <a:rPr lang="fr-FR" sz="4400" b="1" dirty="0" err="1"/>
              <a:t>nanidina</a:t>
            </a:r>
            <a:r>
              <a:rPr lang="fr-FR" sz="4400" b="1" dirty="0"/>
              <a:t> </a:t>
            </a:r>
            <a:r>
              <a:rPr lang="fr-FR" sz="4400" b="1" dirty="0" err="1"/>
              <a:t>teo</a:t>
            </a:r>
            <a:r>
              <a:rPr lang="fr-FR" sz="4400" b="1" dirty="0"/>
              <a:t> </a:t>
            </a:r>
            <a:r>
              <a:rPr lang="fr-FR" sz="4400" b="1" dirty="0" err="1"/>
              <a:t>afovoan'ny</a:t>
            </a:r>
            <a:r>
              <a:rPr lang="fr-FR" sz="4400" b="1" dirty="0"/>
              <a:t> </a:t>
            </a:r>
            <a:r>
              <a:rPr lang="fr-FR" sz="4400" b="1" dirty="0" err="1"/>
              <a:t>lanitra</a:t>
            </a:r>
            <a:r>
              <a:rPr lang="fr-FR" sz="4400" b="1" dirty="0"/>
              <a:t>, </a:t>
            </a:r>
            <a:r>
              <a:rPr lang="fr-FR" sz="4400" b="1" dirty="0" err="1"/>
              <a:t>nanana</a:t>
            </a:r>
            <a:r>
              <a:rPr lang="fr-FR" sz="4400" b="1" dirty="0"/>
              <a:t> </a:t>
            </a:r>
            <a:r>
              <a:rPr lang="fr-FR" sz="4400" b="1" dirty="0" err="1"/>
              <a:t>filazantsara</a:t>
            </a:r>
            <a:r>
              <a:rPr lang="fr-FR" sz="4400" b="1" dirty="0"/>
              <a:t> </a:t>
            </a:r>
            <a:r>
              <a:rPr lang="fr-FR" sz="4400" b="1" dirty="0" err="1"/>
              <a:t>mandrakizay</a:t>
            </a:r>
            <a:r>
              <a:rPr lang="fr-FR" sz="4400" b="1" dirty="0"/>
              <a:t> </a:t>
            </a:r>
            <a:r>
              <a:rPr lang="fr-FR" sz="4400" b="1" dirty="0" err="1"/>
              <a:t>hotorina</a:t>
            </a:r>
            <a:r>
              <a:rPr lang="fr-FR" sz="4400" b="1" dirty="0"/>
              <a:t> </a:t>
            </a:r>
            <a:r>
              <a:rPr lang="fr-FR" sz="4400" b="1" dirty="0" err="1"/>
              <a:t>amin'izay</a:t>
            </a:r>
            <a:r>
              <a:rPr lang="fr-FR" sz="4400" b="1" dirty="0"/>
              <a:t> </a:t>
            </a:r>
            <a:r>
              <a:rPr lang="fr-FR" sz="4400" b="1" dirty="0" err="1"/>
              <a:t>monina</a:t>
            </a:r>
            <a:r>
              <a:rPr lang="fr-FR" sz="4400" b="1" dirty="0"/>
              <a:t> </a:t>
            </a:r>
            <a:r>
              <a:rPr lang="fr-FR" sz="4400" b="1" dirty="0" err="1"/>
              <a:t>ambonin'ny</a:t>
            </a:r>
            <a:r>
              <a:rPr lang="fr-FR" sz="4400" b="1" dirty="0"/>
              <a:t> </a:t>
            </a:r>
            <a:r>
              <a:rPr lang="fr-FR" sz="4400" b="1" dirty="0" err="1"/>
              <a:t>tany</a:t>
            </a:r>
            <a:r>
              <a:rPr lang="fr-FR" sz="4400" b="1" dirty="0"/>
              <a:t> </a:t>
            </a:r>
            <a:r>
              <a:rPr lang="fr-FR" sz="4400" b="1" dirty="0" err="1"/>
              <a:t>sy</a:t>
            </a:r>
            <a:r>
              <a:rPr lang="fr-FR" sz="4400" b="1" dirty="0"/>
              <a:t> </a:t>
            </a:r>
            <a:r>
              <a:rPr lang="fr-FR" sz="4400" b="1" dirty="0" err="1"/>
              <a:t>amin'ny</a:t>
            </a:r>
            <a:r>
              <a:rPr lang="fr-FR" sz="4400" b="1" dirty="0"/>
              <a:t> </a:t>
            </a:r>
            <a:r>
              <a:rPr lang="fr-FR" sz="4400" b="1" dirty="0" err="1"/>
              <a:t>firenena</a:t>
            </a:r>
            <a:r>
              <a:rPr lang="fr-FR" sz="4400" b="1" dirty="0"/>
              <a:t> </a:t>
            </a:r>
            <a:r>
              <a:rPr lang="fr-FR" sz="4400" b="1" dirty="0" err="1"/>
              <a:t>sy</a:t>
            </a:r>
            <a:r>
              <a:rPr lang="fr-FR" sz="4400" b="1" dirty="0"/>
              <a:t> </a:t>
            </a:r>
            <a:r>
              <a:rPr lang="fr-FR" sz="4400" b="1" dirty="0" err="1"/>
              <a:t>ny</a:t>
            </a:r>
            <a:r>
              <a:rPr lang="fr-FR" sz="4400" b="1" dirty="0"/>
              <a:t> </a:t>
            </a:r>
            <a:r>
              <a:rPr lang="fr-FR" sz="4400" b="1" dirty="0" err="1"/>
              <a:t>fokom-pirenena</a:t>
            </a:r>
            <a:r>
              <a:rPr lang="fr-FR" sz="4400" b="1" dirty="0"/>
              <a:t> </a:t>
            </a:r>
            <a:r>
              <a:rPr lang="fr-FR" sz="4400" b="1" dirty="0" err="1"/>
              <a:t>sy</a:t>
            </a:r>
            <a:r>
              <a:rPr lang="fr-FR" sz="4400" b="1" dirty="0"/>
              <a:t> </a:t>
            </a:r>
            <a:r>
              <a:rPr lang="fr-FR" sz="4400" b="1" dirty="0" err="1"/>
              <a:t>ny</a:t>
            </a:r>
            <a:r>
              <a:rPr lang="fr-FR" sz="4400" b="1" dirty="0"/>
              <a:t> </a:t>
            </a:r>
            <a:r>
              <a:rPr lang="fr-FR" sz="4400" b="1" dirty="0" err="1"/>
              <a:t>samy</a:t>
            </a:r>
            <a:r>
              <a:rPr lang="fr-FR" sz="4400" b="1" dirty="0"/>
              <a:t> </a:t>
            </a:r>
            <a:r>
              <a:rPr lang="fr-FR" sz="4400" b="1" dirty="0" err="1"/>
              <a:t>hafa</a:t>
            </a:r>
            <a:r>
              <a:rPr lang="fr-FR" sz="4400" b="1" dirty="0"/>
              <a:t> </a:t>
            </a:r>
            <a:r>
              <a:rPr lang="fr-FR" sz="4400" b="1" dirty="0" err="1"/>
              <a:t>fiteny</a:t>
            </a:r>
            <a:r>
              <a:rPr lang="fr-FR" sz="4400" b="1" dirty="0"/>
              <a:t> </a:t>
            </a:r>
            <a:r>
              <a:rPr lang="fr-FR" sz="4400" b="1" dirty="0" err="1"/>
              <a:t>ary</a:t>
            </a:r>
            <a:r>
              <a:rPr lang="fr-FR" sz="4400" b="1" dirty="0"/>
              <a:t> </a:t>
            </a:r>
            <a:r>
              <a:rPr lang="fr-FR" sz="4400" b="1" dirty="0" err="1"/>
              <a:t>ny</a:t>
            </a:r>
            <a:r>
              <a:rPr lang="fr-FR" sz="4400" b="1" dirty="0"/>
              <a:t> </a:t>
            </a:r>
            <a:r>
              <a:rPr lang="fr-FR" sz="4400" b="1" dirty="0" err="1"/>
              <a:t>olona</a:t>
            </a:r>
            <a:r>
              <a:rPr lang="fr-FR" sz="4400" b="1" dirty="0"/>
              <a:t> </a:t>
            </a:r>
            <a:r>
              <a:rPr lang="fr-FR" sz="4400" b="1" dirty="0" err="1" smtClean="0"/>
              <a:t>rehetra</a:t>
            </a:r>
            <a:r>
              <a:rPr lang="fr-FR" sz="4400" b="1" dirty="0" smtClean="0"/>
              <a:t> »</a:t>
            </a:r>
            <a:endParaRPr lang="fr-FR" sz="4400" b="1" dirty="0"/>
          </a:p>
        </p:txBody>
      </p:sp>
      <p:sp>
        <p:nvSpPr>
          <p:cNvPr id="4" name="Titr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5400" b="1" dirty="0" err="1" smtClean="0"/>
              <a:t>Apokalypsy</a:t>
            </a:r>
            <a:r>
              <a:rPr lang="fr-FR" sz="5400" b="1" dirty="0" smtClean="0"/>
              <a:t> 14:6</a:t>
            </a:r>
            <a:endParaRPr lang="fr-FR" sz="5400" b="1" dirty="0"/>
          </a:p>
        </p:txBody>
      </p:sp>
    </p:spTree>
    <p:extLst>
      <p:ext uri="{BB962C8B-B14F-4D97-AF65-F5344CB8AC3E}">
        <p14:creationId xmlns:p14="http://schemas.microsoft.com/office/powerpoint/2010/main" val="41372844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Shape 766"/>
          <p:cNvSpPr/>
          <p:nvPr/>
        </p:nvSpPr>
        <p:spPr>
          <a:xfrm>
            <a:off x="-4313262" y="6406177"/>
            <a:ext cx="10108057" cy="10108057"/>
          </a:xfrm>
          <a:prstGeom prst="ellipse">
            <a:avLst/>
          </a:prstGeom>
          <a:solidFill>
            <a:srgbClr val="F9B000">
              <a:alpha val="95686"/>
            </a:srgbClr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7" name="Shape 767"/>
          <p:cNvSpPr/>
          <p:nvPr/>
        </p:nvSpPr>
        <p:spPr>
          <a:xfrm>
            <a:off x="-5949539" y="4959345"/>
            <a:ext cx="9124295" cy="9124295"/>
          </a:xfrm>
          <a:prstGeom prst="ellipse">
            <a:avLst/>
          </a:prstGeom>
          <a:solidFill>
            <a:srgbClr val="F7BE16">
              <a:alpha val="62745"/>
            </a:srgbClr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Shape 768"/>
          <p:cNvSpPr txBox="1"/>
          <p:nvPr/>
        </p:nvSpPr>
        <p:spPr>
          <a:xfrm>
            <a:off x="8299303" y="6247483"/>
            <a:ext cx="1223412" cy="215443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algn="r">
              <a:buSzPct val="25000"/>
            </a:pPr>
            <a:r>
              <a:rPr lang="en-US" sz="800">
                <a:solidFill>
                  <a:srgbClr val="DF9E00"/>
                </a:solidFill>
                <a:latin typeface="Montserrat"/>
                <a:ea typeface="Montserrat"/>
                <a:cs typeface="Montserrat"/>
                <a:sym typeface="Montserrat"/>
              </a:rPr>
              <a:t>AdventistMission.org</a:t>
            </a:r>
          </a:p>
        </p:txBody>
      </p:sp>
      <p:sp>
        <p:nvSpPr>
          <p:cNvPr id="769" name="Shape 769"/>
          <p:cNvSpPr txBox="1"/>
          <p:nvPr/>
        </p:nvSpPr>
        <p:spPr>
          <a:xfrm>
            <a:off x="8021256" y="6406177"/>
            <a:ext cx="1489509" cy="215443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algn="r">
              <a:buSzPct val="25000"/>
            </a:pPr>
            <a:r>
              <a:rPr lang="en-US" sz="800">
                <a:solidFill>
                  <a:srgbClr val="007581"/>
                </a:solidFill>
                <a:latin typeface="Montserrat"/>
                <a:ea typeface="Montserrat"/>
                <a:cs typeface="Montserrat"/>
                <a:sym typeface="Montserrat"/>
              </a:rPr>
              <a:t> GlobalMissionCenters.org</a:t>
            </a:r>
          </a:p>
        </p:txBody>
      </p:sp>
      <p:sp>
        <p:nvSpPr>
          <p:cNvPr id="770" name="Shape 770"/>
          <p:cNvSpPr/>
          <p:nvPr/>
        </p:nvSpPr>
        <p:spPr>
          <a:xfrm>
            <a:off x="9517506" y="6264614"/>
            <a:ext cx="1478604" cy="348912"/>
          </a:xfrm>
          <a:prstGeom prst="roundRect">
            <a:avLst>
              <a:gd name="adj" fmla="val 16667"/>
            </a:avLst>
          </a:prstGeom>
          <a:solidFill>
            <a:srgbClr val="007581"/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71" name="Shape 77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54546" y="5850022"/>
            <a:ext cx="698500" cy="711435"/>
          </a:xfrm>
          <a:prstGeom prst="rect">
            <a:avLst/>
          </a:prstGeom>
          <a:noFill/>
          <a:ln>
            <a:noFill/>
          </a:ln>
        </p:spPr>
      </p:pic>
      <p:sp>
        <p:nvSpPr>
          <p:cNvPr id="772" name="Shape 772"/>
          <p:cNvSpPr/>
          <p:nvPr/>
        </p:nvSpPr>
        <p:spPr>
          <a:xfrm>
            <a:off x="9510766" y="-4118182"/>
            <a:ext cx="5357727" cy="5357727"/>
          </a:xfrm>
          <a:prstGeom prst="ellipse">
            <a:avLst/>
          </a:prstGeom>
          <a:solidFill>
            <a:srgbClr val="007581">
              <a:alpha val="62745"/>
            </a:srgbClr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Shape 773"/>
          <p:cNvSpPr/>
          <p:nvPr/>
        </p:nvSpPr>
        <p:spPr>
          <a:xfrm>
            <a:off x="7743652" y="-4994505"/>
            <a:ext cx="5357727" cy="5357727"/>
          </a:xfrm>
          <a:prstGeom prst="ellipse">
            <a:avLst/>
          </a:prstGeom>
          <a:solidFill>
            <a:srgbClr val="7DB3BD">
              <a:alpha val="70980"/>
            </a:srgbClr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75" name="Shape 775"/>
          <p:cNvGrpSpPr/>
          <p:nvPr/>
        </p:nvGrpSpPr>
        <p:grpSpPr>
          <a:xfrm>
            <a:off x="2322551" y="1260636"/>
            <a:ext cx="402858" cy="108082"/>
            <a:chOff x="1591866" y="2549518"/>
            <a:chExt cx="402858" cy="108082"/>
          </a:xfrm>
        </p:grpSpPr>
        <p:sp>
          <p:nvSpPr>
            <p:cNvPr id="776" name="Shape 776"/>
            <p:cNvSpPr/>
            <p:nvPr/>
          </p:nvSpPr>
          <p:spPr>
            <a:xfrm>
              <a:off x="1886641" y="2549518"/>
              <a:ext cx="108082" cy="108082"/>
            </a:xfrm>
            <a:prstGeom prst="ellipse">
              <a:avLst/>
            </a:prstGeom>
            <a:solidFill>
              <a:srgbClr val="F46B06"/>
            </a:solidFill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algn="ctr"/>
              <a:endPara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7" name="Shape 777"/>
            <p:cNvSpPr/>
            <p:nvPr/>
          </p:nvSpPr>
          <p:spPr>
            <a:xfrm>
              <a:off x="1591866" y="2549518"/>
              <a:ext cx="108082" cy="108082"/>
            </a:xfrm>
            <a:prstGeom prst="ellipse">
              <a:avLst/>
            </a:prstGeom>
            <a:solidFill>
              <a:srgbClr val="E3DECE"/>
            </a:solidFill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algn="ctr"/>
              <a:endPara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8" name="Shape 778"/>
            <p:cNvSpPr/>
            <p:nvPr/>
          </p:nvSpPr>
          <p:spPr>
            <a:xfrm>
              <a:off x="1739253" y="2549518"/>
              <a:ext cx="108082" cy="108082"/>
            </a:xfrm>
            <a:prstGeom prst="ellipse">
              <a:avLst/>
            </a:prstGeom>
            <a:solidFill>
              <a:srgbClr val="F7BE16"/>
            </a:solidFill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algn="ctr"/>
              <a:endPara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80" name="Shape 780"/>
          <p:cNvSpPr txBox="1"/>
          <p:nvPr/>
        </p:nvSpPr>
        <p:spPr>
          <a:xfrm>
            <a:off x="1582057" y="244556"/>
            <a:ext cx="4513943" cy="40010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>
              <a:buSzPct val="25000"/>
            </a:pPr>
            <a:r>
              <a:rPr lang="en-US" sz="2000" dirty="0"/>
              <a:t>Southern Indian Ocean Division</a:t>
            </a:r>
            <a:endParaRPr lang="en-US" sz="2000" dirty="0">
              <a:solidFill>
                <a:srgbClr val="575A5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81" name="Shape 781"/>
          <p:cNvSpPr txBox="1"/>
          <p:nvPr/>
        </p:nvSpPr>
        <p:spPr>
          <a:xfrm>
            <a:off x="3864864" y="5498592"/>
            <a:ext cx="184730" cy="369332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8B8977-A8A6-8847-8321-DCBD87858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30E6D8B-C3DC-CD4F-85A8-E49741D4F9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sz="4000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10B387F-6623-0F4C-833E-9192388017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036" y="912188"/>
            <a:ext cx="10842688" cy="564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2290360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Shape 766"/>
          <p:cNvSpPr/>
          <p:nvPr/>
        </p:nvSpPr>
        <p:spPr>
          <a:xfrm>
            <a:off x="-4313262" y="6406177"/>
            <a:ext cx="10108057" cy="10108057"/>
          </a:xfrm>
          <a:prstGeom prst="ellipse">
            <a:avLst/>
          </a:prstGeom>
          <a:solidFill>
            <a:srgbClr val="F9B000">
              <a:alpha val="95686"/>
            </a:srgbClr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7" name="Shape 767"/>
          <p:cNvSpPr/>
          <p:nvPr/>
        </p:nvSpPr>
        <p:spPr>
          <a:xfrm>
            <a:off x="-5949539" y="4959345"/>
            <a:ext cx="9124295" cy="9124295"/>
          </a:xfrm>
          <a:prstGeom prst="ellipse">
            <a:avLst/>
          </a:prstGeom>
          <a:solidFill>
            <a:srgbClr val="F7BE16">
              <a:alpha val="62745"/>
            </a:srgbClr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Shape 768"/>
          <p:cNvSpPr txBox="1"/>
          <p:nvPr/>
        </p:nvSpPr>
        <p:spPr>
          <a:xfrm>
            <a:off x="8299303" y="6247483"/>
            <a:ext cx="1223412" cy="215443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algn="r">
              <a:buSzPct val="25000"/>
            </a:pPr>
            <a:r>
              <a:rPr lang="en-US" sz="800">
                <a:solidFill>
                  <a:srgbClr val="DF9E00"/>
                </a:solidFill>
                <a:latin typeface="Montserrat"/>
                <a:ea typeface="Montserrat"/>
                <a:cs typeface="Montserrat"/>
                <a:sym typeface="Montserrat"/>
              </a:rPr>
              <a:t>AdventistMission.org</a:t>
            </a:r>
          </a:p>
        </p:txBody>
      </p:sp>
      <p:sp>
        <p:nvSpPr>
          <p:cNvPr id="769" name="Shape 769"/>
          <p:cNvSpPr txBox="1"/>
          <p:nvPr/>
        </p:nvSpPr>
        <p:spPr>
          <a:xfrm>
            <a:off x="8021256" y="6406177"/>
            <a:ext cx="1489509" cy="215443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algn="r">
              <a:buSzPct val="25000"/>
            </a:pPr>
            <a:r>
              <a:rPr lang="en-US" sz="800">
                <a:solidFill>
                  <a:srgbClr val="007581"/>
                </a:solidFill>
                <a:latin typeface="Montserrat"/>
                <a:ea typeface="Montserrat"/>
                <a:cs typeface="Montserrat"/>
                <a:sym typeface="Montserrat"/>
              </a:rPr>
              <a:t> GlobalMissionCenters.org</a:t>
            </a:r>
          </a:p>
        </p:txBody>
      </p:sp>
      <p:sp>
        <p:nvSpPr>
          <p:cNvPr id="770" name="Shape 770"/>
          <p:cNvSpPr/>
          <p:nvPr/>
        </p:nvSpPr>
        <p:spPr>
          <a:xfrm>
            <a:off x="9517506" y="6264614"/>
            <a:ext cx="1478604" cy="348912"/>
          </a:xfrm>
          <a:prstGeom prst="roundRect">
            <a:avLst>
              <a:gd name="adj" fmla="val 16667"/>
            </a:avLst>
          </a:prstGeom>
          <a:solidFill>
            <a:srgbClr val="007581"/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71" name="Shape 77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54546" y="5850022"/>
            <a:ext cx="698500" cy="711435"/>
          </a:xfrm>
          <a:prstGeom prst="rect">
            <a:avLst/>
          </a:prstGeom>
          <a:noFill/>
          <a:ln>
            <a:noFill/>
          </a:ln>
        </p:spPr>
      </p:pic>
      <p:sp>
        <p:nvSpPr>
          <p:cNvPr id="772" name="Shape 772"/>
          <p:cNvSpPr/>
          <p:nvPr/>
        </p:nvSpPr>
        <p:spPr>
          <a:xfrm>
            <a:off x="9510766" y="-4118182"/>
            <a:ext cx="5357727" cy="5357727"/>
          </a:xfrm>
          <a:prstGeom prst="ellipse">
            <a:avLst/>
          </a:prstGeom>
          <a:solidFill>
            <a:srgbClr val="007581">
              <a:alpha val="62745"/>
            </a:srgbClr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Shape 773"/>
          <p:cNvSpPr/>
          <p:nvPr/>
        </p:nvSpPr>
        <p:spPr>
          <a:xfrm>
            <a:off x="7743652" y="-4994505"/>
            <a:ext cx="5357727" cy="5357727"/>
          </a:xfrm>
          <a:prstGeom prst="ellipse">
            <a:avLst/>
          </a:prstGeom>
          <a:solidFill>
            <a:srgbClr val="7DB3BD">
              <a:alpha val="70980"/>
            </a:srgbClr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75" name="Shape 775"/>
          <p:cNvGrpSpPr/>
          <p:nvPr/>
        </p:nvGrpSpPr>
        <p:grpSpPr>
          <a:xfrm>
            <a:off x="2322551" y="1260636"/>
            <a:ext cx="402858" cy="108082"/>
            <a:chOff x="1591866" y="2549518"/>
            <a:chExt cx="402858" cy="108082"/>
          </a:xfrm>
        </p:grpSpPr>
        <p:sp>
          <p:nvSpPr>
            <p:cNvPr id="776" name="Shape 776"/>
            <p:cNvSpPr/>
            <p:nvPr/>
          </p:nvSpPr>
          <p:spPr>
            <a:xfrm>
              <a:off x="1886641" y="2549518"/>
              <a:ext cx="108082" cy="108082"/>
            </a:xfrm>
            <a:prstGeom prst="ellipse">
              <a:avLst/>
            </a:prstGeom>
            <a:solidFill>
              <a:srgbClr val="F46B06"/>
            </a:solidFill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algn="ctr"/>
              <a:endPara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7" name="Shape 777"/>
            <p:cNvSpPr/>
            <p:nvPr/>
          </p:nvSpPr>
          <p:spPr>
            <a:xfrm>
              <a:off x="1591866" y="2549518"/>
              <a:ext cx="108082" cy="108082"/>
            </a:xfrm>
            <a:prstGeom prst="ellipse">
              <a:avLst/>
            </a:prstGeom>
            <a:solidFill>
              <a:srgbClr val="E3DECE"/>
            </a:solidFill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algn="ctr"/>
              <a:endPara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8" name="Shape 778"/>
            <p:cNvSpPr/>
            <p:nvPr/>
          </p:nvSpPr>
          <p:spPr>
            <a:xfrm>
              <a:off x="1739253" y="2549518"/>
              <a:ext cx="108082" cy="108082"/>
            </a:xfrm>
            <a:prstGeom prst="ellipse">
              <a:avLst/>
            </a:prstGeom>
            <a:solidFill>
              <a:srgbClr val="F7BE16"/>
            </a:solidFill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algn="ctr"/>
              <a:endPara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79" name="Shape 779"/>
          <p:cNvSpPr txBox="1"/>
          <p:nvPr/>
        </p:nvSpPr>
        <p:spPr>
          <a:xfrm>
            <a:off x="2725409" y="1075539"/>
            <a:ext cx="7525792" cy="769441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lvl="0">
              <a:buSzPct val="25000"/>
            </a:pPr>
            <a:endParaRPr lang="en-US" sz="3600" b="1" dirty="0">
              <a:solidFill>
                <a:srgbClr val="007581"/>
              </a:solidFill>
              <a:latin typeface="Abril Fatface"/>
              <a:ea typeface="Abril Fatface"/>
              <a:cs typeface="Abril Fatface"/>
              <a:sym typeface="Abril Fatface"/>
            </a:endParaRPr>
          </a:p>
        </p:txBody>
      </p:sp>
      <p:sp>
        <p:nvSpPr>
          <p:cNvPr id="780" name="Shape 780"/>
          <p:cNvSpPr txBox="1"/>
          <p:nvPr/>
        </p:nvSpPr>
        <p:spPr>
          <a:xfrm>
            <a:off x="2787530" y="914569"/>
            <a:ext cx="3838675" cy="40010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>
              <a:buSzPct val="25000"/>
            </a:pPr>
            <a:endParaRPr lang="en-US" sz="2000" dirty="0">
              <a:solidFill>
                <a:srgbClr val="575A5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81" name="Shape 781"/>
          <p:cNvSpPr txBox="1"/>
          <p:nvPr/>
        </p:nvSpPr>
        <p:spPr>
          <a:xfrm>
            <a:off x="3864864" y="5498592"/>
            <a:ext cx="184730" cy="369332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8B8977-A8A6-8847-8321-DCBD87858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5771" y="380353"/>
            <a:ext cx="11078029" cy="1513535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Mila </a:t>
            </a:r>
            <a:r>
              <a:rPr lang="fr-FR" dirty="0" err="1"/>
              <a:t>manao</a:t>
            </a:r>
            <a:r>
              <a:rPr lang="fr-FR" dirty="0"/>
              <a:t> </a:t>
            </a:r>
            <a:r>
              <a:rPr lang="fr-FR" dirty="0" err="1"/>
              <a:t>izany</a:t>
            </a:r>
            <a:r>
              <a:rPr lang="fr-FR" dirty="0"/>
              <a:t> </a:t>
            </a:r>
            <a:r>
              <a:rPr lang="fr-FR" dirty="0" err="1" smtClean="0"/>
              <a:t>amim-pitandremana</a:t>
            </a:r>
            <a:r>
              <a:rPr lang="fr-FR" dirty="0" smtClean="0"/>
              <a:t> </a:t>
            </a:r>
            <a:r>
              <a:rPr lang="fr-FR" dirty="0" err="1"/>
              <a:t>isika</a:t>
            </a:r>
            <a:r>
              <a:rPr lang="fr-FR" dirty="0"/>
              <a:t> </a:t>
            </a:r>
            <a:r>
              <a:rPr lang="fr-FR" dirty="0" err="1"/>
              <a:t>amin’ny</a:t>
            </a:r>
            <a:r>
              <a:rPr lang="fr-FR" dirty="0"/>
              <a:t> </a:t>
            </a:r>
            <a:r>
              <a:rPr lang="fr-FR" dirty="0" err="1"/>
              <a:t>fifantohana</a:t>
            </a:r>
            <a:r>
              <a:rPr lang="fr-FR" dirty="0"/>
              <a:t> </a:t>
            </a:r>
            <a:r>
              <a:rPr lang="fr-FR" dirty="0" err="1"/>
              <a:t>amin’ireo</a:t>
            </a:r>
            <a:r>
              <a:rPr lang="fr-FR" dirty="0"/>
              <a:t> </a:t>
            </a:r>
            <a:r>
              <a:rPr lang="fr-FR" dirty="0" err="1"/>
              <a:t>vondron’olona</a:t>
            </a:r>
            <a:r>
              <a:rPr lang="fr-FR" dirty="0"/>
              <a:t> </a:t>
            </a:r>
            <a:r>
              <a:rPr lang="fr-FR" dirty="0" err="1"/>
              <a:t>samihafa</a:t>
            </a:r>
            <a:r>
              <a:rPr lang="fr-FR" dirty="0"/>
              <a:t>.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30E6D8B-C3DC-CD4F-85A8-E49741D4F9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92792"/>
            <a:ext cx="10754032" cy="4525963"/>
          </a:xfrm>
        </p:spPr>
        <p:txBody>
          <a:bodyPr>
            <a:normAutofit/>
          </a:bodyPr>
          <a:lstStyle/>
          <a:p>
            <a:pPr algn="ctr">
              <a:lnSpc>
                <a:spcPct val="90000"/>
              </a:lnSpc>
              <a:defRPr/>
            </a:pPr>
            <a:endParaRPr lang="en-US" b="1" u="sng" dirty="0"/>
          </a:p>
          <a:p>
            <a:pPr marL="0" indent="0" algn="ctr">
              <a:lnSpc>
                <a:spcPct val="90000"/>
              </a:lnSpc>
              <a:buNone/>
              <a:defRPr/>
            </a:pPr>
            <a:endParaRPr lang="en-US" sz="3200" b="1" u="sng" dirty="0"/>
          </a:p>
          <a:p>
            <a:pPr>
              <a:defRPr/>
            </a:pPr>
            <a:r>
              <a:rPr lang="en-US" sz="3200" b="1" u="sng" dirty="0" err="1"/>
              <a:t>Vondrona</a:t>
            </a:r>
            <a:r>
              <a:rPr lang="en-US" sz="3200" b="1" u="sng" dirty="0"/>
              <a:t> </a:t>
            </a:r>
            <a:r>
              <a:rPr lang="en-US" sz="3200" b="1" u="sng" dirty="0" err="1"/>
              <a:t>foko</a:t>
            </a:r>
            <a:r>
              <a:rPr lang="en-US" sz="3200" b="1" u="sng" dirty="0"/>
              <a:t>: </a:t>
            </a:r>
          </a:p>
          <a:p>
            <a:pPr>
              <a:defRPr/>
            </a:pPr>
            <a:endParaRPr lang="en-US" sz="3200" b="1" u="sng" dirty="0"/>
          </a:p>
          <a:p>
            <a:pPr>
              <a:defRPr/>
            </a:pPr>
            <a:r>
              <a:rPr lang="en-US" sz="3200" b="1" u="sng" dirty="0" err="1"/>
              <a:t>Vondrona</a:t>
            </a:r>
            <a:r>
              <a:rPr lang="en-US" sz="3200" b="1" u="sng" dirty="0"/>
              <a:t> </a:t>
            </a:r>
            <a:r>
              <a:rPr lang="en-US" sz="3200" b="1" u="sng" dirty="0" err="1" smtClean="0"/>
              <a:t>ara-pivavahana</a:t>
            </a:r>
            <a:r>
              <a:rPr lang="en-US" sz="3200" b="1" u="sng" dirty="0" smtClean="0"/>
              <a:t>:</a:t>
            </a:r>
            <a:endParaRPr lang="en-US" sz="3200" b="1" u="sng" dirty="0"/>
          </a:p>
          <a:p>
            <a:pPr>
              <a:defRPr/>
            </a:pPr>
            <a:endParaRPr lang="en-US" sz="3200" b="1" u="sng" dirty="0"/>
          </a:p>
          <a:p>
            <a:pPr>
              <a:defRPr/>
            </a:pPr>
            <a:r>
              <a:rPr lang="en-US" sz="3200" b="1" u="sng" dirty="0" err="1"/>
              <a:t>Vondrona</a:t>
            </a:r>
            <a:r>
              <a:rPr lang="en-US" sz="3200" b="1" u="sng" dirty="0"/>
              <a:t> </a:t>
            </a:r>
            <a:r>
              <a:rPr lang="en-US" sz="3200" b="1" u="sng" dirty="0" err="1" smtClean="0"/>
              <a:t>sosialy</a:t>
            </a:r>
            <a:r>
              <a:rPr lang="en-US" sz="3200" b="1" u="sng" dirty="0" smtClean="0"/>
              <a:t>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9467622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Shape 766"/>
          <p:cNvSpPr/>
          <p:nvPr/>
        </p:nvSpPr>
        <p:spPr>
          <a:xfrm>
            <a:off x="-4313262" y="6406177"/>
            <a:ext cx="10108057" cy="10108057"/>
          </a:xfrm>
          <a:prstGeom prst="ellipse">
            <a:avLst/>
          </a:prstGeom>
          <a:solidFill>
            <a:srgbClr val="F9B000">
              <a:alpha val="95686"/>
            </a:srgbClr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7" name="Shape 767"/>
          <p:cNvSpPr/>
          <p:nvPr/>
        </p:nvSpPr>
        <p:spPr>
          <a:xfrm>
            <a:off x="-5949539" y="4959345"/>
            <a:ext cx="9124295" cy="9124295"/>
          </a:xfrm>
          <a:prstGeom prst="ellipse">
            <a:avLst/>
          </a:prstGeom>
          <a:solidFill>
            <a:srgbClr val="F7BE16">
              <a:alpha val="62745"/>
            </a:srgbClr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Shape 768"/>
          <p:cNvSpPr txBox="1"/>
          <p:nvPr/>
        </p:nvSpPr>
        <p:spPr>
          <a:xfrm>
            <a:off x="8299303" y="6247483"/>
            <a:ext cx="1223412" cy="215443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algn="r">
              <a:buSzPct val="25000"/>
            </a:pPr>
            <a:r>
              <a:rPr lang="en-US" sz="800">
                <a:solidFill>
                  <a:srgbClr val="DF9E00"/>
                </a:solidFill>
                <a:latin typeface="Montserrat"/>
                <a:ea typeface="Montserrat"/>
                <a:cs typeface="Montserrat"/>
                <a:sym typeface="Montserrat"/>
              </a:rPr>
              <a:t>AdventistMission.org</a:t>
            </a:r>
          </a:p>
        </p:txBody>
      </p:sp>
      <p:sp>
        <p:nvSpPr>
          <p:cNvPr id="769" name="Shape 769"/>
          <p:cNvSpPr txBox="1"/>
          <p:nvPr/>
        </p:nvSpPr>
        <p:spPr>
          <a:xfrm>
            <a:off x="8021256" y="6406177"/>
            <a:ext cx="1489509" cy="215443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algn="r">
              <a:buSzPct val="25000"/>
            </a:pPr>
            <a:r>
              <a:rPr lang="en-US" sz="800">
                <a:solidFill>
                  <a:srgbClr val="007581"/>
                </a:solidFill>
                <a:latin typeface="Montserrat"/>
                <a:ea typeface="Montserrat"/>
                <a:cs typeface="Montserrat"/>
                <a:sym typeface="Montserrat"/>
              </a:rPr>
              <a:t> GlobalMissionCenters.org</a:t>
            </a:r>
          </a:p>
        </p:txBody>
      </p:sp>
      <p:sp>
        <p:nvSpPr>
          <p:cNvPr id="770" name="Shape 770"/>
          <p:cNvSpPr/>
          <p:nvPr/>
        </p:nvSpPr>
        <p:spPr>
          <a:xfrm>
            <a:off x="9517506" y="6264614"/>
            <a:ext cx="1478604" cy="348912"/>
          </a:xfrm>
          <a:prstGeom prst="roundRect">
            <a:avLst>
              <a:gd name="adj" fmla="val 16667"/>
            </a:avLst>
          </a:prstGeom>
          <a:solidFill>
            <a:srgbClr val="007581"/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71" name="Shape 77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54546" y="5850022"/>
            <a:ext cx="698500" cy="711435"/>
          </a:xfrm>
          <a:prstGeom prst="rect">
            <a:avLst/>
          </a:prstGeom>
          <a:noFill/>
          <a:ln>
            <a:noFill/>
          </a:ln>
        </p:spPr>
      </p:pic>
      <p:sp>
        <p:nvSpPr>
          <p:cNvPr id="772" name="Shape 772"/>
          <p:cNvSpPr/>
          <p:nvPr/>
        </p:nvSpPr>
        <p:spPr>
          <a:xfrm>
            <a:off x="9510766" y="-4118182"/>
            <a:ext cx="5357727" cy="5357727"/>
          </a:xfrm>
          <a:prstGeom prst="ellipse">
            <a:avLst/>
          </a:prstGeom>
          <a:solidFill>
            <a:srgbClr val="007581">
              <a:alpha val="62745"/>
            </a:srgbClr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Shape 773"/>
          <p:cNvSpPr/>
          <p:nvPr/>
        </p:nvSpPr>
        <p:spPr>
          <a:xfrm>
            <a:off x="7743652" y="-4994505"/>
            <a:ext cx="5357727" cy="5357727"/>
          </a:xfrm>
          <a:prstGeom prst="ellipse">
            <a:avLst/>
          </a:prstGeom>
          <a:solidFill>
            <a:srgbClr val="7DB3BD">
              <a:alpha val="70980"/>
            </a:srgbClr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75" name="Shape 775"/>
          <p:cNvGrpSpPr/>
          <p:nvPr/>
        </p:nvGrpSpPr>
        <p:grpSpPr>
          <a:xfrm>
            <a:off x="2322551" y="1260636"/>
            <a:ext cx="402858" cy="108082"/>
            <a:chOff x="1591866" y="2549518"/>
            <a:chExt cx="402858" cy="108082"/>
          </a:xfrm>
        </p:grpSpPr>
        <p:sp>
          <p:nvSpPr>
            <p:cNvPr id="776" name="Shape 776"/>
            <p:cNvSpPr/>
            <p:nvPr/>
          </p:nvSpPr>
          <p:spPr>
            <a:xfrm>
              <a:off x="1886641" y="2549518"/>
              <a:ext cx="108082" cy="108082"/>
            </a:xfrm>
            <a:prstGeom prst="ellipse">
              <a:avLst/>
            </a:prstGeom>
            <a:solidFill>
              <a:srgbClr val="F46B06"/>
            </a:solidFill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algn="ctr"/>
              <a:endPara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7" name="Shape 777"/>
            <p:cNvSpPr/>
            <p:nvPr/>
          </p:nvSpPr>
          <p:spPr>
            <a:xfrm>
              <a:off x="1591866" y="2549518"/>
              <a:ext cx="108082" cy="108082"/>
            </a:xfrm>
            <a:prstGeom prst="ellipse">
              <a:avLst/>
            </a:prstGeom>
            <a:solidFill>
              <a:srgbClr val="E3DECE"/>
            </a:solidFill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algn="ctr"/>
              <a:endPara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8" name="Shape 778"/>
            <p:cNvSpPr/>
            <p:nvPr/>
          </p:nvSpPr>
          <p:spPr>
            <a:xfrm>
              <a:off x="1739253" y="2549518"/>
              <a:ext cx="108082" cy="108082"/>
            </a:xfrm>
            <a:prstGeom prst="ellipse">
              <a:avLst/>
            </a:prstGeom>
            <a:solidFill>
              <a:srgbClr val="F7BE16"/>
            </a:solidFill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algn="ctr"/>
              <a:endPara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80" name="Shape 780"/>
          <p:cNvSpPr txBox="1"/>
          <p:nvPr/>
        </p:nvSpPr>
        <p:spPr>
          <a:xfrm>
            <a:off x="2725410" y="860527"/>
            <a:ext cx="3838675" cy="40010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lvl="0">
              <a:buSzPct val="25000"/>
            </a:pPr>
            <a:endParaRPr lang="en-US" sz="2000" dirty="0">
              <a:solidFill>
                <a:srgbClr val="575A5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81" name="Shape 781"/>
          <p:cNvSpPr txBox="1"/>
          <p:nvPr/>
        </p:nvSpPr>
        <p:spPr>
          <a:xfrm>
            <a:off x="3864864" y="5498592"/>
            <a:ext cx="184730" cy="369332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Title 1"/>
          <p:cNvSpPr txBox="1">
            <a:spLocks/>
          </p:cNvSpPr>
          <p:nvPr/>
        </p:nvSpPr>
        <p:spPr>
          <a:xfrm>
            <a:off x="1698171" y="-10183"/>
            <a:ext cx="8955315" cy="98272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People Groups in Madagascar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65423E4-5E6A-064F-B01D-B5294E413B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8887528"/>
              </p:ext>
            </p:extLst>
          </p:nvPr>
        </p:nvGraphicFramePr>
        <p:xfrm>
          <a:off x="0" y="951257"/>
          <a:ext cx="12080838" cy="567118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870059">
                  <a:extLst>
                    <a:ext uri="{9D8B030D-6E8A-4147-A177-3AD203B41FA5}">
                      <a16:colId xmlns:a16="http://schemas.microsoft.com/office/drawing/2014/main" val="1449599663"/>
                    </a:ext>
                  </a:extLst>
                </a:gridCol>
                <a:gridCol w="3072047">
                  <a:extLst>
                    <a:ext uri="{9D8B030D-6E8A-4147-A177-3AD203B41FA5}">
                      <a16:colId xmlns:a16="http://schemas.microsoft.com/office/drawing/2014/main" val="3875403188"/>
                    </a:ext>
                  </a:extLst>
                </a:gridCol>
                <a:gridCol w="4138732">
                  <a:extLst>
                    <a:ext uri="{9D8B030D-6E8A-4147-A177-3AD203B41FA5}">
                      <a16:colId xmlns:a16="http://schemas.microsoft.com/office/drawing/2014/main" val="2454513097"/>
                    </a:ext>
                  </a:extLst>
                </a:gridCol>
              </a:tblGrid>
              <a:tr h="34071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1" u="none" strike="noStrike" dirty="0">
                          <a:effectLst/>
                        </a:rPr>
                        <a:t>People Name</a:t>
                      </a:r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1" u="none" strike="noStrike">
                          <a:effectLst/>
                        </a:rPr>
                        <a:t>Population</a:t>
                      </a:r>
                      <a:endParaRPr lang="en-US" sz="2800" b="1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800" b="1" u="none" strike="noStrike" dirty="0">
                          <a:effectLst/>
                        </a:rPr>
                        <a:t>Primary Religion</a:t>
                      </a:r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705098716"/>
                  </a:ext>
                </a:extLst>
              </a:tr>
              <a:tr h="340710"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b="1" u="none" strike="noStrike" dirty="0" err="1">
                          <a:effectLst/>
                        </a:rPr>
                        <a:t>Anjatsy</a:t>
                      </a:r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800" b="1" u="none" strike="noStrike" dirty="0">
                          <a:effectLst/>
                        </a:rPr>
                        <a:t>41,000</a:t>
                      </a:r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800" b="1" u="none" strike="noStrike" dirty="0">
                          <a:effectLst/>
                        </a:rPr>
                        <a:t>Ethnic Religions</a:t>
                      </a:r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376720484"/>
                  </a:ext>
                </a:extLst>
              </a:tr>
              <a:tr h="340710"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b="1" u="none" strike="noStrike" dirty="0" err="1">
                          <a:effectLst/>
                        </a:rPr>
                        <a:t>Antaifasy</a:t>
                      </a:r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800" b="1" u="none" strike="noStrike" dirty="0">
                          <a:effectLst/>
                        </a:rPr>
                        <a:t>215,000</a:t>
                      </a:r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800" b="1" u="none" strike="noStrike">
                          <a:effectLst/>
                        </a:rPr>
                        <a:t>Ethnic Religions</a:t>
                      </a:r>
                      <a:endParaRPr lang="en-US" sz="2800" b="1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048257840"/>
                  </a:ext>
                </a:extLst>
              </a:tr>
              <a:tr h="340710"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b="1" u="none" strike="noStrike">
                          <a:effectLst/>
                        </a:rPr>
                        <a:t>Antaimoro</a:t>
                      </a:r>
                      <a:endParaRPr lang="en-US" sz="2800" b="1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800" b="1" u="none" strike="noStrike" dirty="0">
                          <a:effectLst/>
                        </a:rPr>
                        <a:t>1122,000</a:t>
                      </a:r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800" b="1" u="none" strike="noStrike" dirty="0">
                          <a:effectLst/>
                        </a:rPr>
                        <a:t>Ethnic Religions</a:t>
                      </a:r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196126348"/>
                  </a:ext>
                </a:extLst>
              </a:tr>
              <a:tr h="340710"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b="1" u="none" strike="noStrike">
                          <a:effectLst/>
                        </a:rPr>
                        <a:t>Antambahoaka</a:t>
                      </a:r>
                      <a:endParaRPr lang="en-US" sz="2800" b="1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800" b="1" u="none" strike="noStrike" dirty="0">
                          <a:effectLst/>
                        </a:rPr>
                        <a:t>100,000</a:t>
                      </a:r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800" b="1" u="none" strike="noStrike" dirty="0">
                          <a:effectLst/>
                        </a:rPr>
                        <a:t>Ethnic Religions</a:t>
                      </a:r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193504154"/>
                  </a:ext>
                </a:extLst>
              </a:tr>
              <a:tr h="340710"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b="1" u="none" strike="noStrike">
                          <a:effectLst/>
                        </a:rPr>
                        <a:t>Antandroy</a:t>
                      </a:r>
                      <a:endParaRPr lang="en-US" sz="2800" b="1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800" b="1" u="none" strike="noStrike" dirty="0">
                          <a:effectLst/>
                        </a:rPr>
                        <a:t>1,157,000</a:t>
                      </a:r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800" b="1" u="none" strike="noStrike" dirty="0">
                          <a:effectLst/>
                        </a:rPr>
                        <a:t>Ethnic Religions</a:t>
                      </a:r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966070914"/>
                  </a:ext>
                </a:extLst>
              </a:tr>
              <a:tr h="340710"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b="1" u="none" strike="noStrike">
                          <a:effectLst/>
                        </a:rPr>
                        <a:t>Antankarana</a:t>
                      </a:r>
                      <a:endParaRPr lang="en-US" sz="2800" b="1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800" b="1" u="none" strike="noStrike" dirty="0">
                          <a:effectLst/>
                        </a:rPr>
                        <a:t>187,000</a:t>
                      </a:r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800" b="1" u="none" strike="noStrike" dirty="0">
                          <a:effectLst/>
                        </a:rPr>
                        <a:t>Ethnic Religions</a:t>
                      </a:r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69893095"/>
                  </a:ext>
                </a:extLst>
              </a:tr>
              <a:tr h="340710"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b="1" u="none" strike="noStrike">
                          <a:effectLst/>
                        </a:rPr>
                        <a:t>Antanosy</a:t>
                      </a:r>
                      <a:endParaRPr lang="en-US" sz="2800" b="1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800" b="1" u="none" strike="noStrike" dirty="0">
                          <a:effectLst/>
                        </a:rPr>
                        <a:t>772,000</a:t>
                      </a:r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800" b="1" u="none" strike="noStrike" dirty="0">
                          <a:effectLst/>
                        </a:rPr>
                        <a:t>Christianity</a:t>
                      </a:r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727478369"/>
                  </a:ext>
                </a:extLst>
              </a:tr>
              <a:tr h="340710"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b="1" u="none" strike="noStrike" dirty="0" err="1">
                          <a:effectLst/>
                        </a:rPr>
                        <a:t>Antaimanambondro</a:t>
                      </a:r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800" b="1" u="none" strike="noStrike" dirty="0">
                          <a:effectLst/>
                        </a:rPr>
                        <a:t>76,000</a:t>
                      </a:r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800" b="1" u="none" strike="noStrike" dirty="0">
                          <a:effectLst/>
                        </a:rPr>
                        <a:t>Ethnic Religions</a:t>
                      </a:r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670662982"/>
                  </a:ext>
                </a:extLst>
              </a:tr>
              <a:tr h="340710"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b="1" u="none" strike="noStrike">
                          <a:effectLst/>
                        </a:rPr>
                        <a:t>Antesaka</a:t>
                      </a:r>
                      <a:endParaRPr lang="en-US" sz="2800" b="1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800" b="1" u="none" strike="noStrike" dirty="0">
                          <a:effectLst/>
                        </a:rPr>
                        <a:t>1,665,000</a:t>
                      </a:r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800" b="1" u="none" strike="noStrike" dirty="0">
                          <a:effectLst/>
                        </a:rPr>
                        <a:t>Ethnic Religions</a:t>
                      </a:r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342309089"/>
                  </a:ext>
                </a:extLst>
              </a:tr>
              <a:tr h="340710"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b="1" u="none" strike="noStrike">
                          <a:effectLst/>
                        </a:rPr>
                        <a:t>Arab, Yemeni</a:t>
                      </a:r>
                      <a:endParaRPr lang="en-US" sz="2800" b="1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800" b="1" u="none" strike="noStrike" dirty="0">
                          <a:effectLst/>
                        </a:rPr>
                        <a:t>53,000</a:t>
                      </a:r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800" b="1" u="none" strike="noStrike" dirty="0">
                          <a:effectLst/>
                        </a:rPr>
                        <a:t>Islam</a:t>
                      </a:r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940338861"/>
                  </a:ext>
                </a:extLst>
              </a:tr>
              <a:tr h="340710"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b="1" u="none" strike="noStrike">
                          <a:effectLst/>
                        </a:rPr>
                        <a:t>Bara</a:t>
                      </a:r>
                      <a:endParaRPr lang="en-US" sz="2800" b="1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800" b="1" u="none" strike="noStrike" dirty="0">
                          <a:effectLst/>
                        </a:rPr>
                        <a:t>867,000</a:t>
                      </a:r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800" b="1" u="none" strike="noStrike" dirty="0">
                          <a:effectLst/>
                        </a:rPr>
                        <a:t>Christianity</a:t>
                      </a:r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603024604"/>
                  </a:ext>
                </a:extLst>
              </a:tr>
              <a:tr h="340710"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b="1" u="none" strike="noStrike">
                          <a:effectLst/>
                        </a:rPr>
                        <a:t>Betsileo</a:t>
                      </a:r>
                      <a:endParaRPr lang="en-US" sz="2800" b="1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800" b="1" u="none" strike="noStrike" dirty="0">
                          <a:effectLst/>
                        </a:rPr>
                        <a:t>4,245,000</a:t>
                      </a:r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800" b="1" u="none" strike="noStrike" dirty="0">
                          <a:effectLst/>
                        </a:rPr>
                        <a:t>Christianity</a:t>
                      </a:r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2514896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9460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Shape 766"/>
          <p:cNvSpPr/>
          <p:nvPr/>
        </p:nvSpPr>
        <p:spPr>
          <a:xfrm>
            <a:off x="-4313262" y="6406177"/>
            <a:ext cx="10108057" cy="10108057"/>
          </a:xfrm>
          <a:prstGeom prst="ellipse">
            <a:avLst/>
          </a:prstGeom>
          <a:solidFill>
            <a:srgbClr val="F9B000">
              <a:alpha val="95686"/>
            </a:srgbClr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7" name="Shape 767"/>
          <p:cNvSpPr/>
          <p:nvPr/>
        </p:nvSpPr>
        <p:spPr>
          <a:xfrm>
            <a:off x="-5949539" y="4959345"/>
            <a:ext cx="9124295" cy="9124295"/>
          </a:xfrm>
          <a:prstGeom prst="ellipse">
            <a:avLst/>
          </a:prstGeom>
          <a:solidFill>
            <a:srgbClr val="F7BE16">
              <a:alpha val="62745"/>
            </a:srgbClr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Shape 768"/>
          <p:cNvSpPr txBox="1"/>
          <p:nvPr/>
        </p:nvSpPr>
        <p:spPr>
          <a:xfrm>
            <a:off x="8299303" y="6247483"/>
            <a:ext cx="1223412" cy="215443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algn="r">
              <a:buSzPct val="25000"/>
            </a:pPr>
            <a:r>
              <a:rPr lang="en-US" sz="800">
                <a:solidFill>
                  <a:srgbClr val="DF9E00"/>
                </a:solidFill>
                <a:latin typeface="Montserrat"/>
                <a:ea typeface="Montserrat"/>
                <a:cs typeface="Montserrat"/>
                <a:sym typeface="Montserrat"/>
              </a:rPr>
              <a:t>AdventistMission.org</a:t>
            </a:r>
          </a:p>
        </p:txBody>
      </p:sp>
      <p:sp>
        <p:nvSpPr>
          <p:cNvPr id="769" name="Shape 769"/>
          <p:cNvSpPr txBox="1"/>
          <p:nvPr/>
        </p:nvSpPr>
        <p:spPr>
          <a:xfrm>
            <a:off x="8021256" y="6406177"/>
            <a:ext cx="1489509" cy="215443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algn="r">
              <a:buSzPct val="25000"/>
            </a:pPr>
            <a:r>
              <a:rPr lang="en-US" sz="800">
                <a:solidFill>
                  <a:srgbClr val="007581"/>
                </a:solidFill>
                <a:latin typeface="Montserrat"/>
                <a:ea typeface="Montserrat"/>
                <a:cs typeface="Montserrat"/>
                <a:sym typeface="Montserrat"/>
              </a:rPr>
              <a:t> GlobalMissionCenters.org</a:t>
            </a:r>
          </a:p>
        </p:txBody>
      </p:sp>
      <p:sp>
        <p:nvSpPr>
          <p:cNvPr id="770" name="Shape 770"/>
          <p:cNvSpPr/>
          <p:nvPr/>
        </p:nvSpPr>
        <p:spPr>
          <a:xfrm>
            <a:off x="9517506" y="6264614"/>
            <a:ext cx="1478604" cy="348912"/>
          </a:xfrm>
          <a:prstGeom prst="roundRect">
            <a:avLst>
              <a:gd name="adj" fmla="val 16667"/>
            </a:avLst>
          </a:prstGeom>
          <a:solidFill>
            <a:srgbClr val="007581"/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71" name="Shape 77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54546" y="5850022"/>
            <a:ext cx="698500" cy="711435"/>
          </a:xfrm>
          <a:prstGeom prst="rect">
            <a:avLst/>
          </a:prstGeom>
          <a:noFill/>
          <a:ln>
            <a:noFill/>
          </a:ln>
        </p:spPr>
      </p:pic>
      <p:sp>
        <p:nvSpPr>
          <p:cNvPr id="772" name="Shape 772"/>
          <p:cNvSpPr/>
          <p:nvPr/>
        </p:nvSpPr>
        <p:spPr>
          <a:xfrm>
            <a:off x="9510766" y="-4118182"/>
            <a:ext cx="5357727" cy="5357727"/>
          </a:xfrm>
          <a:prstGeom prst="ellipse">
            <a:avLst/>
          </a:prstGeom>
          <a:solidFill>
            <a:srgbClr val="007581">
              <a:alpha val="62745"/>
            </a:srgbClr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Shape 773"/>
          <p:cNvSpPr/>
          <p:nvPr/>
        </p:nvSpPr>
        <p:spPr>
          <a:xfrm>
            <a:off x="7743652" y="-4994505"/>
            <a:ext cx="5357727" cy="5357727"/>
          </a:xfrm>
          <a:prstGeom prst="ellipse">
            <a:avLst/>
          </a:prstGeom>
          <a:solidFill>
            <a:srgbClr val="7DB3BD">
              <a:alpha val="70980"/>
            </a:srgbClr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75" name="Shape 775"/>
          <p:cNvGrpSpPr/>
          <p:nvPr/>
        </p:nvGrpSpPr>
        <p:grpSpPr>
          <a:xfrm>
            <a:off x="2322551" y="1260636"/>
            <a:ext cx="402858" cy="108082"/>
            <a:chOff x="1591866" y="2549518"/>
            <a:chExt cx="402858" cy="108082"/>
          </a:xfrm>
        </p:grpSpPr>
        <p:sp>
          <p:nvSpPr>
            <p:cNvPr id="776" name="Shape 776"/>
            <p:cNvSpPr/>
            <p:nvPr/>
          </p:nvSpPr>
          <p:spPr>
            <a:xfrm>
              <a:off x="1886641" y="2549518"/>
              <a:ext cx="108082" cy="108082"/>
            </a:xfrm>
            <a:prstGeom prst="ellipse">
              <a:avLst/>
            </a:prstGeom>
            <a:solidFill>
              <a:srgbClr val="F46B06"/>
            </a:solidFill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algn="ctr"/>
              <a:endPara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7" name="Shape 777"/>
            <p:cNvSpPr/>
            <p:nvPr/>
          </p:nvSpPr>
          <p:spPr>
            <a:xfrm>
              <a:off x="1591866" y="2549518"/>
              <a:ext cx="108082" cy="108082"/>
            </a:xfrm>
            <a:prstGeom prst="ellipse">
              <a:avLst/>
            </a:prstGeom>
            <a:solidFill>
              <a:srgbClr val="E3DECE"/>
            </a:solidFill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algn="ctr"/>
              <a:endPara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8" name="Shape 778"/>
            <p:cNvSpPr/>
            <p:nvPr/>
          </p:nvSpPr>
          <p:spPr>
            <a:xfrm>
              <a:off x="1739253" y="2549518"/>
              <a:ext cx="108082" cy="108082"/>
            </a:xfrm>
            <a:prstGeom prst="ellipse">
              <a:avLst/>
            </a:prstGeom>
            <a:solidFill>
              <a:srgbClr val="F7BE16"/>
            </a:solidFill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algn="ctr"/>
              <a:endPara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79" name="Shape 779"/>
          <p:cNvSpPr txBox="1"/>
          <p:nvPr/>
        </p:nvSpPr>
        <p:spPr>
          <a:xfrm>
            <a:off x="2430633" y="220049"/>
            <a:ext cx="7525792" cy="769441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lvl="0" algn="ctr">
              <a:buSzPct val="25000"/>
            </a:pPr>
            <a:endParaRPr lang="en-US" sz="2400" b="1" dirty="0">
              <a:solidFill>
                <a:srgbClr val="007581"/>
              </a:solidFill>
              <a:latin typeface="Abril Fatface"/>
              <a:ea typeface="Abril Fatface"/>
              <a:cs typeface="Abril Fatface"/>
              <a:sym typeface="Abril Fatface"/>
            </a:endParaRPr>
          </a:p>
        </p:txBody>
      </p:sp>
      <p:sp>
        <p:nvSpPr>
          <p:cNvPr id="780" name="Shape 780"/>
          <p:cNvSpPr txBox="1"/>
          <p:nvPr/>
        </p:nvSpPr>
        <p:spPr>
          <a:xfrm>
            <a:off x="2725410" y="860527"/>
            <a:ext cx="3838675" cy="40010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lvl="0">
              <a:buSzPct val="25000"/>
            </a:pPr>
            <a:endParaRPr lang="en-US" sz="2000" dirty="0">
              <a:solidFill>
                <a:srgbClr val="575A5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81" name="Shape 781"/>
          <p:cNvSpPr txBox="1"/>
          <p:nvPr/>
        </p:nvSpPr>
        <p:spPr>
          <a:xfrm>
            <a:off x="3864864" y="5498592"/>
            <a:ext cx="184730" cy="369332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Title 1"/>
          <p:cNvSpPr txBox="1">
            <a:spLocks/>
          </p:cNvSpPr>
          <p:nvPr/>
        </p:nvSpPr>
        <p:spPr>
          <a:xfrm>
            <a:off x="2469938" y="-10183"/>
            <a:ext cx="7983108" cy="98272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28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A4438E1-5224-9345-B230-9A37D4BDF0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5441086"/>
              </p:ext>
            </p:extLst>
          </p:nvPr>
        </p:nvGraphicFramePr>
        <p:xfrm>
          <a:off x="75304" y="320107"/>
          <a:ext cx="12037807" cy="567118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37961">
                  <a:extLst>
                    <a:ext uri="{9D8B030D-6E8A-4147-A177-3AD203B41FA5}">
                      <a16:colId xmlns:a16="http://schemas.microsoft.com/office/drawing/2014/main" val="1209680129"/>
                    </a:ext>
                  </a:extLst>
                </a:gridCol>
                <a:gridCol w="3025777">
                  <a:extLst>
                    <a:ext uri="{9D8B030D-6E8A-4147-A177-3AD203B41FA5}">
                      <a16:colId xmlns:a16="http://schemas.microsoft.com/office/drawing/2014/main" val="2146454072"/>
                    </a:ext>
                  </a:extLst>
                </a:gridCol>
                <a:gridCol w="3374069">
                  <a:extLst>
                    <a:ext uri="{9D8B030D-6E8A-4147-A177-3AD203B41FA5}">
                      <a16:colId xmlns:a16="http://schemas.microsoft.com/office/drawing/2014/main" val="509715007"/>
                    </a:ext>
                  </a:extLst>
                </a:gridCol>
              </a:tblGrid>
              <a:tr h="384777"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b="1" u="none" strike="noStrike" dirty="0" err="1">
                          <a:effectLst/>
                        </a:rPr>
                        <a:t>Betsimisaraka</a:t>
                      </a:r>
                      <a:r>
                        <a:rPr lang="en-US" sz="2800" b="1" u="none" strike="noStrike" dirty="0">
                          <a:effectLst/>
                        </a:rPr>
                        <a:t>, North</a:t>
                      </a:r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800" b="1" u="none" strike="noStrike" dirty="0">
                          <a:effectLst/>
                        </a:rPr>
                        <a:t>1,521,000</a:t>
                      </a:r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800" b="1" u="none" strike="noStrike" dirty="0">
                          <a:effectLst/>
                        </a:rPr>
                        <a:t>Ethnic Religions</a:t>
                      </a:r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146924768"/>
                  </a:ext>
                </a:extLst>
              </a:tr>
              <a:tr h="384777"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b="1" u="none" strike="noStrike" dirty="0" err="1">
                          <a:effectLst/>
                        </a:rPr>
                        <a:t>Betsimisaraka</a:t>
                      </a:r>
                      <a:r>
                        <a:rPr lang="en-US" sz="2800" b="1" u="none" strike="noStrike" dirty="0">
                          <a:effectLst/>
                        </a:rPr>
                        <a:t>, South</a:t>
                      </a:r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800" b="1" u="none" strike="noStrike" dirty="0">
                          <a:effectLst/>
                        </a:rPr>
                        <a:t>2,954,000</a:t>
                      </a:r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800" b="1" u="none" strike="noStrike" dirty="0">
                          <a:effectLst/>
                        </a:rPr>
                        <a:t>Ethnic Religions</a:t>
                      </a:r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433147849"/>
                  </a:ext>
                </a:extLst>
              </a:tr>
              <a:tr h="384777"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b="1" u="none" strike="noStrike" dirty="0" err="1">
                          <a:effectLst/>
                        </a:rPr>
                        <a:t>Bezanozano</a:t>
                      </a:r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800" b="1" u="none" strike="noStrike" dirty="0">
                          <a:effectLst/>
                        </a:rPr>
                        <a:t>218,000</a:t>
                      </a:r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800" b="1" u="none" strike="noStrike" dirty="0">
                          <a:effectLst/>
                        </a:rPr>
                        <a:t>Ethnic Religions</a:t>
                      </a:r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373443825"/>
                  </a:ext>
                </a:extLst>
              </a:tr>
              <a:tr h="384777"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b="1" u="none" strike="noStrike" dirty="0" err="1">
                          <a:effectLst/>
                        </a:rPr>
                        <a:t>Bushi</a:t>
                      </a:r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800" b="1" u="none" strike="noStrike" dirty="0">
                          <a:effectLst/>
                        </a:rPr>
                        <a:t>1,700</a:t>
                      </a:r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800" b="1" u="none" strike="noStrike" dirty="0">
                          <a:effectLst/>
                        </a:rPr>
                        <a:t>Islam</a:t>
                      </a:r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229375011"/>
                  </a:ext>
                </a:extLst>
              </a:tr>
              <a:tr h="384777"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b="1" u="none" strike="noStrike" dirty="0">
                          <a:effectLst/>
                        </a:rPr>
                        <a:t>Chinese, general</a:t>
                      </a:r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800" b="1" u="none" strike="noStrike" dirty="0">
                          <a:effectLst/>
                        </a:rPr>
                        <a:t>66,000</a:t>
                      </a:r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800" b="1" u="none" strike="noStrike">
                          <a:effectLst/>
                        </a:rPr>
                        <a:t>Non-Religious</a:t>
                      </a:r>
                      <a:endParaRPr lang="en-US" sz="2800" b="1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799431686"/>
                  </a:ext>
                </a:extLst>
              </a:tr>
              <a:tr h="384777"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b="1" u="none" strike="noStrike" dirty="0">
                          <a:effectLst/>
                        </a:rPr>
                        <a:t>Comorian, </a:t>
                      </a:r>
                      <a:r>
                        <a:rPr lang="en-US" sz="2800" b="1" u="none" strike="noStrike" dirty="0" err="1">
                          <a:effectLst/>
                        </a:rPr>
                        <a:t>Maore</a:t>
                      </a:r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800" b="1" u="none" strike="noStrike" dirty="0">
                          <a:effectLst/>
                        </a:rPr>
                        <a:t>5,400</a:t>
                      </a:r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800" b="1" u="none" strike="noStrike" dirty="0">
                          <a:effectLst/>
                        </a:rPr>
                        <a:t>Islam</a:t>
                      </a:r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085713093"/>
                  </a:ext>
                </a:extLst>
              </a:tr>
              <a:tr h="384777"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b="1" u="none" strike="noStrike" dirty="0">
                          <a:effectLst/>
                        </a:rPr>
                        <a:t>Comorian, </a:t>
                      </a:r>
                      <a:r>
                        <a:rPr lang="en-US" sz="2800" b="1" u="none" strike="noStrike" dirty="0" err="1">
                          <a:effectLst/>
                        </a:rPr>
                        <a:t>Mwali</a:t>
                      </a:r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800" b="1" u="none" strike="noStrike" dirty="0">
                          <a:effectLst/>
                        </a:rPr>
                        <a:t>1,700</a:t>
                      </a:r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800" b="1" u="none" strike="noStrike" dirty="0">
                          <a:effectLst/>
                        </a:rPr>
                        <a:t>Islam</a:t>
                      </a:r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703875729"/>
                  </a:ext>
                </a:extLst>
              </a:tr>
              <a:tr h="384777"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b="1" u="none" strike="noStrike">
                          <a:effectLst/>
                        </a:rPr>
                        <a:t>Comorian, Ndzwani</a:t>
                      </a:r>
                      <a:endParaRPr lang="en-US" sz="2800" b="1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800" b="1" u="none" strike="noStrike" dirty="0">
                          <a:effectLst/>
                        </a:rPr>
                        <a:t>14,000</a:t>
                      </a:r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800" b="1" u="none" strike="noStrike" dirty="0">
                          <a:effectLst/>
                        </a:rPr>
                        <a:t>Islam</a:t>
                      </a:r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833402902"/>
                  </a:ext>
                </a:extLst>
              </a:tr>
              <a:tr h="384777"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b="1" u="none" strike="noStrike">
                          <a:effectLst/>
                        </a:rPr>
                        <a:t>Comorian, Ngazidja</a:t>
                      </a:r>
                      <a:endParaRPr lang="en-US" sz="2800" b="1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800" b="1" u="none" strike="noStrike" dirty="0">
                          <a:effectLst/>
                        </a:rPr>
                        <a:t>14,000</a:t>
                      </a:r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800" b="1" u="none" strike="noStrike" dirty="0">
                          <a:effectLst/>
                        </a:rPr>
                        <a:t>Islam</a:t>
                      </a:r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996736707"/>
                  </a:ext>
                </a:extLst>
              </a:tr>
              <a:tr h="384777"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b="1" u="none" strike="noStrike">
                          <a:effectLst/>
                        </a:rPr>
                        <a:t>Deaf</a:t>
                      </a:r>
                      <a:endParaRPr lang="en-US" sz="2800" b="1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800" b="1" u="none" strike="noStrike" dirty="0">
                          <a:effectLst/>
                        </a:rPr>
                        <a:t>263,000</a:t>
                      </a:r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800" b="1" u="none" strike="noStrike" dirty="0">
                          <a:effectLst/>
                        </a:rPr>
                        <a:t>Christianity</a:t>
                      </a:r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682749885"/>
                  </a:ext>
                </a:extLst>
              </a:tr>
              <a:tr h="384777"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b="1" u="none" strike="noStrike" dirty="0">
                          <a:effectLst/>
                        </a:rPr>
                        <a:t>French</a:t>
                      </a:r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800" b="1" u="none" strike="noStrike" dirty="0">
                          <a:effectLst/>
                        </a:rPr>
                        <a:t>158,000</a:t>
                      </a:r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800" b="1" u="none" strike="noStrike" dirty="0">
                          <a:effectLst/>
                        </a:rPr>
                        <a:t>Christianity</a:t>
                      </a:r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51261314"/>
                  </a:ext>
                </a:extLst>
              </a:tr>
              <a:tr h="384777"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b="1" u="none" strike="noStrike">
                          <a:effectLst/>
                        </a:rPr>
                        <a:t>Gujarati</a:t>
                      </a:r>
                      <a:endParaRPr lang="en-US" sz="2800" b="1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800" b="1" u="none" strike="noStrike" dirty="0">
                          <a:effectLst/>
                        </a:rPr>
                        <a:t>84,000</a:t>
                      </a:r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800" b="1" u="none" strike="noStrike" dirty="0">
                          <a:effectLst/>
                        </a:rPr>
                        <a:t>Islam</a:t>
                      </a:r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347919624"/>
                  </a:ext>
                </a:extLst>
              </a:tr>
              <a:tr h="384777"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b="1" u="none" strike="noStrike">
                          <a:effectLst/>
                        </a:rPr>
                        <a:t>Karimbola</a:t>
                      </a:r>
                      <a:endParaRPr lang="en-US" sz="2800" b="1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800" b="1" u="none" strike="noStrike" dirty="0">
                          <a:effectLst/>
                        </a:rPr>
                        <a:t>146,000</a:t>
                      </a:r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800" b="1" u="none" strike="noStrike" dirty="0">
                          <a:effectLst/>
                        </a:rPr>
                        <a:t>Ethnic Religions</a:t>
                      </a:r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1257593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5951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Shape 766"/>
          <p:cNvSpPr/>
          <p:nvPr/>
        </p:nvSpPr>
        <p:spPr>
          <a:xfrm>
            <a:off x="-4313262" y="6406177"/>
            <a:ext cx="10108057" cy="10108057"/>
          </a:xfrm>
          <a:prstGeom prst="ellipse">
            <a:avLst/>
          </a:prstGeom>
          <a:solidFill>
            <a:srgbClr val="F9B000">
              <a:alpha val="95686"/>
            </a:srgbClr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7" name="Shape 767"/>
          <p:cNvSpPr/>
          <p:nvPr/>
        </p:nvSpPr>
        <p:spPr>
          <a:xfrm>
            <a:off x="-5949539" y="4959345"/>
            <a:ext cx="9124295" cy="9124295"/>
          </a:xfrm>
          <a:prstGeom prst="ellipse">
            <a:avLst/>
          </a:prstGeom>
          <a:solidFill>
            <a:srgbClr val="F7BE16">
              <a:alpha val="62745"/>
            </a:srgbClr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Shape 768"/>
          <p:cNvSpPr txBox="1"/>
          <p:nvPr/>
        </p:nvSpPr>
        <p:spPr>
          <a:xfrm>
            <a:off x="8299303" y="6247483"/>
            <a:ext cx="1223412" cy="215443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algn="r">
              <a:buSzPct val="25000"/>
            </a:pPr>
            <a:r>
              <a:rPr lang="en-US" sz="800">
                <a:solidFill>
                  <a:srgbClr val="DF9E00"/>
                </a:solidFill>
                <a:latin typeface="Montserrat"/>
                <a:ea typeface="Montserrat"/>
                <a:cs typeface="Montserrat"/>
                <a:sym typeface="Montserrat"/>
              </a:rPr>
              <a:t>AdventistMission.org</a:t>
            </a:r>
          </a:p>
        </p:txBody>
      </p:sp>
      <p:sp>
        <p:nvSpPr>
          <p:cNvPr id="769" name="Shape 769"/>
          <p:cNvSpPr txBox="1"/>
          <p:nvPr/>
        </p:nvSpPr>
        <p:spPr>
          <a:xfrm>
            <a:off x="8021256" y="6406177"/>
            <a:ext cx="1489509" cy="215443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algn="r">
              <a:buSzPct val="25000"/>
            </a:pPr>
            <a:r>
              <a:rPr lang="en-US" sz="800">
                <a:solidFill>
                  <a:srgbClr val="007581"/>
                </a:solidFill>
                <a:latin typeface="Montserrat"/>
                <a:ea typeface="Montserrat"/>
                <a:cs typeface="Montserrat"/>
                <a:sym typeface="Montserrat"/>
              </a:rPr>
              <a:t> GlobalMissionCenters.org</a:t>
            </a:r>
          </a:p>
        </p:txBody>
      </p:sp>
      <p:sp>
        <p:nvSpPr>
          <p:cNvPr id="770" name="Shape 770"/>
          <p:cNvSpPr/>
          <p:nvPr/>
        </p:nvSpPr>
        <p:spPr>
          <a:xfrm>
            <a:off x="9517506" y="6264614"/>
            <a:ext cx="1478604" cy="348912"/>
          </a:xfrm>
          <a:prstGeom prst="roundRect">
            <a:avLst>
              <a:gd name="adj" fmla="val 16667"/>
            </a:avLst>
          </a:prstGeom>
          <a:solidFill>
            <a:srgbClr val="007581"/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71" name="Shape 77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54546" y="5850022"/>
            <a:ext cx="698500" cy="711435"/>
          </a:xfrm>
          <a:prstGeom prst="rect">
            <a:avLst/>
          </a:prstGeom>
          <a:noFill/>
          <a:ln>
            <a:noFill/>
          </a:ln>
        </p:spPr>
      </p:pic>
      <p:sp>
        <p:nvSpPr>
          <p:cNvPr id="772" name="Shape 772"/>
          <p:cNvSpPr/>
          <p:nvPr/>
        </p:nvSpPr>
        <p:spPr>
          <a:xfrm>
            <a:off x="9510766" y="-4118182"/>
            <a:ext cx="5357727" cy="5357727"/>
          </a:xfrm>
          <a:prstGeom prst="ellipse">
            <a:avLst/>
          </a:prstGeom>
          <a:solidFill>
            <a:srgbClr val="007581">
              <a:alpha val="62745"/>
            </a:srgbClr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Shape 773"/>
          <p:cNvSpPr/>
          <p:nvPr/>
        </p:nvSpPr>
        <p:spPr>
          <a:xfrm>
            <a:off x="7743652" y="-4994505"/>
            <a:ext cx="5357727" cy="5357727"/>
          </a:xfrm>
          <a:prstGeom prst="ellipse">
            <a:avLst/>
          </a:prstGeom>
          <a:solidFill>
            <a:srgbClr val="7DB3BD">
              <a:alpha val="70980"/>
            </a:srgbClr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75" name="Shape 775"/>
          <p:cNvGrpSpPr/>
          <p:nvPr/>
        </p:nvGrpSpPr>
        <p:grpSpPr>
          <a:xfrm>
            <a:off x="2322551" y="1260636"/>
            <a:ext cx="402858" cy="108082"/>
            <a:chOff x="1591866" y="2549518"/>
            <a:chExt cx="402858" cy="108082"/>
          </a:xfrm>
        </p:grpSpPr>
        <p:sp>
          <p:nvSpPr>
            <p:cNvPr id="776" name="Shape 776"/>
            <p:cNvSpPr/>
            <p:nvPr/>
          </p:nvSpPr>
          <p:spPr>
            <a:xfrm>
              <a:off x="1886641" y="2549518"/>
              <a:ext cx="108082" cy="108082"/>
            </a:xfrm>
            <a:prstGeom prst="ellipse">
              <a:avLst/>
            </a:prstGeom>
            <a:solidFill>
              <a:srgbClr val="F46B06"/>
            </a:solidFill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algn="ctr"/>
              <a:endPara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7" name="Shape 777"/>
            <p:cNvSpPr/>
            <p:nvPr/>
          </p:nvSpPr>
          <p:spPr>
            <a:xfrm>
              <a:off x="1591866" y="2549518"/>
              <a:ext cx="108082" cy="108082"/>
            </a:xfrm>
            <a:prstGeom prst="ellipse">
              <a:avLst/>
            </a:prstGeom>
            <a:solidFill>
              <a:srgbClr val="E3DECE"/>
            </a:solidFill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algn="ctr"/>
              <a:endPara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8" name="Shape 778"/>
            <p:cNvSpPr/>
            <p:nvPr/>
          </p:nvSpPr>
          <p:spPr>
            <a:xfrm>
              <a:off x="1739253" y="2549518"/>
              <a:ext cx="108082" cy="108082"/>
            </a:xfrm>
            <a:prstGeom prst="ellipse">
              <a:avLst/>
            </a:prstGeom>
            <a:solidFill>
              <a:srgbClr val="F7BE16"/>
            </a:solidFill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algn="ctr"/>
              <a:endPara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79" name="Shape 779"/>
          <p:cNvSpPr txBox="1"/>
          <p:nvPr/>
        </p:nvSpPr>
        <p:spPr>
          <a:xfrm>
            <a:off x="2430633" y="220049"/>
            <a:ext cx="7525792" cy="769441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lvl="0" algn="ctr">
              <a:buSzPct val="25000"/>
            </a:pPr>
            <a:endParaRPr lang="en-US" sz="2400" b="1" dirty="0">
              <a:solidFill>
                <a:srgbClr val="007581"/>
              </a:solidFill>
              <a:latin typeface="Abril Fatface"/>
              <a:ea typeface="Abril Fatface"/>
              <a:cs typeface="Abril Fatface"/>
              <a:sym typeface="Abril Fatface"/>
            </a:endParaRPr>
          </a:p>
        </p:txBody>
      </p:sp>
      <p:sp>
        <p:nvSpPr>
          <p:cNvPr id="780" name="Shape 780"/>
          <p:cNvSpPr txBox="1"/>
          <p:nvPr/>
        </p:nvSpPr>
        <p:spPr>
          <a:xfrm>
            <a:off x="2725410" y="860527"/>
            <a:ext cx="3838675" cy="40010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lvl="0">
              <a:buSzPct val="25000"/>
            </a:pPr>
            <a:endParaRPr lang="en-US" sz="2000" dirty="0">
              <a:solidFill>
                <a:srgbClr val="575A5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81" name="Shape 781"/>
          <p:cNvSpPr txBox="1"/>
          <p:nvPr/>
        </p:nvSpPr>
        <p:spPr>
          <a:xfrm>
            <a:off x="3864864" y="5498592"/>
            <a:ext cx="184730" cy="369332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Title 1"/>
          <p:cNvSpPr txBox="1">
            <a:spLocks/>
          </p:cNvSpPr>
          <p:nvPr/>
        </p:nvSpPr>
        <p:spPr>
          <a:xfrm>
            <a:off x="2469938" y="-10183"/>
            <a:ext cx="7983108" cy="98272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2800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BD5F479-017C-CD41-B05C-FCD251F0DA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0376160"/>
              </p:ext>
            </p:extLst>
          </p:nvPr>
        </p:nvGraphicFramePr>
        <p:xfrm>
          <a:off x="0" y="380353"/>
          <a:ext cx="12192000" cy="616252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313816">
                  <a:extLst>
                    <a:ext uri="{9D8B030D-6E8A-4147-A177-3AD203B41FA5}">
                      <a16:colId xmlns:a16="http://schemas.microsoft.com/office/drawing/2014/main" val="2796313806"/>
                    </a:ext>
                  </a:extLst>
                </a:gridCol>
                <a:gridCol w="4460897">
                  <a:extLst>
                    <a:ext uri="{9D8B030D-6E8A-4147-A177-3AD203B41FA5}">
                      <a16:colId xmlns:a16="http://schemas.microsoft.com/office/drawing/2014/main" val="2866010124"/>
                    </a:ext>
                  </a:extLst>
                </a:gridCol>
                <a:gridCol w="3417287">
                  <a:extLst>
                    <a:ext uri="{9D8B030D-6E8A-4147-A177-3AD203B41FA5}">
                      <a16:colId xmlns:a16="http://schemas.microsoft.com/office/drawing/2014/main" val="2862697717"/>
                    </a:ext>
                  </a:extLst>
                </a:gridCol>
              </a:tblGrid>
              <a:tr h="346965"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1" u="none" strike="noStrike" dirty="0">
                          <a:effectLst/>
                        </a:rPr>
                        <a:t>Korean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400" b="1" u="none" strike="noStrike" dirty="0">
                          <a:effectLst/>
                        </a:rPr>
                        <a:t>15,000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400" b="1" u="none" strike="noStrike" dirty="0">
                          <a:effectLst/>
                        </a:rPr>
                        <a:t>Non-Religious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537831945"/>
                  </a:ext>
                </a:extLst>
              </a:tr>
              <a:tr h="346965"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1" u="none" strike="noStrike" dirty="0" err="1">
                          <a:effectLst/>
                        </a:rPr>
                        <a:t>Mahafaly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400" b="1" u="none" strike="noStrike" dirty="0">
                          <a:effectLst/>
                        </a:rPr>
                        <a:t>378,000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400" b="1" u="none" strike="noStrike" dirty="0">
                          <a:effectLst/>
                        </a:rPr>
                        <a:t>Ethnic Religions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706441651"/>
                  </a:ext>
                </a:extLst>
              </a:tr>
              <a:tr h="346965"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1" u="none" strike="noStrike" dirty="0">
                          <a:effectLst/>
                        </a:rPr>
                        <a:t>Malay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400" b="1" u="none" strike="noStrike" dirty="0">
                          <a:effectLst/>
                        </a:rPr>
                        <a:t>31,000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400" b="1" u="none" strike="noStrike" dirty="0">
                          <a:effectLst/>
                        </a:rPr>
                        <a:t>Islam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2973418"/>
                  </a:ext>
                </a:extLst>
              </a:tr>
              <a:tr h="346965"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1" u="none" strike="noStrike" dirty="0" err="1">
                          <a:effectLst/>
                        </a:rPr>
                        <a:t>Masikoro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400" b="1" u="none" strike="noStrike" dirty="0">
                          <a:effectLst/>
                        </a:rPr>
                        <a:t>659,000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400" b="1" u="none" strike="noStrike">
                          <a:effectLst/>
                        </a:rPr>
                        <a:t>Ethnic Religions</a:t>
                      </a:r>
                      <a:endParaRPr lang="en-US" sz="2400" b="1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199997822"/>
                  </a:ext>
                </a:extLst>
              </a:tr>
              <a:tr h="346965"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1" u="none" strike="noStrike" dirty="0">
                          <a:effectLst/>
                        </a:rPr>
                        <a:t>Mauritian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400" b="1" u="none" strike="noStrike" dirty="0">
                          <a:effectLst/>
                        </a:rPr>
                        <a:t>3,400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400" b="1" u="none" strike="noStrike" dirty="0">
                          <a:effectLst/>
                        </a:rPr>
                        <a:t>Christianity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110520902"/>
                  </a:ext>
                </a:extLst>
              </a:tr>
              <a:tr h="346965"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1" u="none" strike="noStrike" dirty="0">
                          <a:effectLst/>
                        </a:rPr>
                        <a:t>Merina-</a:t>
                      </a:r>
                      <a:r>
                        <a:rPr lang="en-US" sz="2400" b="1" u="none" strike="noStrike" dirty="0" err="1">
                          <a:effectLst/>
                        </a:rPr>
                        <a:t>Vakinankaratra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400" b="1" u="none" strike="noStrike" dirty="0">
                          <a:effectLst/>
                        </a:rPr>
                        <a:t>2,617,000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400" b="1" u="none" strike="noStrike" dirty="0">
                          <a:effectLst/>
                        </a:rPr>
                        <a:t>Christianity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06765735"/>
                  </a:ext>
                </a:extLst>
              </a:tr>
              <a:tr h="346965"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1" u="none" strike="noStrike" dirty="0">
                          <a:effectLst/>
                        </a:rPr>
                        <a:t>Reunionese Creole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400" b="1" u="none" strike="noStrike" dirty="0">
                          <a:effectLst/>
                        </a:rPr>
                        <a:t>106,000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400" b="1" u="none" strike="noStrike" dirty="0">
                          <a:effectLst/>
                        </a:rPr>
                        <a:t>Christianity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773549321"/>
                  </a:ext>
                </a:extLst>
              </a:tr>
              <a:tr h="346965"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1" u="none" strike="noStrike" dirty="0" err="1">
                          <a:effectLst/>
                        </a:rPr>
                        <a:t>Sahafatra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400" b="1" u="none" strike="noStrike" dirty="0">
                          <a:effectLst/>
                        </a:rPr>
                        <a:t>109,000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400" b="1" u="none" strike="noStrike" dirty="0">
                          <a:effectLst/>
                        </a:rPr>
                        <a:t>Ethnic Religions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626750028"/>
                  </a:ext>
                </a:extLst>
              </a:tr>
              <a:tr h="346965"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1" u="none" strike="noStrike" dirty="0" err="1">
                          <a:effectLst/>
                        </a:rPr>
                        <a:t>Sakalava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400" b="1" u="none" strike="noStrike" dirty="0">
                          <a:effectLst/>
                        </a:rPr>
                        <a:t>1,801,000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400" b="1" u="none" strike="noStrike" dirty="0">
                          <a:effectLst/>
                        </a:rPr>
                        <a:t>Ethnic Religions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406235833"/>
                  </a:ext>
                </a:extLst>
              </a:tr>
              <a:tr h="346965"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1" u="none" strike="noStrike" dirty="0" err="1">
                          <a:effectLst/>
                        </a:rPr>
                        <a:t>Sihanaka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400" b="1" u="none" strike="noStrike" dirty="0">
                          <a:effectLst/>
                        </a:rPr>
                        <a:t>653,000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400" b="1" u="none" strike="noStrike" dirty="0">
                          <a:effectLst/>
                        </a:rPr>
                        <a:t>Ethnic Religions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512045606"/>
                  </a:ext>
                </a:extLst>
              </a:tr>
              <a:tr h="346965"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1" u="none" strike="noStrike" dirty="0">
                          <a:effectLst/>
                        </a:rPr>
                        <a:t>Swahili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400" b="1" u="none" strike="noStrike" dirty="0">
                          <a:effectLst/>
                        </a:rPr>
                        <a:t>5,300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400" b="1" u="none" strike="noStrike" dirty="0">
                          <a:effectLst/>
                        </a:rPr>
                        <a:t>Islam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763204708"/>
                  </a:ext>
                </a:extLst>
              </a:tr>
              <a:tr h="346965"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1" u="none" strike="noStrike" dirty="0" err="1">
                          <a:effectLst/>
                        </a:rPr>
                        <a:t>Tanala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400" b="1" u="none" strike="noStrike" dirty="0">
                          <a:effectLst/>
                        </a:rPr>
                        <a:t>1,315,000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400" b="1" u="none" strike="noStrike" dirty="0">
                          <a:effectLst/>
                        </a:rPr>
                        <a:t>Ethnic Religions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97075956"/>
                  </a:ext>
                </a:extLst>
              </a:tr>
              <a:tr h="346965"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1" u="none" strike="noStrike" dirty="0" err="1">
                          <a:effectLst/>
                        </a:rPr>
                        <a:t>Tsimihety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400" b="1" u="none" strike="noStrike" dirty="0">
                          <a:effectLst/>
                        </a:rPr>
                        <a:t>2,093,000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400" b="1" u="none" strike="noStrike" dirty="0">
                          <a:effectLst/>
                        </a:rPr>
                        <a:t>Ethnic Religions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584328751"/>
                  </a:ext>
                </a:extLst>
              </a:tr>
              <a:tr h="346965"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1" u="none" strike="noStrike" dirty="0" err="1">
                          <a:effectLst/>
                        </a:rPr>
                        <a:t>Vezo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400" b="1" u="none" strike="noStrike" dirty="0">
                          <a:effectLst/>
                        </a:rPr>
                        <a:t>327,000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400" b="1" u="none" strike="noStrike" dirty="0">
                          <a:effectLst/>
                        </a:rPr>
                        <a:t>Ethnic Religions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420759415"/>
                  </a:ext>
                </a:extLst>
              </a:tr>
              <a:tr h="346965"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1" u="none" strike="noStrike">
                          <a:effectLst/>
                        </a:rPr>
                        <a:t>Zafisoro</a:t>
                      </a:r>
                      <a:endParaRPr lang="en-US" sz="2400" b="1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400" b="1" u="none" strike="noStrike" dirty="0">
                          <a:effectLst/>
                        </a:rPr>
                        <a:t>117,000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400" b="1" u="none" strike="noStrike" dirty="0">
                          <a:effectLst/>
                        </a:rPr>
                        <a:t>Ethnic Religions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53315358"/>
                  </a:ext>
                </a:extLst>
              </a:tr>
              <a:tr h="533254"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u="none" strike="noStrike">
                          <a:effectLst/>
                        </a:rPr>
                        <a:t> 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3200" b="1" u="none" strike="noStrike" dirty="0">
                          <a:effectLst/>
                        </a:rPr>
                        <a:t>26,176,500</a:t>
                      </a:r>
                      <a:endParaRPr lang="en-US" sz="3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3200" b="1" u="none" strike="noStrike" dirty="0">
                          <a:effectLst/>
                        </a:rPr>
                        <a:t> </a:t>
                      </a:r>
                      <a:endParaRPr lang="en-US" sz="3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5602763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3174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Shape 766"/>
          <p:cNvSpPr/>
          <p:nvPr/>
        </p:nvSpPr>
        <p:spPr>
          <a:xfrm>
            <a:off x="-4313262" y="6406177"/>
            <a:ext cx="10108057" cy="10108057"/>
          </a:xfrm>
          <a:prstGeom prst="ellipse">
            <a:avLst/>
          </a:prstGeom>
          <a:solidFill>
            <a:srgbClr val="F9B000">
              <a:alpha val="95686"/>
            </a:srgbClr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7" name="Shape 767"/>
          <p:cNvSpPr/>
          <p:nvPr/>
        </p:nvSpPr>
        <p:spPr>
          <a:xfrm>
            <a:off x="-5949539" y="4959345"/>
            <a:ext cx="9124295" cy="9124295"/>
          </a:xfrm>
          <a:prstGeom prst="ellipse">
            <a:avLst/>
          </a:prstGeom>
          <a:solidFill>
            <a:srgbClr val="F7BE16">
              <a:alpha val="62745"/>
            </a:srgbClr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Shape 768"/>
          <p:cNvSpPr txBox="1"/>
          <p:nvPr/>
        </p:nvSpPr>
        <p:spPr>
          <a:xfrm>
            <a:off x="8299303" y="6247483"/>
            <a:ext cx="1223412" cy="215443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algn="r">
              <a:buSzPct val="25000"/>
            </a:pPr>
            <a:r>
              <a:rPr lang="en-US" sz="800">
                <a:solidFill>
                  <a:srgbClr val="DF9E00"/>
                </a:solidFill>
                <a:latin typeface="Montserrat"/>
                <a:ea typeface="Montserrat"/>
                <a:cs typeface="Montserrat"/>
                <a:sym typeface="Montserrat"/>
              </a:rPr>
              <a:t>AdventistMission.org</a:t>
            </a:r>
          </a:p>
        </p:txBody>
      </p:sp>
      <p:sp>
        <p:nvSpPr>
          <p:cNvPr id="769" name="Shape 769"/>
          <p:cNvSpPr txBox="1"/>
          <p:nvPr/>
        </p:nvSpPr>
        <p:spPr>
          <a:xfrm>
            <a:off x="8021256" y="6406177"/>
            <a:ext cx="1489509" cy="215443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algn="r">
              <a:buSzPct val="25000"/>
            </a:pPr>
            <a:r>
              <a:rPr lang="en-US" sz="800">
                <a:solidFill>
                  <a:srgbClr val="007581"/>
                </a:solidFill>
                <a:latin typeface="Montserrat"/>
                <a:ea typeface="Montserrat"/>
                <a:cs typeface="Montserrat"/>
                <a:sym typeface="Montserrat"/>
              </a:rPr>
              <a:t> GlobalMissionCenters.org</a:t>
            </a:r>
          </a:p>
        </p:txBody>
      </p:sp>
      <p:sp>
        <p:nvSpPr>
          <p:cNvPr id="770" name="Shape 770"/>
          <p:cNvSpPr/>
          <p:nvPr/>
        </p:nvSpPr>
        <p:spPr>
          <a:xfrm>
            <a:off x="9517506" y="6264614"/>
            <a:ext cx="1478604" cy="348912"/>
          </a:xfrm>
          <a:prstGeom prst="roundRect">
            <a:avLst>
              <a:gd name="adj" fmla="val 16667"/>
            </a:avLst>
          </a:prstGeom>
          <a:solidFill>
            <a:srgbClr val="007581"/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71" name="Shape 77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54546" y="5850022"/>
            <a:ext cx="698500" cy="711435"/>
          </a:xfrm>
          <a:prstGeom prst="rect">
            <a:avLst/>
          </a:prstGeom>
          <a:noFill/>
          <a:ln>
            <a:noFill/>
          </a:ln>
        </p:spPr>
      </p:pic>
      <p:sp>
        <p:nvSpPr>
          <p:cNvPr id="772" name="Shape 772"/>
          <p:cNvSpPr/>
          <p:nvPr/>
        </p:nvSpPr>
        <p:spPr>
          <a:xfrm>
            <a:off x="9510766" y="-4118182"/>
            <a:ext cx="5357727" cy="5357727"/>
          </a:xfrm>
          <a:prstGeom prst="ellipse">
            <a:avLst/>
          </a:prstGeom>
          <a:solidFill>
            <a:srgbClr val="007581">
              <a:alpha val="62745"/>
            </a:srgbClr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Shape 773"/>
          <p:cNvSpPr/>
          <p:nvPr/>
        </p:nvSpPr>
        <p:spPr>
          <a:xfrm>
            <a:off x="7743652" y="-4994505"/>
            <a:ext cx="5357727" cy="5357727"/>
          </a:xfrm>
          <a:prstGeom prst="ellipse">
            <a:avLst/>
          </a:prstGeom>
          <a:solidFill>
            <a:srgbClr val="7DB3BD">
              <a:alpha val="70980"/>
            </a:srgbClr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75" name="Shape 775"/>
          <p:cNvGrpSpPr/>
          <p:nvPr/>
        </p:nvGrpSpPr>
        <p:grpSpPr>
          <a:xfrm>
            <a:off x="2322551" y="1260636"/>
            <a:ext cx="402858" cy="108082"/>
            <a:chOff x="1591866" y="2549518"/>
            <a:chExt cx="402858" cy="108082"/>
          </a:xfrm>
        </p:grpSpPr>
        <p:sp>
          <p:nvSpPr>
            <p:cNvPr id="776" name="Shape 776"/>
            <p:cNvSpPr/>
            <p:nvPr/>
          </p:nvSpPr>
          <p:spPr>
            <a:xfrm>
              <a:off x="1886641" y="2549518"/>
              <a:ext cx="108082" cy="108082"/>
            </a:xfrm>
            <a:prstGeom prst="ellipse">
              <a:avLst/>
            </a:prstGeom>
            <a:solidFill>
              <a:srgbClr val="F46B06"/>
            </a:solidFill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algn="ctr"/>
              <a:endPara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7" name="Shape 777"/>
            <p:cNvSpPr/>
            <p:nvPr/>
          </p:nvSpPr>
          <p:spPr>
            <a:xfrm>
              <a:off x="1591866" y="2549518"/>
              <a:ext cx="108082" cy="108082"/>
            </a:xfrm>
            <a:prstGeom prst="ellipse">
              <a:avLst/>
            </a:prstGeom>
            <a:solidFill>
              <a:srgbClr val="E3DECE"/>
            </a:solidFill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algn="ctr"/>
              <a:endPara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8" name="Shape 778"/>
            <p:cNvSpPr/>
            <p:nvPr/>
          </p:nvSpPr>
          <p:spPr>
            <a:xfrm>
              <a:off x="1739253" y="2549518"/>
              <a:ext cx="108082" cy="108082"/>
            </a:xfrm>
            <a:prstGeom prst="ellipse">
              <a:avLst/>
            </a:prstGeom>
            <a:solidFill>
              <a:srgbClr val="F7BE16"/>
            </a:solidFill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algn="ctr"/>
              <a:endPara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79" name="Shape 779"/>
          <p:cNvSpPr txBox="1"/>
          <p:nvPr/>
        </p:nvSpPr>
        <p:spPr>
          <a:xfrm>
            <a:off x="2725409" y="1075539"/>
            <a:ext cx="7525792" cy="769441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lvl="0">
              <a:buSzPct val="25000"/>
            </a:pPr>
            <a:endParaRPr lang="en-US" sz="3600" b="1" dirty="0">
              <a:solidFill>
                <a:srgbClr val="007581"/>
              </a:solidFill>
              <a:latin typeface="Abril Fatface"/>
              <a:ea typeface="Abril Fatface"/>
              <a:cs typeface="Abril Fatface"/>
              <a:sym typeface="Abril Fatface"/>
            </a:endParaRPr>
          </a:p>
        </p:txBody>
      </p:sp>
      <p:sp>
        <p:nvSpPr>
          <p:cNvPr id="780" name="Shape 780"/>
          <p:cNvSpPr txBox="1"/>
          <p:nvPr/>
        </p:nvSpPr>
        <p:spPr>
          <a:xfrm>
            <a:off x="2787530" y="914569"/>
            <a:ext cx="3838675" cy="40010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>
              <a:buSzPct val="25000"/>
            </a:pPr>
            <a:endParaRPr lang="en-US" sz="2000" dirty="0">
              <a:solidFill>
                <a:srgbClr val="575A5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81" name="Shape 781"/>
          <p:cNvSpPr txBox="1"/>
          <p:nvPr/>
        </p:nvSpPr>
        <p:spPr>
          <a:xfrm>
            <a:off x="3864864" y="5498592"/>
            <a:ext cx="184730" cy="369332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8B8977-A8A6-8847-8321-DCBD87858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0171" y="777815"/>
            <a:ext cx="9027720" cy="1143000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>
                <a:latin typeface="Arial Black" panose="020B0A04020102020204" pitchFamily="34" charset="0"/>
              </a:rPr>
              <a:t>Fanasokajiana </a:t>
            </a:r>
            <a:r>
              <a:rPr lang="en-GB" dirty="0" err="1">
                <a:latin typeface="Arial Black" panose="020B0A04020102020204" pitchFamily="34" charset="0"/>
              </a:rPr>
              <a:t>vondron'olona</a:t>
            </a:r>
            <a:r>
              <a:rPr lang="en-GB" dirty="0">
                <a:latin typeface="Arial Black" panose="020B0A04020102020204" pitchFamily="34" charset="0"/>
              </a:rPr>
              <a:t> </a:t>
            </a:r>
            <a:r>
              <a:rPr lang="en-GB" dirty="0" err="1">
                <a:latin typeface="Arial Black" panose="020B0A04020102020204" pitchFamily="34" charset="0"/>
              </a:rPr>
              <a:t>mifototra</a:t>
            </a:r>
            <a:r>
              <a:rPr lang="en-GB" dirty="0">
                <a:latin typeface="Arial Black" panose="020B0A04020102020204" pitchFamily="34" charset="0"/>
              </a:rPr>
              <a:t> </a:t>
            </a:r>
            <a:r>
              <a:rPr lang="en-GB" dirty="0" err="1">
                <a:latin typeface="Arial Black" panose="020B0A04020102020204" pitchFamily="34" charset="0"/>
              </a:rPr>
              <a:t>amin'ny</a:t>
            </a:r>
            <a:r>
              <a:rPr lang="en-GB" dirty="0">
                <a:latin typeface="Arial Black" panose="020B0A04020102020204" pitchFamily="34" charset="0"/>
              </a:rPr>
              <a:t> </a:t>
            </a:r>
            <a:r>
              <a:rPr lang="en-GB" dirty="0" err="1">
                <a:latin typeface="Arial Black" panose="020B0A04020102020204" pitchFamily="34" charset="0"/>
              </a:rPr>
              <a:t>sata</a:t>
            </a:r>
            <a:r>
              <a:rPr lang="en-GB" dirty="0">
                <a:latin typeface="Arial Black" panose="020B0A04020102020204" pitchFamily="34" charset="0"/>
              </a:rPr>
              <a:t> </a:t>
            </a:r>
            <a:r>
              <a:rPr lang="en-GB" dirty="0" err="1">
                <a:latin typeface="Arial Black" panose="020B0A04020102020204" pitchFamily="34" charset="0"/>
              </a:rPr>
              <a:t>sosialy</a:t>
            </a:r>
            <a:endParaRPr lang="en-US" dirty="0">
              <a:latin typeface="Arial Black" panose="020B0A04020102020204" pitchFamily="34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30E6D8B-C3DC-CD4F-85A8-E49741D4F9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935" y="1862112"/>
            <a:ext cx="11120283" cy="4600814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3600" dirty="0"/>
          </a:p>
          <a:p>
            <a:pPr marL="742950" indent="-742950">
              <a:buFont typeface="+mj-lt"/>
              <a:buAutoNum type="arabicPeriod"/>
              <a:defRPr/>
            </a:pPr>
            <a:r>
              <a:rPr lang="en-US" sz="3600" dirty="0" err="1"/>
              <a:t>Vondrona</a:t>
            </a:r>
            <a:r>
              <a:rPr lang="en-US" sz="3600" dirty="0"/>
              <a:t> </a:t>
            </a:r>
            <a:r>
              <a:rPr lang="en-US" sz="3600" dirty="0" err="1"/>
              <a:t>ara-tsosialy</a:t>
            </a:r>
            <a:r>
              <a:rPr lang="en-US" sz="3600" dirty="0"/>
              <a:t> </a:t>
            </a:r>
            <a:r>
              <a:rPr lang="en-US" sz="3600" dirty="0" err="1"/>
              <a:t>sy</a:t>
            </a:r>
            <a:r>
              <a:rPr lang="en-US" sz="3600" dirty="0"/>
              <a:t> </a:t>
            </a:r>
            <a:r>
              <a:rPr lang="en-US" sz="3600" dirty="0" err="1" smtClean="0"/>
              <a:t>ara-panabeazana</a:t>
            </a:r>
            <a:endParaRPr lang="en-US" sz="3600" dirty="0" smtClean="0"/>
          </a:p>
          <a:p>
            <a:pPr>
              <a:defRPr/>
            </a:pPr>
            <a:r>
              <a:rPr lang="en-US" sz="3600" dirty="0" err="1" smtClean="0"/>
              <a:t>Mpianatra</a:t>
            </a:r>
            <a:r>
              <a:rPr lang="en-US" sz="3600" dirty="0" smtClean="0"/>
              <a:t> </a:t>
            </a:r>
            <a:r>
              <a:rPr lang="en-US" sz="3600" dirty="0" err="1"/>
              <a:t>eny</a:t>
            </a:r>
            <a:r>
              <a:rPr lang="en-US" sz="3600" dirty="0"/>
              <a:t> </a:t>
            </a:r>
            <a:r>
              <a:rPr lang="en-US" sz="3600" dirty="0" err="1"/>
              <a:t>amin'ny</a:t>
            </a:r>
            <a:r>
              <a:rPr lang="en-US" sz="3600" dirty="0"/>
              <a:t> </a:t>
            </a:r>
            <a:r>
              <a:rPr lang="en-US" sz="3600" dirty="0" err="1"/>
              <a:t>oniversite</a:t>
            </a:r>
            <a:endParaRPr lang="en-US" sz="3600" dirty="0"/>
          </a:p>
          <a:p>
            <a:pPr>
              <a:defRPr/>
            </a:pPr>
            <a:r>
              <a:rPr lang="en-US" sz="3600" dirty="0" err="1"/>
              <a:t>Mpianatra</a:t>
            </a:r>
            <a:r>
              <a:rPr lang="en-US" sz="3600" dirty="0"/>
              <a:t> </a:t>
            </a:r>
            <a:r>
              <a:rPr lang="en-US" sz="3600" dirty="0" err="1" smtClean="0"/>
              <a:t>lycée</a:t>
            </a:r>
            <a:endParaRPr lang="en-US" sz="3600" dirty="0" smtClean="0"/>
          </a:p>
          <a:p>
            <a:pPr marL="0" indent="0">
              <a:buNone/>
              <a:defRPr/>
            </a:pPr>
            <a:r>
              <a:rPr lang="en-US" sz="3600" dirty="0" smtClean="0"/>
              <a:t>2.Vondrona </a:t>
            </a:r>
            <a:r>
              <a:rPr lang="en-US" sz="3600" dirty="0" err="1" smtClean="0"/>
              <a:t>sosialy-politika-Mpitsoa-ponenana</a:t>
            </a:r>
            <a:endParaRPr lang="en-US" sz="3600" dirty="0" smtClean="0"/>
          </a:p>
          <a:p>
            <a:pPr marL="0" indent="0">
              <a:buNone/>
              <a:defRPr/>
            </a:pPr>
            <a:r>
              <a:rPr lang="en-US" sz="3600" dirty="0" smtClean="0"/>
              <a:t>3.Vondrona </a:t>
            </a:r>
            <a:r>
              <a:rPr lang="en-US" sz="3600" dirty="0" err="1" smtClean="0"/>
              <a:t>sosialy-ekonomika</a:t>
            </a:r>
            <a:endParaRPr lang="en-US" sz="3600" dirty="0" smtClean="0"/>
          </a:p>
          <a:p>
            <a:pPr marL="0" indent="0">
              <a:buNone/>
              <a:defRPr/>
            </a:pPr>
            <a:r>
              <a:rPr lang="en-US" altLang="en-US" sz="36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4.Vondrona </a:t>
            </a:r>
            <a:r>
              <a:rPr lang="en-US" altLang="en-US" sz="3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ara-tsosialy</a:t>
            </a:r>
            <a:r>
              <a:rPr lang="en-US" altLang="en-US" sz="3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en-US" sz="3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sy</a:t>
            </a:r>
            <a:r>
              <a:rPr lang="en-US" altLang="en-US" sz="3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en-US" sz="3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ara-pahasalamana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040656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Shape 766"/>
          <p:cNvSpPr/>
          <p:nvPr/>
        </p:nvSpPr>
        <p:spPr>
          <a:xfrm>
            <a:off x="-4313262" y="6406177"/>
            <a:ext cx="10108057" cy="10108057"/>
          </a:xfrm>
          <a:prstGeom prst="ellipse">
            <a:avLst/>
          </a:prstGeom>
          <a:solidFill>
            <a:srgbClr val="F9B000">
              <a:alpha val="95686"/>
            </a:srgbClr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7" name="Shape 767"/>
          <p:cNvSpPr/>
          <p:nvPr/>
        </p:nvSpPr>
        <p:spPr>
          <a:xfrm>
            <a:off x="-5949539" y="4959345"/>
            <a:ext cx="9124295" cy="9124295"/>
          </a:xfrm>
          <a:prstGeom prst="ellipse">
            <a:avLst/>
          </a:prstGeom>
          <a:solidFill>
            <a:srgbClr val="F7BE16">
              <a:alpha val="62745"/>
            </a:srgbClr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Shape 768"/>
          <p:cNvSpPr txBox="1"/>
          <p:nvPr/>
        </p:nvSpPr>
        <p:spPr>
          <a:xfrm>
            <a:off x="8299303" y="6247483"/>
            <a:ext cx="1223412" cy="215443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algn="r">
              <a:buSzPct val="25000"/>
            </a:pPr>
            <a:r>
              <a:rPr lang="en-US" sz="800">
                <a:solidFill>
                  <a:srgbClr val="DF9E00"/>
                </a:solidFill>
                <a:latin typeface="Montserrat"/>
                <a:ea typeface="Montserrat"/>
                <a:cs typeface="Montserrat"/>
                <a:sym typeface="Montserrat"/>
              </a:rPr>
              <a:t>AdventistMission.org</a:t>
            </a:r>
          </a:p>
        </p:txBody>
      </p:sp>
      <p:sp>
        <p:nvSpPr>
          <p:cNvPr id="769" name="Shape 769"/>
          <p:cNvSpPr txBox="1"/>
          <p:nvPr/>
        </p:nvSpPr>
        <p:spPr>
          <a:xfrm>
            <a:off x="8021256" y="6406177"/>
            <a:ext cx="1489509" cy="215443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algn="r">
              <a:buSzPct val="25000"/>
            </a:pPr>
            <a:r>
              <a:rPr lang="en-US" sz="800">
                <a:solidFill>
                  <a:srgbClr val="007581"/>
                </a:solidFill>
                <a:latin typeface="Montserrat"/>
                <a:ea typeface="Montserrat"/>
                <a:cs typeface="Montserrat"/>
                <a:sym typeface="Montserrat"/>
              </a:rPr>
              <a:t> GlobalMissionCenters.org</a:t>
            </a:r>
          </a:p>
        </p:txBody>
      </p:sp>
      <p:sp>
        <p:nvSpPr>
          <p:cNvPr id="770" name="Shape 770"/>
          <p:cNvSpPr/>
          <p:nvPr/>
        </p:nvSpPr>
        <p:spPr>
          <a:xfrm>
            <a:off x="9517506" y="6264614"/>
            <a:ext cx="1478604" cy="348912"/>
          </a:xfrm>
          <a:prstGeom prst="roundRect">
            <a:avLst>
              <a:gd name="adj" fmla="val 16667"/>
            </a:avLst>
          </a:prstGeom>
          <a:solidFill>
            <a:srgbClr val="007581"/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71" name="Shape 77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54546" y="5850022"/>
            <a:ext cx="698500" cy="711435"/>
          </a:xfrm>
          <a:prstGeom prst="rect">
            <a:avLst/>
          </a:prstGeom>
          <a:noFill/>
          <a:ln>
            <a:noFill/>
          </a:ln>
        </p:spPr>
      </p:pic>
      <p:sp>
        <p:nvSpPr>
          <p:cNvPr id="772" name="Shape 772"/>
          <p:cNvSpPr/>
          <p:nvPr/>
        </p:nvSpPr>
        <p:spPr>
          <a:xfrm>
            <a:off x="9510766" y="-4118182"/>
            <a:ext cx="5357727" cy="5357727"/>
          </a:xfrm>
          <a:prstGeom prst="ellipse">
            <a:avLst/>
          </a:prstGeom>
          <a:solidFill>
            <a:srgbClr val="007581">
              <a:alpha val="62745"/>
            </a:srgbClr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Shape 773"/>
          <p:cNvSpPr/>
          <p:nvPr/>
        </p:nvSpPr>
        <p:spPr>
          <a:xfrm>
            <a:off x="7743652" y="-4994505"/>
            <a:ext cx="5357727" cy="5357727"/>
          </a:xfrm>
          <a:prstGeom prst="ellipse">
            <a:avLst/>
          </a:prstGeom>
          <a:solidFill>
            <a:srgbClr val="7DB3BD">
              <a:alpha val="70980"/>
            </a:srgbClr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75" name="Shape 775"/>
          <p:cNvGrpSpPr/>
          <p:nvPr/>
        </p:nvGrpSpPr>
        <p:grpSpPr>
          <a:xfrm>
            <a:off x="2322551" y="1260636"/>
            <a:ext cx="402858" cy="108082"/>
            <a:chOff x="1591866" y="2549518"/>
            <a:chExt cx="402858" cy="108082"/>
          </a:xfrm>
        </p:grpSpPr>
        <p:sp>
          <p:nvSpPr>
            <p:cNvPr id="776" name="Shape 776"/>
            <p:cNvSpPr/>
            <p:nvPr/>
          </p:nvSpPr>
          <p:spPr>
            <a:xfrm>
              <a:off x="1886641" y="2549518"/>
              <a:ext cx="108082" cy="108082"/>
            </a:xfrm>
            <a:prstGeom prst="ellipse">
              <a:avLst/>
            </a:prstGeom>
            <a:solidFill>
              <a:srgbClr val="F46B06"/>
            </a:solidFill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algn="ctr"/>
              <a:endPara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7" name="Shape 777"/>
            <p:cNvSpPr/>
            <p:nvPr/>
          </p:nvSpPr>
          <p:spPr>
            <a:xfrm>
              <a:off x="1591866" y="2549518"/>
              <a:ext cx="108082" cy="108082"/>
            </a:xfrm>
            <a:prstGeom prst="ellipse">
              <a:avLst/>
            </a:prstGeom>
            <a:solidFill>
              <a:srgbClr val="E3DECE"/>
            </a:solidFill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algn="ctr"/>
              <a:endPara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8" name="Shape 778"/>
            <p:cNvSpPr/>
            <p:nvPr/>
          </p:nvSpPr>
          <p:spPr>
            <a:xfrm>
              <a:off x="1739253" y="2549518"/>
              <a:ext cx="108082" cy="108082"/>
            </a:xfrm>
            <a:prstGeom prst="ellipse">
              <a:avLst/>
            </a:prstGeom>
            <a:solidFill>
              <a:srgbClr val="F7BE16"/>
            </a:solidFill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algn="ctr"/>
              <a:endPara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79" name="Shape 779"/>
          <p:cNvSpPr txBox="1"/>
          <p:nvPr/>
        </p:nvSpPr>
        <p:spPr>
          <a:xfrm>
            <a:off x="2725409" y="1075539"/>
            <a:ext cx="7525792" cy="769441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lvl="0">
              <a:buSzPct val="25000"/>
            </a:pPr>
            <a:endParaRPr lang="en-US" sz="3600" b="1" dirty="0">
              <a:solidFill>
                <a:srgbClr val="007581"/>
              </a:solidFill>
              <a:latin typeface="Abril Fatface"/>
              <a:ea typeface="Abril Fatface"/>
              <a:cs typeface="Abril Fatface"/>
              <a:sym typeface="Abril Fatface"/>
            </a:endParaRPr>
          </a:p>
        </p:txBody>
      </p:sp>
      <p:sp>
        <p:nvSpPr>
          <p:cNvPr id="780" name="Shape 780"/>
          <p:cNvSpPr txBox="1"/>
          <p:nvPr/>
        </p:nvSpPr>
        <p:spPr>
          <a:xfrm>
            <a:off x="2787530" y="914569"/>
            <a:ext cx="3838675" cy="40010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>
              <a:buSzPct val="25000"/>
            </a:pPr>
            <a:endParaRPr lang="en-US" sz="2000" dirty="0">
              <a:solidFill>
                <a:srgbClr val="575A5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81" name="Shape 781"/>
          <p:cNvSpPr txBox="1"/>
          <p:nvPr/>
        </p:nvSpPr>
        <p:spPr>
          <a:xfrm>
            <a:off x="3864864" y="5498592"/>
            <a:ext cx="184730" cy="369332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8B8977-A8A6-8847-8321-DCBD87858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3371" y="532200"/>
            <a:ext cx="8666226" cy="1143000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Fanasokajiana </a:t>
            </a:r>
            <a:r>
              <a:rPr lang="en-GB" dirty="0" err="1"/>
              <a:t>vondron'olona</a:t>
            </a:r>
            <a:r>
              <a:rPr lang="en-GB" dirty="0"/>
              <a:t> </a:t>
            </a:r>
            <a:r>
              <a:rPr lang="en-GB" dirty="0" err="1"/>
              <a:t>mifototra</a:t>
            </a:r>
            <a:r>
              <a:rPr lang="en-GB" dirty="0"/>
              <a:t> </a:t>
            </a:r>
            <a:r>
              <a:rPr lang="en-GB" dirty="0" err="1"/>
              <a:t>amin'ny</a:t>
            </a:r>
            <a:r>
              <a:rPr lang="en-GB" dirty="0"/>
              <a:t> </a:t>
            </a:r>
            <a:r>
              <a:rPr lang="en-GB" dirty="0" err="1"/>
              <a:t>sata</a:t>
            </a:r>
            <a:r>
              <a:rPr lang="en-GB" dirty="0"/>
              <a:t> </a:t>
            </a:r>
            <a:r>
              <a:rPr lang="en-GB" dirty="0" err="1"/>
              <a:t>sosialy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30E6D8B-C3DC-CD4F-85A8-E49741D4F9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0155" y="1075539"/>
            <a:ext cx="11317045" cy="5782461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US" sz="2400" dirty="0"/>
          </a:p>
          <a:p>
            <a:pPr marL="514350" indent="-514350">
              <a:buFont typeface="+mj-lt"/>
              <a:buAutoNum type="arabicPeriod" startAt="5"/>
              <a:defRPr/>
            </a:pPr>
            <a:r>
              <a:rPr lang="en-US" sz="2400" dirty="0" err="1" smtClean="0"/>
              <a:t>Vondron’olona</a:t>
            </a:r>
            <a:r>
              <a:rPr lang="en-US" sz="2400" dirty="0" smtClean="0"/>
              <a:t> </a:t>
            </a:r>
            <a:r>
              <a:rPr lang="en-US" sz="2400" dirty="0" err="1" smtClean="0"/>
              <a:t>Voageja</a:t>
            </a:r>
            <a:endParaRPr lang="en-US" sz="2400" dirty="0" smtClean="0"/>
          </a:p>
          <a:p>
            <a:pPr>
              <a:defRPr/>
            </a:pPr>
            <a:r>
              <a:rPr lang="en-US" dirty="0"/>
              <a:t> </a:t>
            </a:r>
            <a:r>
              <a:rPr lang="en-US" dirty="0" err="1" smtClean="0"/>
              <a:t>Ireo</a:t>
            </a:r>
            <a:r>
              <a:rPr lang="en-US" dirty="0" smtClean="0"/>
              <a:t> </a:t>
            </a:r>
            <a:r>
              <a:rPr lang="en-US" dirty="0" err="1" smtClean="0"/>
              <a:t>mpifoka</a:t>
            </a:r>
            <a:r>
              <a:rPr lang="en-US" dirty="0" smtClean="0"/>
              <a:t> </a:t>
            </a:r>
            <a:r>
              <a:rPr lang="en-US" dirty="0" err="1" smtClean="0"/>
              <a:t>rongony</a:t>
            </a:r>
            <a:endParaRPr lang="en-US" dirty="0"/>
          </a:p>
          <a:p>
            <a:pPr>
              <a:defRPr/>
            </a:pPr>
            <a:r>
              <a:rPr lang="en-US" dirty="0" err="1" smtClean="0"/>
              <a:t>Mpivaro-tena</a:t>
            </a:r>
            <a:r>
              <a:rPr lang="en-US" dirty="0" smtClean="0"/>
              <a:t> </a:t>
            </a:r>
            <a:endParaRPr lang="en-US" dirty="0"/>
          </a:p>
          <a:p>
            <a:pPr>
              <a:defRPr/>
            </a:pPr>
            <a:r>
              <a:rPr lang="en-US" dirty="0" err="1" smtClean="0"/>
              <a:t>Ireo</a:t>
            </a:r>
            <a:r>
              <a:rPr lang="en-US" dirty="0" smtClean="0"/>
              <a:t> </a:t>
            </a:r>
            <a:r>
              <a:rPr lang="en-US" dirty="0" err="1" smtClean="0"/>
              <a:t>Voafonja</a:t>
            </a:r>
            <a:endParaRPr lang="en-US" dirty="0"/>
          </a:p>
          <a:p>
            <a:pPr marL="514350" indent="-514350">
              <a:buFont typeface="+mj-lt"/>
              <a:buAutoNum type="arabicPeriod" startAt="6"/>
              <a:defRPr/>
            </a:pPr>
            <a:r>
              <a:rPr lang="en-US" altLang="en-US" sz="2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Vondrona</a:t>
            </a:r>
            <a:r>
              <a:rPr lang="en-US" alt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en-US" sz="2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ara-tsosialy</a:t>
            </a:r>
            <a:r>
              <a:rPr lang="en-US" alt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en-US" sz="2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sy</a:t>
            </a:r>
            <a:r>
              <a:rPr lang="en-US" alt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en-US" sz="240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ara-pivelomana</a:t>
            </a:r>
            <a:endParaRPr lang="en-US" altLang="en-US" sz="2400" dirty="0" smtClean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defRPr/>
            </a:pPr>
            <a:r>
              <a:rPr lang="en-US" altLang="en-US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   </a:t>
            </a:r>
            <a:r>
              <a:rPr lang="en-US" altLang="en-US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Dokotera</a:t>
            </a:r>
            <a:endParaRPr lang="en-US" alt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868680" lvl="1" indent="-457200">
              <a:defRPr/>
            </a:pPr>
            <a:r>
              <a:rPr lang="en-US" altLang="en-US" sz="28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mpitsabo</a:t>
            </a:r>
            <a:r>
              <a:rPr lang="en-US" altLang="en-US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en-US" sz="28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mpanampy</a:t>
            </a:r>
            <a:r>
              <a:rPr lang="en-US" altLang="en-US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</a:p>
          <a:p>
            <a:pPr marL="868680" lvl="1" indent="-457200">
              <a:defRPr/>
            </a:pPr>
            <a:r>
              <a:rPr lang="en-US" altLang="en-US" sz="28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Miaramila</a:t>
            </a:r>
            <a:r>
              <a:rPr lang="en-US" altLang="en-US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</a:p>
          <a:p>
            <a:pPr marL="868680" lvl="1" indent="-457200">
              <a:defRPr/>
            </a:pPr>
            <a:r>
              <a:rPr lang="en-US" altLang="en-US" sz="28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mpisolovava</a:t>
            </a:r>
            <a:endParaRPr lang="en-US" altLang="en-US" sz="2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868680" lvl="1" indent="-457200">
              <a:defRPr/>
            </a:pPr>
            <a:r>
              <a:rPr lang="en-US" altLang="en-US" sz="28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Mpampianatra</a:t>
            </a:r>
            <a:endParaRPr lang="en-US" altLang="en-US" sz="2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868680" lvl="1" indent="-457200">
              <a:defRPr/>
            </a:pPr>
            <a:r>
              <a:rPr lang="en-US" altLang="en-US" sz="28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Mpandraharaha</a:t>
            </a:r>
            <a:r>
              <a:rPr lang="en-US" altLang="en-US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en-US" sz="28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sns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363533115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Shape 766"/>
          <p:cNvSpPr/>
          <p:nvPr/>
        </p:nvSpPr>
        <p:spPr>
          <a:xfrm>
            <a:off x="-4313262" y="6406177"/>
            <a:ext cx="10108057" cy="10108057"/>
          </a:xfrm>
          <a:prstGeom prst="ellipse">
            <a:avLst/>
          </a:prstGeom>
          <a:solidFill>
            <a:srgbClr val="F9B000">
              <a:alpha val="95686"/>
            </a:srgbClr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7" name="Shape 767"/>
          <p:cNvSpPr/>
          <p:nvPr/>
        </p:nvSpPr>
        <p:spPr>
          <a:xfrm>
            <a:off x="-5949539" y="4959345"/>
            <a:ext cx="9124295" cy="9124295"/>
          </a:xfrm>
          <a:prstGeom prst="ellipse">
            <a:avLst/>
          </a:prstGeom>
          <a:solidFill>
            <a:srgbClr val="F7BE16">
              <a:alpha val="62745"/>
            </a:srgbClr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Shape 768"/>
          <p:cNvSpPr txBox="1"/>
          <p:nvPr/>
        </p:nvSpPr>
        <p:spPr>
          <a:xfrm>
            <a:off x="8299303" y="6247483"/>
            <a:ext cx="1223412" cy="215443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algn="r">
              <a:buSzPct val="25000"/>
            </a:pPr>
            <a:r>
              <a:rPr lang="en-US" sz="800">
                <a:solidFill>
                  <a:srgbClr val="DF9E00"/>
                </a:solidFill>
                <a:latin typeface="Montserrat"/>
                <a:ea typeface="Montserrat"/>
                <a:cs typeface="Montserrat"/>
                <a:sym typeface="Montserrat"/>
              </a:rPr>
              <a:t>AdventistMission.org</a:t>
            </a:r>
          </a:p>
        </p:txBody>
      </p:sp>
      <p:sp>
        <p:nvSpPr>
          <p:cNvPr id="769" name="Shape 769"/>
          <p:cNvSpPr txBox="1"/>
          <p:nvPr/>
        </p:nvSpPr>
        <p:spPr>
          <a:xfrm>
            <a:off x="8021256" y="6406177"/>
            <a:ext cx="1489509" cy="215443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algn="r">
              <a:buSzPct val="25000"/>
            </a:pPr>
            <a:r>
              <a:rPr lang="en-US" sz="800">
                <a:solidFill>
                  <a:srgbClr val="007581"/>
                </a:solidFill>
                <a:latin typeface="Montserrat"/>
                <a:ea typeface="Montserrat"/>
                <a:cs typeface="Montserrat"/>
                <a:sym typeface="Montserrat"/>
              </a:rPr>
              <a:t> GlobalMissionCenters.org</a:t>
            </a:r>
          </a:p>
        </p:txBody>
      </p:sp>
      <p:sp>
        <p:nvSpPr>
          <p:cNvPr id="770" name="Shape 770"/>
          <p:cNvSpPr/>
          <p:nvPr/>
        </p:nvSpPr>
        <p:spPr>
          <a:xfrm>
            <a:off x="9517506" y="6264614"/>
            <a:ext cx="1478604" cy="348912"/>
          </a:xfrm>
          <a:prstGeom prst="roundRect">
            <a:avLst>
              <a:gd name="adj" fmla="val 16667"/>
            </a:avLst>
          </a:prstGeom>
          <a:solidFill>
            <a:srgbClr val="007581"/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71" name="Shape 77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54546" y="5850022"/>
            <a:ext cx="698500" cy="711435"/>
          </a:xfrm>
          <a:prstGeom prst="rect">
            <a:avLst/>
          </a:prstGeom>
          <a:noFill/>
          <a:ln>
            <a:noFill/>
          </a:ln>
        </p:spPr>
      </p:pic>
      <p:sp>
        <p:nvSpPr>
          <p:cNvPr id="772" name="Shape 772"/>
          <p:cNvSpPr/>
          <p:nvPr/>
        </p:nvSpPr>
        <p:spPr>
          <a:xfrm>
            <a:off x="9510766" y="-4118182"/>
            <a:ext cx="5357727" cy="5357727"/>
          </a:xfrm>
          <a:prstGeom prst="ellipse">
            <a:avLst/>
          </a:prstGeom>
          <a:solidFill>
            <a:srgbClr val="007581">
              <a:alpha val="62745"/>
            </a:srgbClr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Shape 773"/>
          <p:cNvSpPr/>
          <p:nvPr/>
        </p:nvSpPr>
        <p:spPr>
          <a:xfrm>
            <a:off x="7743652" y="-4994505"/>
            <a:ext cx="5357727" cy="5357727"/>
          </a:xfrm>
          <a:prstGeom prst="ellipse">
            <a:avLst/>
          </a:prstGeom>
          <a:solidFill>
            <a:srgbClr val="7DB3BD">
              <a:alpha val="70980"/>
            </a:srgbClr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75" name="Shape 775"/>
          <p:cNvGrpSpPr/>
          <p:nvPr/>
        </p:nvGrpSpPr>
        <p:grpSpPr>
          <a:xfrm>
            <a:off x="2322551" y="1260636"/>
            <a:ext cx="402858" cy="108082"/>
            <a:chOff x="1591866" y="2549518"/>
            <a:chExt cx="402858" cy="108082"/>
          </a:xfrm>
        </p:grpSpPr>
        <p:sp>
          <p:nvSpPr>
            <p:cNvPr id="776" name="Shape 776"/>
            <p:cNvSpPr/>
            <p:nvPr/>
          </p:nvSpPr>
          <p:spPr>
            <a:xfrm>
              <a:off x="1886641" y="2549518"/>
              <a:ext cx="108082" cy="108082"/>
            </a:xfrm>
            <a:prstGeom prst="ellipse">
              <a:avLst/>
            </a:prstGeom>
            <a:solidFill>
              <a:srgbClr val="F46B06"/>
            </a:solidFill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algn="ctr"/>
              <a:endPara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7" name="Shape 777"/>
            <p:cNvSpPr/>
            <p:nvPr/>
          </p:nvSpPr>
          <p:spPr>
            <a:xfrm>
              <a:off x="1591866" y="2549518"/>
              <a:ext cx="108082" cy="108082"/>
            </a:xfrm>
            <a:prstGeom prst="ellipse">
              <a:avLst/>
            </a:prstGeom>
            <a:solidFill>
              <a:srgbClr val="E3DECE"/>
            </a:solidFill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algn="ctr"/>
              <a:endPara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8" name="Shape 778"/>
            <p:cNvSpPr/>
            <p:nvPr/>
          </p:nvSpPr>
          <p:spPr>
            <a:xfrm>
              <a:off x="1739253" y="2549518"/>
              <a:ext cx="108082" cy="108082"/>
            </a:xfrm>
            <a:prstGeom prst="ellipse">
              <a:avLst/>
            </a:prstGeom>
            <a:solidFill>
              <a:srgbClr val="F7BE16"/>
            </a:solidFill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algn="ctr"/>
              <a:endPara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79" name="Shape 779"/>
          <p:cNvSpPr txBox="1"/>
          <p:nvPr/>
        </p:nvSpPr>
        <p:spPr>
          <a:xfrm>
            <a:off x="2725409" y="1075539"/>
            <a:ext cx="7525792" cy="769441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lvl="0">
              <a:buSzPct val="25000"/>
            </a:pPr>
            <a:endParaRPr lang="en-US" sz="3600" b="1" dirty="0">
              <a:solidFill>
                <a:srgbClr val="007581"/>
              </a:solidFill>
              <a:latin typeface="Abril Fatface"/>
              <a:ea typeface="Abril Fatface"/>
              <a:cs typeface="Abril Fatface"/>
              <a:sym typeface="Abril Fatface"/>
            </a:endParaRPr>
          </a:p>
        </p:txBody>
      </p:sp>
      <p:sp>
        <p:nvSpPr>
          <p:cNvPr id="780" name="Shape 780"/>
          <p:cNvSpPr txBox="1"/>
          <p:nvPr/>
        </p:nvSpPr>
        <p:spPr>
          <a:xfrm>
            <a:off x="2787530" y="914569"/>
            <a:ext cx="3838675" cy="40010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>
              <a:buSzPct val="25000"/>
            </a:pPr>
            <a:endParaRPr lang="en-US" sz="2000" dirty="0">
              <a:solidFill>
                <a:srgbClr val="575A5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81" name="Shape 781"/>
          <p:cNvSpPr txBox="1"/>
          <p:nvPr/>
        </p:nvSpPr>
        <p:spPr>
          <a:xfrm>
            <a:off x="3864864" y="5498592"/>
            <a:ext cx="184730" cy="369332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8B8977-A8A6-8847-8321-DCBD87858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7953" y="363222"/>
            <a:ext cx="8229600" cy="1334736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Fanasokajiana </a:t>
            </a:r>
            <a:r>
              <a:rPr lang="en-GB" dirty="0" err="1"/>
              <a:t>vondron'olona</a:t>
            </a:r>
            <a:r>
              <a:rPr lang="en-GB" dirty="0"/>
              <a:t> </a:t>
            </a:r>
            <a:r>
              <a:rPr lang="en-GB" dirty="0" err="1"/>
              <a:t>mifototra</a:t>
            </a:r>
            <a:r>
              <a:rPr lang="en-GB" dirty="0"/>
              <a:t> </a:t>
            </a:r>
            <a:r>
              <a:rPr lang="en-GB" dirty="0" err="1"/>
              <a:t>amin'ny</a:t>
            </a:r>
            <a:r>
              <a:rPr lang="en-GB" dirty="0"/>
              <a:t> </a:t>
            </a:r>
            <a:r>
              <a:rPr lang="en-GB" dirty="0" err="1"/>
              <a:t>sata</a:t>
            </a:r>
            <a:r>
              <a:rPr lang="en-GB" dirty="0"/>
              <a:t> </a:t>
            </a:r>
            <a:r>
              <a:rPr lang="en-GB" dirty="0" err="1"/>
              <a:t>sosialy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30E6D8B-C3DC-CD4F-85A8-E49741D4F9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190182"/>
            <a:ext cx="11887199" cy="5457372"/>
          </a:xfrm>
        </p:spPr>
        <p:txBody>
          <a:bodyPr>
            <a:noAutofit/>
          </a:bodyPr>
          <a:lstStyle/>
          <a:p>
            <a:pPr marL="0" indent="0">
              <a:buNone/>
              <a:defRPr/>
            </a:pPr>
            <a:r>
              <a:rPr lang="en-US" sz="2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7. </a:t>
            </a:r>
            <a:r>
              <a:rPr lang="en-US" sz="2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Vondrona</a:t>
            </a:r>
            <a:r>
              <a:rPr lang="en-US" sz="2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2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ara-tsosialy</a:t>
            </a:r>
            <a:r>
              <a:rPr lang="en-US" sz="2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ray </a:t>
            </a:r>
            <a:r>
              <a:rPr lang="en-US" sz="2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aman-dreny</a:t>
            </a:r>
            <a:endParaRPr lang="en-US" sz="2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514350" indent="-514350">
              <a:buFont typeface="+mj-lt"/>
              <a:buAutoNum type="alphaLcParenR"/>
              <a:defRPr/>
            </a:pPr>
            <a:r>
              <a:rPr lang="en-US" sz="2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Tanora</a:t>
            </a:r>
            <a:r>
              <a:rPr lang="en-US" sz="2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Ray </a:t>
            </a:r>
            <a:r>
              <a:rPr lang="en-US" sz="2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aman-dreny</a:t>
            </a:r>
            <a:r>
              <a:rPr lang="en-US" sz="2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</a:p>
          <a:p>
            <a:pPr marL="514350" indent="-514350">
              <a:buFont typeface="+mj-lt"/>
              <a:buAutoNum type="alphaLcParenR"/>
              <a:defRPr/>
            </a:pPr>
            <a:r>
              <a:rPr lang="en-US" sz="2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Ray </a:t>
            </a:r>
            <a:r>
              <a:rPr lang="en-US" sz="2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aman-dreny</a:t>
            </a:r>
            <a:r>
              <a:rPr lang="en-US" sz="2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be </a:t>
            </a:r>
            <a:r>
              <a:rPr lang="en-US" sz="260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taona</a:t>
            </a:r>
            <a:endParaRPr lang="en-US" sz="2600" dirty="0" smtClean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514350" indent="-514350">
              <a:buFont typeface="+mj-lt"/>
              <a:buAutoNum type="alphaLcParenR"/>
              <a:defRPr/>
            </a:pPr>
            <a:r>
              <a:rPr lang="en-US" sz="2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Ray </a:t>
            </a:r>
            <a:r>
              <a:rPr lang="en-US" sz="2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aman-dreny</a:t>
            </a:r>
            <a:r>
              <a:rPr lang="en-US" sz="2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2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efa</a:t>
            </a:r>
            <a:r>
              <a:rPr lang="en-US" sz="2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260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antitra</a:t>
            </a:r>
            <a:endParaRPr lang="en-US" sz="2600" dirty="0" smtClean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514350" indent="-514350">
              <a:buFont typeface="+mj-lt"/>
              <a:buAutoNum type="alphaLcParenR"/>
              <a:defRPr/>
            </a:pPr>
            <a:r>
              <a:rPr lang="en-US" sz="2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Ray </a:t>
            </a:r>
            <a:r>
              <a:rPr lang="en-US" sz="2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aman-dreny</a:t>
            </a:r>
            <a:r>
              <a:rPr lang="en-US" sz="2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260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tokan-tena</a:t>
            </a:r>
            <a:endParaRPr lang="en-US" sz="2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0" indent="0">
              <a:buNone/>
              <a:defRPr/>
            </a:pPr>
            <a:r>
              <a:rPr lang="en-US" altLang="en-US" sz="2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Ny</a:t>
            </a:r>
            <a:r>
              <a:rPr lang="en-US" altLang="en-US" sz="2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en-US" sz="2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iraka</a:t>
            </a:r>
            <a:r>
              <a:rPr lang="en-US" altLang="en-US" sz="2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en-US" sz="2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dia</a:t>
            </a:r>
            <a:r>
              <a:rPr lang="en-US" altLang="en-US" sz="2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en-US" sz="2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tokony</a:t>
            </a:r>
            <a:r>
              <a:rPr lang="en-US" altLang="en-US" sz="2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en-US" sz="2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hiorina</a:t>
            </a:r>
            <a:r>
              <a:rPr lang="en-US" altLang="en-US" sz="2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en-US" sz="2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amin'ny</a:t>
            </a:r>
            <a:r>
              <a:rPr lang="en-US" altLang="en-US" sz="2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en-US" sz="2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fomba</a:t>
            </a:r>
            <a:r>
              <a:rPr lang="en-US" altLang="en-US" sz="2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en-US" sz="260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fiasa</a:t>
            </a:r>
            <a:r>
              <a:rPr lang="en-US" altLang="en-US" sz="26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en-US" sz="260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amin’ny</a:t>
            </a:r>
            <a:r>
              <a:rPr lang="en-US" altLang="en-US" sz="26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en-US" sz="2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vondron'olona</a:t>
            </a:r>
            <a:r>
              <a:rPr lang="en-US" altLang="en-US" sz="2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en-US" sz="2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satria</a:t>
            </a:r>
            <a:r>
              <a:rPr lang="en-US" altLang="en-US" sz="2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;</a:t>
            </a:r>
          </a:p>
          <a:p>
            <a:pPr>
              <a:defRPr/>
            </a:pPr>
            <a:r>
              <a:rPr lang="en-US" altLang="en-US" sz="2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Ny</a:t>
            </a:r>
            <a:r>
              <a:rPr lang="en-US" altLang="en-US" sz="2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en-US" sz="2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tsirairay</a:t>
            </a:r>
            <a:r>
              <a:rPr lang="en-US" altLang="en-US" sz="2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en-US" sz="2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amin'ireo</a:t>
            </a:r>
            <a:r>
              <a:rPr lang="en-US" altLang="en-US" sz="2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en-US" sz="2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vondrona</a:t>
            </a:r>
            <a:r>
              <a:rPr lang="en-US" altLang="en-US" sz="2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en-US" sz="2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ireo</a:t>
            </a:r>
            <a:r>
              <a:rPr lang="en-US" altLang="en-US" sz="2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en-US" sz="2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dia</a:t>
            </a:r>
            <a:r>
              <a:rPr lang="en-US" altLang="en-US" sz="2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manana </a:t>
            </a:r>
            <a:r>
              <a:rPr lang="en-US" altLang="en-US" sz="2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filana</a:t>
            </a:r>
            <a:r>
              <a:rPr lang="en-US" altLang="en-US" sz="2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en-US" sz="260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tsy</a:t>
            </a:r>
            <a:r>
              <a:rPr lang="en-US" altLang="en-US" sz="26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en-US" sz="260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mitovy</a:t>
            </a:r>
            <a:r>
              <a:rPr lang="en-US" altLang="en-US" sz="26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en-US" sz="2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izay</a:t>
            </a:r>
            <a:r>
              <a:rPr lang="en-US" altLang="en-US" sz="2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en-US" sz="260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misy</a:t>
            </a:r>
            <a:r>
              <a:rPr lang="en-US" altLang="en-US" sz="26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 </a:t>
            </a:r>
            <a:r>
              <a:rPr lang="en-US" altLang="en-US" sz="260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hifandraisany</a:t>
            </a:r>
            <a:r>
              <a:rPr lang="en-US" altLang="en-US" sz="26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en-US" sz="2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amin'ny</a:t>
            </a:r>
            <a:r>
              <a:rPr lang="en-US" altLang="en-US" sz="2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en-US" sz="2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asa</a:t>
            </a:r>
            <a:r>
              <a:rPr lang="en-US" altLang="en-US" sz="2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en-US" sz="2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fanompoana</a:t>
            </a:r>
            <a:endParaRPr lang="en-US" altLang="en-US" sz="2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defRPr/>
            </a:pPr>
            <a:r>
              <a:rPr lang="en-US" altLang="en-US" sz="260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Samy</a:t>
            </a:r>
            <a:r>
              <a:rPr lang="en-US" altLang="en-US" sz="26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en-US" sz="260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hafa</a:t>
            </a:r>
            <a:r>
              <a:rPr lang="en-US" altLang="en-US" sz="26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en-US" sz="260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ny</a:t>
            </a:r>
            <a:r>
              <a:rPr lang="en-US" altLang="en-US" sz="26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 </a:t>
            </a:r>
            <a:r>
              <a:rPr lang="en-US" altLang="en-US" sz="2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paikady</a:t>
            </a:r>
            <a:r>
              <a:rPr lang="en-US" altLang="en-US" sz="2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en-US" sz="260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entina</a:t>
            </a:r>
            <a:r>
              <a:rPr lang="en-US" altLang="en-US" sz="26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en-US" sz="260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amin’ny</a:t>
            </a:r>
            <a:r>
              <a:rPr lang="en-US" altLang="en-US" sz="26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en-US" sz="260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tsirairay</a:t>
            </a:r>
            <a:r>
              <a:rPr lang="en-US" altLang="en-US" sz="26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en-US" sz="260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avy</a:t>
            </a:r>
            <a:r>
              <a:rPr lang="en-US" altLang="en-US" sz="26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en-US" sz="260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amin'ireo</a:t>
            </a:r>
            <a:r>
              <a:rPr lang="en-US" altLang="en-US" sz="26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en-US" sz="2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vondrona</a:t>
            </a:r>
            <a:r>
              <a:rPr lang="en-US" altLang="en-US" sz="2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en-US" sz="2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ireo</a:t>
            </a:r>
            <a:endParaRPr lang="en-US" altLang="en-US" sz="2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defRPr/>
            </a:pPr>
            <a:r>
              <a:rPr lang="en-US" altLang="en-US" sz="2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Ny</a:t>
            </a:r>
            <a:r>
              <a:rPr lang="en-US" altLang="en-US" sz="2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en-US" sz="2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fomba</a:t>
            </a:r>
            <a:r>
              <a:rPr lang="en-US" altLang="en-US" sz="2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en-US" sz="2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fiasan'ny</a:t>
            </a:r>
            <a:r>
              <a:rPr lang="en-US" altLang="en-US" sz="2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en-US" sz="2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vondron'olona</a:t>
            </a:r>
            <a:r>
              <a:rPr lang="en-US" altLang="en-US" sz="2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en-US" sz="2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dia</a:t>
            </a:r>
            <a:r>
              <a:rPr lang="en-US" altLang="en-US" sz="2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en-US" sz="2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manome</a:t>
            </a:r>
            <a:r>
              <a:rPr lang="en-US" altLang="en-US" sz="2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en-US" sz="2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ny</a:t>
            </a:r>
            <a:r>
              <a:rPr lang="en-US" altLang="en-US" sz="2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en-US" sz="2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karazana</a:t>
            </a:r>
            <a:r>
              <a:rPr lang="en-US" altLang="en-US" sz="2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en-US" sz="2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asa</a:t>
            </a:r>
            <a:r>
              <a:rPr lang="en-US" altLang="en-US" sz="2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en-US" sz="2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rehetra</a:t>
            </a:r>
            <a:r>
              <a:rPr lang="en-US" altLang="en-US" sz="2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azo </a:t>
            </a:r>
            <a:r>
              <a:rPr lang="en-US" altLang="en-US" sz="2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atao</a:t>
            </a:r>
            <a:r>
              <a:rPr lang="en-US" altLang="en-US" sz="2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en-US" sz="2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amin'ny</a:t>
            </a:r>
            <a:r>
              <a:rPr lang="en-US" altLang="en-US" sz="2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en-US" sz="2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fanompoana</a:t>
            </a:r>
            <a:r>
              <a:rPr lang="en-US" altLang="en-US" sz="2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en-US" sz="2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izay</a:t>
            </a:r>
            <a:r>
              <a:rPr lang="en-US" altLang="en-US" sz="2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en-US" sz="2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ahafahana</a:t>
            </a:r>
            <a:r>
              <a:rPr lang="en-US" altLang="en-US" sz="2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en-US" sz="2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mandray</a:t>
            </a:r>
            <a:r>
              <a:rPr lang="en-US" altLang="en-US" sz="2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en-US" sz="2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anjara</a:t>
            </a:r>
            <a:r>
              <a:rPr lang="en-US" altLang="en-US" sz="2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en-US" sz="2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betsaka</a:t>
            </a:r>
            <a:r>
              <a:rPr lang="en-US" altLang="en-US" sz="2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en-US" sz="2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indrindra</a:t>
            </a:r>
            <a:endParaRPr lang="en-US" altLang="en-US" sz="2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4224479084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8199" y="520505"/>
            <a:ext cx="10894256" cy="5739618"/>
          </a:xfrm>
        </p:spPr>
        <p:txBody>
          <a:bodyPr>
            <a:noAutofit/>
          </a:bodyPr>
          <a:lstStyle/>
          <a:p>
            <a:r>
              <a:rPr lang="fr-FR" dirty="0"/>
              <a:t>"Fa </a:t>
            </a:r>
            <a:r>
              <a:rPr lang="fr-FR" dirty="0" err="1"/>
              <a:t>hahazo</a:t>
            </a:r>
            <a:r>
              <a:rPr lang="fr-FR" dirty="0"/>
              <a:t> </a:t>
            </a:r>
            <a:r>
              <a:rPr lang="fr-FR" dirty="0" err="1"/>
              <a:t>hery</a:t>
            </a:r>
            <a:r>
              <a:rPr lang="fr-FR" dirty="0"/>
              <a:t> </a:t>
            </a:r>
            <a:r>
              <a:rPr lang="fr-FR" dirty="0" err="1"/>
              <a:t>ianareo</a:t>
            </a:r>
            <a:r>
              <a:rPr lang="fr-FR" dirty="0"/>
              <a:t> </a:t>
            </a:r>
            <a:r>
              <a:rPr lang="fr-FR" dirty="0" err="1"/>
              <a:t>amin'ny</a:t>
            </a:r>
            <a:r>
              <a:rPr lang="fr-FR" dirty="0"/>
              <a:t> </a:t>
            </a:r>
            <a:r>
              <a:rPr lang="fr-FR" dirty="0" err="1"/>
              <a:t>hilatsahan'ny</a:t>
            </a:r>
            <a:r>
              <a:rPr lang="fr-FR" dirty="0"/>
              <a:t> </a:t>
            </a:r>
            <a:r>
              <a:rPr lang="fr-FR" dirty="0" err="1"/>
              <a:t>Fanahy</a:t>
            </a:r>
            <a:r>
              <a:rPr lang="fr-FR" dirty="0"/>
              <a:t> </a:t>
            </a:r>
            <a:r>
              <a:rPr lang="fr-FR" dirty="0" err="1"/>
              <a:t>Masina</a:t>
            </a:r>
            <a:r>
              <a:rPr lang="fr-FR" dirty="0"/>
              <a:t> </a:t>
            </a:r>
            <a:r>
              <a:rPr lang="fr-FR" dirty="0" err="1"/>
              <a:t>aminareo</a:t>
            </a:r>
            <a:r>
              <a:rPr lang="fr-FR" dirty="0"/>
              <a:t>, </a:t>
            </a:r>
            <a:r>
              <a:rPr lang="fr-FR" dirty="0" err="1"/>
              <a:t>ary</a:t>
            </a:r>
            <a:r>
              <a:rPr lang="fr-FR" dirty="0"/>
              <a:t> </a:t>
            </a:r>
            <a:r>
              <a:rPr lang="fr-FR" dirty="0" smtClean="0"/>
              <a:t>ho </a:t>
            </a:r>
            <a:r>
              <a:rPr lang="fr-FR" dirty="0" err="1" smtClean="0"/>
              <a:t>vavolombeloko</a:t>
            </a:r>
            <a:r>
              <a:rPr lang="fr-FR" dirty="0" smtClean="0"/>
              <a:t> </a:t>
            </a:r>
            <a:r>
              <a:rPr lang="fr-FR" dirty="0" err="1"/>
              <a:t>any</a:t>
            </a:r>
            <a:r>
              <a:rPr lang="fr-FR" dirty="0"/>
              <a:t> </a:t>
            </a:r>
            <a:r>
              <a:rPr lang="fr-FR" dirty="0" err="1"/>
              <a:t>Jerosalema</a:t>
            </a:r>
            <a:r>
              <a:rPr lang="fr-FR" dirty="0"/>
              <a:t> </a:t>
            </a:r>
            <a:r>
              <a:rPr lang="fr-FR" dirty="0" err="1"/>
              <a:t>sy</a:t>
            </a:r>
            <a:r>
              <a:rPr lang="fr-FR" dirty="0"/>
              <a:t> </a:t>
            </a:r>
            <a:r>
              <a:rPr lang="fr-FR" dirty="0" err="1"/>
              <a:t>eran'i</a:t>
            </a:r>
            <a:r>
              <a:rPr lang="fr-FR" dirty="0"/>
              <a:t> </a:t>
            </a:r>
            <a:r>
              <a:rPr lang="fr-FR" dirty="0" err="1"/>
              <a:t>Jodia</a:t>
            </a:r>
            <a:r>
              <a:rPr lang="fr-FR" dirty="0"/>
              <a:t> </a:t>
            </a:r>
            <a:r>
              <a:rPr lang="fr-FR" dirty="0" err="1"/>
              <a:t>sy</a:t>
            </a:r>
            <a:r>
              <a:rPr lang="fr-FR" dirty="0"/>
              <a:t> </a:t>
            </a:r>
            <a:r>
              <a:rPr lang="fr-FR" dirty="0" err="1"/>
              <a:t>Samaria</a:t>
            </a:r>
            <a:r>
              <a:rPr lang="fr-FR" dirty="0"/>
              <a:t> </a:t>
            </a:r>
            <a:r>
              <a:rPr lang="fr-FR" dirty="0" err="1"/>
              <a:t>ary</a:t>
            </a:r>
            <a:r>
              <a:rPr lang="fr-FR" dirty="0"/>
              <a:t> </a:t>
            </a:r>
            <a:r>
              <a:rPr lang="fr-FR" dirty="0" err="1"/>
              <a:t>hatramin'ny</a:t>
            </a:r>
            <a:r>
              <a:rPr lang="fr-FR" dirty="0"/>
              <a:t> 	</a:t>
            </a:r>
            <a:r>
              <a:rPr lang="fr-FR" dirty="0" err="1"/>
              <a:t>faran'ny</a:t>
            </a:r>
            <a:r>
              <a:rPr lang="fr-FR" dirty="0"/>
              <a:t> </a:t>
            </a:r>
            <a:r>
              <a:rPr lang="fr-FR" dirty="0" err="1"/>
              <a:t>tany</a:t>
            </a:r>
            <a:r>
              <a:rPr lang="fr-FR" dirty="0"/>
              <a:t>." (Asa 1:8)</a:t>
            </a:r>
          </a:p>
        </p:txBody>
      </p:sp>
    </p:spTree>
    <p:extLst>
      <p:ext uri="{BB962C8B-B14F-4D97-AF65-F5344CB8AC3E}">
        <p14:creationId xmlns:p14="http://schemas.microsoft.com/office/powerpoint/2010/main" val="13193674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Shape 766"/>
          <p:cNvSpPr/>
          <p:nvPr/>
        </p:nvSpPr>
        <p:spPr>
          <a:xfrm>
            <a:off x="-4313262" y="6406177"/>
            <a:ext cx="10108057" cy="10108057"/>
          </a:xfrm>
          <a:prstGeom prst="ellipse">
            <a:avLst/>
          </a:prstGeom>
          <a:solidFill>
            <a:srgbClr val="F9B000">
              <a:alpha val="95686"/>
            </a:srgbClr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7" name="Shape 767"/>
          <p:cNvSpPr/>
          <p:nvPr/>
        </p:nvSpPr>
        <p:spPr>
          <a:xfrm>
            <a:off x="-5949539" y="4959345"/>
            <a:ext cx="9124295" cy="9124295"/>
          </a:xfrm>
          <a:prstGeom prst="ellipse">
            <a:avLst/>
          </a:prstGeom>
          <a:solidFill>
            <a:srgbClr val="F7BE16">
              <a:alpha val="62745"/>
            </a:srgbClr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Shape 768"/>
          <p:cNvSpPr txBox="1"/>
          <p:nvPr/>
        </p:nvSpPr>
        <p:spPr>
          <a:xfrm>
            <a:off x="8299303" y="6247483"/>
            <a:ext cx="1223412" cy="215443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algn="r">
              <a:buSzPct val="25000"/>
            </a:pPr>
            <a:r>
              <a:rPr lang="en-US" sz="800">
                <a:solidFill>
                  <a:srgbClr val="DF9E00"/>
                </a:solidFill>
                <a:latin typeface="Montserrat"/>
                <a:ea typeface="Montserrat"/>
                <a:cs typeface="Montserrat"/>
                <a:sym typeface="Montserrat"/>
              </a:rPr>
              <a:t>AdventistMission.org</a:t>
            </a:r>
          </a:p>
        </p:txBody>
      </p:sp>
      <p:sp>
        <p:nvSpPr>
          <p:cNvPr id="769" name="Shape 769"/>
          <p:cNvSpPr txBox="1"/>
          <p:nvPr/>
        </p:nvSpPr>
        <p:spPr>
          <a:xfrm>
            <a:off x="8021256" y="6406177"/>
            <a:ext cx="1489509" cy="215443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algn="r">
              <a:buSzPct val="25000"/>
            </a:pPr>
            <a:r>
              <a:rPr lang="en-US" sz="800">
                <a:solidFill>
                  <a:srgbClr val="007581"/>
                </a:solidFill>
                <a:latin typeface="Montserrat"/>
                <a:ea typeface="Montserrat"/>
                <a:cs typeface="Montserrat"/>
                <a:sym typeface="Montserrat"/>
              </a:rPr>
              <a:t> GlobalMissionCenters.org</a:t>
            </a:r>
          </a:p>
        </p:txBody>
      </p:sp>
      <p:sp>
        <p:nvSpPr>
          <p:cNvPr id="770" name="Shape 770"/>
          <p:cNvSpPr/>
          <p:nvPr/>
        </p:nvSpPr>
        <p:spPr>
          <a:xfrm>
            <a:off x="9517506" y="6264614"/>
            <a:ext cx="1478604" cy="348912"/>
          </a:xfrm>
          <a:prstGeom prst="roundRect">
            <a:avLst>
              <a:gd name="adj" fmla="val 16667"/>
            </a:avLst>
          </a:prstGeom>
          <a:solidFill>
            <a:srgbClr val="007581"/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71" name="Shape 77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54546" y="5850022"/>
            <a:ext cx="698500" cy="711435"/>
          </a:xfrm>
          <a:prstGeom prst="rect">
            <a:avLst/>
          </a:prstGeom>
          <a:noFill/>
          <a:ln>
            <a:noFill/>
          </a:ln>
        </p:spPr>
      </p:pic>
      <p:sp>
        <p:nvSpPr>
          <p:cNvPr id="772" name="Shape 772"/>
          <p:cNvSpPr/>
          <p:nvPr/>
        </p:nvSpPr>
        <p:spPr>
          <a:xfrm>
            <a:off x="9510766" y="-4118182"/>
            <a:ext cx="5357727" cy="5357727"/>
          </a:xfrm>
          <a:prstGeom prst="ellipse">
            <a:avLst/>
          </a:prstGeom>
          <a:solidFill>
            <a:srgbClr val="007581">
              <a:alpha val="62745"/>
            </a:srgbClr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Shape 773"/>
          <p:cNvSpPr/>
          <p:nvPr/>
        </p:nvSpPr>
        <p:spPr>
          <a:xfrm>
            <a:off x="7743652" y="-4994505"/>
            <a:ext cx="5357727" cy="5357727"/>
          </a:xfrm>
          <a:prstGeom prst="ellipse">
            <a:avLst/>
          </a:prstGeom>
          <a:solidFill>
            <a:srgbClr val="7DB3BD">
              <a:alpha val="70980"/>
            </a:srgbClr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75" name="Shape 775"/>
          <p:cNvGrpSpPr/>
          <p:nvPr/>
        </p:nvGrpSpPr>
        <p:grpSpPr>
          <a:xfrm>
            <a:off x="2322551" y="1260636"/>
            <a:ext cx="402858" cy="108082"/>
            <a:chOff x="1591866" y="2549518"/>
            <a:chExt cx="402858" cy="108082"/>
          </a:xfrm>
        </p:grpSpPr>
        <p:sp>
          <p:nvSpPr>
            <p:cNvPr id="776" name="Shape 776"/>
            <p:cNvSpPr/>
            <p:nvPr/>
          </p:nvSpPr>
          <p:spPr>
            <a:xfrm>
              <a:off x="1886641" y="2549518"/>
              <a:ext cx="108082" cy="108082"/>
            </a:xfrm>
            <a:prstGeom prst="ellipse">
              <a:avLst/>
            </a:prstGeom>
            <a:solidFill>
              <a:srgbClr val="F46B06"/>
            </a:solidFill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algn="ctr"/>
              <a:endPara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7" name="Shape 777"/>
            <p:cNvSpPr/>
            <p:nvPr/>
          </p:nvSpPr>
          <p:spPr>
            <a:xfrm>
              <a:off x="1591866" y="2549518"/>
              <a:ext cx="108082" cy="108082"/>
            </a:xfrm>
            <a:prstGeom prst="ellipse">
              <a:avLst/>
            </a:prstGeom>
            <a:solidFill>
              <a:srgbClr val="E3DECE"/>
            </a:solidFill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algn="ctr"/>
              <a:endPara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8" name="Shape 778"/>
            <p:cNvSpPr/>
            <p:nvPr/>
          </p:nvSpPr>
          <p:spPr>
            <a:xfrm>
              <a:off x="1739253" y="2549518"/>
              <a:ext cx="108082" cy="108082"/>
            </a:xfrm>
            <a:prstGeom prst="ellipse">
              <a:avLst/>
            </a:prstGeom>
            <a:solidFill>
              <a:srgbClr val="F7BE16"/>
            </a:solidFill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algn="ctr"/>
              <a:endPara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81" name="Shape 781"/>
          <p:cNvSpPr txBox="1"/>
          <p:nvPr/>
        </p:nvSpPr>
        <p:spPr>
          <a:xfrm>
            <a:off x="3864864" y="5498592"/>
            <a:ext cx="184730" cy="369332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8B8977-A8A6-8847-8321-DCBD87858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Learning Task 2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30E6D8B-C3DC-CD4F-85A8-E49741D4F9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06969"/>
            <a:ext cx="10515599" cy="4177237"/>
          </a:xfrm>
        </p:spPr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3600" dirty="0" err="1"/>
              <a:t>Nahatoky</a:t>
            </a:r>
            <a:r>
              <a:rPr lang="en-US" sz="3600" dirty="0"/>
              <a:t> </a:t>
            </a:r>
            <a:r>
              <a:rPr lang="en-US" sz="3600" dirty="0" err="1"/>
              <a:t>sy</a:t>
            </a:r>
            <a:r>
              <a:rPr lang="en-US" sz="3600" dirty="0"/>
              <a:t> </a:t>
            </a:r>
            <a:r>
              <a:rPr lang="en-US" sz="3600" dirty="0" err="1"/>
              <a:t>nahomby</a:t>
            </a:r>
            <a:r>
              <a:rPr lang="en-US" sz="3600" dirty="0"/>
              <a:t> </a:t>
            </a:r>
            <a:r>
              <a:rPr lang="en-US" sz="3600" dirty="0" err="1"/>
              <a:t>ve</a:t>
            </a:r>
            <a:r>
              <a:rPr lang="en-US" sz="3600" dirty="0"/>
              <a:t> </a:t>
            </a:r>
            <a:r>
              <a:rPr lang="en-US" sz="3600" dirty="0" err="1"/>
              <a:t>ny</a:t>
            </a:r>
            <a:r>
              <a:rPr lang="en-US" sz="3600" dirty="0"/>
              <a:t> </a:t>
            </a:r>
            <a:r>
              <a:rPr lang="en-US" sz="3600" dirty="0" err="1"/>
              <a:t>fiangonana</a:t>
            </a:r>
            <a:r>
              <a:rPr lang="en-US" sz="3600" dirty="0"/>
              <a:t> </a:t>
            </a:r>
            <a:r>
              <a:rPr lang="en-US" sz="3600" dirty="0" err="1"/>
              <a:t>Advantista</a:t>
            </a:r>
            <a:r>
              <a:rPr lang="en-US" sz="3600" dirty="0"/>
              <a:t> </a:t>
            </a:r>
            <a:r>
              <a:rPr lang="en-US" sz="3600" dirty="0" err="1"/>
              <a:t>tamin’ny</a:t>
            </a:r>
            <a:r>
              <a:rPr lang="en-US" sz="3600" dirty="0"/>
              <a:t> </a:t>
            </a:r>
            <a:r>
              <a:rPr lang="en-US" sz="3600" dirty="0" err="1"/>
              <a:t>fanatanterahana</a:t>
            </a:r>
            <a:r>
              <a:rPr lang="en-US" sz="3600" dirty="0"/>
              <a:t> </a:t>
            </a:r>
            <a:r>
              <a:rPr lang="en-US" sz="3600" dirty="0" err="1"/>
              <a:t>ny</a:t>
            </a:r>
            <a:r>
              <a:rPr lang="en-US" sz="3600" dirty="0"/>
              <a:t> </a:t>
            </a:r>
            <a:r>
              <a:rPr lang="en-US" sz="3600" dirty="0" err="1"/>
              <a:t>asa</a:t>
            </a:r>
            <a:r>
              <a:rPr lang="en-US" sz="3600" dirty="0"/>
              <a:t> </a:t>
            </a:r>
            <a:r>
              <a:rPr lang="en-US" sz="3600" dirty="0" err="1"/>
              <a:t>nanirahana</a:t>
            </a:r>
            <a:r>
              <a:rPr lang="en-US" sz="3600" dirty="0"/>
              <a:t> </a:t>
            </a:r>
            <a:r>
              <a:rPr lang="en-US" sz="3600" dirty="0" err="1"/>
              <a:t>an’i</a:t>
            </a:r>
            <a:r>
              <a:rPr lang="en-US" sz="3600" dirty="0"/>
              <a:t> Kristy </a:t>
            </a:r>
            <a:r>
              <a:rPr lang="en-US" sz="3600" dirty="0" err="1"/>
              <a:t>tamin’ny</a:t>
            </a:r>
            <a:r>
              <a:rPr lang="en-US" sz="3600" dirty="0"/>
              <a:t> </a:t>
            </a:r>
            <a:r>
              <a:rPr lang="en-US" sz="3600" dirty="0" err="1"/>
              <a:t>vondron’olona</a:t>
            </a:r>
            <a:r>
              <a:rPr lang="en-US" sz="3600" dirty="0"/>
              <a:t> </a:t>
            </a:r>
            <a:r>
              <a:rPr lang="en-US" sz="3600" dirty="0" err="1"/>
              <a:t>rehetra</a:t>
            </a:r>
            <a:r>
              <a:rPr lang="en-US" sz="3600" dirty="0"/>
              <a:t>? </a:t>
            </a:r>
            <a:r>
              <a:rPr lang="en-US" sz="3600" dirty="0" err="1"/>
              <a:t>Ifanakalozy</a:t>
            </a:r>
            <a:r>
              <a:rPr lang="en-US" sz="3600" dirty="0"/>
              <a:t> </a:t>
            </a:r>
            <a:r>
              <a:rPr lang="en-US" sz="3600" dirty="0" err="1"/>
              <a:t>hevitra</a:t>
            </a:r>
            <a:r>
              <a:rPr lang="en-US" sz="3600" dirty="0"/>
              <a:t>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600" dirty="0" err="1"/>
              <a:t>Nahoana</a:t>
            </a:r>
            <a:r>
              <a:rPr lang="en-US" sz="3600" dirty="0"/>
              <a:t> no </a:t>
            </a:r>
            <a:r>
              <a:rPr lang="en-US" sz="3600" dirty="0" smtClean="0"/>
              <a:t> </a:t>
            </a:r>
            <a:r>
              <a:rPr lang="en-US" sz="3600" dirty="0" err="1"/>
              <a:t>kely</a:t>
            </a:r>
            <a:r>
              <a:rPr lang="en-US" sz="3600" dirty="0"/>
              <a:t> </a:t>
            </a:r>
            <a:r>
              <a:rPr lang="en-US" sz="3600" dirty="0" err="1"/>
              <a:t>ny</a:t>
            </a:r>
            <a:r>
              <a:rPr lang="en-US" sz="3600" dirty="0"/>
              <a:t> </a:t>
            </a:r>
            <a:r>
              <a:rPr lang="en-US" sz="3600" dirty="0" err="1"/>
              <a:t>fandraisana</a:t>
            </a:r>
            <a:r>
              <a:rPr lang="en-US" sz="3600" dirty="0"/>
              <a:t> </a:t>
            </a:r>
            <a:r>
              <a:rPr lang="en-US" sz="3600" dirty="0" err="1"/>
              <a:t>anjaran'ny</a:t>
            </a:r>
            <a:r>
              <a:rPr lang="en-US" sz="3600" dirty="0"/>
              <a:t> </a:t>
            </a:r>
            <a:r>
              <a:rPr lang="en-US" sz="3600" dirty="0" err="1" smtClean="0"/>
              <a:t>mambra</a:t>
            </a:r>
            <a:r>
              <a:rPr lang="en-US" sz="3600" dirty="0" smtClean="0"/>
              <a:t> </a:t>
            </a:r>
            <a:r>
              <a:rPr lang="en-US" sz="3600" dirty="0" err="1"/>
              <a:t>amin'ny</a:t>
            </a:r>
            <a:r>
              <a:rPr lang="en-US" sz="3600" dirty="0"/>
              <a:t> </a:t>
            </a:r>
            <a:r>
              <a:rPr lang="en-US" sz="3600" dirty="0" err="1"/>
              <a:t>fanatanterahana</a:t>
            </a:r>
            <a:r>
              <a:rPr lang="en-US" sz="3600" dirty="0"/>
              <a:t> </a:t>
            </a:r>
            <a:r>
              <a:rPr lang="en-US" sz="3600" dirty="0" err="1"/>
              <a:t>ny</a:t>
            </a:r>
            <a:r>
              <a:rPr lang="en-US" sz="3600" dirty="0"/>
              <a:t> </a:t>
            </a:r>
            <a:r>
              <a:rPr lang="en-US" sz="3600" dirty="0" err="1"/>
              <a:t>Iraka</a:t>
            </a:r>
            <a:r>
              <a:rPr lang="en-US" sz="3600" dirty="0"/>
              <a:t> </a:t>
            </a:r>
            <a:r>
              <a:rPr lang="en-US" sz="3600" dirty="0" err="1"/>
              <a:t>Lehibe</a:t>
            </a:r>
            <a:r>
              <a:rPr lang="en-US" sz="3600" dirty="0"/>
              <a:t>, </a:t>
            </a:r>
            <a:r>
              <a:rPr lang="en-US" sz="3600" dirty="0" err="1"/>
              <a:t>indrindra</a:t>
            </a:r>
            <a:r>
              <a:rPr lang="en-US" sz="3600" dirty="0"/>
              <a:t> ho </a:t>
            </a:r>
            <a:r>
              <a:rPr lang="en-US" sz="3600" dirty="0" err="1"/>
              <a:t>an'ireo</a:t>
            </a:r>
            <a:r>
              <a:rPr lang="en-US" sz="3600" dirty="0"/>
              <a:t> </a:t>
            </a:r>
            <a:r>
              <a:rPr lang="en-US" sz="3600" dirty="0" err="1"/>
              <a:t>vondron'olona</a:t>
            </a:r>
            <a:r>
              <a:rPr lang="en-US" sz="3600" dirty="0"/>
              <a:t> </a:t>
            </a:r>
            <a:r>
              <a:rPr lang="en-US" sz="3600" dirty="0" err="1" smtClean="0"/>
              <a:t>sarotra</a:t>
            </a:r>
            <a:r>
              <a:rPr lang="en-US" sz="3600" dirty="0" smtClean="0"/>
              <a:t> </a:t>
            </a:r>
            <a:r>
              <a:rPr lang="en-US" sz="3600" dirty="0" err="1"/>
              <a:t>tratrarina</a:t>
            </a:r>
            <a:r>
              <a:rPr lang="en-US" sz="3600" dirty="0"/>
              <a:t>? </a:t>
            </a:r>
            <a:r>
              <a:rPr lang="en-US" sz="3600" dirty="0" err="1"/>
              <a:t>Zarao</a:t>
            </a:r>
            <a:r>
              <a:rPr lang="en-US" sz="3600" dirty="0"/>
              <a:t> </a:t>
            </a:r>
            <a:r>
              <a:rPr lang="en-US" sz="3600" dirty="0" err="1"/>
              <a:t>ny</a:t>
            </a:r>
            <a:r>
              <a:rPr lang="en-US" sz="3600" dirty="0"/>
              <a:t> </a:t>
            </a:r>
            <a:r>
              <a:rPr lang="en-US" sz="3600" dirty="0" err="1"/>
              <a:t>soso-kevitrao</a:t>
            </a:r>
            <a:r>
              <a:rPr lang="en-US" sz="3600" dirty="0"/>
              <a:t> </a:t>
            </a:r>
            <a:r>
              <a:rPr lang="en-US" sz="3600" dirty="0" err="1"/>
              <a:t>mety</a:t>
            </a:r>
            <a:r>
              <a:rPr lang="en-US" sz="3600" dirty="0"/>
              <a:t> </a:t>
            </a:r>
            <a:r>
              <a:rPr lang="en-US" sz="3600" dirty="0" err="1"/>
              <a:t>hanampy</a:t>
            </a:r>
            <a:r>
              <a:rPr lang="en-US" sz="3600" dirty="0"/>
              <a:t> </a:t>
            </a:r>
            <a:r>
              <a:rPr lang="en-US" sz="3600" dirty="0" err="1"/>
              <a:t>amin'ny</a:t>
            </a:r>
            <a:r>
              <a:rPr lang="en-US" sz="3600" dirty="0"/>
              <a:t> </a:t>
            </a:r>
            <a:r>
              <a:rPr lang="en-US" sz="3600" dirty="0" err="1"/>
              <a:t>famahana</a:t>
            </a:r>
            <a:r>
              <a:rPr lang="en-US" sz="3600" dirty="0"/>
              <a:t> </a:t>
            </a:r>
            <a:r>
              <a:rPr lang="en-US" sz="3600" dirty="0" err="1"/>
              <a:t>ity</a:t>
            </a:r>
            <a:r>
              <a:rPr lang="en-US" sz="3600" dirty="0"/>
              <a:t> </a:t>
            </a:r>
            <a:r>
              <a:rPr lang="en-US" sz="3600" dirty="0" err="1"/>
              <a:t>fanamby</a:t>
            </a:r>
            <a:r>
              <a:rPr lang="en-US" sz="3600" dirty="0"/>
              <a:t> </a:t>
            </a:r>
            <a:r>
              <a:rPr lang="en-US" sz="3600" dirty="0" err="1"/>
              <a:t>ity</a:t>
            </a:r>
            <a:r>
              <a:rPr lang="en-US" sz="3600" dirty="0"/>
              <a:t>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2390995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r-FR" dirty="0" err="1"/>
              <a:t>Ny</a:t>
            </a:r>
            <a:r>
              <a:rPr lang="fr-FR" dirty="0"/>
              <a:t> </a:t>
            </a:r>
            <a:r>
              <a:rPr lang="fr-FR" dirty="0" err="1"/>
              <a:t>firenena</a:t>
            </a:r>
            <a:r>
              <a:rPr lang="fr-FR" dirty="0"/>
              <a:t> </a:t>
            </a:r>
            <a:r>
              <a:rPr lang="fr-FR" dirty="0" err="1" smtClean="0"/>
              <a:t>rehetra</a:t>
            </a:r>
            <a:r>
              <a:rPr lang="fr-FR" dirty="0" smtClean="0"/>
              <a:t>, </a:t>
            </a:r>
            <a:r>
              <a:rPr lang="fr-FR" dirty="0" err="1"/>
              <a:t>ny</a:t>
            </a:r>
            <a:r>
              <a:rPr lang="fr-FR" dirty="0"/>
              <a:t> </a:t>
            </a:r>
            <a:r>
              <a:rPr lang="fr-FR" dirty="0" err="1" smtClean="0"/>
              <a:t>foko</a:t>
            </a:r>
            <a:r>
              <a:rPr lang="fr-FR" dirty="0" smtClean="0"/>
              <a:t> </a:t>
            </a:r>
            <a:r>
              <a:rPr lang="fr-FR" dirty="0" err="1" smtClean="0"/>
              <a:t>rehetra</a:t>
            </a:r>
            <a:r>
              <a:rPr lang="fr-FR" dirty="0" smtClean="0"/>
              <a:t>, </a:t>
            </a:r>
            <a:r>
              <a:rPr lang="fr-FR" dirty="0" err="1"/>
              <a:t>ny</a:t>
            </a:r>
            <a:r>
              <a:rPr lang="fr-FR" dirty="0"/>
              <a:t> </a:t>
            </a:r>
            <a:r>
              <a:rPr lang="fr-FR" dirty="0" err="1" smtClean="0"/>
              <a:t>fiteny</a:t>
            </a:r>
            <a:r>
              <a:rPr lang="fr-FR" dirty="0" smtClean="0"/>
              <a:t> </a:t>
            </a:r>
            <a:r>
              <a:rPr lang="fr-FR" dirty="0" err="1" smtClean="0"/>
              <a:t>rehetra</a:t>
            </a:r>
            <a:r>
              <a:rPr lang="fr-FR" dirty="0" smtClean="0"/>
              <a:t>  </a:t>
            </a:r>
            <a:r>
              <a:rPr lang="fr-FR" dirty="0" err="1"/>
              <a:t>ary</a:t>
            </a:r>
            <a:r>
              <a:rPr lang="fr-FR" dirty="0"/>
              <a:t> </a:t>
            </a:r>
            <a:r>
              <a:rPr lang="fr-FR" dirty="0" err="1"/>
              <a:t>ny</a:t>
            </a:r>
            <a:r>
              <a:rPr lang="fr-FR" dirty="0"/>
              <a:t> </a:t>
            </a:r>
            <a:r>
              <a:rPr lang="fr-FR" dirty="0" err="1" smtClean="0"/>
              <a:t>olona</a:t>
            </a:r>
            <a:r>
              <a:rPr lang="fr-FR" dirty="0" smtClean="0"/>
              <a:t> </a:t>
            </a:r>
            <a:r>
              <a:rPr lang="fr-FR" dirty="0" err="1" smtClean="0"/>
              <a:t>rehetra</a:t>
            </a:r>
            <a:r>
              <a:rPr lang="fr-FR" dirty="0" smtClean="0"/>
              <a:t>. </a:t>
            </a:r>
            <a:r>
              <a:rPr lang="fr-FR" dirty="0" err="1"/>
              <a:t>Midika</a:t>
            </a:r>
            <a:r>
              <a:rPr lang="fr-FR" dirty="0"/>
              <a:t> </a:t>
            </a:r>
            <a:r>
              <a:rPr lang="fr-FR" dirty="0" err="1"/>
              <a:t>izany</a:t>
            </a:r>
            <a:r>
              <a:rPr lang="fr-FR" dirty="0"/>
              <a:t> fa </a:t>
            </a:r>
            <a:r>
              <a:rPr lang="fr-FR" dirty="0" err="1" smtClean="0"/>
              <a:t>ilay</a:t>
            </a:r>
            <a:r>
              <a:rPr lang="fr-FR" dirty="0" smtClean="0"/>
              <a:t>  </a:t>
            </a:r>
            <a:r>
              <a:rPr lang="fr-FR" dirty="0" err="1"/>
              <a:t>iraka</a:t>
            </a:r>
            <a:r>
              <a:rPr lang="fr-FR" dirty="0"/>
              <a:t> </a:t>
            </a:r>
            <a:r>
              <a:rPr lang="fr-FR" dirty="0" err="1"/>
              <a:t>Lehibe</a:t>
            </a:r>
            <a:r>
              <a:rPr lang="fr-FR" dirty="0"/>
              <a:t> dia </a:t>
            </a:r>
            <a:r>
              <a:rPr lang="fr-FR" dirty="0" err="1"/>
              <a:t>ny</a:t>
            </a:r>
            <a:r>
              <a:rPr lang="fr-FR" dirty="0"/>
              <a:t> </a:t>
            </a:r>
            <a:r>
              <a:rPr lang="fr-FR" dirty="0" err="1"/>
              <a:t>hanatratra</a:t>
            </a:r>
            <a:r>
              <a:rPr lang="fr-FR" dirty="0"/>
              <a:t> </a:t>
            </a:r>
            <a:r>
              <a:rPr lang="fr-FR" dirty="0" err="1"/>
              <a:t>ny</a:t>
            </a:r>
            <a:r>
              <a:rPr lang="fr-FR" dirty="0"/>
              <a:t> </a:t>
            </a:r>
            <a:r>
              <a:rPr lang="fr-FR" dirty="0" err="1"/>
              <a:t>vondron’olona</a:t>
            </a:r>
            <a:r>
              <a:rPr lang="fr-FR" dirty="0"/>
              <a:t> </a:t>
            </a:r>
            <a:r>
              <a:rPr lang="fr-FR" dirty="0" err="1"/>
              <a:t>rehetra</a:t>
            </a:r>
            <a:r>
              <a:rPr lang="fr-FR" dirty="0"/>
              <a:t> </a:t>
            </a:r>
            <a:r>
              <a:rPr lang="fr-FR" dirty="0" err="1"/>
              <a:t>eto</a:t>
            </a:r>
            <a:r>
              <a:rPr lang="fr-FR" dirty="0"/>
              <a:t> an-</a:t>
            </a:r>
            <a:r>
              <a:rPr lang="fr-FR" dirty="0" err="1"/>
              <a:t>tany</a:t>
            </a:r>
            <a:r>
              <a:rPr lang="fr-FR" dirty="0" smtClean="0"/>
              <a:t>.</a:t>
            </a:r>
          </a:p>
          <a:p>
            <a:r>
              <a:rPr lang="fr-FR" dirty="0" smtClean="0"/>
              <a:t> </a:t>
            </a:r>
            <a:r>
              <a:rPr lang="fr-FR" dirty="0" err="1"/>
              <a:t>Araka</a:t>
            </a:r>
            <a:r>
              <a:rPr lang="fr-FR" dirty="0"/>
              <a:t> </a:t>
            </a:r>
            <a:r>
              <a:rPr lang="fr-FR" dirty="0" err="1"/>
              <a:t>ny</a:t>
            </a:r>
            <a:r>
              <a:rPr lang="fr-FR" dirty="0"/>
              <a:t> Joshua Project dia </a:t>
            </a:r>
            <a:r>
              <a:rPr lang="fr-FR" dirty="0" err="1"/>
              <a:t>misy</a:t>
            </a:r>
            <a:r>
              <a:rPr lang="fr-FR" dirty="0"/>
              <a:t> </a:t>
            </a:r>
            <a:r>
              <a:rPr lang="fr-FR" dirty="0" err="1"/>
              <a:t>vondron'olona</a:t>
            </a:r>
            <a:r>
              <a:rPr lang="fr-FR" dirty="0"/>
              <a:t> 17,000 </a:t>
            </a:r>
            <a:r>
              <a:rPr lang="fr-FR" dirty="0" err="1"/>
              <a:t>farafahakeliny</a:t>
            </a:r>
            <a:r>
              <a:rPr lang="fr-FR" dirty="0"/>
              <a:t>. </a:t>
            </a:r>
            <a:r>
              <a:rPr lang="fr-FR" dirty="0" smtClean="0"/>
              <a:t>Ka </a:t>
            </a:r>
            <a:r>
              <a:rPr lang="fr-FR" dirty="0" err="1" smtClean="0"/>
              <a:t>ireo</a:t>
            </a:r>
            <a:r>
              <a:rPr lang="fr-FR" dirty="0" smtClean="0"/>
              <a:t> </a:t>
            </a:r>
            <a:r>
              <a:rPr lang="fr-FR" dirty="0" err="1"/>
              <a:t>vondron'olona</a:t>
            </a:r>
            <a:r>
              <a:rPr lang="fr-FR" dirty="0"/>
              <a:t> </a:t>
            </a:r>
            <a:r>
              <a:rPr lang="fr-FR" dirty="0" err="1" smtClean="0"/>
              <a:t>tsirairay</a:t>
            </a:r>
            <a:r>
              <a:rPr lang="fr-FR" dirty="0" smtClean="0"/>
              <a:t> </a:t>
            </a:r>
            <a:r>
              <a:rPr lang="fr-FR" dirty="0" err="1" smtClean="0"/>
              <a:t>ireo</a:t>
            </a:r>
            <a:r>
              <a:rPr lang="fr-FR" dirty="0" smtClean="0"/>
              <a:t>  dia </a:t>
            </a:r>
            <a:r>
              <a:rPr lang="fr-FR" dirty="0" err="1" smtClean="0"/>
              <a:t>samy</a:t>
            </a:r>
            <a:r>
              <a:rPr lang="fr-FR" dirty="0" smtClean="0"/>
              <a:t>  </a:t>
            </a:r>
            <a:r>
              <a:rPr lang="fr-FR" dirty="0" err="1"/>
              <a:t>manana</a:t>
            </a:r>
            <a:r>
              <a:rPr lang="fr-FR" dirty="0"/>
              <a:t> </a:t>
            </a:r>
            <a:r>
              <a:rPr lang="fr-FR" dirty="0" err="1"/>
              <a:t>ny</a:t>
            </a:r>
            <a:r>
              <a:rPr lang="fr-FR" dirty="0"/>
              <a:t> </a:t>
            </a:r>
            <a:r>
              <a:rPr lang="fr-FR" dirty="0" err="1"/>
              <a:t>finoany</a:t>
            </a:r>
            <a:r>
              <a:rPr lang="fr-FR" dirty="0"/>
              <a:t> </a:t>
            </a:r>
            <a:r>
              <a:rPr lang="fr-FR" dirty="0" err="1"/>
              <a:t>sy</a:t>
            </a:r>
            <a:r>
              <a:rPr lang="fr-FR" dirty="0"/>
              <a:t> </a:t>
            </a:r>
            <a:r>
              <a:rPr lang="fr-FR" dirty="0" err="1"/>
              <a:t>ny</a:t>
            </a:r>
            <a:r>
              <a:rPr lang="fr-FR" dirty="0"/>
              <a:t> </a:t>
            </a:r>
            <a:r>
              <a:rPr lang="fr-FR" dirty="0" err="1"/>
              <a:t>fomba</a:t>
            </a:r>
            <a:r>
              <a:rPr lang="fr-FR" dirty="0"/>
              <a:t> </a:t>
            </a:r>
            <a:r>
              <a:rPr lang="fr-FR" dirty="0" err="1"/>
              <a:t>fanao</a:t>
            </a:r>
            <a:r>
              <a:rPr lang="fr-FR" dirty="0"/>
              <a:t> </a:t>
            </a:r>
            <a:r>
              <a:rPr lang="fr-FR" dirty="0" smtClean="0"/>
              <a:t>ara-</a:t>
            </a:r>
            <a:r>
              <a:rPr lang="fr-FR" dirty="0" err="1" smtClean="0"/>
              <a:t>kolotsaina</a:t>
            </a:r>
            <a:r>
              <a:rPr lang="fr-FR" dirty="0" smtClean="0"/>
              <a:t> </a:t>
            </a:r>
            <a:r>
              <a:rPr lang="fr-FR" dirty="0" err="1" smtClean="0"/>
              <a:t>mampiavaka</a:t>
            </a:r>
            <a:r>
              <a:rPr lang="fr-FR" dirty="0" smtClean="0"/>
              <a:t> </a:t>
            </a:r>
            <a:r>
              <a:rPr lang="fr-FR" dirty="0" err="1" smtClean="0"/>
              <a:t>azy</a:t>
            </a:r>
            <a:r>
              <a:rPr lang="fr-FR" dirty="0" smtClean="0"/>
              <a:t> </a:t>
            </a:r>
            <a:r>
              <a:rPr lang="fr-FR" dirty="0" err="1"/>
              <a:t>manokana</a:t>
            </a:r>
            <a:r>
              <a:rPr lang="fr-FR" dirty="0"/>
              <a:t> </a:t>
            </a:r>
            <a:r>
              <a:rPr lang="fr-FR" dirty="0" err="1"/>
              <a:t>izay</a:t>
            </a:r>
            <a:r>
              <a:rPr lang="fr-FR" dirty="0"/>
              <a:t> </a:t>
            </a:r>
            <a:r>
              <a:rPr lang="fr-FR" dirty="0" err="1"/>
              <a:t>misy</a:t>
            </a:r>
            <a:r>
              <a:rPr lang="fr-FR" dirty="0"/>
              <a:t> </a:t>
            </a:r>
            <a:r>
              <a:rPr lang="fr-FR" dirty="0" err="1"/>
              <a:t>fiantraikany</a:t>
            </a:r>
            <a:r>
              <a:rPr lang="fr-FR" dirty="0"/>
              <a:t> </a:t>
            </a:r>
            <a:r>
              <a:rPr lang="fr-FR" dirty="0" err="1"/>
              <a:t>amin'ny</a:t>
            </a:r>
            <a:r>
              <a:rPr lang="fr-FR" dirty="0"/>
              <a:t> </a:t>
            </a:r>
            <a:r>
              <a:rPr lang="fr-FR" dirty="0" err="1"/>
              <a:t>fomba</a:t>
            </a:r>
            <a:r>
              <a:rPr lang="fr-FR" dirty="0"/>
              <a:t> </a:t>
            </a:r>
            <a:r>
              <a:rPr lang="fr-FR" dirty="0" err="1"/>
              <a:t>hanehoany</a:t>
            </a:r>
            <a:r>
              <a:rPr lang="fr-FR" dirty="0"/>
              <a:t> </a:t>
            </a:r>
            <a:r>
              <a:rPr lang="fr-FR" dirty="0" err="1"/>
              <a:t>ny</a:t>
            </a:r>
            <a:r>
              <a:rPr lang="fr-FR" dirty="0"/>
              <a:t> </a:t>
            </a:r>
            <a:r>
              <a:rPr lang="fr-FR" dirty="0" err="1"/>
              <a:t>finoany</a:t>
            </a:r>
            <a:r>
              <a:rPr lang="fr-FR" dirty="0"/>
              <a:t> </a:t>
            </a:r>
            <a:r>
              <a:rPr lang="fr-FR" dirty="0" err="1"/>
              <a:t>raha</a:t>
            </a:r>
            <a:r>
              <a:rPr lang="fr-FR" dirty="0"/>
              <a:t> </a:t>
            </a:r>
            <a:r>
              <a:rPr lang="fr-FR" dirty="0" err="1"/>
              <a:t>manaiky</a:t>
            </a:r>
            <a:r>
              <a:rPr lang="fr-FR" dirty="0"/>
              <a:t> </a:t>
            </a:r>
            <a:r>
              <a:rPr lang="fr-FR" dirty="0" err="1"/>
              <a:t>ny</a:t>
            </a:r>
            <a:r>
              <a:rPr lang="fr-FR" dirty="0"/>
              <a:t> </a:t>
            </a:r>
            <a:r>
              <a:rPr lang="fr-FR" dirty="0" err="1"/>
              <a:t>fivavahana</a:t>
            </a:r>
            <a:r>
              <a:rPr lang="fr-FR" dirty="0"/>
              <a:t> </a:t>
            </a:r>
            <a:r>
              <a:rPr lang="fr-FR" dirty="0" err="1"/>
              <a:t>hafa</a:t>
            </a:r>
            <a:r>
              <a:rPr lang="fr-FR" dirty="0"/>
              <a:t> </a:t>
            </a:r>
            <a:r>
              <a:rPr lang="fr-FR" dirty="0" err="1"/>
              <a:t>maneran-tany</a:t>
            </a:r>
            <a:r>
              <a:rPr lang="fr-FR" dirty="0"/>
              <a:t> </a:t>
            </a:r>
            <a:r>
              <a:rPr lang="fr-FR" dirty="0" err="1"/>
              <a:t>izy</a:t>
            </a:r>
            <a:r>
              <a:rPr lang="fr-FR" dirty="0"/>
              <a:t> </a:t>
            </a:r>
            <a:r>
              <a:rPr lang="fr-FR" dirty="0" err="1"/>
              <a:t>ireo</a:t>
            </a:r>
            <a:r>
              <a:rPr lang="fr-FR" dirty="0"/>
              <a:t>. </a:t>
            </a:r>
            <a:endParaRPr lang="fr-FR" dirty="0" smtClean="0"/>
          </a:p>
          <a:p>
            <a:r>
              <a:rPr lang="fr-FR" dirty="0" err="1" smtClean="0"/>
              <a:t>Noho</a:t>
            </a:r>
            <a:r>
              <a:rPr lang="fr-FR" dirty="0" smtClean="0"/>
              <a:t> </a:t>
            </a:r>
            <a:r>
              <a:rPr lang="fr-FR" dirty="0" err="1"/>
              <a:t>izany</a:t>
            </a:r>
            <a:r>
              <a:rPr lang="fr-FR" dirty="0"/>
              <a:t>, </a:t>
            </a:r>
            <a:r>
              <a:rPr lang="fr-FR" dirty="0" err="1"/>
              <a:t>rehefa</a:t>
            </a:r>
            <a:r>
              <a:rPr lang="fr-FR" dirty="0"/>
              <a:t> </a:t>
            </a:r>
            <a:r>
              <a:rPr lang="fr-FR" dirty="0" err="1"/>
              <a:t>manatona</a:t>
            </a:r>
            <a:r>
              <a:rPr lang="fr-FR" dirty="0"/>
              <a:t> </a:t>
            </a:r>
            <a:r>
              <a:rPr lang="fr-FR" dirty="0" err="1"/>
              <a:t>vondron'olona</a:t>
            </a:r>
            <a:r>
              <a:rPr lang="fr-FR" dirty="0"/>
              <a:t> </a:t>
            </a:r>
            <a:r>
              <a:rPr lang="fr-FR" dirty="0" err="1"/>
              <a:t>iray</a:t>
            </a:r>
            <a:r>
              <a:rPr lang="fr-FR" dirty="0"/>
              <a:t>, </a:t>
            </a:r>
            <a:r>
              <a:rPr lang="fr-FR" dirty="0" smtClean="0"/>
              <a:t>dia </a:t>
            </a:r>
            <a:r>
              <a:rPr lang="fr-FR" dirty="0" err="1" smtClean="0"/>
              <a:t>tokony</a:t>
            </a:r>
            <a:r>
              <a:rPr lang="fr-FR" dirty="0" smtClean="0"/>
              <a:t> </a:t>
            </a:r>
            <a:r>
              <a:rPr lang="fr-FR" dirty="0" err="1" smtClean="0"/>
              <a:t>hitandrina</a:t>
            </a:r>
            <a:r>
              <a:rPr lang="fr-FR" dirty="0" smtClean="0"/>
              <a:t> fa </a:t>
            </a:r>
            <a:r>
              <a:rPr lang="fr-FR" dirty="0" err="1" smtClean="0"/>
              <a:t>saro-pady</a:t>
            </a:r>
            <a:r>
              <a:rPr lang="fr-FR" dirty="0" smtClean="0"/>
              <a:t> </a:t>
            </a:r>
            <a:r>
              <a:rPr lang="fr-FR" dirty="0" err="1"/>
              <a:t>amin'ny</a:t>
            </a:r>
            <a:r>
              <a:rPr lang="fr-FR" dirty="0"/>
              <a:t> </a:t>
            </a:r>
            <a:r>
              <a:rPr lang="fr-FR" dirty="0" err="1"/>
              <a:t>fironana</a:t>
            </a:r>
            <a:r>
              <a:rPr lang="fr-FR" dirty="0"/>
              <a:t> ara-</a:t>
            </a:r>
            <a:r>
              <a:rPr lang="fr-FR" dirty="0" err="1"/>
              <a:t>kolontsaina</a:t>
            </a:r>
            <a:r>
              <a:rPr lang="fr-FR" dirty="0"/>
              <a:t> </a:t>
            </a:r>
            <a:r>
              <a:rPr lang="fr-FR" dirty="0" err="1"/>
              <a:t>misy</a:t>
            </a:r>
            <a:r>
              <a:rPr lang="fr-FR" dirty="0"/>
              <a:t> </a:t>
            </a:r>
            <a:r>
              <a:rPr lang="fr-FR" dirty="0" err="1"/>
              <a:t>ny</a:t>
            </a:r>
            <a:r>
              <a:rPr lang="fr-FR" dirty="0"/>
              <a:t> </a:t>
            </a:r>
            <a:r>
              <a:rPr lang="fr-FR" dirty="0" err="1"/>
              <a:t>olona</a:t>
            </a:r>
            <a:r>
              <a:rPr lang="fr-FR" dirty="0"/>
              <a:t> </a:t>
            </a:r>
            <a:r>
              <a:rPr lang="fr-FR" dirty="0" err="1"/>
              <a:t>tratrarina</a:t>
            </a:r>
            <a:r>
              <a:rPr lang="fr-FR" dirty="0"/>
              <a:t>. Tao </a:t>
            </a:r>
            <a:r>
              <a:rPr lang="fr-FR" dirty="0" err="1"/>
              <a:t>anatin’izany</a:t>
            </a:r>
            <a:r>
              <a:rPr lang="fr-FR" dirty="0"/>
              <a:t> </a:t>
            </a:r>
            <a:r>
              <a:rPr lang="fr-FR" dirty="0" err="1"/>
              <a:t>toe-tsaina</a:t>
            </a:r>
            <a:r>
              <a:rPr lang="fr-FR" dirty="0"/>
              <a:t> </a:t>
            </a:r>
            <a:r>
              <a:rPr lang="fr-FR" dirty="0" err="1"/>
              <a:t>izany</a:t>
            </a:r>
            <a:r>
              <a:rPr lang="fr-FR" dirty="0"/>
              <a:t> i </a:t>
            </a:r>
            <a:r>
              <a:rPr lang="fr-FR" dirty="0" err="1"/>
              <a:t>Paoly</a:t>
            </a:r>
            <a:r>
              <a:rPr lang="fr-FR" dirty="0"/>
              <a:t> </a:t>
            </a:r>
          </a:p>
          <a:p>
            <a:r>
              <a:rPr lang="fr-FR" dirty="0" err="1"/>
              <a:t>manoratra</a:t>
            </a:r>
            <a:r>
              <a:rPr lang="fr-FR" dirty="0"/>
              <a:t> </a:t>
            </a:r>
            <a:r>
              <a:rPr lang="fr-FR" dirty="0" err="1"/>
              <a:t>ao</a:t>
            </a:r>
            <a:r>
              <a:rPr lang="fr-FR" dirty="0"/>
              <a:t> </a:t>
            </a:r>
            <a:r>
              <a:rPr lang="fr-FR" dirty="0" err="1"/>
              <a:t>amin’ny</a:t>
            </a:r>
            <a:r>
              <a:rPr lang="fr-FR" dirty="0"/>
              <a:t> 1 Korintiana 9:19-23 fa</a:t>
            </a:r>
          </a:p>
        </p:txBody>
      </p:sp>
    </p:spTree>
    <p:extLst>
      <p:ext uri="{BB962C8B-B14F-4D97-AF65-F5344CB8AC3E}">
        <p14:creationId xmlns:p14="http://schemas.microsoft.com/office/powerpoint/2010/main" val="24437923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8200" y="211014"/>
            <a:ext cx="5928360" cy="1195756"/>
          </a:xfrm>
        </p:spPr>
        <p:txBody>
          <a:bodyPr>
            <a:normAutofit/>
          </a:bodyPr>
          <a:lstStyle/>
          <a:p>
            <a:r>
              <a:rPr lang="fr-FR" sz="5400" b="1" dirty="0"/>
              <a:t>1 Korintiana 9:19-23 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09489" y="1406769"/>
            <a:ext cx="11718387" cy="5233182"/>
          </a:xfrm>
        </p:spPr>
        <p:txBody>
          <a:bodyPr>
            <a:noAutofit/>
          </a:bodyPr>
          <a:lstStyle/>
          <a:p>
            <a:r>
              <a:rPr lang="fr-FR" dirty="0"/>
              <a:t>19 Fa na dia </a:t>
            </a:r>
            <a:r>
              <a:rPr lang="fr-FR" dirty="0" err="1"/>
              <a:t>afaka</a:t>
            </a:r>
            <a:r>
              <a:rPr lang="fr-FR" dirty="0"/>
              <a:t> </a:t>
            </a:r>
            <a:r>
              <a:rPr lang="fr-FR" dirty="0" err="1"/>
              <a:t>amin'ny</a:t>
            </a:r>
            <a:r>
              <a:rPr lang="fr-FR" dirty="0"/>
              <a:t> </a:t>
            </a:r>
            <a:r>
              <a:rPr lang="fr-FR" dirty="0" err="1"/>
              <a:t>olona</a:t>
            </a:r>
            <a:r>
              <a:rPr lang="fr-FR" dirty="0"/>
              <a:t> </a:t>
            </a:r>
            <a:r>
              <a:rPr lang="fr-FR" dirty="0" err="1"/>
              <a:t>rehetra</a:t>
            </a:r>
            <a:r>
              <a:rPr lang="fr-FR" dirty="0"/>
              <a:t> </a:t>
            </a:r>
            <a:r>
              <a:rPr lang="fr-FR" dirty="0" err="1"/>
              <a:t>aza</a:t>
            </a:r>
            <a:r>
              <a:rPr lang="fr-FR" dirty="0"/>
              <a:t> </a:t>
            </a:r>
            <a:r>
              <a:rPr lang="fr-FR" dirty="0" err="1"/>
              <a:t>aho</a:t>
            </a:r>
            <a:r>
              <a:rPr lang="fr-FR" dirty="0"/>
              <a:t>, dia </a:t>
            </a:r>
            <a:r>
              <a:rPr lang="fr-FR" dirty="0" err="1"/>
              <a:t>mbola</a:t>
            </a:r>
            <a:r>
              <a:rPr lang="fr-FR" dirty="0"/>
              <a:t> </a:t>
            </a:r>
            <a:r>
              <a:rPr lang="fr-FR" dirty="0" err="1"/>
              <a:t>nataoko</a:t>
            </a:r>
            <a:r>
              <a:rPr lang="fr-FR" dirty="0"/>
              <a:t> ho </a:t>
            </a:r>
            <a:r>
              <a:rPr lang="fr-FR" dirty="0" err="1"/>
              <a:t>mpanompon'ny</a:t>
            </a:r>
            <a:r>
              <a:rPr lang="fr-FR" dirty="0"/>
              <a:t> </a:t>
            </a:r>
            <a:r>
              <a:rPr lang="fr-FR" dirty="0" err="1"/>
              <a:t>olona</a:t>
            </a:r>
            <a:r>
              <a:rPr lang="fr-FR" dirty="0"/>
              <a:t> </a:t>
            </a:r>
            <a:r>
              <a:rPr lang="fr-FR" dirty="0" err="1"/>
              <a:t>rehetra</a:t>
            </a:r>
            <a:r>
              <a:rPr lang="fr-FR" dirty="0"/>
              <a:t> </a:t>
            </a:r>
            <a:r>
              <a:rPr lang="fr-FR" dirty="0" err="1"/>
              <a:t>ihany</a:t>
            </a:r>
            <a:r>
              <a:rPr lang="fr-FR" dirty="0"/>
              <a:t> </a:t>
            </a:r>
            <a:r>
              <a:rPr lang="fr-FR" dirty="0" err="1"/>
              <a:t>ny</a:t>
            </a:r>
            <a:r>
              <a:rPr lang="fr-FR" dirty="0"/>
              <a:t> </a:t>
            </a:r>
            <a:r>
              <a:rPr lang="fr-FR" dirty="0" err="1"/>
              <a:t>tenako</a:t>
            </a:r>
            <a:r>
              <a:rPr lang="fr-FR" dirty="0"/>
              <a:t> </a:t>
            </a:r>
            <a:r>
              <a:rPr lang="fr-FR" dirty="0" err="1"/>
              <a:t>mba</a:t>
            </a:r>
            <a:r>
              <a:rPr lang="fr-FR" dirty="0"/>
              <a:t> </a:t>
            </a:r>
            <a:r>
              <a:rPr lang="fr-FR" dirty="0" err="1"/>
              <a:t>hahazoako</a:t>
            </a:r>
            <a:r>
              <a:rPr lang="fr-FR" dirty="0"/>
              <a:t> </a:t>
            </a:r>
            <a:r>
              <a:rPr lang="fr-FR" dirty="0" err="1"/>
              <a:t>maromaro</a:t>
            </a:r>
            <a:r>
              <a:rPr lang="fr-FR" dirty="0"/>
              <a:t> </a:t>
            </a:r>
            <a:r>
              <a:rPr lang="fr-FR" dirty="0" smtClean="0"/>
              <a:t>kokoa.20 </a:t>
            </a:r>
            <a:r>
              <a:rPr lang="fr-FR" dirty="0" err="1"/>
              <a:t>Tamin'ny</a:t>
            </a:r>
            <a:r>
              <a:rPr lang="fr-FR" dirty="0"/>
              <a:t> </a:t>
            </a:r>
            <a:r>
              <a:rPr lang="fr-FR" dirty="0" err="1"/>
              <a:t>Jiosy</a:t>
            </a:r>
            <a:r>
              <a:rPr lang="fr-FR" dirty="0"/>
              <a:t>, dia </a:t>
            </a:r>
            <a:r>
              <a:rPr lang="fr-FR" dirty="0" err="1"/>
              <a:t>tonga</a:t>
            </a:r>
            <a:r>
              <a:rPr lang="fr-FR" dirty="0"/>
              <a:t> </a:t>
            </a:r>
            <a:r>
              <a:rPr lang="fr-FR" dirty="0" err="1"/>
              <a:t>toy</a:t>
            </a:r>
            <a:r>
              <a:rPr lang="fr-FR" dirty="0"/>
              <a:t> </a:t>
            </a:r>
            <a:r>
              <a:rPr lang="fr-FR" dirty="0" err="1"/>
              <a:t>ny</a:t>
            </a:r>
            <a:r>
              <a:rPr lang="fr-FR" dirty="0"/>
              <a:t> </a:t>
            </a:r>
            <a:r>
              <a:rPr lang="fr-FR" dirty="0" err="1"/>
              <a:t>Jiosy</a:t>
            </a:r>
            <a:r>
              <a:rPr lang="fr-FR" dirty="0"/>
              <a:t> </a:t>
            </a:r>
            <a:r>
              <a:rPr lang="fr-FR" dirty="0" err="1"/>
              <a:t>aho</a:t>
            </a:r>
            <a:r>
              <a:rPr lang="fr-FR" dirty="0"/>
              <a:t>, </a:t>
            </a:r>
            <a:r>
              <a:rPr lang="fr-FR" dirty="0" err="1"/>
              <a:t>mba</a:t>
            </a:r>
            <a:r>
              <a:rPr lang="fr-FR" dirty="0"/>
              <a:t> </a:t>
            </a:r>
            <a:r>
              <a:rPr lang="fr-FR" dirty="0" err="1"/>
              <a:t>hahazoako</a:t>
            </a:r>
            <a:r>
              <a:rPr lang="fr-FR" dirty="0"/>
              <a:t> </a:t>
            </a:r>
            <a:r>
              <a:rPr lang="fr-FR" dirty="0" err="1"/>
              <a:t>ny</a:t>
            </a:r>
            <a:r>
              <a:rPr lang="fr-FR" dirty="0"/>
              <a:t> </a:t>
            </a:r>
            <a:r>
              <a:rPr lang="fr-FR" dirty="0" err="1"/>
              <a:t>Jiosy</a:t>
            </a:r>
            <a:r>
              <a:rPr lang="fr-FR" dirty="0"/>
              <a:t>; </a:t>
            </a:r>
            <a:r>
              <a:rPr lang="fr-FR" dirty="0" err="1"/>
              <a:t>tamin'izay</a:t>
            </a:r>
            <a:r>
              <a:rPr lang="fr-FR" dirty="0"/>
              <a:t> </a:t>
            </a:r>
            <a:r>
              <a:rPr lang="fr-FR" dirty="0" err="1"/>
              <a:t>ambanin'ny</a:t>
            </a:r>
            <a:r>
              <a:rPr lang="fr-FR" dirty="0"/>
              <a:t> </a:t>
            </a:r>
            <a:r>
              <a:rPr lang="fr-FR" dirty="0" err="1"/>
              <a:t>lalàna</a:t>
            </a:r>
            <a:r>
              <a:rPr lang="fr-FR" dirty="0"/>
              <a:t>, dia </a:t>
            </a:r>
            <a:r>
              <a:rPr lang="fr-FR" dirty="0" err="1"/>
              <a:t>tonga</a:t>
            </a:r>
            <a:r>
              <a:rPr lang="fr-FR" dirty="0"/>
              <a:t> </a:t>
            </a:r>
            <a:r>
              <a:rPr lang="fr-FR" dirty="0" err="1"/>
              <a:t>toy</a:t>
            </a:r>
            <a:r>
              <a:rPr lang="fr-FR" dirty="0"/>
              <a:t> </a:t>
            </a:r>
            <a:r>
              <a:rPr lang="fr-FR" dirty="0" err="1"/>
              <a:t>izay</a:t>
            </a:r>
            <a:r>
              <a:rPr lang="fr-FR" dirty="0"/>
              <a:t> </a:t>
            </a:r>
            <a:r>
              <a:rPr lang="fr-FR" dirty="0" err="1"/>
              <a:t>ambanin'ny</a:t>
            </a:r>
            <a:r>
              <a:rPr lang="fr-FR" dirty="0"/>
              <a:t> </a:t>
            </a:r>
            <a:r>
              <a:rPr lang="fr-FR" dirty="0" err="1"/>
              <a:t>lalàna</a:t>
            </a:r>
            <a:r>
              <a:rPr lang="fr-FR" dirty="0"/>
              <a:t> </a:t>
            </a:r>
            <a:r>
              <a:rPr lang="fr-FR" dirty="0" err="1"/>
              <a:t>aho</a:t>
            </a:r>
            <a:r>
              <a:rPr lang="fr-FR" dirty="0"/>
              <a:t>, na dia </a:t>
            </a:r>
            <a:r>
              <a:rPr lang="fr-FR" dirty="0" err="1"/>
              <a:t>tsy</a:t>
            </a:r>
            <a:r>
              <a:rPr lang="fr-FR" dirty="0"/>
              <a:t> </a:t>
            </a:r>
            <a:r>
              <a:rPr lang="fr-FR" dirty="0" err="1"/>
              <a:t>ambanin'ny</a:t>
            </a:r>
            <a:r>
              <a:rPr lang="fr-FR" dirty="0"/>
              <a:t> </a:t>
            </a:r>
            <a:r>
              <a:rPr lang="fr-FR" dirty="0" err="1"/>
              <a:t>lalàna</a:t>
            </a:r>
            <a:r>
              <a:rPr lang="fr-FR" dirty="0"/>
              <a:t> </a:t>
            </a:r>
            <a:r>
              <a:rPr lang="fr-FR" dirty="0" err="1"/>
              <a:t>aza</a:t>
            </a:r>
            <a:r>
              <a:rPr lang="fr-FR" dirty="0"/>
              <a:t> </a:t>
            </a:r>
            <a:r>
              <a:rPr lang="fr-FR" dirty="0" err="1"/>
              <a:t>aho</a:t>
            </a:r>
            <a:r>
              <a:rPr lang="fr-FR" dirty="0"/>
              <a:t>, </a:t>
            </a:r>
            <a:r>
              <a:rPr lang="fr-FR" dirty="0" err="1"/>
              <a:t>mba</a:t>
            </a:r>
            <a:r>
              <a:rPr lang="fr-FR" dirty="0"/>
              <a:t> </a:t>
            </a:r>
            <a:r>
              <a:rPr lang="fr-FR" dirty="0" err="1"/>
              <a:t>hahazoako</a:t>
            </a:r>
            <a:r>
              <a:rPr lang="fr-FR" dirty="0"/>
              <a:t> </a:t>
            </a:r>
            <a:r>
              <a:rPr lang="fr-FR" dirty="0" err="1"/>
              <a:t>izay</a:t>
            </a:r>
            <a:r>
              <a:rPr lang="fr-FR" dirty="0"/>
              <a:t> </a:t>
            </a:r>
            <a:r>
              <a:rPr lang="fr-FR" dirty="0" err="1"/>
              <a:t>ambanin'ny</a:t>
            </a:r>
            <a:r>
              <a:rPr lang="fr-FR" dirty="0"/>
              <a:t> </a:t>
            </a:r>
            <a:r>
              <a:rPr lang="fr-FR" dirty="0" err="1" smtClean="0"/>
              <a:t>lalàna</a:t>
            </a:r>
            <a:r>
              <a:rPr lang="fr-FR" dirty="0" smtClean="0"/>
              <a:t>; 21 </a:t>
            </a:r>
            <a:r>
              <a:rPr lang="fr-FR" dirty="0" err="1"/>
              <a:t>tamin'izay</a:t>
            </a:r>
            <a:r>
              <a:rPr lang="fr-FR" dirty="0"/>
              <a:t> </a:t>
            </a:r>
            <a:r>
              <a:rPr lang="fr-FR" dirty="0" err="1"/>
              <a:t>tsy</a:t>
            </a:r>
            <a:r>
              <a:rPr lang="fr-FR" dirty="0"/>
              <a:t> </a:t>
            </a:r>
            <a:r>
              <a:rPr lang="fr-FR" dirty="0" err="1"/>
              <a:t>manana</a:t>
            </a:r>
            <a:r>
              <a:rPr lang="fr-FR" dirty="0"/>
              <a:t> </a:t>
            </a:r>
            <a:r>
              <a:rPr lang="fr-FR" dirty="0" err="1"/>
              <a:t>lalàna</a:t>
            </a:r>
            <a:r>
              <a:rPr lang="fr-FR" dirty="0"/>
              <a:t>, dia </a:t>
            </a:r>
            <a:r>
              <a:rPr lang="fr-FR" dirty="0" err="1"/>
              <a:t>toy</a:t>
            </a:r>
            <a:r>
              <a:rPr lang="fr-FR" dirty="0"/>
              <a:t> </a:t>
            </a:r>
            <a:r>
              <a:rPr lang="fr-FR" dirty="0" err="1"/>
              <a:t>izay</a:t>
            </a:r>
            <a:r>
              <a:rPr lang="fr-FR" dirty="0"/>
              <a:t> </a:t>
            </a:r>
            <a:r>
              <a:rPr lang="fr-FR" dirty="0" err="1"/>
              <a:t>tsy</a:t>
            </a:r>
            <a:r>
              <a:rPr lang="fr-FR" dirty="0"/>
              <a:t> </a:t>
            </a:r>
            <a:r>
              <a:rPr lang="fr-FR" dirty="0" err="1"/>
              <a:t>manana</a:t>
            </a:r>
            <a:r>
              <a:rPr lang="fr-FR" dirty="0"/>
              <a:t> </a:t>
            </a:r>
            <a:r>
              <a:rPr lang="fr-FR" dirty="0" err="1"/>
              <a:t>lalàna</a:t>
            </a:r>
            <a:r>
              <a:rPr lang="fr-FR" dirty="0"/>
              <a:t> </a:t>
            </a:r>
            <a:r>
              <a:rPr lang="fr-FR" dirty="0" err="1"/>
              <a:t>aho</a:t>
            </a:r>
            <a:r>
              <a:rPr lang="fr-FR" dirty="0"/>
              <a:t> (</a:t>
            </a:r>
            <a:r>
              <a:rPr lang="fr-FR" dirty="0" err="1"/>
              <a:t>kanefa</a:t>
            </a:r>
            <a:r>
              <a:rPr lang="fr-FR" dirty="0"/>
              <a:t> </a:t>
            </a:r>
            <a:r>
              <a:rPr lang="fr-FR" dirty="0" err="1"/>
              <a:t>tsy</a:t>
            </a:r>
            <a:r>
              <a:rPr lang="fr-FR" dirty="0"/>
              <a:t> </a:t>
            </a:r>
            <a:r>
              <a:rPr lang="fr-FR" dirty="0" err="1"/>
              <a:t>mba</a:t>
            </a:r>
            <a:r>
              <a:rPr lang="fr-FR" dirty="0"/>
              <a:t> </a:t>
            </a:r>
            <a:r>
              <a:rPr lang="fr-FR" dirty="0" err="1"/>
              <a:t>olona</a:t>
            </a:r>
            <a:r>
              <a:rPr lang="fr-FR" dirty="0"/>
              <a:t> </a:t>
            </a:r>
            <a:r>
              <a:rPr lang="fr-FR" dirty="0" err="1"/>
              <a:t>tsy</a:t>
            </a:r>
            <a:r>
              <a:rPr lang="fr-FR" dirty="0"/>
              <a:t> </a:t>
            </a:r>
            <a:r>
              <a:rPr lang="fr-FR" dirty="0" err="1"/>
              <a:t>manana</a:t>
            </a:r>
            <a:r>
              <a:rPr lang="fr-FR" dirty="0"/>
              <a:t> </a:t>
            </a:r>
            <a:r>
              <a:rPr lang="fr-FR" dirty="0" err="1"/>
              <a:t>lalàna</a:t>
            </a:r>
            <a:r>
              <a:rPr lang="fr-FR" dirty="0"/>
              <a:t> </a:t>
            </a:r>
            <a:r>
              <a:rPr lang="fr-FR" dirty="0" err="1"/>
              <a:t>amin'Andriamanitra</a:t>
            </a:r>
            <a:r>
              <a:rPr lang="fr-FR" dirty="0"/>
              <a:t> </a:t>
            </a:r>
            <a:r>
              <a:rPr lang="fr-FR" dirty="0" err="1"/>
              <a:t>aho</a:t>
            </a:r>
            <a:r>
              <a:rPr lang="fr-FR" dirty="0"/>
              <a:t>, fa </a:t>
            </a:r>
            <a:r>
              <a:rPr lang="fr-FR" dirty="0" err="1"/>
              <a:t>ambanin'ny</a:t>
            </a:r>
            <a:r>
              <a:rPr lang="fr-FR" dirty="0"/>
              <a:t> </a:t>
            </a:r>
            <a:r>
              <a:rPr lang="fr-FR" dirty="0" err="1"/>
              <a:t>lalàn'i</a:t>
            </a:r>
            <a:r>
              <a:rPr lang="fr-FR" dirty="0"/>
              <a:t> </a:t>
            </a:r>
            <a:r>
              <a:rPr lang="fr-FR" dirty="0" err="1"/>
              <a:t>Kristy</a:t>
            </a:r>
            <a:r>
              <a:rPr lang="fr-FR" dirty="0"/>
              <a:t>), </a:t>
            </a:r>
            <a:r>
              <a:rPr lang="fr-FR" dirty="0" err="1"/>
              <a:t>mba</a:t>
            </a:r>
            <a:r>
              <a:rPr lang="fr-FR" dirty="0"/>
              <a:t> </a:t>
            </a:r>
            <a:r>
              <a:rPr lang="fr-FR" dirty="0" err="1"/>
              <a:t>hahazoako</a:t>
            </a:r>
            <a:r>
              <a:rPr lang="fr-FR" dirty="0"/>
              <a:t> </a:t>
            </a:r>
            <a:r>
              <a:rPr lang="fr-FR" dirty="0" err="1"/>
              <a:t>izay</a:t>
            </a:r>
            <a:r>
              <a:rPr lang="fr-FR" dirty="0"/>
              <a:t> </a:t>
            </a:r>
            <a:r>
              <a:rPr lang="fr-FR" dirty="0" err="1"/>
              <a:t>tsy</a:t>
            </a:r>
            <a:r>
              <a:rPr lang="fr-FR" dirty="0"/>
              <a:t> </a:t>
            </a:r>
            <a:r>
              <a:rPr lang="fr-FR" dirty="0" err="1"/>
              <a:t>manana</a:t>
            </a:r>
            <a:r>
              <a:rPr lang="fr-FR" dirty="0"/>
              <a:t> </a:t>
            </a:r>
            <a:r>
              <a:rPr lang="fr-FR" dirty="0" smtClean="0"/>
              <a:t>lalàna,22 </a:t>
            </a:r>
            <a:r>
              <a:rPr lang="fr-FR" dirty="0" err="1"/>
              <a:t>tamin'ny</a:t>
            </a:r>
            <a:r>
              <a:rPr lang="fr-FR" dirty="0"/>
              <a:t> </a:t>
            </a:r>
            <a:r>
              <a:rPr lang="fr-FR" dirty="0" err="1"/>
              <a:t>malemy</a:t>
            </a:r>
            <a:r>
              <a:rPr lang="fr-FR" dirty="0"/>
              <a:t> dia </a:t>
            </a:r>
            <a:r>
              <a:rPr lang="fr-FR" dirty="0" err="1"/>
              <a:t>tonga</a:t>
            </a:r>
            <a:r>
              <a:rPr lang="fr-FR" dirty="0"/>
              <a:t> </a:t>
            </a:r>
            <a:r>
              <a:rPr lang="fr-FR" dirty="0" err="1"/>
              <a:t>malemy</a:t>
            </a:r>
            <a:r>
              <a:rPr lang="fr-FR" dirty="0"/>
              <a:t> </a:t>
            </a:r>
            <a:r>
              <a:rPr lang="fr-FR" dirty="0" err="1"/>
              <a:t>aho</a:t>
            </a:r>
            <a:r>
              <a:rPr lang="fr-FR" dirty="0"/>
              <a:t>, </a:t>
            </a:r>
            <a:r>
              <a:rPr lang="fr-FR" dirty="0" err="1"/>
              <a:t>mba</a:t>
            </a:r>
            <a:r>
              <a:rPr lang="fr-FR" dirty="0"/>
              <a:t> </a:t>
            </a:r>
            <a:r>
              <a:rPr lang="fr-FR" dirty="0" err="1"/>
              <a:t>hahazoako</a:t>
            </a:r>
            <a:r>
              <a:rPr lang="fr-FR" dirty="0"/>
              <a:t> </a:t>
            </a:r>
            <a:r>
              <a:rPr lang="fr-FR" dirty="0" err="1"/>
              <a:t>ny</a:t>
            </a:r>
            <a:r>
              <a:rPr lang="fr-FR" dirty="0"/>
              <a:t> </a:t>
            </a:r>
            <a:r>
              <a:rPr lang="fr-FR" dirty="0" err="1"/>
              <a:t>malemy</a:t>
            </a:r>
            <a:r>
              <a:rPr lang="fr-FR" dirty="0"/>
              <a:t>; </a:t>
            </a:r>
            <a:r>
              <a:rPr lang="fr-FR" dirty="0" err="1"/>
              <a:t>efa</a:t>
            </a:r>
            <a:r>
              <a:rPr lang="fr-FR" dirty="0"/>
              <a:t> </a:t>
            </a:r>
            <a:r>
              <a:rPr lang="fr-FR" dirty="0" err="1"/>
              <a:t>tonga</a:t>
            </a:r>
            <a:r>
              <a:rPr lang="fr-FR" dirty="0"/>
              <a:t> </a:t>
            </a:r>
            <a:r>
              <a:rPr lang="fr-FR" dirty="0" err="1"/>
              <a:t>zavatra</a:t>
            </a:r>
            <a:r>
              <a:rPr lang="fr-FR" dirty="0"/>
              <a:t> </a:t>
            </a:r>
            <a:r>
              <a:rPr lang="fr-FR" dirty="0" err="1"/>
              <a:t>rehetra</a:t>
            </a:r>
            <a:r>
              <a:rPr lang="fr-FR" dirty="0"/>
              <a:t> </a:t>
            </a:r>
            <a:r>
              <a:rPr lang="fr-FR" dirty="0" err="1"/>
              <a:t>aho</a:t>
            </a:r>
            <a:r>
              <a:rPr lang="fr-FR" dirty="0"/>
              <a:t> </a:t>
            </a:r>
            <a:r>
              <a:rPr lang="fr-FR" dirty="0" err="1"/>
              <a:t>amin'ny</a:t>
            </a:r>
            <a:r>
              <a:rPr lang="fr-FR" dirty="0"/>
              <a:t> </a:t>
            </a:r>
            <a:r>
              <a:rPr lang="fr-FR" dirty="0" err="1"/>
              <a:t>olona</a:t>
            </a:r>
            <a:r>
              <a:rPr lang="fr-FR" dirty="0"/>
              <a:t> </a:t>
            </a:r>
            <a:r>
              <a:rPr lang="fr-FR" dirty="0" err="1"/>
              <a:t>rehetra</a:t>
            </a:r>
            <a:r>
              <a:rPr lang="fr-FR" dirty="0"/>
              <a:t>, </a:t>
            </a:r>
            <a:r>
              <a:rPr lang="fr-FR" dirty="0" err="1"/>
              <a:t>mba</a:t>
            </a:r>
            <a:r>
              <a:rPr lang="fr-FR" dirty="0"/>
              <a:t> </a:t>
            </a:r>
            <a:r>
              <a:rPr lang="fr-FR" dirty="0" err="1"/>
              <a:t>hamonjeko</a:t>
            </a:r>
            <a:r>
              <a:rPr lang="fr-FR" dirty="0"/>
              <a:t> </a:t>
            </a:r>
            <a:r>
              <a:rPr lang="fr-FR" dirty="0" err="1"/>
              <a:t>ny</a:t>
            </a:r>
            <a:r>
              <a:rPr lang="fr-FR" dirty="0"/>
              <a:t> </a:t>
            </a:r>
            <a:r>
              <a:rPr lang="fr-FR" dirty="0" err="1"/>
              <a:t>sasany</a:t>
            </a:r>
            <a:r>
              <a:rPr lang="fr-FR" dirty="0"/>
              <a:t> na </a:t>
            </a:r>
            <a:r>
              <a:rPr lang="fr-FR" dirty="0" err="1"/>
              <a:t>iza</a:t>
            </a:r>
            <a:r>
              <a:rPr lang="fr-FR" dirty="0"/>
              <a:t> na </a:t>
            </a:r>
            <a:r>
              <a:rPr lang="fr-FR" dirty="0" smtClean="0"/>
              <a:t>iza.23 </a:t>
            </a:r>
            <a:r>
              <a:rPr lang="fr-FR" dirty="0" err="1"/>
              <a:t>Ary</a:t>
            </a:r>
            <a:r>
              <a:rPr lang="fr-FR" dirty="0"/>
              <a:t> </a:t>
            </a:r>
            <a:r>
              <a:rPr lang="fr-FR" dirty="0" err="1"/>
              <a:t>izany</a:t>
            </a:r>
            <a:r>
              <a:rPr lang="fr-FR" dirty="0"/>
              <a:t> </a:t>
            </a:r>
            <a:r>
              <a:rPr lang="fr-FR" dirty="0" err="1"/>
              <a:t>rehetra</a:t>
            </a:r>
            <a:r>
              <a:rPr lang="fr-FR" dirty="0"/>
              <a:t> </a:t>
            </a:r>
            <a:r>
              <a:rPr lang="fr-FR" dirty="0" err="1"/>
              <a:t>izany</a:t>
            </a:r>
            <a:r>
              <a:rPr lang="fr-FR" dirty="0"/>
              <a:t> dia </a:t>
            </a:r>
            <a:r>
              <a:rPr lang="fr-FR" dirty="0" err="1"/>
              <a:t>ataoko</a:t>
            </a:r>
            <a:r>
              <a:rPr lang="fr-FR" dirty="0"/>
              <a:t> </a:t>
            </a:r>
            <a:r>
              <a:rPr lang="fr-FR" dirty="0" err="1"/>
              <a:t>noho</a:t>
            </a:r>
            <a:r>
              <a:rPr lang="fr-FR" dirty="0"/>
              <a:t> </a:t>
            </a:r>
            <a:r>
              <a:rPr lang="fr-FR" dirty="0" err="1"/>
              <a:t>ny</a:t>
            </a:r>
            <a:r>
              <a:rPr lang="fr-FR" dirty="0"/>
              <a:t> </a:t>
            </a:r>
            <a:r>
              <a:rPr lang="fr-FR" dirty="0" err="1"/>
              <a:t>filazantsara</a:t>
            </a:r>
            <a:r>
              <a:rPr lang="fr-FR" dirty="0"/>
              <a:t> </a:t>
            </a:r>
            <a:r>
              <a:rPr lang="fr-FR" dirty="0" err="1"/>
              <a:t>mba</a:t>
            </a:r>
            <a:r>
              <a:rPr lang="fr-FR" dirty="0"/>
              <a:t> ho </a:t>
            </a:r>
            <a:r>
              <a:rPr lang="fr-FR" dirty="0" err="1"/>
              <a:t>tonga</a:t>
            </a:r>
            <a:r>
              <a:rPr lang="fr-FR" dirty="0"/>
              <a:t> </a:t>
            </a:r>
            <a:r>
              <a:rPr lang="fr-FR" dirty="0" err="1"/>
              <a:t>mpiombona</a:t>
            </a:r>
            <a:r>
              <a:rPr lang="fr-FR" dirty="0"/>
              <a:t> </a:t>
            </a:r>
            <a:r>
              <a:rPr lang="fr-FR" dirty="0" err="1"/>
              <a:t>aminy</a:t>
            </a:r>
            <a:r>
              <a:rPr lang="fr-FR" dirty="0"/>
              <a:t> </a:t>
            </a:r>
            <a:r>
              <a:rPr lang="fr-FR" dirty="0" err="1"/>
              <a:t>aho</a:t>
            </a:r>
            <a:r>
              <a:rPr lang="fr-F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714426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dirty="0"/>
              <a:t>I Paul dia </a:t>
            </a:r>
            <a:r>
              <a:rPr lang="fr-FR" dirty="0" err="1"/>
              <a:t>mampiditra</a:t>
            </a:r>
            <a:r>
              <a:rPr lang="fr-FR" dirty="0"/>
              <a:t> </a:t>
            </a:r>
            <a:r>
              <a:rPr lang="fr-FR" dirty="0" err="1"/>
              <a:t>izay</a:t>
            </a:r>
            <a:r>
              <a:rPr lang="fr-FR" dirty="0"/>
              <a:t> </a:t>
            </a:r>
            <a:r>
              <a:rPr lang="fr-FR" dirty="0" err="1"/>
              <a:t>fantatra</a:t>
            </a:r>
            <a:r>
              <a:rPr lang="fr-FR" dirty="0"/>
              <a:t> </a:t>
            </a:r>
            <a:r>
              <a:rPr lang="fr-FR" dirty="0" err="1"/>
              <a:t>amin'ny</a:t>
            </a:r>
            <a:r>
              <a:rPr lang="fr-FR" dirty="0"/>
              <a:t> </a:t>
            </a:r>
            <a:r>
              <a:rPr lang="fr-FR" dirty="0" err="1"/>
              <a:t>anarana</a:t>
            </a:r>
            <a:r>
              <a:rPr lang="fr-FR" dirty="0"/>
              <a:t> </a:t>
            </a:r>
            <a:r>
              <a:rPr lang="fr-FR" dirty="0" err="1"/>
              <a:t>hoe</a:t>
            </a:r>
            <a:r>
              <a:rPr lang="fr-FR" dirty="0"/>
              <a:t> "</a:t>
            </a:r>
            <a:r>
              <a:rPr lang="fr-FR" dirty="0" err="1" smtClean="0"/>
              <a:t>fomba</a:t>
            </a:r>
            <a:r>
              <a:rPr lang="fr-FR" dirty="0" smtClean="0"/>
              <a:t> </a:t>
            </a:r>
            <a:r>
              <a:rPr lang="fr-FR" dirty="0" err="1" smtClean="0"/>
              <a:t>fitondrana</a:t>
            </a:r>
            <a:r>
              <a:rPr lang="fr-FR" dirty="0" smtClean="0"/>
              <a:t> </a:t>
            </a:r>
            <a:r>
              <a:rPr lang="fr-FR" dirty="0" err="1" smtClean="0"/>
              <a:t>ny</a:t>
            </a:r>
            <a:r>
              <a:rPr lang="fr-FR" dirty="0" smtClean="0"/>
              <a:t>  </a:t>
            </a:r>
            <a:r>
              <a:rPr lang="fr-FR" dirty="0" err="1"/>
              <a:t>iraka</a:t>
            </a:r>
            <a:r>
              <a:rPr lang="fr-FR" dirty="0"/>
              <a:t> </a:t>
            </a:r>
            <a:r>
              <a:rPr lang="fr-FR" dirty="0" err="1"/>
              <a:t>miampita</a:t>
            </a:r>
            <a:r>
              <a:rPr lang="fr-FR" dirty="0"/>
              <a:t> </a:t>
            </a:r>
            <a:r>
              <a:rPr lang="fr-FR" dirty="0" err="1"/>
              <a:t>kolontsaina</a:t>
            </a:r>
            <a:r>
              <a:rPr lang="fr-FR" dirty="0"/>
              <a:t>". </a:t>
            </a:r>
          </a:p>
          <a:p>
            <a:r>
              <a:rPr lang="fr-FR" dirty="0"/>
              <a:t>Paul Hiebert dia </a:t>
            </a:r>
            <a:r>
              <a:rPr lang="fr-FR" dirty="0" err="1"/>
              <a:t>nanamafy</a:t>
            </a:r>
            <a:r>
              <a:rPr lang="fr-FR" dirty="0"/>
              <a:t> </a:t>
            </a:r>
            <a:r>
              <a:rPr lang="fr-FR" dirty="0" smtClean="0"/>
              <a:t>fa </a:t>
            </a:r>
            <a:r>
              <a:rPr lang="fr-FR" dirty="0" err="1" smtClean="0"/>
              <a:t>mila</a:t>
            </a:r>
            <a:r>
              <a:rPr lang="fr-FR" dirty="0" smtClean="0"/>
              <a:t> </a:t>
            </a:r>
            <a:r>
              <a:rPr lang="fr-FR" dirty="0" err="1" smtClean="0"/>
              <a:t>mahatratra</a:t>
            </a:r>
            <a:r>
              <a:rPr lang="fr-FR" dirty="0" smtClean="0"/>
              <a:t> </a:t>
            </a:r>
            <a:r>
              <a:rPr lang="fr-FR" dirty="0" err="1"/>
              <a:t>ny</a:t>
            </a:r>
            <a:r>
              <a:rPr lang="fr-FR" dirty="0"/>
              <a:t> </a:t>
            </a:r>
            <a:r>
              <a:rPr lang="fr-FR" dirty="0" err="1"/>
              <a:t>olona</a:t>
            </a:r>
            <a:r>
              <a:rPr lang="fr-FR" dirty="0"/>
              <a:t> </a:t>
            </a:r>
            <a:r>
              <a:rPr lang="fr-FR" dirty="0" err="1"/>
              <a:t>sy</a:t>
            </a:r>
            <a:r>
              <a:rPr lang="fr-FR" dirty="0"/>
              <a:t> </a:t>
            </a:r>
            <a:r>
              <a:rPr lang="fr-FR" dirty="0" err="1"/>
              <a:t>ny</a:t>
            </a:r>
            <a:r>
              <a:rPr lang="fr-FR" dirty="0"/>
              <a:t> </a:t>
            </a:r>
            <a:r>
              <a:rPr lang="fr-FR" dirty="0" err="1"/>
              <a:t>eritreriny</a:t>
            </a:r>
            <a:r>
              <a:rPr lang="fr-FR" dirty="0"/>
              <a:t> </a:t>
            </a:r>
            <a:r>
              <a:rPr lang="fr-FR" dirty="0" err="1"/>
              <a:t>isika</a:t>
            </a:r>
            <a:r>
              <a:rPr lang="fr-FR" dirty="0"/>
              <a:t> </a:t>
            </a:r>
            <a:r>
              <a:rPr lang="fr-FR" dirty="0" err="1"/>
              <a:t>mba</a:t>
            </a:r>
            <a:r>
              <a:rPr lang="fr-FR" dirty="0"/>
              <a:t> </a:t>
            </a:r>
            <a:r>
              <a:rPr lang="fr-FR" dirty="0" err="1"/>
              <a:t>handikana</a:t>
            </a:r>
            <a:r>
              <a:rPr lang="fr-FR" dirty="0"/>
              <a:t> </a:t>
            </a:r>
            <a:r>
              <a:rPr lang="fr-FR" dirty="0" err="1"/>
              <a:t>ny</a:t>
            </a:r>
            <a:r>
              <a:rPr lang="fr-FR" dirty="0"/>
              <a:t> </a:t>
            </a:r>
            <a:r>
              <a:rPr lang="fr-FR" dirty="0" err="1"/>
              <a:t>filazantsara</a:t>
            </a:r>
            <a:r>
              <a:rPr lang="fr-FR" dirty="0"/>
              <a:t> </a:t>
            </a:r>
            <a:r>
              <a:rPr lang="fr-FR" dirty="0" smtClean="0"/>
              <a:t>,</a:t>
            </a:r>
            <a:r>
              <a:rPr lang="fr-FR" dirty="0" err="1" smtClean="0"/>
              <a:t>ny</a:t>
            </a:r>
            <a:r>
              <a:rPr lang="fr-FR" dirty="0" smtClean="0"/>
              <a:t> </a:t>
            </a:r>
            <a:r>
              <a:rPr lang="fr-FR" dirty="0" err="1"/>
              <a:t>eritreriny</a:t>
            </a:r>
            <a:r>
              <a:rPr lang="fr-FR" dirty="0"/>
              <a:t>, </a:t>
            </a:r>
            <a:r>
              <a:rPr lang="fr-FR" dirty="0" err="1"/>
              <a:t>ary</a:t>
            </a:r>
            <a:r>
              <a:rPr lang="fr-FR" dirty="0"/>
              <a:t> </a:t>
            </a:r>
            <a:r>
              <a:rPr lang="fr-FR" dirty="0" err="1"/>
              <a:t>mila</a:t>
            </a:r>
            <a:r>
              <a:rPr lang="fr-FR" dirty="0"/>
              <a:t> </a:t>
            </a:r>
            <a:r>
              <a:rPr lang="fr-FR" dirty="0" err="1"/>
              <a:t>mahatakatra</a:t>
            </a:r>
            <a:r>
              <a:rPr lang="fr-FR" dirty="0"/>
              <a:t> </a:t>
            </a:r>
            <a:r>
              <a:rPr lang="fr-FR" dirty="0" err="1"/>
              <a:t>ny</a:t>
            </a:r>
            <a:r>
              <a:rPr lang="fr-FR" dirty="0"/>
              <a:t> </a:t>
            </a:r>
            <a:r>
              <a:rPr lang="fr-FR" dirty="0" err="1"/>
              <a:t>soratra</a:t>
            </a:r>
            <a:r>
              <a:rPr lang="fr-FR" dirty="0"/>
              <a:t> </a:t>
            </a:r>
            <a:r>
              <a:rPr lang="fr-FR" dirty="0" err="1"/>
              <a:t>masina</a:t>
            </a:r>
            <a:r>
              <a:rPr lang="fr-FR" dirty="0"/>
              <a:t> </a:t>
            </a:r>
            <a:r>
              <a:rPr lang="fr-FR" dirty="0" err="1"/>
              <a:t>ao</a:t>
            </a:r>
            <a:r>
              <a:rPr lang="fr-FR" dirty="0"/>
              <a:t> </a:t>
            </a:r>
            <a:r>
              <a:rPr lang="fr-FR" dirty="0" err="1"/>
              <a:t>anatin'izy</a:t>
            </a:r>
            <a:r>
              <a:rPr lang="fr-FR" dirty="0"/>
              <a:t> </a:t>
            </a:r>
            <a:r>
              <a:rPr lang="fr-FR" dirty="0" err="1"/>
              <a:t>ireo</a:t>
            </a:r>
            <a:r>
              <a:rPr lang="fr-FR" dirty="0"/>
              <a:t> </a:t>
            </a:r>
            <a:r>
              <a:rPr lang="fr-FR" dirty="0" err="1"/>
              <a:t>isika</a:t>
            </a:r>
            <a:r>
              <a:rPr lang="fr-FR" dirty="0"/>
              <a:t> </a:t>
            </a:r>
            <a:r>
              <a:rPr lang="fr-FR" dirty="0" smtClean="0"/>
              <a:t>,</a:t>
            </a:r>
            <a:r>
              <a:rPr lang="fr-FR" dirty="0" err="1" smtClean="0"/>
              <a:t>ny</a:t>
            </a:r>
            <a:r>
              <a:rPr lang="fr-FR" dirty="0" smtClean="0"/>
              <a:t> </a:t>
            </a:r>
            <a:r>
              <a:rPr lang="fr-FR" dirty="0" err="1" smtClean="0"/>
              <a:t>tontolon'ny</a:t>
            </a:r>
            <a:r>
              <a:rPr lang="fr-FR" dirty="0" smtClean="0"/>
              <a:t> </a:t>
            </a:r>
            <a:r>
              <a:rPr lang="fr-FR" dirty="0" err="1"/>
              <a:t>kolontsaina</a:t>
            </a:r>
            <a:r>
              <a:rPr lang="fr-FR" dirty="0"/>
              <a:t> </a:t>
            </a:r>
            <a:r>
              <a:rPr lang="fr-FR" dirty="0" err="1"/>
              <a:t>mba</a:t>
            </a:r>
            <a:r>
              <a:rPr lang="fr-FR" dirty="0"/>
              <a:t> </a:t>
            </a:r>
            <a:r>
              <a:rPr lang="fr-FR" dirty="0" err="1" smtClean="0"/>
              <a:t>ahafahantsika</a:t>
            </a:r>
            <a:r>
              <a:rPr lang="fr-FR" dirty="0" smtClean="0"/>
              <a:t> </a:t>
            </a:r>
            <a:r>
              <a:rPr lang="fr-FR" dirty="0" err="1" smtClean="0"/>
              <a:t>mahazo</a:t>
            </a:r>
            <a:r>
              <a:rPr lang="fr-FR" dirty="0" smtClean="0"/>
              <a:t> </a:t>
            </a:r>
            <a:r>
              <a:rPr lang="fr-FR" dirty="0" err="1"/>
              <a:t>azy</a:t>
            </a:r>
            <a:r>
              <a:rPr lang="fr-FR" dirty="0"/>
              <a:t> </a:t>
            </a:r>
            <a:r>
              <a:rPr lang="fr-FR" dirty="0" err="1"/>
              <a:t>ireo</a:t>
            </a:r>
            <a:r>
              <a:rPr lang="fr-FR" dirty="0"/>
              <a:t> </a:t>
            </a:r>
            <a:r>
              <a:rPr lang="fr-FR" dirty="0" err="1"/>
              <a:t>amin'ny</a:t>
            </a:r>
            <a:r>
              <a:rPr lang="fr-FR" dirty="0"/>
              <a:t> </a:t>
            </a:r>
            <a:r>
              <a:rPr lang="fr-FR" dirty="0" err="1"/>
              <a:t>kolontsaina</a:t>
            </a:r>
            <a:r>
              <a:rPr lang="fr-FR" dirty="0"/>
              <a:t> </a:t>
            </a:r>
            <a:r>
              <a:rPr lang="fr-FR" dirty="0" err="1"/>
              <a:t>eo</a:t>
            </a:r>
            <a:r>
              <a:rPr lang="fr-FR" dirty="0"/>
              <a:t> an-</a:t>
            </a:r>
            <a:r>
              <a:rPr lang="fr-FR" dirty="0" err="1"/>
              <a:t>toerana</a:t>
            </a:r>
            <a:r>
              <a:rPr lang="fr-FR" dirty="0"/>
              <a:t> </a:t>
            </a:r>
            <a:r>
              <a:rPr lang="fr-FR" dirty="0" err="1"/>
              <a:t>tsy</a:t>
            </a:r>
            <a:r>
              <a:rPr lang="fr-FR" dirty="0"/>
              <a:t> </a:t>
            </a:r>
            <a:r>
              <a:rPr lang="fr-FR" dirty="0" err="1"/>
              <a:t>misy</a:t>
            </a:r>
            <a:r>
              <a:rPr lang="fr-FR" dirty="0"/>
              <a:t> </a:t>
            </a:r>
            <a:r>
              <a:rPr lang="fr-FR" dirty="0" smtClean="0"/>
              <a:t> </a:t>
            </a:r>
            <a:r>
              <a:rPr lang="fr-FR" dirty="0" err="1" smtClean="0"/>
              <a:t>very</a:t>
            </a:r>
            <a:r>
              <a:rPr lang="fr-FR" dirty="0" smtClean="0"/>
              <a:t> </a:t>
            </a:r>
            <a:r>
              <a:rPr lang="fr-FR" dirty="0" err="1"/>
              <a:t>ny</a:t>
            </a:r>
            <a:r>
              <a:rPr lang="fr-FR" dirty="0"/>
              <a:t> </a:t>
            </a:r>
            <a:r>
              <a:rPr lang="fr-FR" dirty="0" err="1"/>
              <a:t>hafatr’Andriamanitra</a:t>
            </a:r>
            <a:r>
              <a:rPr lang="fr-F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397968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200" y="545465"/>
            <a:ext cx="11119338" cy="5616184"/>
          </a:xfrm>
        </p:spPr>
        <p:txBody>
          <a:bodyPr>
            <a:noAutofit/>
          </a:bodyPr>
          <a:lstStyle/>
          <a:p>
            <a:r>
              <a:rPr lang="fr-FR" sz="3600" dirty="0" err="1"/>
              <a:t>Ny</a:t>
            </a:r>
            <a:r>
              <a:rPr lang="fr-FR" sz="3600" dirty="0"/>
              <a:t> </a:t>
            </a:r>
            <a:r>
              <a:rPr lang="fr-FR" sz="3600" dirty="0" err="1"/>
              <a:t>fanatonana</a:t>
            </a:r>
            <a:r>
              <a:rPr lang="fr-FR" sz="3600" dirty="0"/>
              <a:t> </a:t>
            </a:r>
            <a:r>
              <a:rPr lang="fr-FR" sz="3600" dirty="0" err="1"/>
              <a:t>olona</a:t>
            </a:r>
            <a:r>
              <a:rPr lang="fr-FR" sz="3600" dirty="0"/>
              <a:t> </a:t>
            </a:r>
            <a:r>
              <a:rPr lang="fr-FR" sz="3600" dirty="0" err="1"/>
              <a:t>avy</a:t>
            </a:r>
            <a:r>
              <a:rPr lang="fr-FR" sz="3600" dirty="0"/>
              <a:t> </a:t>
            </a:r>
            <a:r>
              <a:rPr lang="fr-FR" sz="3600" dirty="0" err="1"/>
              <a:t>amin’ny</a:t>
            </a:r>
            <a:r>
              <a:rPr lang="fr-FR" sz="3600" dirty="0"/>
              <a:t> </a:t>
            </a:r>
            <a:r>
              <a:rPr lang="fr-FR" sz="3600" dirty="0" err="1"/>
              <a:t>fiaviana</a:t>
            </a:r>
            <a:r>
              <a:rPr lang="fr-FR" sz="3600" dirty="0"/>
              <a:t> ara-</a:t>
            </a:r>
            <a:r>
              <a:rPr lang="fr-FR" sz="3600" dirty="0" err="1"/>
              <a:t>poko</a:t>
            </a:r>
            <a:r>
              <a:rPr lang="fr-FR" sz="3600" dirty="0"/>
              <a:t>, ara-</a:t>
            </a:r>
            <a:r>
              <a:rPr lang="fr-FR" sz="3600" dirty="0" err="1"/>
              <a:t>pivavahana</a:t>
            </a:r>
            <a:r>
              <a:rPr lang="fr-FR" sz="3600" dirty="0"/>
              <a:t> </a:t>
            </a:r>
            <a:r>
              <a:rPr lang="fr-FR" sz="3600" dirty="0" err="1"/>
              <a:t>ary</a:t>
            </a:r>
            <a:r>
              <a:rPr lang="fr-FR" sz="3600" dirty="0"/>
              <a:t> ara-</a:t>
            </a:r>
            <a:r>
              <a:rPr lang="fr-FR" sz="3600" dirty="0" err="1"/>
              <a:t>tsosialy</a:t>
            </a:r>
            <a:r>
              <a:rPr lang="fr-FR" sz="3600" dirty="0"/>
              <a:t> </a:t>
            </a:r>
            <a:r>
              <a:rPr lang="fr-FR" sz="3600" dirty="0" err="1"/>
              <a:t>samihafa</a:t>
            </a:r>
            <a:r>
              <a:rPr lang="fr-FR" sz="3600" dirty="0"/>
              <a:t> dia </a:t>
            </a:r>
            <a:r>
              <a:rPr lang="fr-FR" sz="3600" dirty="0" err="1"/>
              <a:t>mitaky</a:t>
            </a:r>
            <a:r>
              <a:rPr lang="fr-FR" sz="3600" dirty="0"/>
              <a:t> </a:t>
            </a:r>
            <a:r>
              <a:rPr lang="fr-FR" sz="3600" dirty="0" err="1"/>
              <a:t>fahaiza-mijoro</a:t>
            </a:r>
            <a:r>
              <a:rPr lang="fr-FR" sz="3600" dirty="0"/>
              <a:t> </a:t>
            </a:r>
            <a:r>
              <a:rPr lang="fr-FR" sz="3600" dirty="0" err="1"/>
              <a:t>vavolombelona</a:t>
            </a:r>
            <a:r>
              <a:rPr lang="fr-FR" sz="3600" dirty="0"/>
              <a:t> </a:t>
            </a:r>
            <a:r>
              <a:rPr lang="fr-FR" sz="3600" dirty="0" err="1"/>
              <a:t>miampita</a:t>
            </a:r>
            <a:r>
              <a:rPr lang="fr-FR" sz="3600" dirty="0"/>
              <a:t> </a:t>
            </a:r>
            <a:r>
              <a:rPr lang="fr-FR" sz="3600" dirty="0" err="1"/>
              <a:t>kolontsaina</a:t>
            </a:r>
            <a:r>
              <a:rPr lang="fr-FR" sz="3600" dirty="0"/>
              <a:t>, </a:t>
            </a:r>
            <a:r>
              <a:rPr lang="fr-FR" sz="3600" dirty="0" err="1"/>
              <a:t>satria</a:t>
            </a:r>
            <a:r>
              <a:rPr lang="fr-FR" sz="3600" dirty="0"/>
              <a:t> </a:t>
            </a:r>
            <a:r>
              <a:rPr lang="fr-FR" sz="3600" dirty="0" err="1"/>
              <a:t>tsy</a:t>
            </a:r>
            <a:r>
              <a:rPr lang="fr-FR" sz="3600" dirty="0"/>
              <a:t> </a:t>
            </a:r>
            <a:r>
              <a:rPr lang="fr-FR" sz="3600" dirty="0" err="1"/>
              <a:t>ny</a:t>
            </a:r>
            <a:r>
              <a:rPr lang="fr-FR" sz="3600" dirty="0"/>
              <a:t> </a:t>
            </a:r>
            <a:r>
              <a:rPr lang="fr-FR" sz="3600" dirty="0" err="1"/>
              <a:t>fizarana</a:t>
            </a:r>
            <a:r>
              <a:rPr lang="fr-FR" sz="3600" dirty="0"/>
              <a:t> </a:t>
            </a:r>
            <a:r>
              <a:rPr lang="fr-FR" sz="3600" dirty="0" err="1"/>
              <a:t>amin’ny</a:t>
            </a:r>
            <a:r>
              <a:rPr lang="fr-FR" sz="3600" dirty="0"/>
              <a:t> </a:t>
            </a:r>
            <a:r>
              <a:rPr lang="fr-FR" sz="3600" dirty="0" err="1"/>
              <a:t>olona</a:t>
            </a:r>
            <a:r>
              <a:rPr lang="fr-FR" sz="3600" dirty="0"/>
              <a:t> </a:t>
            </a:r>
            <a:r>
              <a:rPr lang="fr-FR" sz="3600" dirty="0" err="1"/>
              <a:t>fotsiny</a:t>
            </a:r>
            <a:r>
              <a:rPr lang="fr-FR" sz="3600" dirty="0"/>
              <a:t> </a:t>
            </a:r>
            <a:r>
              <a:rPr lang="fr-FR" sz="3600" dirty="0" err="1"/>
              <a:t>izay</a:t>
            </a:r>
            <a:r>
              <a:rPr lang="fr-FR" sz="3600" dirty="0"/>
              <a:t> </a:t>
            </a:r>
            <a:r>
              <a:rPr lang="fr-FR" sz="3600" dirty="0" err="1"/>
              <a:t>inoanao</a:t>
            </a:r>
            <a:r>
              <a:rPr lang="fr-FR" sz="3600" dirty="0"/>
              <a:t> no </a:t>
            </a:r>
            <a:r>
              <a:rPr lang="fr-FR" sz="3600" dirty="0" err="1"/>
              <a:t>zava-dehibe</a:t>
            </a:r>
            <a:r>
              <a:rPr lang="fr-FR" sz="3600" dirty="0"/>
              <a:t>, fa </a:t>
            </a:r>
            <a:r>
              <a:rPr lang="fr-FR" sz="3600" dirty="0" err="1"/>
              <a:t>tsy</a:t>
            </a:r>
            <a:r>
              <a:rPr lang="fr-FR" sz="3600" dirty="0"/>
              <a:t> </a:t>
            </a:r>
            <a:r>
              <a:rPr lang="fr-FR" sz="3600" dirty="0" err="1"/>
              <a:t>maintsy</a:t>
            </a:r>
            <a:r>
              <a:rPr lang="fr-FR" sz="3600" dirty="0"/>
              <a:t> </a:t>
            </a:r>
            <a:r>
              <a:rPr lang="fr-FR" sz="3600" dirty="0" err="1"/>
              <a:t>misy</a:t>
            </a:r>
            <a:r>
              <a:rPr lang="fr-FR" sz="3600" dirty="0"/>
              <a:t> </a:t>
            </a:r>
            <a:r>
              <a:rPr lang="fr-FR" sz="3600" dirty="0" err="1"/>
              <a:t>heviny</a:t>
            </a:r>
            <a:r>
              <a:rPr lang="fr-FR" sz="3600" dirty="0"/>
              <a:t> </a:t>
            </a:r>
            <a:r>
              <a:rPr lang="fr-FR" sz="3600" dirty="0" err="1"/>
              <a:t>ao</a:t>
            </a:r>
            <a:r>
              <a:rPr lang="fr-FR" sz="3600" dirty="0"/>
              <a:t> </a:t>
            </a:r>
            <a:r>
              <a:rPr lang="fr-FR" sz="3600" dirty="0" err="1"/>
              <a:t>anatin’ny</a:t>
            </a:r>
            <a:r>
              <a:rPr lang="fr-FR" sz="3600" dirty="0"/>
              <a:t> </a:t>
            </a:r>
            <a:r>
              <a:rPr lang="fr-FR" sz="3600" dirty="0" err="1"/>
              <a:t>fomba</a:t>
            </a:r>
            <a:r>
              <a:rPr lang="fr-FR" sz="3600" dirty="0"/>
              <a:t> </a:t>
            </a:r>
            <a:r>
              <a:rPr lang="fr-FR" sz="3600" dirty="0" err="1"/>
              <a:t>fijeriny</a:t>
            </a:r>
            <a:r>
              <a:rPr lang="fr-FR" sz="3600" dirty="0"/>
              <a:t> </a:t>
            </a:r>
            <a:r>
              <a:rPr lang="fr-FR" sz="3600" dirty="0" err="1"/>
              <a:t>izao</a:t>
            </a:r>
            <a:r>
              <a:rPr lang="fr-FR" sz="3600" dirty="0"/>
              <a:t> </a:t>
            </a:r>
            <a:r>
              <a:rPr lang="fr-FR" sz="3600" dirty="0" err="1"/>
              <a:t>tontolo</a:t>
            </a:r>
            <a:r>
              <a:rPr lang="fr-FR" sz="3600" dirty="0"/>
              <a:t> </a:t>
            </a:r>
            <a:r>
              <a:rPr lang="fr-FR" sz="3600" dirty="0" err="1"/>
              <a:t>izao</a:t>
            </a:r>
            <a:r>
              <a:rPr lang="fr-FR" sz="3600" dirty="0"/>
              <a:t> </a:t>
            </a:r>
            <a:r>
              <a:rPr lang="fr-FR" sz="3600" dirty="0" err="1"/>
              <a:t>koa</a:t>
            </a:r>
            <a:r>
              <a:rPr lang="fr-FR" sz="3600" dirty="0"/>
              <a:t> </a:t>
            </a:r>
            <a:r>
              <a:rPr lang="fr-FR" sz="3600" dirty="0" err="1"/>
              <a:t>ny</a:t>
            </a:r>
            <a:r>
              <a:rPr lang="fr-FR" sz="3600" dirty="0"/>
              <a:t> </a:t>
            </a:r>
            <a:r>
              <a:rPr lang="fr-FR" sz="3600" dirty="0" err="1"/>
              <a:t>hafatra</a:t>
            </a:r>
            <a:r>
              <a:rPr lang="fr-FR" sz="3600" dirty="0" smtClean="0"/>
              <a:t>.</a:t>
            </a:r>
          </a:p>
          <a:p>
            <a:r>
              <a:rPr lang="fr-FR" sz="3600" dirty="0" err="1" smtClean="0"/>
              <a:t>Noho</a:t>
            </a:r>
            <a:r>
              <a:rPr lang="fr-FR" sz="3600" dirty="0" smtClean="0"/>
              <a:t> </a:t>
            </a:r>
            <a:r>
              <a:rPr lang="fr-FR" sz="3600" dirty="0" err="1"/>
              <a:t>izany</a:t>
            </a:r>
            <a:r>
              <a:rPr lang="fr-FR" sz="3600" dirty="0"/>
              <a:t> dia </a:t>
            </a:r>
            <a:r>
              <a:rPr lang="fr-FR" sz="3600" dirty="0" err="1"/>
              <a:t>mila</a:t>
            </a:r>
            <a:r>
              <a:rPr lang="fr-FR" sz="3600" dirty="0"/>
              <a:t> </a:t>
            </a:r>
            <a:r>
              <a:rPr lang="fr-FR" sz="3600" dirty="0" err="1"/>
              <a:t>mametraka</a:t>
            </a:r>
            <a:r>
              <a:rPr lang="fr-FR" sz="3600" dirty="0"/>
              <a:t> </a:t>
            </a:r>
            <a:r>
              <a:rPr lang="fr-FR" sz="3600" dirty="0" err="1"/>
              <a:t>ity</a:t>
            </a:r>
            <a:r>
              <a:rPr lang="fr-FR" sz="3600" dirty="0"/>
              <a:t> </a:t>
            </a:r>
            <a:r>
              <a:rPr lang="fr-FR" sz="3600" dirty="0" err="1"/>
              <a:t>fanontaniana</a:t>
            </a:r>
            <a:r>
              <a:rPr lang="fr-FR" sz="3600" dirty="0"/>
              <a:t> </a:t>
            </a:r>
            <a:r>
              <a:rPr lang="fr-FR" sz="3600" dirty="0" err="1"/>
              <a:t>lehibe</a:t>
            </a:r>
            <a:r>
              <a:rPr lang="fr-FR" sz="3600" dirty="0"/>
              <a:t> </a:t>
            </a:r>
            <a:r>
              <a:rPr lang="fr-FR" sz="3600" dirty="0" err="1"/>
              <a:t>ity</a:t>
            </a:r>
            <a:r>
              <a:rPr lang="fr-FR" sz="3600" dirty="0"/>
              <a:t> </a:t>
            </a:r>
            <a:r>
              <a:rPr lang="fr-FR" sz="3600" dirty="0" err="1"/>
              <a:t>isika</a:t>
            </a:r>
            <a:r>
              <a:rPr lang="fr-FR" sz="3600" dirty="0"/>
              <a:t>: </a:t>
            </a:r>
            <a:r>
              <a:rPr lang="fr-FR" sz="3600" b="1" dirty="0" err="1"/>
              <a:t>Inona</a:t>
            </a:r>
            <a:r>
              <a:rPr lang="fr-FR" sz="3600" b="1" dirty="0"/>
              <a:t> no maha </a:t>
            </a:r>
            <a:r>
              <a:rPr lang="fr-FR" sz="3600" b="1" dirty="0" err="1"/>
              <a:t>samy</a:t>
            </a:r>
            <a:r>
              <a:rPr lang="fr-FR" sz="3600" b="1" dirty="0"/>
              <a:t> </a:t>
            </a:r>
            <a:r>
              <a:rPr lang="fr-FR" sz="3600" b="1" dirty="0" err="1"/>
              <a:t>hafa</a:t>
            </a:r>
            <a:r>
              <a:rPr lang="fr-FR" sz="3600" b="1" dirty="0"/>
              <a:t> </a:t>
            </a:r>
            <a:r>
              <a:rPr lang="fr-FR" sz="3600" b="1" dirty="0" err="1"/>
              <a:t>ny</a:t>
            </a:r>
            <a:r>
              <a:rPr lang="fr-FR" sz="3600" b="1" dirty="0"/>
              <a:t> </a:t>
            </a:r>
            <a:r>
              <a:rPr lang="fr-FR" sz="3600" b="1" dirty="0" err="1" smtClean="0"/>
              <a:t>fitoriana</a:t>
            </a:r>
            <a:r>
              <a:rPr lang="fr-FR" sz="3600" b="1" dirty="0" smtClean="0"/>
              <a:t> </a:t>
            </a:r>
            <a:r>
              <a:rPr lang="fr-FR" sz="3600" b="1" dirty="0" err="1" smtClean="0"/>
              <a:t>filazantsara</a:t>
            </a:r>
            <a:r>
              <a:rPr lang="fr-FR" sz="3600" b="1" dirty="0" smtClean="0"/>
              <a:t> </a:t>
            </a:r>
            <a:r>
              <a:rPr lang="fr-FR" sz="3600" b="1" dirty="0" err="1"/>
              <a:t>sy</a:t>
            </a:r>
            <a:r>
              <a:rPr lang="fr-FR" sz="3600" b="1" dirty="0"/>
              <a:t> </a:t>
            </a:r>
            <a:r>
              <a:rPr lang="fr-FR" sz="3600" b="1" dirty="0" err="1"/>
              <a:t>ny</a:t>
            </a:r>
            <a:r>
              <a:rPr lang="fr-FR" sz="3600" b="1" dirty="0"/>
              <a:t> </a:t>
            </a:r>
            <a:r>
              <a:rPr lang="fr-FR" sz="3600" b="1" dirty="0" err="1" smtClean="0"/>
              <a:t>iraka</a:t>
            </a:r>
            <a:r>
              <a:rPr lang="fr-FR" sz="3600" dirty="0" smtClean="0"/>
              <a:t>? </a:t>
            </a:r>
            <a:r>
              <a:rPr lang="fr-FR" sz="3600" dirty="0" err="1" smtClean="0"/>
              <a:t>Ary</a:t>
            </a:r>
            <a:r>
              <a:rPr lang="fr-FR" sz="3600" dirty="0" smtClean="0"/>
              <a:t>  </a:t>
            </a:r>
            <a:r>
              <a:rPr lang="fr-FR" sz="3600" dirty="0" err="1"/>
              <a:t>koa</a:t>
            </a:r>
            <a:r>
              <a:rPr lang="fr-FR" sz="3600" dirty="0"/>
              <a:t> </a:t>
            </a:r>
            <a:r>
              <a:rPr lang="fr-FR" sz="3600" b="1" dirty="0" err="1"/>
              <a:t>ny</a:t>
            </a:r>
            <a:r>
              <a:rPr lang="fr-FR" sz="3600" b="1" dirty="0"/>
              <a:t> </a:t>
            </a:r>
            <a:r>
              <a:rPr lang="fr-FR" sz="3600" b="1" dirty="0" err="1"/>
              <a:t>mpitory</a:t>
            </a:r>
            <a:r>
              <a:rPr lang="fr-FR" sz="3600" b="1" dirty="0"/>
              <a:t> </a:t>
            </a:r>
            <a:r>
              <a:rPr lang="fr-FR" sz="3600" b="1" dirty="0" err="1"/>
              <a:t>filazantsara</a:t>
            </a:r>
            <a:r>
              <a:rPr lang="fr-FR" sz="3600" b="1" dirty="0"/>
              <a:t> </a:t>
            </a:r>
            <a:r>
              <a:rPr lang="fr-FR" sz="3600" b="1" dirty="0" err="1"/>
              <a:t>sy</a:t>
            </a:r>
            <a:r>
              <a:rPr lang="fr-FR" sz="3600" b="1" dirty="0"/>
              <a:t> </a:t>
            </a:r>
            <a:r>
              <a:rPr lang="fr-FR" sz="3600" b="1" dirty="0" err="1"/>
              <a:t>ny</a:t>
            </a:r>
            <a:r>
              <a:rPr lang="fr-FR" sz="3600" b="1" dirty="0"/>
              <a:t> </a:t>
            </a:r>
            <a:r>
              <a:rPr lang="fr-FR" sz="3600" b="1" dirty="0" err="1"/>
              <a:t>misionera</a:t>
            </a:r>
            <a:r>
              <a:rPr lang="fr-FR" sz="3600" b="1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985699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8200" y="13432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fr-FR" sz="4000" b="1" dirty="0" smtClean="0">
                <a:latin typeface="Arial Black" panose="020B0A04020102020204" pitchFamily="34" charset="0"/>
              </a:rPr>
              <a:t>FITORIANA FILAZANTSARA </a:t>
            </a:r>
            <a:r>
              <a:rPr lang="fr-FR" sz="4000" b="1" dirty="0" smtClean="0"/>
              <a:t>vs </a:t>
            </a:r>
            <a:r>
              <a:rPr lang="fr-FR" sz="4000" b="1" dirty="0" smtClean="0">
                <a:latin typeface="Arial Black" panose="020B0A04020102020204" pitchFamily="34" charset="0"/>
              </a:rPr>
              <a:t>IRAKA</a:t>
            </a:r>
            <a:endParaRPr lang="fr-FR" sz="4000" b="1" dirty="0">
              <a:latin typeface="Arial Black" panose="020B0A04020102020204" pitchFamily="34" charset="0"/>
            </a:endParaRPr>
          </a:p>
        </p:txBody>
      </p:sp>
      <p:graphicFrame>
        <p:nvGraphicFramePr>
          <p:cNvPr id="5" name="Espace réservé du contenu 4"/>
          <p:cNvGraphicFramePr>
            <a:graphicFrameLocks noGrp="1"/>
          </p:cNvGraphicFramePr>
          <p:nvPr>
            <p:ph idx="1"/>
          </p:nvPr>
        </p:nvGraphicFramePr>
        <p:xfrm>
          <a:off x="365760" y="1178511"/>
          <a:ext cx="11704320" cy="5765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33179">
                  <a:extLst>
                    <a:ext uri="{9D8B030D-6E8A-4147-A177-3AD203B41FA5}">
                      <a16:colId xmlns:a16="http://schemas.microsoft.com/office/drawing/2014/main" val="2531171273"/>
                    </a:ext>
                  </a:extLst>
                </a:gridCol>
                <a:gridCol w="5871141">
                  <a:extLst>
                    <a:ext uri="{9D8B030D-6E8A-4147-A177-3AD203B41FA5}">
                      <a16:colId xmlns:a16="http://schemas.microsoft.com/office/drawing/2014/main" val="38677399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 err="1" smtClean="0"/>
                        <a:t>Fitoriana</a:t>
                      </a:r>
                      <a:r>
                        <a:rPr lang="fr-FR" sz="2000" dirty="0" smtClean="0"/>
                        <a:t> </a:t>
                      </a:r>
                      <a:r>
                        <a:rPr lang="fr-FR" sz="2000" dirty="0" err="1" smtClean="0"/>
                        <a:t>ny</a:t>
                      </a:r>
                      <a:r>
                        <a:rPr lang="fr-FR" sz="2000" dirty="0" smtClean="0"/>
                        <a:t> </a:t>
                      </a:r>
                      <a:r>
                        <a:rPr lang="fr-FR" sz="2000" dirty="0" err="1" smtClean="0"/>
                        <a:t>Filazantsara</a:t>
                      </a:r>
                      <a:r>
                        <a:rPr lang="fr-FR" sz="2000" dirty="0" smtClean="0"/>
                        <a:t> (</a:t>
                      </a:r>
                      <a:r>
                        <a:rPr lang="fr-FR" sz="2000" dirty="0" err="1" smtClean="0"/>
                        <a:t>Evangelisation</a:t>
                      </a:r>
                      <a:r>
                        <a:rPr lang="fr-FR" sz="2000" dirty="0" smtClean="0"/>
                        <a:t>)</a:t>
                      </a:r>
                      <a:endParaRPr lang="fr-FR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dirty="0" err="1" smtClean="0"/>
                        <a:t>Iraka</a:t>
                      </a:r>
                      <a:r>
                        <a:rPr lang="fr-FR" sz="2400" dirty="0" smtClean="0"/>
                        <a:t> (</a:t>
                      </a:r>
                      <a:r>
                        <a:rPr lang="fr-FR" sz="2400" dirty="0" err="1" smtClean="0"/>
                        <a:t>Mision</a:t>
                      </a:r>
                      <a:r>
                        <a:rPr lang="fr-FR" sz="2400" dirty="0" smtClean="0"/>
                        <a:t>)</a:t>
                      </a:r>
                      <a:endParaRPr lang="fr-FR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90992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indent="-342900">
                        <a:buAutoNum type="arabicPeriod"/>
                      </a:pPr>
                      <a:r>
                        <a:rPr lang="fr-FR" dirty="0" err="1" smtClean="0"/>
                        <a:t>Voatazon'ny</a:t>
                      </a:r>
                      <a:r>
                        <a:rPr lang="fr-FR" dirty="0" smtClean="0"/>
                        <a:t> </a:t>
                      </a:r>
                      <a:r>
                        <a:rPr lang="fr-FR" dirty="0" err="1" smtClean="0"/>
                        <a:t>toe-tsaina</a:t>
                      </a:r>
                      <a:r>
                        <a:rPr lang="fr-FR" dirty="0" smtClean="0"/>
                        <a:t> </a:t>
                      </a:r>
                      <a:r>
                        <a:rPr lang="fr-FR" dirty="0" err="1" smtClean="0"/>
                        <a:t>manao</a:t>
                      </a:r>
                      <a:r>
                        <a:rPr lang="fr-FR" dirty="0" smtClean="0"/>
                        <a:t> </a:t>
                      </a:r>
                      <a:r>
                        <a:rPr lang="fr-FR" dirty="0" err="1" smtClean="0"/>
                        <a:t>hoe</a:t>
                      </a:r>
                      <a:r>
                        <a:rPr lang="fr-FR" dirty="0" smtClean="0"/>
                        <a:t> "</a:t>
                      </a:r>
                      <a:r>
                        <a:rPr lang="fr-FR" dirty="0" err="1" smtClean="0"/>
                        <a:t>izahay</a:t>
                      </a:r>
                      <a:r>
                        <a:rPr lang="fr-FR" dirty="0" smtClean="0"/>
                        <a:t> </a:t>
                      </a:r>
                      <a:r>
                        <a:rPr lang="fr-FR" dirty="0" err="1" smtClean="0"/>
                        <a:t>sy</a:t>
                      </a:r>
                      <a:r>
                        <a:rPr lang="fr-FR" dirty="0" smtClean="0"/>
                        <a:t> </a:t>
                      </a:r>
                      <a:r>
                        <a:rPr lang="fr-FR" dirty="0" err="1" smtClean="0"/>
                        <a:t>ry</a:t>
                      </a:r>
                      <a:r>
                        <a:rPr lang="fr-FR" dirty="0" smtClean="0"/>
                        <a:t> </a:t>
                      </a:r>
                      <a:r>
                        <a:rPr lang="fr-FR" dirty="0" err="1" smtClean="0"/>
                        <a:t>zareo</a:t>
                      </a:r>
                      <a:r>
                        <a:rPr lang="fr-FR" dirty="0" smtClean="0"/>
                        <a:t>".</a:t>
                      </a:r>
                    </a:p>
                    <a:p>
                      <a:pPr marL="0" indent="0">
                        <a:buNone/>
                      </a:pPr>
                      <a:r>
                        <a:rPr lang="fr-FR" dirty="0" err="1" smtClean="0"/>
                        <a:t>Ny</a:t>
                      </a:r>
                      <a:r>
                        <a:rPr lang="fr-FR" dirty="0" smtClean="0"/>
                        <a:t> </a:t>
                      </a:r>
                      <a:r>
                        <a:rPr lang="fr-FR" dirty="0" err="1" smtClean="0"/>
                        <a:t>fomba</a:t>
                      </a:r>
                      <a:r>
                        <a:rPr lang="fr-FR" dirty="0" smtClean="0"/>
                        <a:t> </a:t>
                      </a:r>
                      <a:r>
                        <a:rPr lang="fr-FR" dirty="0" err="1" smtClean="0"/>
                        <a:t>fiasa</a:t>
                      </a:r>
                      <a:r>
                        <a:rPr lang="fr-FR" dirty="0" smtClean="0"/>
                        <a:t> dia </a:t>
                      </a:r>
                      <a:r>
                        <a:rPr lang="fr-FR" dirty="0" err="1" smtClean="0"/>
                        <a:t>manomboka</a:t>
                      </a:r>
                      <a:r>
                        <a:rPr lang="fr-FR" dirty="0" smtClean="0"/>
                        <a:t> </a:t>
                      </a:r>
                      <a:r>
                        <a:rPr lang="fr-FR" dirty="0" err="1" smtClean="0"/>
                        <a:t>amin'ny</a:t>
                      </a:r>
                      <a:r>
                        <a:rPr lang="fr-FR" dirty="0" smtClean="0"/>
                        <a:t> </a:t>
                      </a:r>
                      <a:r>
                        <a:rPr lang="fr-FR" dirty="0" err="1" smtClean="0"/>
                        <a:t>fanamafisana</a:t>
                      </a:r>
                      <a:r>
                        <a:rPr lang="fr-FR" dirty="0" smtClean="0"/>
                        <a:t> </a:t>
                      </a:r>
                      <a:r>
                        <a:rPr lang="fr-FR" dirty="0" err="1" smtClean="0"/>
                        <a:t>ny</a:t>
                      </a:r>
                      <a:r>
                        <a:rPr lang="fr-FR" dirty="0" smtClean="0"/>
                        <a:t> </a:t>
                      </a:r>
                      <a:r>
                        <a:rPr lang="fr-FR" dirty="0" err="1" smtClean="0"/>
                        <a:t>Finoana</a:t>
                      </a:r>
                      <a:r>
                        <a:rPr lang="fr-FR" dirty="0" smtClean="0"/>
                        <a:t>, </a:t>
                      </a:r>
                      <a:r>
                        <a:rPr lang="fr-FR" dirty="0" err="1" smtClean="0"/>
                        <a:t>mba</a:t>
                      </a:r>
                      <a:r>
                        <a:rPr lang="fr-FR" dirty="0" smtClean="0"/>
                        <a:t> </a:t>
                      </a:r>
                      <a:r>
                        <a:rPr lang="fr-FR" dirty="0" err="1" smtClean="0"/>
                        <a:t>hanampiana</a:t>
                      </a:r>
                      <a:r>
                        <a:rPr lang="fr-FR" dirty="0" smtClean="0"/>
                        <a:t> </a:t>
                      </a:r>
                      <a:r>
                        <a:rPr lang="fr-FR" dirty="0" err="1" smtClean="0"/>
                        <a:t>ny</a:t>
                      </a:r>
                      <a:r>
                        <a:rPr lang="fr-FR" dirty="0" smtClean="0"/>
                        <a:t> </a:t>
                      </a:r>
                      <a:r>
                        <a:rPr lang="fr-FR" dirty="0" err="1" smtClean="0"/>
                        <a:t>olona</a:t>
                      </a:r>
                      <a:r>
                        <a:rPr lang="fr-FR" dirty="0" smtClean="0"/>
                        <a:t> </a:t>
                      </a:r>
                      <a:r>
                        <a:rPr lang="fr-FR" dirty="0" err="1" smtClean="0"/>
                        <a:t>hifindra</a:t>
                      </a:r>
                      <a:r>
                        <a:rPr lang="fr-FR" dirty="0" smtClean="0"/>
                        <a:t> </a:t>
                      </a:r>
                      <a:r>
                        <a:rPr lang="fr-FR" dirty="0" err="1" smtClean="0"/>
                        <a:t>amin'ny</a:t>
                      </a:r>
                      <a:r>
                        <a:rPr lang="fr-FR" dirty="0" smtClean="0"/>
                        <a:t> </a:t>
                      </a:r>
                      <a:r>
                        <a:rPr lang="fr-FR" dirty="0" err="1" smtClean="0"/>
                        <a:t>Fitondrantena</a:t>
                      </a:r>
                      <a:r>
                        <a:rPr lang="fr-FR" dirty="0" smtClean="0"/>
                        <a:t> </a:t>
                      </a:r>
                      <a:r>
                        <a:rPr lang="fr-FR" dirty="0" err="1" smtClean="0"/>
                        <a:t>alohan'ny</a:t>
                      </a:r>
                      <a:r>
                        <a:rPr lang="fr-FR" dirty="0" smtClean="0"/>
                        <a:t> </a:t>
                      </a:r>
                      <a:r>
                        <a:rPr lang="fr-FR" dirty="0" err="1" smtClean="0"/>
                        <a:t>handraisana</a:t>
                      </a:r>
                      <a:r>
                        <a:rPr lang="fr-FR" dirty="0" smtClean="0"/>
                        <a:t> </a:t>
                      </a:r>
                      <a:r>
                        <a:rPr lang="fr-FR" dirty="0" err="1" smtClean="0"/>
                        <a:t>azy</a:t>
                      </a:r>
                      <a:r>
                        <a:rPr lang="fr-FR" dirty="0" smtClean="0"/>
                        <a:t> ho </a:t>
                      </a:r>
                      <a:r>
                        <a:rPr lang="fr-FR" dirty="0" err="1" smtClean="0"/>
                        <a:t>Mpikambana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1. </a:t>
                      </a:r>
                      <a:r>
                        <a:rPr lang="fr-FR" dirty="0" err="1" smtClean="0"/>
                        <a:t>Ny</a:t>
                      </a:r>
                      <a:r>
                        <a:rPr lang="fr-FR" dirty="0" smtClean="0"/>
                        <a:t> </a:t>
                      </a:r>
                      <a:r>
                        <a:rPr lang="fr-FR" dirty="0" err="1" smtClean="0"/>
                        <a:t>fifandraisana</a:t>
                      </a:r>
                      <a:r>
                        <a:rPr lang="fr-FR" dirty="0" smtClean="0"/>
                        <a:t> no </a:t>
                      </a:r>
                      <a:r>
                        <a:rPr lang="fr-FR" dirty="0" err="1" smtClean="0"/>
                        <a:t>zava-dehibe</a:t>
                      </a:r>
                      <a:r>
                        <a:rPr lang="fr-FR" dirty="0" smtClean="0"/>
                        <a:t>; </a:t>
                      </a:r>
                      <a:r>
                        <a:rPr lang="fr-FR" dirty="0" err="1" smtClean="0"/>
                        <a:t>ny</a:t>
                      </a:r>
                      <a:r>
                        <a:rPr lang="fr-FR" dirty="0" smtClean="0"/>
                        <a:t> </a:t>
                      </a:r>
                      <a:r>
                        <a:rPr lang="fr-FR" dirty="0" err="1" smtClean="0"/>
                        <a:t>fandraisana</a:t>
                      </a:r>
                      <a:r>
                        <a:rPr lang="fr-FR" dirty="0" smtClean="0"/>
                        <a:t> ho </a:t>
                      </a:r>
                      <a:r>
                        <a:rPr lang="fr-FR" dirty="0" err="1" smtClean="0"/>
                        <a:t>mpikambana</a:t>
                      </a:r>
                      <a:r>
                        <a:rPr lang="fr-FR" dirty="0" smtClean="0"/>
                        <a:t> no </a:t>
                      </a:r>
                      <a:r>
                        <a:rPr lang="fr-FR" dirty="0" err="1" smtClean="0"/>
                        <a:t>loha</a:t>
                      </a:r>
                      <a:r>
                        <a:rPr lang="fr-FR" dirty="0" smtClean="0"/>
                        <a:t> </a:t>
                      </a:r>
                      <a:r>
                        <a:rPr lang="fr-FR" dirty="0" err="1" smtClean="0"/>
                        <a:t>laharana</a:t>
                      </a:r>
                      <a:r>
                        <a:rPr lang="fr-FR" dirty="0" smtClean="0"/>
                        <a:t>, </a:t>
                      </a:r>
                      <a:r>
                        <a:rPr lang="fr-FR" dirty="0" err="1" smtClean="0"/>
                        <a:t>izay</a:t>
                      </a:r>
                      <a:r>
                        <a:rPr lang="fr-FR" dirty="0" smtClean="0"/>
                        <a:t> </a:t>
                      </a:r>
                      <a:r>
                        <a:rPr lang="fr-FR" dirty="0" err="1" smtClean="0"/>
                        <a:t>mitarika</a:t>
                      </a:r>
                      <a:r>
                        <a:rPr lang="fr-FR" dirty="0" smtClean="0"/>
                        <a:t> </a:t>
                      </a:r>
                      <a:r>
                        <a:rPr lang="fr-FR" dirty="0" err="1" smtClean="0"/>
                        <a:t>ny</a:t>
                      </a:r>
                      <a:r>
                        <a:rPr lang="fr-FR" dirty="0" smtClean="0"/>
                        <a:t> </a:t>
                      </a:r>
                      <a:r>
                        <a:rPr lang="fr-FR" dirty="0" err="1" smtClean="0"/>
                        <a:t>fiarahamonina</a:t>
                      </a:r>
                      <a:r>
                        <a:rPr lang="fr-FR" dirty="0" smtClean="0"/>
                        <a:t> </a:t>
                      </a:r>
                      <a:r>
                        <a:rPr lang="fr-FR" dirty="0" err="1" smtClean="0"/>
                        <a:t>hianatra</a:t>
                      </a:r>
                      <a:r>
                        <a:rPr lang="fr-FR" dirty="0" smtClean="0"/>
                        <a:t> </a:t>
                      </a:r>
                      <a:r>
                        <a:rPr lang="fr-FR" dirty="0" err="1" smtClean="0"/>
                        <a:t>sy</a:t>
                      </a:r>
                      <a:r>
                        <a:rPr lang="fr-FR" dirty="0" smtClean="0"/>
                        <a:t> </a:t>
                      </a:r>
                      <a:r>
                        <a:rPr lang="fr-FR" dirty="0" err="1" smtClean="0"/>
                        <a:t>hanova</a:t>
                      </a:r>
                      <a:r>
                        <a:rPr lang="fr-FR" dirty="0" smtClean="0"/>
                        <a:t> </a:t>
                      </a:r>
                      <a:r>
                        <a:rPr lang="fr-FR" dirty="0" err="1" smtClean="0"/>
                        <a:t>ny</a:t>
                      </a:r>
                      <a:r>
                        <a:rPr lang="fr-FR" dirty="0" smtClean="0"/>
                        <a:t> </a:t>
                      </a:r>
                      <a:r>
                        <a:rPr lang="fr-FR" dirty="0" err="1" smtClean="0"/>
                        <a:t>fitondrantena</a:t>
                      </a:r>
                      <a:r>
                        <a:rPr lang="fr-FR" dirty="0" smtClean="0"/>
                        <a:t>, </a:t>
                      </a:r>
                      <a:r>
                        <a:rPr lang="fr-FR" dirty="0" err="1" smtClean="0"/>
                        <a:t>ary</a:t>
                      </a:r>
                      <a:r>
                        <a:rPr lang="fr-FR" dirty="0" smtClean="0"/>
                        <a:t> </a:t>
                      </a:r>
                      <a:r>
                        <a:rPr lang="fr-FR" dirty="0" err="1" smtClean="0"/>
                        <a:t>avy</a:t>
                      </a:r>
                      <a:r>
                        <a:rPr lang="fr-FR" dirty="0" smtClean="0"/>
                        <a:t> </a:t>
                      </a:r>
                      <a:r>
                        <a:rPr lang="fr-FR" dirty="0" err="1" smtClean="0"/>
                        <a:t>eo</a:t>
                      </a:r>
                      <a:r>
                        <a:rPr lang="fr-FR" dirty="0" smtClean="0"/>
                        <a:t> </a:t>
                      </a:r>
                      <a:r>
                        <a:rPr lang="fr-FR" dirty="0" err="1" smtClean="0"/>
                        <a:t>ny</a:t>
                      </a:r>
                      <a:r>
                        <a:rPr lang="fr-FR" dirty="0" smtClean="0"/>
                        <a:t> </a:t>
                      </a:r>
                      <a:r>
                        <a:rPr lang="fr-FR" dirty="0" err="1" smtClean="0"/>
                        <a:t>finoana</a:t>
                      </a:r>
                      <a:r>
                        <a:rPr lang="fr-FR" dirty="0" smtClean="0"/>
                        <a:t>.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06478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 smtClean="0"/>
                        <a:t>2. </a:t>
                      </a:r>
                      <a:r>
                        <a:rPr lang="fr-FR" dirty="0" err="1" smtClean="0"/>
                        <a:t>Tsy</a:t>
                      </a:r>
                      <a:r>
                        <a:rPr lang="fr-FR" dirty="0" smtClean="0"/>
                        <a:t> </a:t>
                      </a:r>
                      <a:r>
                        <a:rPr lang="fr-FR" dirty="0" err="1" smtClean="0"/>
                        <a:t>miraharaha</a:t>
                      </a:r>
                      <a:r>
                        <a:rPr lang="fr-FR" dirty="0" smtClean="0"/>
                        <a:t> </a:t>
                      </a:r>
                      <a:r>
                        <a:rPr lang="fr-FR" dirty="0" err="1" smtClean="0"/>
                        <a:t>ny</a:t>
                      </a:r>
                      <a:r>
                        <a:rPr lang="fr-FR" dirty="0" smtClean="0"/>
                        <a:t> </a:t>
                      </a:r>
                      <a:r>
                        <a:rPr lang="fr-FR" dirty="0" err="1" smtClean="0"/>
                        <a:t>finoana</a:t>
                      </a:r>
                      <a:r>
                        <a:rPr lang="fr-FR" dirty="0" smtClean="0"/>
                        <a:t> ara-</a:t>
                      </a:r>
                      <a:r>
                        <a:rPr lang="fr-FR" dirty="0" err="1" smtClean="0"/>
                        <a:t>kolontsaina</a:t>
                      </a:r>
                      <a:r>
                        <a:rPr lang="fr-FR" dirty="0" smtClean="0"/>
                        <a:t> </a:t>
                      </a:r>
                      <a:r>
                        <a:rPr lang="fr-FR" dirty="0" err="1" smtClean="0"/>
                        <a:t>sy</a:t>
                      </a:r>
                      <a:r>
                        <a:rPr lang="fr-FR" dirty="0" smtClean="0"/>
                        <a:t> </a:t>
                      </a:r>
                      <a:r>
                        <a:rPr lang="fr-FR" dirty="0" err="1" smtClean="0"/>
                        <a:t>ny</a:t>
                      </a:r>
                      <a:r>
                        <a:rPr lang="fr-FR" dirty="0" smtClean="0"/>
                        <a:t> </a:t>
                      </a:r>
                      <a:r>
                        <a:rPr lang="fr-FR" dirty="0" err="1" smtClean="0"/>
                        <a:t>fanaon'ny</a:t>
                      </a:r>
                      <a:r>
                        <a:rPr lang="fr-FR" dirty="0" smtClean="0"/>
                        <a:t> </a:t>
                      </a:r>
                      <a:r>
                        <a:rPr lang="fr-FR" dirty="0" err="1" smtClean="0"/>
                        <a:t>mpihaino</a:t>
                      </a:r>
                      <a:r>
                        <a:rPr lang="fr-FR" dirty="0" smtClean="0"/>
                        <a:t>.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dirty="0" smtClean="0"/>
                        <a:t>2. Maka fotoana hahalalana ny kolontsain'ny olona itenenana.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69585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n-NO" dirty="0" smtClean="0"/>
                        <a:t>3. Mijery ny olona ho toy ny tanjona na tetikasa hotratrarina fotsiny.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3. </a:t>
                      </a:r>
                      <a:r>
                        <a:rPr lang="fr-FR" dirty="0" err="1" smtClean="0"/>
                        <a:t>Mijery</a:t>
                      </a:r>
                      <a:r>
                        <a:rPr lang="fr-FR" dirty="0" smtClean="0"/>
                        <a:t> </a:t>
                      </a:r>
                      <a:r>
                        <a:rPr lang="fr-FR" dirty="0" err="1" smtClean="0"/>
                        <a:t>ny</a:t>
                      </a:r>
                      <a:r>
                        <a:rPr lang="fr-FR" dirty="0" smtClean="0"/>
                        <a:t> </a:t>
                      </a:r>
                      <a:r>
                        <a:rPr lang="fr-FR" dirty="0" err="1" smtClean="0"/>
                        <a:t>olona</a:t>
                      </a:r>
                      <a:r>
                        <a:rPr lang="fr-FR" dirty="0" smtClean="0"/>
                        <a:t> ho </a:t>
                      </a:r>
                      <a:r>
                        <a:rPr lang="fr-FR" dirty="0" err="1" smtClean="0"/>
                        <a:t>mpiara-miombon'antoka</a:t>
                      </a:r>
                      <a:r>
                        <a:rPr lang="fr-FR" dirty="0" smtClean="0"/>
                        <a:t> </a:t>
                      </a:r>
                      <a:r>
                        <a:rPr lang="fr-FR" dirty="0" err="1" smtClean="0"/>
                        <a:t>sy</a:t>
                      </a:r>
                      <a:r>
                        <a:rPr lang="fr-FR" dirty="0" smtClean="0"/>
                        <a:t> ho </a:t>
                      </a:r>
                      <a:r>
                        <a:rPr lang="fr-FR" dirty="0" err="1" smtClean="0"/>
                        <a:t>mpandova</a:t>
                      </a:r>
                      <a:r>
                        <a:rPr lang="fr-FR" dirty="0" smtClean="0"/>
                        <a:t> </a:t>
                      </a:r>
                      <a:r>
                        <a:rPr lang="fr-FR" dirty="0" err="1" smtClean="0"/>
                        <a:t>ny</a:t>
                      </a:r>
                      <a:r>
                        <a:rPr lang="fr-FR" dirty="0" smtClean="0"/>
                        <a:t> </a:t>
                      </a:r>
                      <a:r>
                        <a:rPr lang="fr-FR" dirty="0" err="1" smtClean="0"/>
                        <a:t>lanitra</a:t>
                      </a:r>
                      <a:r>
                        <a:rPr lang="fr-FR" dirty="0" smtClean="0"/>
                        <a:t>.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33378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 smtClean="0"/>
                        <a:t>4. </a:t>
                      </a:r>
                      <a:r>
                        <a:rPr lang="fr-FR" dirty="0" err="1" smtClean="0"/>
                        <a:t>Mitazona</a:t>
                      </a:r>
                      <a:r>
                        <a:rPr lang="fr-FR" dirty="0" smtClean="0"/>
                        <a:t> </a:t>
                      </a:r>
                      <a:r>
                        <a:rPr lang="fr-FR" dirty="0" err="1" smtClean="0"/>
                        <a:t>ny</a:t>
                      </a:r>
                      <a:r>
                        <a:rPr lang="fr-FR" dirty="0" smtClean="0"/>
                        <a:t> </a:t>
                      </a:r>
                      <a:r>
                        <a:rPr lang="fr-FR" dirty="0" err="1" smtClean="0"/>
                        <a:t>kolontsainy</a:t>
                      </a:r>
                      <a:r>
                        <a:rPr lang="fr-FR" dirty="0" smtClean="0"/>
                        <a:t> </a:t>
                      </a:r>
                      <a:r>
                        <a:rPr lang="fr-FR" dirty="0" err="1" smtClean="0"/>
                        <a:t>manokana</a:t>
                      </a:r>
                      <a:r>
                        <a:rPr lang="fr-FR" dirty="0" smtClean="0"/>
                        <a:t> </a:t>
                      </a:r>
                      <a:r>
                        <a:rPr lang="fr-FR" dirty="0" err="1" smtClean="0"/>
                        <a:t>izy</a:t>
                      </a:r>
                      <a:r>
                        <a:rPr lang="fr-FR" dirty="0" smtClean="0"/>
                        <a:t> </a:t>
                      </a:r>
                      <a:r>
                        <a:rPr lang="fr-FR" dirty="0" err="1" smtClean="0"/>
                        <a:t>ireo</a:t>
                      </a:r>
                      <a:r>
                        <a:rPr lang="fr-FR" dirty="0" smtClean="0"/>
                        <a:t>.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v-SE" dirty="0" smtClean="0"/>
                        <a:t>4. Mampifanaraka ny tena amin'ny kolontsaina vaovao.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9755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 smtClean="0"/>
                        <a:t>5. </a:t>
                      </a:r>
                      <a:r>
                        <a:rPr lang="fr-FR" dirty="0" err="1" smtClean="0"/>
                        <a:t>Ny</a:t>
                      </a:r>
                      <a:r>
                        <a:rPr lang="fr-FR" dirty="0" smtClean="0"/>
                        <a:t> </a:t>
                      </a:r>
                      <a:r>
                        <a:rPr lang="fr-FR" dirty="0" err="1" smtClean="0"/>
                        <a:t>isan'ny</a:t>
                      </a:r>
                      <a:r>
                        <a:rPr lang="fr-FR" dirty="0" smtClean="0"/>
                        <a:t> </a:t>
                      </a:r>
                      <a:r>
                        <a:rPr lang="fr-FR" dirty="0" err="1" smtClean="0"/>
                        <a:t>mpikambana</a:t>
                      </a:r>
                      <a:r>
                        <a:rPr lang="fr-FR" dirty="0" smtClean="0"/>
                        <a:t> </a:t>
                      </a:r>
                      <a:r>
                        <a:rPr lang="fr-FR" dirty="0" err="1" smtClean="0"/>
                        <a:t>hatao</a:t>
                      </a:r>
                      <a:r>
                        <a:rPr lang="fr-FR" dirty="0" smtClean="0"/>
                        <a:t> </a:t>
                      </a:r>
                      <a:r>
                        <a:rPr lang="fr-FR" dirty="0" err="1" smtClean="0"/>
                        <a:t>batisa</a:t>
                      </a:r>
                      <a:r>
                        <a:rPr lang="fr-FR" dirty="0" smtClean="0"/>
                        <a:t> no </a:t>
                      </a:r>
                      <a:r>
                        <a:rPr lang="fr-FR" dirty="0" err="1" smtClean="0"/>
                        <a:t>manosika</a:t>
                      </a:r>
                      <a:r>
                        <a:rPr lang="fr-FR" dirty="0" smtClean="0"/>
                        <a:t> </a:t>
                      </a:r>
                      <a:r>
                        <a:rPr lang="fr-FR" dirty="0" err="1" smtClean="0"/>
                        <a:t>ny</a:t>
                      </a:r>
                      <a:r>
                        <a:rPr lang="fr-FR" dirty="0" smtClean="0"/>
                        <a:t> asa.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5. </a:t>
                      </a:r>
                      <a:r>
                        <a:rPr lang="fr-FR" dirty="0" err="1" smtClean="0"/>
                        <a:t>Ny</a:t>
                      </a:r>
                      <a:r>
                        <a:rPr lang="fr-FR" dirty="0" smtClean="0"/>
                        <a:t> </a:t>
                      </a:r>
                      <a:r>
                        <a:rPr lang="fr-FR" dirty="0" err="1" smtClean="0"/>
                        <a:t>fanaovana</a:t>
                      </a:r>
                      <a:r>
                        <a:rPr lang="fr-FR" dirty="0" smtClean="0"/>
                        <a:t> </a:t>
                      </a:r>
                      <a:r>
                        <a:rPr lang="fr-FR" dirty="0" err="1" smtClean="0"/>
                        <a:t>mpianatra</a:t>
                      </a:r>
                      <a:r>
                        <a:rPr lang="fr-FR" dirty="0" smtClean="0"/>
                        <a:t> ho </a:t>
                      </a:r>
                      <a:r>
                        <a:rPr lang="fr-FR" dirty="0" err="1" smtClean="0"/>
                        <a:t>an'i</a:t>
                      </a:r>
                      <a:r>
                        <a:rPr lang="fr-FR" dirty="0" smtClean="0"/>
                        <a:t> </a:t>
                      </a:r>
                      <a:r>
                        <a:rPr lang="fr-FR" dirty="0" err="1" smtClean="0"/>
                        <a:t>Jesoa</a:t>
                      </a:r>
                      <a:r>
                        <a:rPr lang="fr-FR" dirty="0" smtClean="0"/>
                        <a:t> </a:t>
                      </a:r>
                      <a:r>
                        <a:rPr lang="fr-FR" dirty="0" err="1" smtClean="0"/>
                        <a:t>Kristy</a:t>
                      </a:r>
                      <a:r>
                        <a:rPr lang="fr-FR" dirty="0" smtClean="0"/>
                        <a:t> no </a:t>
                      </a:r>
                      <a:r>
                        <a:rPr lang="fr-FR" dirty="0" err="1" smtClean="0"/>
                        <a:t>manosika</a:t>
                      </a:r>
                      <a:r>
                        <a:rPr lang="fr-FR" dirty="0" smtClean="0"/>
                        <a:t> </a:t>
                      </a:r>
                      <a:r>
                        <a:rPr lang="fr-FR" dirty="0" err="1" smtClean="0"/>
                        <a:t>ny</a:t>
                      </a:r>
                      <a:r>
                        <a:rPr lang="fr-FR" dirty="0" smtClean="0"/>
                        <a:t> asa.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00670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 smtClean="0"/>
                        <a:t>6. </a:t>
                      </a:r>
                      <a:r>
                        <a:rPr lang="fr-FR" dirty="0" err="1" smtClean="0"/>
                        <a:t>Ny</a:t>
                      </a:r>
                      <a:r>
                        <a:rPr lang="fr-FR" dirty="0" smtClean="0"/>
                        <a:t> </a:t>
                      </a:r>
                      <a:r>
                        <a:rPr lang="fr-FR" dirty="0" err="1" smtClean="0"/>
                        <a:t>fanehoana</a:t>
                      </a:r>
                      <a:r>
                        <a:rPr lang="fr-FR" dirty="0" smtClean="0"/>
                        <a:t> </a:t>
                      </a:r>
                      <a:r>
                        <a:rPr lang="fr-FR" dirty="0" err="1" smtClean="0"/>
                        <a:t>ny</a:t>
                      </a:r>
                      <a:r>
                        <a:rPr lang="fr-FR" dirty="0" smtClean="0"/>
                        <a:t> </a:t>
                      </a:r>
                      <a:r>
                        <a:rPr lang="fr-FR" dirty="0" err="1" smtClean="0"/>
                        <a:t>fahamarinana</a:t>
                      </a:r>
                      <a:r>
                        <a:rPr lang="fr-FR" dirty="0" smtClean="0"/>
                        <a:t> dia </a:t>
                      </a:r>
                      <a:r>
                        <a:rPr lang="fr-FR" dirty="0" err="1" smtClean="0"/>
                        <a:t>tsy</a:t>
                      </a:r>
                      <a:r>
                        <a:rPr lang="fr-FR" dirty="0" smtClean="0"/>
                        <a:t> </a:t>
                      </a:r>
                      <a:r>
                        <a:rPr lang="fr-FR" dirty="0" err="1" smtClean="0"/>
                        <a:t>mandinika</a:t>
                      </a:r>
                      <a:r>
                        <a:rPr lang="fr-FR" dirty="0" smtClean="0"/>
                        <a:t> </a:t>
                      </a:r>
                      <a:r>
                        <a:rPr lang="fr-FR" dirty="0" err="1" smtClean="0"/>
                        <a:t>ny</a:t>
                      </a:r>
                      <a:r>
                        <a:rPr lang="fr-FR" dirty="0" smtClean="0"/>
                        <a:t> </a:t>
                      </a:r>
                      <a:r>
                        <a:rPr lang="fr-FR" dirty="0" err="1" smtClean="0"/>
                        <a:t>rafi-pinoan'ny</a:t>
                      </a:r>
                      <a:r>
                        <a:rPr lang="fr-FR" dirty="0" smtClean="0"/>
                        <a:t> </a:t>
                      </a:r>
                      <a:r>
                        <a:rPr lang="fr-FR" dirty="0" err="1" smtClean="0"/>
                        <a:t>kolontsaina</a:t>
                      </a:r>
                      <a:r>
                        <a:rPr lang="fr-FR" dirty="0" smtClean="0"/>
                        <a:t> </a:t>
                      </a:r>
                      <a:r>
                        <a:rPr lang="fr-FR" dirty="0" err="1" smtClean="0"/>
                        <a:t>eo</a:t>
                      </a:r>
                      <a:r>
                        <a:rPr lang="fr-FR" dirty="0" smtClean="0"/>
                        <a:t> an-</a:t>
                      </a:r>
                      <a:r>
                        <a:rPr lang="fr-FR" dirty="0" err="1" smtClean="0"/>
                        <a:t>toerana</a:t>
                      </a:r>
                      <a:r>
                        <a:rPr lang="fr-FR" dirty="0" smtClean="0"/>
                        <a:t>.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6. </a:t>
                      </a:r>
                      <a:r>
                        <a:rPr lang="fr-FR" dirty="0" err="1" smtClean="0"/>
                        <a:t>Ny</a:t>
                      </a:r>
                      <a:r>
                        <a:rPr lang="fr-FR" dirty="0" smtClean="0"/>
                        <a:t> </a:t>
                      </a:r>
                      <a:r>
                        <a:rPr lang="fr-FR" dirty="0" err="1" smtClean="0"/>
                        <a:t>misionera</a:t>
                      </a:r>
                      <a:r>
                        <a:rPr lang="fr-FR" dirty="0" smtClean="0"/>
                        <a:t> dia </a:t>
                      </a:r>
                      <a:r>
                        <a:rPr lang="fr-FR" dirty="0" err="1" smtClean="0"/>
                        <a:t>mampifanaraka</a:t>
                      </a:r>
                      <a:r>
                        <a:rPr lang="fr-FR" dirty="0" smtClean="0"/>
                        <a:t> </a:t>
                      </a:r>
                      <a:r>
                        <a:rPr lang="fr-FR" dirty="0" err="1" smtClean="0"/>
                        <a:t>ny</a:t>
                      </a:r>
                      <a:r>
                        <a:rPr lang="fr-FR" dirty="0" smtClean="0"/>
                        <a:t> </a:t>
                      </a:r>
                      <a:r>
                        <a:rPr lang="fr-FR" dirty="0" err="1" smtClean="0"/>
                        <a:t>hafatra</a:t>
                      </a:r>
                      <a:r>
                        <a:rPr lang="fr-FR" dirty="0" smtClean="0"/>
                        <a:t> </a:t>
                      </a:r>
                      <a:r>
                        <a:rPr lang="fr-FR" dirty="0" err="1" smtClean="0"/>
                        <a:t>amin'ny</a:t>
                      </a:r>
                      <a:r>
                        <a:rPr lang="fr-FR" dirty="0" smtClean="0"/>
                        <a:t> </a:t>
                      </a:r>
                      <a:r>
                        <a:rPr lang="fr-FR" dirty="0" err="1" smtClean="0"/>
                        <a:t>fomba</a:t>
                      </a:r>
                      <a:r>
                        <a:rPr lang="fr-FR" dirty="0" smtClean="0"/>
                        <a:t> </a:t>
                      </a:r>
                      <a:r>
                        <a:rPr lang="fr-FR" dirty="0" err="1" smtClean="0"/>
                        <a:t>fijery</a:t>
                      </a:r>
                      <a:r>
                        <a:rPr lang="fr-FR" dirty="0" smtClean="0"/>
                        <a:t> ara-</a:t>
                      </a:r>
                      <a:r>
                        <a:rPr lang="fr-FR" dirty="0" err="1" smtClean="0"/>
                        <a:t>kolontsaina</a:t>
                      </a:r>
                      <a:r>
                        <a:rPr lang="fr-FR" dirty="0" smtClean="0"/>
                        <a:t> </a:t>
                      </a:r>
                      <a:r>
                        <a:rPr lang="fr-FR" dirty="0" err="1" smtClean="0"/>
                        <a:t>eo</a:t>
                      </a:r>
                      <a:r>
                        <a:rPr lang="fr-FR" dirty="0" smtClean="0"/>
                        <a:t> an-</a:t>
                      </a:r>
                      <a:r>
                        <a:rPr lang="fr-FR" dirty="0" err="1" smtClean="0"/>
                        <a:t>toerana</a:t>
                      </a:r>
                      <a:r>
                        <a:rPr lang="fr-FR" dirty="0" smtClean="0"/>
                        <a:t>.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66071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 smtClean="0"/>
                        <a:t>7. </a:t>
                      </a:r>
                      <a:r>
                        <a:rPr lang="fr-FR" dirty="0" err="1" smtClean="0"/>
                        <a:t>Mampiasa</a:t>
                      </a:r>
                      <a:r>
                        <a:rPr lang="fr-FR" dirty="0" smtClean="0"/>
                        <a:t> </a:t>
                      </a:r>
                      <a:r>
                        <a:rPr lang="fr-FR" dirty="0" err="1" smtClean="0"/>
                        <a:t>ny</a:t>
                      </a:r>
                      <a:r>
                        <a:rPr lang="fr-FR" dirty="0" smtClean="0"/>
                        <a:t> </a:t>
                      </a:r>
                      <a:r>
                        <a:rPr lang="fr-FR" dirty="0" err="1" smtClean="0"/>
                        <a:t>fomba</a:t>
                      </a:r>
                      <a:r>
                        <a:rPr lang="fr-FR" dirty="0" smtClean="0"/>
                        <a:t> "</a:t>
                      </a:r>
                      <a:r>
                        <a:rPr lang="fr-FR" dirty="0" err="1" smtClean="0"/>
                        <a:t>famindrana</a:t>
                      </a:r>
                      <a:r>
                        <a:rPr lang="fr-FR" dirty="0" smtClean="0"/>
                        <a:t> </a:t>
                      </a:r>
                      <a:r>
                        <a:rPr lang="fr-FR" dirty="0" err="1" smtClean="0"/>
                        <a:t>toerana</a:t>
                      </a:r>
                      <a:r>
                        <a:rPr lang="fr-FR" dirty="0" smtClean="0"/>
                        <a:t>": </a:t>
                      </a:r>
                      <a:r>
                        <a:rPr lang="fr-FR" dirty="0" err="1" smtClean="0"/>
                        <a:t>rehefa</a:t>
                      </a:r>
                      <a:r>
                        <a:rPr lang="fr-FR" dirty="0" smtClean="0"/>
                        <a:t> </a:t>
                      </a:r>
                      <a:r>
                        <a:rPr lang="fr-FR" dirty="0" err="1" smtClean="0"/>
                        <a:t>mino</a:t>
                      </a:r>
                      <a:r>
                        <a:rPr lang="fr-FR" dirty="0" smtClean="0"/>
                        <a:t> </a:t>
                      </a:r>
                      <a:r>
                        <a:rPr lang="fr-FR" dirty="0" err="1" smtClean="0"/>
                        <a:t>an'i</a:t>
                      </a:r>
                      <a:r>
                        <a:rPr lang="fr-FR" dirty="0" smtClean="0"/>
                        <a:t> </a:t>
                      </a:r>
                      <a:r>
                        <a:rPr lang="fr-FR" dirty="0" err="1" smtClean="0"/>
                        <a:t>Jesoa</a:t>
                      </a:r>
                      <a:r>
                        <a:rPr lang="fr-FR" dirty="0" smtClean="0"/>
                        <a:t> </a:t>
                      </a:r>
                      <a:r>
                        <a:rPr lang="fr-FR" dirty="0" err="1" smtClean="0"/>
                        <a:t>ny</a:t>
                      </a:r>
                      <a:r>
                        <a:rPr lang="fr-FR" dirty="0" smtClean="0"/>
                        <a:t> </a:t>
                      </a:r>
                      <a:r>
                        <a:rPr lang="fr-FR" dirty="0" err="1" smtClean="0"/>
                        <a:t>olona</a:t>
                      </a:r>
                      <a:r>
                        <a:rPr lang="fr-FR" dirty="0" smtClean="0"/>
                        <a:t> </a:t>
                      </a:r>
                      <a:r>
                        <a:rPr lang="fr-FR" dirty="0" err="1" smtClean="0"/>
                        <a:t>iray</a:t>
                      </a:r>
                      <a:r>
                        <a:rPr lang="fr-FR" dirty="0" smtClean="0"/>
                        <a:t>, dia </a:t>
                      </a:r>
                      <a:r>
                        <a:rPr lang="fr-FR" dirty="0" err="1" smtClean="0"/>
                        <a:t>tsy</a:t>
                      </a:r>
                      <a:r>
                        <a:rPr lang="fr-FR" dirty="0" smtClean="0"/>
                        <a:t> </a:t>
                      </a:r>
                      <a:r>
                        <a:rPr lang="fr-FR" dirty="0" err="1" smtClean="0"/>
                        <a:t>maintsy</a:t>
                      </a:r>
                      <a:r>
                        <a:rPr lang="fr-FR" dirty="0" smtClean="0"/>
                        <a:t> </a:t>
                      </a:r>
                      <a:r>
                        <a:rPr lang="fr-FR" dirty="0" err="1" smtClean="0"/>
                        <a:t>miditra</a:t>
                      </a:r>
                      <a:r>
                        <a:rPr lang="fr-FR" dirty="0" smtClean="0"/>
                        <a:t> </a:t>
                      </a:r>
                      <a:r>
                        <a:rPr lang="fr-FR" dirty="0" err="1" smtClean="0"/>
                        <a:t>amin'ny</a:t>
                      </a:r>
                      <a:r>
                        <a:rPr lang="fr-FR" dirty="0" smtClean="0"/>
                        <a:t> </a:t>
                      </a:r>
                      <a:r>
                        <a:rPr lang="fr-FR" dirty="0" err="1" smtClean="0"/>
                        <a:t>fiangonana</a:t>
                      </a:r>
                      <a:r>
                        <a:rPr lang="fr-FR" dirty="0" smtClean="0"/>
                        <a:t> </a:t>
                      </a:r>
                      <a:r>
                        <a:rPr lang="fr-FR" dirty="0" err="1" smtClean="0"/>
                        <a:t>mahazatra</a:t>
                      </a:r>
                      <a:r>
                        <a:rPr lang="fr-FR" dirty="0" smtClean="0"/>
                        <a:t>.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7. </a:t>
                      </a:r>
                      <a:r>
                        <a:rPr lang="fr-FR" dirty="0" err="1" smtClean="0"/>
                        <a:t>Mampiasa</a:t>
                      </a:r>
                      <a:r>
                        <a:rPr lang="fr-FR" dirty="0" smtClean="0"/>
                        <a:t> </a:t>
                      </a:r>
                      <a:r>
                        <a:rPr lang="fr-FR" dirty="0" err="1" smtClean="0"/>
                        <a:t>ny</a:t>
                      </a:r>
                      <a:r>
                        <a:rPr lang="fr-FR" dirty="0" smtClean="0"/>
                        <a:t> </a:t>
                      </a:r>
                      <a:r>
                        <a:rPr lang="fr-FR" dirty="0" err="1" smtClean="0"/>
                        <a:t>fomba</a:t>
                      </a:r>
                      <a:r>
                        <a:rPr lang="fr-FR" dirty="0" smtClean="0"/>
                        <a:t> "</a:t>
                      </a:r>
                      <a:r>
                        <a:rPr lang="fr-FR" dirty="0" err="1" smtClean="0"/>
                        <a:t>fahatongavana</a:t>
                      </a:r>
                      <a:r>
                        <a:rPr lang="fr-FR" dirty="0" smtClean="0"/>
                        <a:t> ho </a:t>
                      </a:r>
                      <a:r>
                        <a:rPr lang="fr-FR" dirty="0" err="1" smtClean="0"/>
                        <a:t>nofo«</a:t>
                      </a:r>
                      <a:r>
                        <a:rPr lang="fr-FR" sz="1800" b="1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Incarnation</a:t>
                      </a:r>
                      <a:r>
                        <a:rPr lang="fr-FR" sz="18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model</a:t>
                      </a:r>
                      <a:r>
                        <a:rPr lang="fr-FR" dirty="0" smtClean="0"/>
                        <a:t> (</a:t>
                      </a:r>
                      <a:r>
                        <a:rPr lang="fr-FR" dirty="0" err="1" smtClean="0"/>
                        <a:t>Famitoviana</a:t>
                      </a:r>
                      <a:r>
                        <a:rPr lang="fr-FR" dirty="0" smtClean="0"/>
                        <a:t> </a:t>
                      </a:r>
                      <a:r>
                        <a:rPr lang="fr-FR" dirty="0" err="1" smtClean="0"/>
                        <a:t>lenta</a:t>
                      </a:r>
                      <a:r>
                        <a:rPr lang="fr-FR" dirty="0" smtClean="0"/>
                        <a:t> @</a:t>
                      </a:r>
                      <a:r>
                        <a:rPr lang="fr-FR" baseline="0" dirty="0" smtClean="0"/>
                        <a:t> </a:t>
                      </a:r>
                      <a:r>
                        <a:rPr lang="fr-FR" baseline="0" dirty="0" err="1" smtClean="0"/>
                        <a:t>hafa</a:t>
                      </a:r>
                      <a:r>
                        <a:rPr lang="fr-FR" baseline="0" dirty="0" smtClean="0"/>
                        <a:t>)</a:t>
                      </a:r>
                      <a:r>
                        <a:rPr lang="fr-FR" dirty="0" smtClean="0"/>
                        <a:t>: </a:t>
                      </a:r>
                      <a:r>
                        <a:rPr lang="fr-FR" dirty="0" err="1" smtClean="0"/>
                        <a:t>ny</a:t>
                      </a:r>
                      <a:r>
                        <a:rPr lang="fr-FR" dirty="0" smtClean="0"/>
                        <a:t> </a:t>
                      </a:r>
                      <a:r>
                        <a:rPr lang="fr-FR" dirty="0" err="1" smtClean="0"/>
                        <a:t>misionera</a:t>
                      </a:r>
                      <a:r>
                        <a:rPr lang="fr-FR" dirty="0" smtClean="0"/>
                        <a:t> dia </a:t>
                      </a:r>
                      <a:r>
                        <a:rPr lang="fr-FR" dirty="0" err="1" smtClean="0"/>
                        <a:t>miezaka</a:t>
                      </a:r>
                      <a:r>
                        <a:rPr lang="fr-FR" dirty="0" smtClean="0"/>
                        <a:t> </a:t>
                      </a:r>
                      <a:r>
                        <a:rPr lang="fr-FR" dirty="0" err="1" smtClean="0"/>
                        <a:t>mampifanaraka</a:t>
                      </a:r>
                      <a:r>
                        <a:rPr lang="fr-FR" dirty="0" smtClean="0"/>
                        <a:t> </a:t>
                      </a:r>
                      <a:r>
                        <a:rPr lang="fr-FR" dirty="0" err="1" smtClean="0"/>
                        <a:t>ny</a:t>
                      </a:r>
                      <a:r>
                        <a:rPr lang="fr-FR" dirty="0" smtClean="0"/>
                        <a:t> </a:t>
                      </a:r>
                      <a:r>
                        <a:rPr lang="fr-FR" dirty="0" err="1" smtClean="0"/>
                        <a:t>fanao</a:t>
                      </a:r>
                      <a:r>
                        <a:rPr lang="fr-FR" dirty="0" smtClean="0"/>
                        <a:t> ara-</a:t>
                      </a:r>
                      <a:r>
                        <a:rPr lang="fr-FR" dirty="0" err="1" smtClean="0"/>
                        <a:t>kolontsaina</a:t>
                      </a:r>
                      <a:r>
                        <a:rPr lang="fr-FR" dirty="0" smtClean="0"/>
                        <a:t> </a:t>
                      </a:r>
                      <a:r>
                        <a:rPr lang="fr-FR" dirty="0" err="1" smtClean="0"/>
                        <a:t>izay</a:t>
                      </a:r>
                      <a:r>
                        <a:rPr lang="fr-FR" dirty="0" smtClean="0"/>
                        <a:t> </a:t>
                      </a:r>
                      <a:r>
                        <a:rPr lang="fr-FR" dirty="0" err="1" smtClean="0"/>
                        <a:t>tsy</a:t>
                      </a:r>
                      <a:r>
                        <a:rPr lang="fr-FR" dirty="0" smtClean="0"/>
                        <a:t> </a:t>
                      </a:r>
                      <a:r>
                        <a:rPr lang="fr-FR" dirty="0" err="1" smtClean="0"/>
                        <a:t>mifanohitra</a:t>
                      </a:r>
                      <a:r>
                        <a:rPr lang="fr-FR" dirty="0" smtClean="0"/>
                        <a:t> </a:t>
                      </a:r>
                      <a:r>
                        <a:rPr lang="fr-FR" dirty="0" err="1" smtClean="0"/>
                        <a:t>amin'ny</a:t>
                      </a:r>
                      <a:r>
                        <a:rPr lang="fr-FR" dirty="0" smtClean="0"/>
                        <a:t> </a:t>
                      </a:r>
                      <a:r>
                        <a:rPr lang="fr-FR" dirty="0" err="1" smtClean="0"/>
                        <a:t>fampianaran'ny</a:t>
                      </a:r>
                      <a:r>
                        <a:rPr lang="fr-FR" dirty="0" smtClean="0"/>
                        <a:t> </a:t>
                      </a:r>
                      <a:r>
                        <a:rPr lang="fr-FR" dirty="0" err="1" smtClean="0"/>
                        <a:t>Baiboly</a:t>
                      </a:r>
                      <a:r>
                        <a:rPr lang="fr-FR" dirty="0" smtClean="0"/>
                        <a:t>.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78092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27249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0677" y="365125"/>
            <a:ext cx="11816861" cy="1325563"/>
          </a:xfrm>
        </p:spPr>
        <p:txBody>
          <a:bodyPr>
            <a:noAutofit/>
          </a:bodyPr>
          <a:lstStyle/>
          <a:p>
            <a:pPr algn="ctr"/>
            <a:r>
              <a:rPr lang="fr-FR" sz="3600" b="1" dirty="0" err="1">
                <a:latin typeface="Arial" panose="020B0604020202020204" pitchFamily="34" charset="0"/>
                <a:cs typeface="Arial" panose="020B0604020202020204" pitchFamily="34" charset="0"/>
              </a:rPr>
              <a:t>Ny</a:t>
            </a:r>
            <a:r>
              <a:rPr lang="fr-FR" sz="3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3600" b="1" dirty="0" err="1">
                <a:latin typeface="Arial" panose="020B0604020202020204" pitchFamily="34" charset="0"/>
                <a:cs typeface="Arial" panose="020B0604020202020204" pitchFamily="34" charset="0"/>
              </a:rPr>
              <a:t>Fomba</a:t>
            </a:r>
            <a:r>
              <a:rPr lang="fr-FR" sz="3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3600" b="1" dirty="0" err="1">
                <a:latin typeface="Arial" panose="020B0604020202020204" pitchFamily="34" charset="0"/>
                <a:cs typeface="Arial" panose="020B0604020202020204" pitchFamily="34" charset="0"/>
              </a:rPr>
              <a:t>Fiasa</a:t>
            </a:r>
            <a:r>
              <a:rPr lang="fr-FR" sz="3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3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3600" b="1" dirty="0" err="1">
                <a:latin typeface="Arial" panose="020B0604020202020204" pitchFamily="34" charset="0"/>
                <a:cs typeface="Arial" panose="020B0604020202020204" pitchFamily="34" charset="0"/>
              </a:rPr>
              <a:t>amin'ny</a:t>
            </a:r>
            <a:r>
              <a:rPr lang="fr-FR" sz="3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3600" b="1" dirty="0" err="1">
                <a:latin typeface="Arial" panose="020B0604020202020204" pitchFamily="34" charset="0"/>
                <a:cs typeface="Arial" panose="020B0604020202020204" pitchFamily="34" charset="0"/>
              </a:rPr>
              <a:t>Silamo</a:t>
            </a:r>
            <a:r>
              <a:rPr lang="fr-FR" sz="3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3600" b="1" dirty="0" err="1">
                <a:latin typeface="Arial" panose="020B0604020202020204" pitchFamily="34" charset="0"/>
                <a:cs typeface="Arial" panose="020B0604020202020204" pitchFamily="34" charset="0"/>
              </a:rPr>
              <a:t>manoloana</a:t>
            </a:r>
            <a:r>
              <a:rPr lang="fr-FR" sz="3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3600" b="1" dirty="0" err="1">
                <a:latin typeface="Arial" panose="020B0604020202020204" pitchFamily="34" charset="0"/>
                <a:cs typeface="Arial" panose="020B0604020202020204" pitchFamily="34" charset="0"/>
              </a:rPr>
              <a:t>ny</a:t>
            </a:r>
            <a:r>
              <a:rPr lang="fr-FR" sz="3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3600" b="1" dirty="0" err="1">
                <a:latin typeface="Arial" panose="020B0604020202020204" pitchFamily="34" charset="0"/>
                <a:cs typeface="Arial" panose="020B0604020202020204" pitchFamily="34" charset="0"/>
              </a:rPr>
              <a:t>Lalan'ny</a:t>
            </a:r>
            <a:r>
              <a:rPr lang="fr-FR" sz="3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3600" b="1" dirty="0" err="1">
                <a:latin typeface="Arial" panose="020B0604020202020204" pitchFamily="34" charset="0"/>
                <a:cs typeface="Arial" panose="020B0604020202020204" pitchFamily="34" charset="0"/>
              </a:rPr>
              <a:t>Fanaovana</a:t>
            </a:r>
            <a:r>
              <a:rPr lang="fr-FR" sz="3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3600" b="1" dirty="0" err="1">
                <a:latin typeface="Arial" panose="020B0604020202020204" pitchFamily="34" charset="0"/>
                <a:cs typeface="Arial" panose="020B0604020202020204" pitchFamily="34" charset="0"/>
              </a:rPr>
              <a:t>Mpianatra</a:t>
            </a:r>
            <a:r>
              <a:rPr lang="fr-FR" sz="3600" b="1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fr-FR" sz="3600" b="1" dirty="0" err="1">
                <a:latin typeface="Arial" panose="020B0604020202020204" pitchFamily="34" charset="0"/>
                <a:cs typeface="Arial" panose="020B0604020202020204" pitchFamily="34" charset="0"/>
              </a:rPr>
              <a:t>Discipleship</a:t>
            </a:r>
            <a:r>
              <a:rPr lang="fr-FR" sz="3600" b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fr-FR" dirty="0"/>
              <a:t>Teo </a:t>
            </a:r>
            <a:r>
              <a:rPr lang="fr-FR" dirty="0" err="1"/>
              <a:t>aloha</a:t>
            </a:r>
            <a:r>
              <a:rPr lang="fr-FR" dirty="0"/>
              <a:t> dia </a:t>
            </a:r>
            <a:r>
              <a:rPr lang="fr-FR" dirty="0" err="1"/>
              <a:t>efa</a:t>
            </a:r>
            <a:r>
              <a:rPr lang="fr-FR" dirty="0"/>
              <a:t> </a:t>
            </a:r>
            <a:r>
              <a:rPr lang="fr-FR" dirty="0" err="1"/>
              <a:t>voalaza</a:t>
            </a:r>
            <a:r>
              <a:rPr lang="fr-FR" dirty="0"/>
              <a:t> fa </a:t>
            </a:r>
            <a:r>
              <a:rPr lang="fr-FR" dirty="0" err="1"/>
              <a:t>rehefa</a:t>
            </a:r>
            <a:r>
              <a:rPr lang="fr-FR" dirty="0"/>
              <a:t> </a:t>
            </a:r>
            <a:r>
              <a:rPr lang="fr-FR" dirty="0" err="1"/>
              <a:t>mitory</a:t>
            </a:r>
            <a:r>
              <a:rPr lang="fr-FR" dirty="0"/>
              <a:t> </a:t>
            </a:r>
            <a:r>
              <a:rPr lang="fr-FR" dirty="0" err="1"/>
              <a:t>amin'ireo</a:t>
            </a:r>
            <a:r>
              <a:rPr lang="fr-FR" dirty="0"/>
              <a:t> "cousins" (</a:t>
            </a:r>
            <a:r>
              <a:rPr lang="fr-FR" dirty="0" err="1" smtClean="0"/>
              <a:t>havantsika</a:t>
            </a:r>
            <a:r>
              <a:rPr lang="fr-FR" dirty="0" smtClean="0"/>
              <a:t> </a:t>
            </a:r>
            <a:r>
              <a:rPr lang="fr-FR" dirty="0" err="1" smtClean="0"/>
              <a:t>Silamo</a:t>
            </a:r>
            <a:r>
              <a:rPr lang="fr-FR" dirty="0" smtClean="0"/>
              <a:t>) </a:t>
            </a:r>
            <a:r>
              <a:rPr lang="fr-FR" dirty="0" err="1"/>
              <a:t>isika</a:t>
            </a:r>
            <a:r>
              <a:rPr lang="fr-FR" dirty="0"/>
              <a:t>, dia </a:t>
            </a:r>
            <a:r>
              <a:rPr lang="fr-FR" dirty="0" err="1"/>
              <a:t>mila</a:t>
            </a:r>
            <a:r>
              <a:rPr lang="fr-FR" dirty="0"/>
              <a:t> </a:t>
            </a:r>
            <a:r>
              <a:rPr lang="fr-FR" dirty="0" err="1"/>
              <a:t>miala</a:t>
            </a:r>
            <a:r>
              <a:rPr lang="fr-FR" dirty="0"/>
              <a:t> </a:t>
            </a:r>
            <a:r>
              <a:rPr lang="fr-FR" dirty="0" err="1"/>
              <a:t>amin'ny</a:t>
            </a:r>
            <a:r>
              <a:rPr lang="fr-FR" dirty="0"/>
              <a:t> </a:t>
            </a:r>
            <a:r>
              <a:rPr lang="fr-FR" dirty="0" err="1"/>
              <a:t>fomba</a:t>
            </a:r>
            <a:r>
              <a:rPr lang="fr-FR" dirty="0"/>
              <a:t> </a:t>
            </a:r>
            <a:r>
              <a:rPr lang="fr-FR" dirty="0" err="1"/>
              <a:t>fiasa</a:t>
            </a:r>
            <a:r>
              <a:rPr lang="fr-FR" dirty="0"/>
              <a:t> </a:t>
            </a:r>
            <a:r>
              <a:rPr lang="fr-FR" dirty="0" smtClean="0"/>
              <a:t>ara-</a:t>
            </a:r>
            <a:r>
              <a:rPr lang="fr-FR" dirty="0" err="1" smtClean="0"/>
              <a:t>pilazantsara</a:t>
            </a:r>
            <a:r>
              <a:rPr lang="fr-FR" dirty="0" smtClean="0"/>
              <a:t> </a:t>
            </a:r>
            <a:r>
              <a:rPr lang="fr-FR" dirty="0" err="1"/>
              <a:t>mivantana</a:t>
            </a:r>
            <a:r>
              <a:rPr lang="fr-FR" dirty="0"/>
              <a:t>. </a:t>
            </a:r>
            <a:r>
              <a:rPr lang="fr-FR" dirty="0" err="1"/>
              <a:t>Izany</a:t>
            </a:r>
            <a:r>
              <a:rPr lang="fr-FR" dirty="0"/>
              <a:t> dia </a:t>
            </a:r>
            <a:r>
              <a:rPr lang="fr-FR" dirty="0" err="1"/>
              <a:t>satria</a:t>
            </a:r>
            <a:r>
              <a:rPr lang="fr-FR" dirty="0"/>
              <a:t> </a:t>
            </a:r>
            <a:r>
              <a:rPr lang="fr-FR" dirty="0" err="1"/>
              <a:t>ny</a:t>
            </a:r>
            <a:r>
              <a:rPr lang="fr-FR" dirty="0"/>
              <a:t> </a:t>
            </a:r>
            <a:r>
              <a:rPr lang="fr-FR" dirty="0" err="1"/>
              <a:t>finoantsika</a:t>
            </a:r>
            <a:r>
              <a:rPr lang="fr-FR" dirty="0"/>
              <a:t> dia </a:t>
            </a:r>
            <a:r>
              <a:rPr lang="fr-FR" dirty="0" err="1"/>
              <a:t>miorina</a:t>
            </a:r>
            <a:r>
              <a:rPr lang="fr-FR" dirty="0"/>
              <a:t> </a:t>
            </a:r>
            <a:r>
              <a:rPr lang="fr-FR" dirty="0" err="1"/>
              <a:t>amin'ny</a:t>
            </a:r>
            <a:r>
              <a:rPr lang="fr-FR" dirty="0"/>
              <a:t> </a:t>
            </a:r>
            <a:r>
              <a:rPr lang="fr-FR" dirty="0" err="1"/>
              <a:t>Baiboly</a:t>
            </a:r>
            <a:r>
              <a:rPr lang="fr-FR" dirty="0"/>
              <a:t>, </a:t>
            </a:r>
            <a:r>
              <a:rPr lang="fr-FR" dirty="0" err="1"/>
              <a:t>izay</a:t>
            </a:r>
            <a:r>
              <a:rPr lang="fr-FR" dirty="0"/>
              <a:t> </a:t>
            </a:r>
            <a:r>
              <a:rPr lang="fr-FR" dirty="0" err="1"/>
              <a:t>manana</a:t>
            </a:r>
            <a:r>
              <a:rPr lang="fr-FR" dirty="0"/>
              <a:t> </a:t>
            </a:r>
            <a:r>
              <a:rPr lang="fr-FR" dirty="0" err="1"/>
              <a:t>fahasamihafana</a:t>
            </a:r>
            <a:r>
              <a:rPr lang="fr-FR" dirty="0"/>
              <a:t> </a:t>
            </a:r>
            <a:r>
              <a:rPr lang="fr-FR" dirty="0" err="1"/>
              <a:t>betsaka</a:t>
            </a:r>
            <a:r>
              <a:rPr lang="fr-FR" dirty="0"/>
              <a:t> </a:t>
            </a:r>
            <a:r>
              <a:rPr lang="fr-FR" dirty="0" err="1"/>
              <a:t>amin'ny</a:t>
            </a:r>
            <a:r>
              <a:rPr lang="fr-FR" dirty="0"/>
              <a:t> </a:t>
            </a:r>
            <a:r>
              <a:rPr lang="fr-FR" dirty="0" err="1"/>
              <a:t>fampianaran'izy</a:t>
            </a:r>
            <a:r>
              <a:rPr lang="fr-FR" dirty="0"/>
              <a:t> </a:t>
            </a:r>
            <a:r>
              <a:rPr lang="fr-FR" dirty="0" err="1"/>
              <a:t>ireo</a:t>
            </a:r>
            <a:r>
              <a:rPr lang="fr-FR" dirty="0"/>
              <a:t>. </a:t>
            </a:r>
            <a:r>
              <a:rPr lang="fr-FR" dirty="0" err="1"/>
              <a:t>Ohatra</a:t>
            </a:r>
            <a:r>
              <a:rPr lang="fr-FR" dirty="0"/>
              <a:t>, </a:t>
            </a:r>
            <a:r>
              <a:rPr lang="fr-FR" dirty="0" err="1"/>
              <a:t>ny</a:t>
            </a:r>
            <a:r>
              <a:rPr lang="fr-FR" dirty="0"/>
              <a:t> </a:t>
            </a:r>
            <a:r>
              <a:rPr lang="fr-FR" dirty="0" err="1"/>
              <a:t>finoana</a:t>
            </a:r>
            <a:r>
              <a:rPr lang="fr-FR" dirty="0"/>
              <a:t> </a:t>
            </a:r>
            <a:r>
              <a:rPr lang="fr-FR" dirty="0" err="1"/>
              <a:t>momba</a:t>
            </a:r>
            <a:r>
              <a:rPr lang="fr-FR" dirty="0"/>
              <a:t> </a:t>
            </a:r>
            <a:r>
              <a:rPr lang="fr-FR" dirty="0" err="1"/>
              <a:t>ny</a:t>
            </a:r>
            <a:r>
              <a:rPr lang="fr-FR" dirty="0"/>
              <a:t> </a:t>
            </a:r>
            <a:r>
              <a:rPr lang="fr-FR" dirty="0" err="1"/>
              <a:t>famonjena</a:t>
            </a:r>
            <a:r>
              <a:rPr lang="fr-FR" dirty="0"/>
              <a:t>: </a:t>
            </a:r>
            <a:r>
              <a:rPr lang="fr-FR" dirty="0" err="1"/>
              <a:t>ny</a:t>
            </a:r>
            <a:r>
              <a:rPr lang="fr-FR" dirty="0"/>
              <a:t> </a:t>
            </a:r>
            <a:r>
              <a:rPr lang="fr-FR" dirty="0" err="1"/>
              <a:t>Baiboly</a:t>
            </a:r>
            <a:r>
              <a:rPr lang="fr-FR" dirty="0"/>
              <a:t> dia </a:t>
            </a:r>
            <a:r>
              <a:rPr lang="fr-FR" dirty="0" err="1"/>
              <a:t>mampianatra</a:t>
            </a:r>
            <a:r>
              <a:rPr lang="fr-FR" dirty="0"/>
              <a:t> fa </a:t>
            </a:r>
            <a:r>
              <a:rPr lang="fr-FR" dirty="0" err="1"/>
              <a:t>voavonjy</a:t>
            </a:r>
            <a:r>
              <a:rPr lang="fr-FR" dirty="0"/>
              <a:t> </a:t>
            </a:r>
            <a:r>
              <a:rPr lang="fr-FR" dirty="0" err="1"/>
              <a:t>amin'ny</a:t>
            </a:r>
            <a:r>
              <a:rPr lang="fr-FR" dirty="0"/>
              <a:t> </a:t>
            </a:r>
            <a:r>
              <a:rPr lang="fr-FR" dirty="0" err="1"/>
              <a:t>fahasoavana</a:t>
            </a:r>
            <a:r>
              <a:rPr lang="fr-FR" dirty="0"/>
              <a:t> </a:t>
            </a:r>
            <a:r>
              <a:rPr lang="fr-FR" dirty="0" err="1"/>
              <a:t>isika</a:t>
            </a:r>
            <a:r>
              <a:rPr lang="fr-FR" dirty="0"/>
              <a:t> </a:t>
            </a:r>
            <a:r>
              <a:rPr lang="fr-FR" dirty="0" err="1"/>
              <a:t>amin'ny</a:t>
            </a:r>
            <a:r>
              <a:rPr lang="fr-FR" dirty="0"/>
              <a:t> </a:t>
            </a:r>
            <a:r>
              <a:rPr lang="fr-FR" dirty="0" err="1"/>
              <a:t>alalan'ny</a:t>
            </a:r>
            <a:r>
              <a:rPr lang="fr-FR" dirty="0"/>
              <a:t> </a:t>
            </a:r>
            <a:r>
              <a:rPr lang="fr-FR" dirty="0" err="1"/>
              <a:t>fahafatesan'i</a:t>
            </a:r>
            <a:r>
              <a:rPr lang="fr-FR" dirty="0"/>
              <a:t> </a:t>
            </a:r>
            <a:r>
              <a:rPr lang="fr-FR" dirty="0" err="1" smtClean="0"/>
              <a:t>Jesosy</a:t>
            </a:r>
            <a:r>
              <a:rPr lang="fr-FR" dirty="0" smtClean="0"/>
              <a:t> </a:t>
            </a:r>
            <a:r>
              <a:rPr lang="fr-FR" dirty="0" err="1"/>
              <a:t>Kristy</a:t>
            </a:r>
            <a:r>
              <a:rPr lang="fr-FR" dirty="0"/>
              <a:t>, fa </a:t>
            </a:r>
            <a:r>
              <a:rPr lang="fr-FR" dirty="0" err="1"/>
              <a:t>ny</a:t>
            </a:r>
            <a:r>
              <a:rPr lang="fr-FR" dirty="0"/>
              <a:t> "cousins"-</a:t>
            </a:r>
            <a:r>
              <a:rPr lang="fr-FR" dirty="0" err="1"/>
              <a:t>intsika</a:t>
            </a:r>
            <a:r>
              <a:rPr lang="fr-FR" dirty="0"/>
              <a:t> </a:t>
            </a:r>
            <a:r>
              <a:rPr lang="fr-FR" dirty="0" err="1"/>
              <a:t>kosa</a:t>
            </a:r>
            <a:r>
              <a:rPr lang="fr-FR" dirty="0"/>
              <a:t> dia </a:t>
            </a:r>
            <a:r>
              <a:rPr lang="fr-FR" dirty="0" err="1"/>
              <a:t>mino</a:t>
            </a:r>
            <a:r>
              <a:rPr lang="fr-FR" dirty="0"/>
              <a:t> fa </a:t>
            </a:r>
            <a:r>
              <a:rPr lang="fr-FR" dirty="0" err="1"/>
              <a:t>ny</a:t>
            </a:r>
            <a:r>
              <a:rPr lang="fr-FR" dirty="0"/>
              <a:t> </a:t>
            </a:r>
            <a:r>
              <a:rPr lang="fr-FR" dirty="0" err="1"/>
              <a:t>famonjena</a:t>
            </a:r>
            <a:r>
              <a:rPr lang="fr-FR" dirty="0"/>
              <a:t> dia </a:t>
            </a:r>
            <a:r>
              <a:rPr lang="fr-FR" dirty="0" err="1"/>
              <a:t>miankina</a:t>
            </a:r>
            <a:r>
              <a:rPr lang="fr-FR" dirty="0"/>
              <a:t> </a:t>
            </a:r>
            <a:r>
              <a:rPr lang="fr-FR" dirty="0" err="1"/>
              <a:t>amin'ny</a:t>
            </a:r>
            <a:r>
              <a:rPr lang="fr-FR" dirty="0"/>
              <a:t> asa ara-</a:t>
            </a:r>
            <a:r>
              <a:rPr lang="fr-FR" dirty="0" err="1"/>
              <a:t>pivavahana</a:t>
            </a:r>
            <a:r>
              <a:rPr lang="fr-FR" dirty="0"/>
              <a:t> </a:t>
            </a:r>
            <a:r>
              <a:rPr lang="fr-FR" dirty="0" err="1"/>
              <a:t>ataony</a:t>
            </a:r>
            <a:r>
              <a:rPr lang="fr-FR" dirty="0"/>
              <a:t>. </a:t>
            </a:r>
            <a:r>
              <a:rPr lang="fr-FR" dirty="0" err="1"/>
              <a:t>Noho</a:t>
            </a:r>
            <a:r>
              <a:rPr lang="fr-FR" dirty="0"/>
              <a:t> </a:t>
            </a:r>
            <a:r>
              <a:rPr lang="fr-FR" dirty="0" err="1"/>
              <a:t>izany</a:t>
            </a:r>
            <a:r>
              <a:rPr lang="fr-FR" dirty="0"/>
              <a:t>, </a:t>
            </a:r>
            <a:r>
              <a:rPr lang="fr-FR" dirty="0" err="1"/>
              <a:t>rehefa</a:t>
            </a:r>
            <a:r>
              <a:rPr lang="fr-FR" dirty="0"/>
              <a:t> </a:t>
            </a:r>
            <a:r>
              <a:rPr lang="fr-FR" dirty="0" err="1"/>
              <a:t>manao</a:t>
            </a:r>
            <a:r>
              <a:rPr lang="fr-FR" dirty="0"/>
              <a:t> </a:t>
            </a:r>
            <a:r>
              <a:rPr lang="fr-FR" dirty="0" err="1"/>
              <a:t>fomba</a:t>
            </a:r>
            <a:r>
              <a:rPr lang="fr-FR" dirty="0"/>
              <a:t> </a:t>
            </a:r>
            <a:r>
              <a:rPr lang="fr-FR" dirty="0" err="1"/>
              <a:t>fiasa</a:t>
            </a:r>
            <a:r>
              <a:rPr lang="fr-FR" dirty="0"/>
              <a:t> </a:t>
            </a:r>
            <a:r>
              <a:rPr lang="fr-FR" dirty="0" smtClean="0"/>
              <a:t>ara-</a:t>
            </a:r>
            <a:r>
              <a:rPr lang="fr-FR" dirty="0" err="1" smtClean="0"/>
              <a:t>pilazantsara</a:t>
            </a:r>
            <a:r>
              <a:rPr lang="fr-FR" dirty="0" smtClean="0"/>
              <a:t> </a:t>
            </a:r>
            <a:r>
              <a:rPr lang="fr-FR" dirty="0" err="1"/>
              <a:t>ny</a:t>
            </a:r>
            <a:r>
              <a:rPr lang="fr-FR" dirty="0"/>
              <a:t> </a:t>
            </a:r>
            <a:r>
              <a:rPr lang="fr-FR" dirty="0" err="1"/>
              <a:t>olona</a:t>
            </a:r>
            <a:r>
              <a:rPr lang="fr-FR" dirty="0"/>
              <a:t> </a:t>
            </a:r>
            <a:r>
              <a:rPr lang="fr-FR" dirty="0" err="1"/>
              <a:t>iray</a:t>
            </a:r>
            <a:r>
              <a:rPr lang="fr-FR" dirty="0"/>
              <a:t>, dia </a:t>
            </a:r>
            <a:r>
              <a:rPr lang="fr-FR" dirty="0" err="1"/>
              <a:t>hanantitrantitra</a:t>
            </a:r>
            <a:r>
              <a:rPr lang="fr-FR" dirty="0"/>
              <a:t> </a:t>
            </a:r>
            <a:r>
              <a:rPr lang="fr-FR" dirty="0" err="1"/>
              <a:t>fampianarana</a:t>
            </a:r>
            <a:r>
              <a:rPr lang="fr-FR" dirty="0"/>
              <a:t> </a:t>
            </a:r>
            <a:r>
              <a:rPr lang="fr-FR" dirty="0" err="1"/>
              <a:t>izay</a:t>
            </a:r>
            <a:r>
              <a:rPr lang="fr-FR" dirty="0"/>
              <a:t> </a:t>
            </a:r>
            <a:r>
              <a:rPr lang="fr-FR" dirty="0" err="1"/>
              <a:t>mety</a:t>
            </a:r>
            <a:r>
              <a:rPr lang="fr-FR" dirty="0"/>
              <a:t> </a:t>
            </a:r>
            <a:r>
              <a:rPr lang="fr-FR" dirty="0" err="1"/>
              <a:t>tsy</a:t>
            </a:r>
            <a:r>
              <a:rPr lang="fr-FR" dirty="0"/>
              <a:t> ho </a:t>
            </a:r>
            <a:r>
              <a:rPr lang="fr-FR" dirty="0" err="1"/>
              <a:t>azon'ny</a:t>
            </a:r>
            <a:r>
              <a:rPr lang="fr-FR" dirty="0"/>
              <a:t> </a:t>
            </a:r>
            <a:r>
              <a:rPr lang="fr-FR" dirty="0" err="1"/>
              <a:t>mpihaino</a:t>
            </a:r>
            <a:r>
              <a:rPr lang="fr-FR" dirty="0"/>
              <a:t>, </a:t>
            </a:r>
            <a:r>
              <a:rPr lang="fr-FR" dirty="0" err="1"/>
              <a:t>satria</a:t>
            </a:r>
            <a:r>
              <a:rPr lang="fr-FR" dirty="0"/>
              <a:t> </a:t>
            </a:r>
            <a:r>
              <a:rPr lang="fr-FR" dirty="0" err="1"/>
              <a:t>ny</a:t>
            </a:r>
            <a:r>
              <a:rPr lang="fr-FR" dirty="0"/>
              <a:t> </a:t>
            </a:r>
            <a:r>
              <a:rPr lang="fr-FR" dirty="0" err="1"/>
              <a:t>fomba</a:t>
            </a:r>
            <a:r>
              <a:rPr lang="fr-FR" dirty="0"/>
              <a:t> </a:t>
            </a:r>
            <a:r>
              <a:rPr lang="fr-FR" dirty="0" err="1"/>
              <a:t>fijeriny</a:t>
            </a:r>
            <a:r>
              <a:rPr lang="fr-FR" dirty="0"/>
              <a:t> </a:t>
            </a:r>
            <a:r>
              <a:rPr lang="fr-FR" dirty="0" err="1"/>
              <a:t>an'izao</a:t>
            </a:r>
            <a:r>
              <a:rPr lang="fr-FR" dirty="0"/>
              <a:t> </a:t>
            </a:r>
            <a:r>
              <a:rPr lang="fr-FR" dirty="0" err="1"/>
              <a:t>tontolo</a:t>
            </a:r>
            <a:r>
              <a:rPr lang="fr-FR" dirty="0"/>
              <a:t> </a:t>
            </a:r>
            <a:r>
              <a:rPr lang="fr-FR" dirty="0" err="1"/>
              <a:t>izao</a:t>
            </a:r>
            <a:r>
              <a:rPr lang="fr-FR" dirty="0"/>
              <a:t> no </a:t>
            </a:r>
            <a:r>
              <a:rPr lang="fr-FR" dirty="0" err="1"/>
              <a:t>mitarika</a:t>
            </a:r>
            <a:r>
              <a:rPr lang="fr-FR" dirty="0"/>
              <a:t> </a:t>
            </a:r>
            <a:r>
              <a:rPr lang="fr-FR" dirty="0" err="1"/>
              <a:t>azy</a:t>
            </a:r>
            <a:r>
              <a:rPr lang="fr-F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512947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0677" y="210379"/>
            <a:ext cx="11816861" cy="1325563"/>
          </a:xfrm>
        </p:spPr>
        <p:txBody>
          <a:bodyPr>
            <a:noAutofit/>
          </a:bodyPr>
          <a:lstStyle/>
          <a:p>
            <a:pPr algn="ctr"/>
            <a:r>
              <a:rPr lang="fr-FR" sz="3600" b="1" dirty="0" err="1">
                <a:latin typeface="Arial" panose="020B0604020202020204" pitchFamily="34" charset="0"/>
                <a:cs typeface="Arial" panose="020B0604020202020204" pitchFamily="34" charset="0"/>
              </a:rPr>
              <a:t>Ny</a:t>
            </a:r>
            <a:r>
              <a:rPr lang="fr-FR" sz="3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3600" b="1" dirty="0" err="1">
                <a:latin typeface="Arial" panose="020B0604020202020204" pitchFamily="34" charset="0"/>
                <a:cs typeface="Arial" panose="020B0604020202020204" pitchFamily="34" charset="0"/>
              </a:rPr>
              <a:t>Fomba</a:t>
            </a:r>
            <a:r>
              <a:rPr lang="fr-FR" sz="3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3600" b="1" dirty="0" err="1">
                <a:latin typeface="Arial" panose="020B0604020202020204" pitchFamily="34" charset="0"/>
                <a:cs typeface="Arial" panose="020B0604020202020204" pitchFamily="34" charset="0"/>
              </a:rPr>
              <a:t>Fiasa</a:t>
            </a:r>
            <a:r>
              <a:rPr lang="fr-FR" sz="3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3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3600" b="1" dirty="0" err="1">
                <a:latin typeface="Arial" panose="020B0604020202020204" pitchFamily="34" charset="0"/>
                <a:cs typeface="Arial" panose="020B0604020202020204" pitchFamily="34" charset="0"/>
              </a:rPr>
              <a:t>amin'ny</a:t>
            </a:r>
            <a:r>
              <a:rPr lang="fr-FR" sz="3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3600" b="1" dirty="0" err="1">
                <a:latin typeface="Arial" panose="020B0604020202020204" pitchFamily="34" charset="0"/>
                <a:cs typeface="Arial" panose="020B0604020202020204" pitchFamily="34" charset="0"/>
              </a:rPr>
              <a:t>Silamo</a:t>
            </a:r>
            <a:r>
              <a:rPr lang="fr-FR" sz="3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3600" b="1" dirty="0" err="1">
                <a:latin typeface="Arial" panose="020B0604020202020204" pitchFamily="34" charset="0"/>
                <a:cs typeface="Arial" panose="020B0604020202020204" pitchFamily="34" charset="0"/>
              </a:rPr>
              <a:t>manoloana</a:t>
            </a:r>
            <a:r>
              <a:rPr lang="fr-FR" sz="3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3600" b="1" dirty="0" err="1">
                <a:latin typeface="Arial" panose="020B0604020202020204" pitchFamily="34" charset="0"/>
                <a:cs typeface="Arial" panose="020B0604020202020204" pitchFamily="34" charset="0"/>
              </a:rPr>
              <a:t>ny</a:t>
            </a:r>
            <a:r>
              <a:rPr lang="fr-FR" sz="3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3600" b="1" dirty="0" err="1">
                <a:latin typeface="Arial" panose="020B0604020202020204" pitchFamily="34" charset="0"/>
                <a:cs typeface="Arial" panose="020B0604020202020204" pitchFamily="34" charset="0"/>
              </a:rPr>
              <a:t>Lalan'ny</a:t>
            </a:r>
            <a:r>
              <a:rPr lang="fr-FR" sz="3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3600" b="1" dirty="0" err="1">
                <a:latin typeface="Arial" panose="020B0604020202020204" pitchFamily="34" charset="0"/>
                <a:cs typeface="Arial" panose="020B0604020202020204" pitchFamily="34" charset="0"/>
              </a:rPr>
              <a:t>Fanaovana</a:t>
            </a:r>
            <a:r>
              <a:rPr lang="fr-FR" sz="3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3600" b="1" dirty="0" err="1">
                <a:latin typeface="Arial" panose="020B0604020202020204" pitchFamily="34" charset="0"/>
                <a:cs typeface="Arial" panose="020B0604020202020204" pitchFamily="34" charset="0"/>
              </a:rPr>
              <a:t>Mpianatra</a:t>
            </a:r>
            <a:r>
              <a:rPr lang="fr-FR" sz="3600" b="1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fr-FR" sz="3600" b="1" dirty="0" err="1">
                <a:latin typeface="Arial" panose="020B0604020202020204" pitchFamily="34" charset="0"/>
                <a:cs typeface="Arial" panose="020B0604020202020204" pitchFamily="34" charset="0"/>
              </a:rPr>
              <a:t>Discipleship</a:t>
            </a:r>
            <a:r>
              <a:rPr lang="fr-FR" sz="3600" b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" y="1305116"/>
            <a:ext cx="12070080" cy="5327796"/>
          </a:xfrm>
        </p:spPr>
        <p:txBody>
          <a:bodyPr>
            <a:noAutofit/>
          </a:bodyPr>
          <a:lstStyle/>
          <a:p>
            <a:r>
              <a:rPr lang="fr-FR" dirty="0"/>
              <a:t>Rehefa </a:t>
            </a:r>
            <a:r>
              <a:rPr lang="fr-FR" dirty="0" err="1"/>
              <a:t>mifandray</a:t>
            </a:r>
            <a:r>
              <a:rPr lang="fr-FR" dirty="0"/>
              <a:t> </a:t>
            </a:r>
            <a:r>
              <a:rPr lang="fr-FR" dirty="0" err="1"/>
              <a:t>amin'ny</a:t>
            </a:r>
            <a:r>
              <a:rPr lang="fr-FR" dirty="0"/>
              <a:t> </a:t>
            </a:r>
            <a:r>
              <a:rPr lang="fr-FR" dirty="0" err="1"/>
              <a:t>olona</a:t>
            </a:r>
            <a:r>
              <a:rPr lang="fr-FR" dirty="0"/>
              <a:t> </a:t>
            </a:r>
            <a:r>
              <a:rPr lang="fr-FR" dirty="0" err="1"/>
              <a:t>mbola</a:t>
            </a:r>
            <a:r>
              <a:rPr lang="fr-FR" dirty="0"/>
              <a:t> </a:t>
            </a:r>
            <a:r>
              <a:rPr lang="fr-FR" dirty="0" err="1"/>
              <a:t>manaraka</a:t>
            </a:r>
            <a:r>
              <a:rPr lang="fr-FR" dirty="0"/>
              <a:t> </a:t>
            </a:r>
            <a:r>
              <a:rPr lang="fr-FR" dirty="0" err="1"/>
              <a:t>ny</a:t>
            </a:r>
            <a:r>
              <a:rPr lang="fr-FR" dirty="0"/>
              <a:t> </a:t>
            </a:r>
            <a:r>
              <a:rPr lang="fr-FR" dirty="0" err="1"/>
              <a:t>fampianarany</a:t>
            </a:r>
            <a:r>
              <a:rPr lang="fr-FR" dirty="0"/>
              <a:t> ara-</a:t>
            </a:r>
            <a:r>
              <a:rPr lang="fr-FR" dirty="0" err="1"/>
              <a:t>pivavahana</a:t>
            </a:r>
            <a:r>
              <a:rPr lang="fr-FR" dirty="0"/>
              <a:t>, </a:t>
            </a:r>
            <a:r>
              <a:rPr lang="fr-FR" dirty="0" err="1"/>
              <a:t>ny</a:t>
            </a:r>
            <a:r>
              <a:rPr lang="fr-FR" dirty="0"/>
              <a:t> </a:t>
            </a:r>
            <a:r>
              <a:rPr lang="fr-FR" dirty="0" err="1"/>
              <a:t>zava-dehibe</a:t>
            </a:r>
            <a:r>
              <a:rPr lang="fr-FR" dirty="0"/>
              <a:t> </a:t>
            </a:r>
            <a:r>
              <a:rPr lang="fr-FR" dirty="0" err="1"/>
              <a:t>indrindra</a:t>
            </a:r>
            <a:r>
              <a:rPr lang="fr-FR" dirty="0"/>
              <a:t> dia </a:t>
            </a:r>
            <a:r>
              <a:rPr lang="fr-FR" dirty="0" err="1"/>
              <a:t>ny</a:t>
            </a:r>
            <a:r>
              <a:rPr lang="fr-FR" dirty="0"/>
              <a:t> </a:t>
            </a:r>
            <a:r>
              <a:rPr lang="fr-FR" dirty="0" err="1"/>
              <a:t>manorina</a:t>
            </a:r>
            <a:r>
              <a:rPr lang="fr-FR" dirty="0"/>
              <a:t> </a:t>
            </a:r>
            <a:r>
              <a:rPr lang="fr-FR" dirty="0" err="1"/>
              <a:t>fifandraisana</a:t>
            </a:r>
            <a:r>
              <a:rPr lang="fr-FR" dirty="0"/>
              <a:t> </a:t>
            </a:r>
            <a:r>
              <a:rPr lang="fr-FR" dirty="0" err="1"/>
              <a:t>misy</a:t>
            </a:r>
            <a:r>
              <a:rPr lang="fr-FR" dirty="0"/>
              <a:t> </a:t>
            </a:r>
            <a:r>
              <a:rPr lang="fr-FR" dirty="0" err="1"/>
              <a:t>dikany</a:t>
            </a:r>
            <a:r>
              <a:rPr lang="fr-FR" dirty="0"/>
              <a:t>. </a:t>
            </a:r>
            <a:r>
              <a:rPr lang="fr-FR" dirty="0" err="1"/>
              <a:t>Mandania</a:t>
            </a:r>
            <a:r>
              <a:rPr lang="fr-FR" dirty="0"/>
              <a:t> </a:t>
            </a:r>
            <a:r>
              <a:rPr lang="fr-FR" dirty="0" err="1"/>
              <a:t>fotoana</a:t>
            </a:r>
            <a:r>
              <a:rPr lang="fr-FR" dirty="0"/>
              <a:t> </a:t>
            </a:r>
            <a:r>
              <a:rPr lang="fr-FR" dirty="0" err="1"/>
              <a:t>amin'ny</a:t>
            </a:r>
            <a:r>
              <a:rPr lang="fr-FR" dirty="0"/>
              <a:t> </a:t>
            </a:r>
            <a:r>
              <a:rPr lang="fr-FR" dirty="0" err="1"/>
              <a:t>fiaraha-monina</a:t>
            </a:r>
            <a:r>
              <a:rPr lang="fr-FR" dirty="0"/>
              <a:t> </a:t>
            </a:r>
            <a:r>
              <a:rPr lang="fr-FR" dirty="0" err="1"/>
              <a:t>toy</a:t>
            </a:r>
            <a:r>
              <a:rPr lang="fr-FR" dirty="0"/>
              <a:t> </a:t>
            </a:r>
            <a:r>
              <a:rPr lang="fr-FR" dirty="0" err="1"/>
              <a:t>ny</a:t>
            </a:r>
            <a:r>
              <a:rPr lang="fr-FR" dirty="0"/>
              <a:t> </a:t>
            </a:r>
            <a:r>
              <a:rPr lang="fr-FR" dirty="0" err="1" smtClean="0"/>
              <a:t>fanatanjahan-tena</a:t>
            </a:r>
            <a:r>
              <a:rPr lang="fr-FR" dirty="0"/>
              <a:t>, </a:t>
            </a:r>
            <a:r>
              <a:rPr lang="fr-FR" dirty="0" err="1"/>
              <a:t>ny</a:t>
            </a:r>
            <a:r>
              <a:rPr lang="fr-FR" dirty="0"/>
              <a:t> </a:t>
            </a:r>
            <a:r>
              <a:rPr lang="fr-FR" dirty="0" err="1"/>
              <a:t>aniversera</a:t>
            </a:r>
            <a:r>
              <a:rPr lang="fr-FR" dirty="0"/>
              <a:t>, </a:t>
            </a:r>
            <a:r>
              <a:rPr lang="fr-FR" dirty="0" err="1"/>
              <a:t>ny</a:t>
            </a:r>
            <a:r>
              <a:rPr lang="fr-FR" dirty="0"/>
              <a:t> </a:t>
            </a:r>
            <a:r>
              <a:rPr lang="fr-FR" dirty="0" err="1"/>
              <a:t>fampakaram-bady</a:t>
            </a:r>
            <a:r>
              <a:rPr lang="fr-FR" dirty="0"/>
              <a:t>, </a:t>
            </a:r>
            <a:r>
              <a:rPr lang="fr-FR" dirty="0" err="1"/>
              <a:t>ary</a:t>
            </a:r>
            <a:r>
              <a:rPr lang="fr-FR" dirty="0"/>
              <a:t> </a:t>
            </a:r>
            <a:r>
              <a:rPr lang="fr-FR" dirty="0" err="1"/>
              <a:t>ny</a:t>
            </a:r>
            <a:r>
              <a:rPr lang="fr-FR" dirty="0"/>
              <a:t> </a:t>
            </a:r>
            <a:r>
              <a:rPr lang="fr-FR" dirty="0" err="1"/>
              <a:t>fahatsiarovana</a:t>
            </a:r>
            <a:r>
              <a:rPr lang="fr-FR" dirty="0"/>
              <a:t> </a:t>
            </a:r>
            <a:r>
              <a:rPr lang="fr-FR" dirty="0" err="1"/>
              <a:t>isan-karazany</a:t>
            </a:r>
            <a:r>
              <a:rPr lang="fr-FR" dirty="0"/>
              <a:t>. </a:t>
            </a:r>
            <a:r>
              <a:rPr lang="fr-FR" dirty="0" err="1"/>
              <a:t>Mety</a:t>
            </a:r>
            <a:r>
              <a:rPr lang="fr-FR" dirty="0"/>
              <a:t> </a:t>
            </a:r>
            <a:r>
              <a:rPr lang="fr-FR" dirty="0" err="1"/>
              <a:t>hisy</a:t>
            </a:r>
            <a:r>
              <a:rPr lang="fr-FR" dirty="0"/>
              <a:t> </a:t>
            </a:r>
            <a:r>
              <a:rPr lang="fr-FR" dirty="0" err="1"/>
              <a:t>hanontany</a:t>
            </a:r>
            <a:r>
              <a:rPr lang="fr-FR" dirty="0"/>
              <a:t> </a:t>
            </a:r>
            <a:r>
              <a:rPr lang="fr-FR" dirty="0" err="1"/>
              <a:t>hoe</a:t>
            </a:r>
            <a:r>
              <a:rPr lang="fr-FR" dirty="0"/>
              <a:t>: </a:t>
            </a:r>
            <a:r>
              <a:rPr lang="fr-FR" dirty="0" err="1"/>
              <a:t>hafiriana</a:t>
            </a:r>
            <a:r>
              <a:rPr lang="fr-FR" dirty="0"/>
              <a:t>? </a:t>
            </a:r>
            <a:r>
              <a:rPr lang="fr-FR" dirty="0" err="1"/>
              <a:t>Raha</a:t>
            </a:r>
            <a:r>
              <a:rPr lang="fr-FR" dirty="0"/>
              <a:t> </a:t>
            </a:r>
            <a:r>
              <a:rPr lang="fr-FR" dirty="0" err="1"/>
              <a:t>mitombo</a:t>
            </a:r>
            <a:r>
              <a:rPr lang="fr-FR" dirty="0"/>
              <a:t> </a:t>
            </a:r>
            <a:r>
              <a:rPr lang="fr-FR" dirty="0" err="1"/>
              <a:t>amin'ny</a:t>
            </a:r>
            <a:r>
              <a:rPr lang="fr-FR" dirty="0"/>
              <a:t> </a:t>
            </a:r>
            <a:r>
              <a:rPr lang="fr-FR" dirty="0" err="1"/>
              <a:t>lalana</a:t>
            </a:r>
            <a:r>
              <a:rPr lang="fr-FR" dirty="0"/>
              <a:t> </a:t>
            </a:r>
            <a:r>
              <a:rPr lang="fr-FR" dirty="0" err="1"/>
              <a:t>tsara</a:t>
            </a:r>
            <a:r>
              <a:rPr lang="fr-FR" dirty="0"/>
              <a:t> </a:t>
            </a:r>
            <a:r>
              <a:rPr lang="fr-FR" dirty="0" err="1"/>
              <a:t>ny</a:t>
            </a:r>
            <a:r>
              <a:rPr lang="fr-FR" dirty="0"/>
              <a:t> </a:t>
            </a:r>
            <a:r>
              <a:rPr lang="fr-FR" dirty="0" err="1"/>
              <a:t>fifandraisanareo</a:t>
            </a:r>
            <a:r>
              <a:rPr lang="fr-FR" dirty="0"/>
              <a:t>, dia </a:t>
            </a:r>
            <a:r>
              <a:rPr lang="fr-FR" dirty="0" err="1"/>
              <a:t>afaka</a:t>
            </a:r>
            <a:r>
              <a:rPr lang="fr-FR" dirty="0"/>
              <a:t> </a:t>
            </a:r>
            <a:r>
              <a:rPr lang="fr-FR" dirty="0" err="1"/>
              <a:t>miditra</a:t>
            </a:r>
            <a:r>
              <a:rPr lang="fr-FR" dirty="0"/>
              <a:t> </a:t>
            </a:r>
            <a:r>
              <a:rPr lang="fr-FR" dirty="0" err="1"/>
              <a:t>amin'ny</a:t>
            </a:r>
            <a:r>
              <a:rPr lang="fr-FR" dirty="0"/>
              <a:t> </a:t>
            </a:r>
            <a:r>
              <a:rPr lang="fr-FR" dirty="0" err="1"/>
              <a:t>resaka</a:t>
            </a:r>
            <a:r>
              <a:rPr lang="fr-FR" dirty="0"/>
              <a:t> ara-</a:t>
            </a:r>
            <a:r>
              <a:rPr lang="fr-FR" dirty="0" err="1"/>
              <a:t>panahy</a:t>
            </a:r>
            <a:r>
              <a:rPr lang="fr-FR" dirty="0"/>
              <a:t> </a:t>
            </a:r>
            <a:r>
              <a:rPr lang="fr-FR" dirty="0" err="1"/>
              <a:t>ianao</a:t>
            </a:r>
            <a:r>
              <a:rPr lang="fr-FR" dirty="0"/>
              <a:t>. </a:t>
            </a:r>
            <a:r>
              <a:rPr lang="fr-FR" dirty="0" err="1"/>
              <a:t>Antsoiko</a:t>
            </a:r>
            <a:r>
              <a:rPr lang="fr-FR" dirty="0"/>
              <a:t> </a:t>
            </a:r>
            <a:r>
              <a:rPr lang="fr-FR" dirty="0" err="1"/>
              <a:t>hoe</a:t>
            </a:r>
            <a:r>
              <a:rPr lang="fr-FR" dirty="0"/>
              <a:t> "</a:t>
            </a:r>
            <a:r>
              <a:rPr lang="fr-FR" dirty="0" err="1"/>
              <a:t>Dingana</a:t>
            </a:r>
            <a:r>
              <a:rPr lang="fr-FR" dirty="0"/>
              <a:t> </a:t>
            </a:r>
            <a:r>
              <a:rPr lang="fr-FR" dirty="0" err="1"/>
              <a:t>Fitetezana</a:t>
            </a:r>
            <a:r>
              <a:rPr lang="fr-FR" dirty="0"/>
              <a:t>" (Transition stage) </a:t>
            </a:r>
            <a:r>
              <a:rPr lang="fr-FR" dirty="0" err="1"/>
              <a:t>izany</a:t>
            </a:r>
            <a:r>
              <a:rPr lang="fr-FR" dirty="0"/>
              <a:t>. </a:t>
            </a:r>
            <a:r>
              <a:rPr lang="fr-FR" dirty="0" err="1"/>
              <a:t>Dingana</a:t>
            </a:r>
            <a:r>
              <a:rPr lang="fr-FR" dirty="0"/>
              <a:t> </a:t>
            </a:r>
            <a:r>
              <a:rPr lang="fr-FR" dirty="0" err="1"/>
              <a:t>iray</a:t>
            </a:r>
            <a:r>
              <a:rPr lang="fr-FR" dirty="0"/>
              <a:t> </a:t>
            </a:r>
            <a:r>
              <a:rPr lang="fr-FR" dirty="0" err="1"/>
              <a:t>izay</a:t>
            </a:r>
            <a:r>
              <a:rPr lang="fr-FR" dirty="0"/>
              <a:t> </a:t>
            </a:r>
            <a:r>
              <a:rPr lang="fr-FR" dirty="0" err="1"/>
              <a:t>ijeran'ny</a:t>
            </a:r>
            <a:r>
              <a:rPr lang="fr-FR" dirty="0"/>
              <a:t> </a:t>
            </a:r>
            <a:r>
              <a:rPr lang="fr-FR" dirty="0" err="1"/>
              <a:t>misionera</a:t>
            </a:r>
            <a:r>
              <a:rPr lang="fr-FR" dirty="0"/>
              <a:t> </a:t>
            </a:r>
            <a:r>
              <a:rPr lang="fr-FR" dirty="0" err="1"/>
              <a:t>ny</a:t>
            </a:r>
            <a:r>
              <a:rPr lang="fr-FR" dirty="0"/>
              <a:t> </a:t>
            </a:r>
            <a:r>
              <a:rPr lang="fr-FR" dirty="0" err="1"/>
              <a:t>zavatra</a:t>
            </a:r>
            <a:r>
              <a:rPr lang="fr-FR" dirty="0"/>
              <a:t> </a:t>
            </a:r>
            <a:r>
              <a:rPr lang="fr-FR" dirty="0" err="1"/>
              <a:t>ilain'ny</a:t>
            </a:r>
            <a:r>
              <a:rPr lang="fr-FR" dirty="0"/>
              <a:t> </a:t>
            </a:r>
            <a:r>
              <a:rPr lang="fr-FR" dirty="0" err="1"/>
              <a:t>namany</a:t>
            </a:r>
            <a:r>
              <a:rPr lang="fr-FR" dirty="0"/>
              <a:t> </a:t>
            </a:r>
            <a:r>
              <a:rPr lang="fr-FR" dirty="0" err="1"/>
              <a:t>eo</a:t>
            </a:r>
            <a:r>
              <a:rPr lang="fr-FR" dirty="0"/>
              <a:t> </a:t>
            </a:r>
            <a:r>
              <a:rPr lang="fr-FR" dirty="0" err="1"/>
              <a:t>amin'ny</a:t>
            </a:r>
            <a:r>
              <a:rPr lang="fr-FR" dirty="0"/>
              <a:t> </a:t>
            </a:r>
            <a:r>
              <a:rPr lang="fr-FR" dirty="0" err="1"/>
              <a:t>lafiny</a:t>
            </a:r>
            <a:r>
              <a:rPr lang="fr-FR" dirty="0"/>
              <a:t> </a:t>
            </a:r>
            <a:r>
              <a:rPr lang="fr-FR" dirty="0" smtClean="0"/>
              <a:t>ara-</a:t>
            </a:r>
            <a:r>
              <a:rPr lang="fr-FR" dirty="0" err="1" smtClean="0"/>
              <a:t>batana</a:t>
            </a:r>
            <a:r>
              <a:rPr lang="fr-FR" dirty="0"/>
              <a:t>, </a:t>
            </a:r>
            <a:r>
              <a:rPr lang="fr-FR" dirty="0" err="1"/>
              <a:t>fiaraha-monina</a:t>
            </a:r>
            <a:r>
              <a:rPr lang="fr-FR" dirty="0"/>
              <a:t> </a:t>
            </a:r>
            <a:r>
              <a:rPr lang="fr-FR" dirty="0" err="1"/>
              <a:t>ary</a:t>
            </a:r>
            <a:r>
              <a:rPr lang="fr-FR" dirty="0"/>
              <a:t> </a:t>
            </a:r>
            <a:r>
              <a:rPr lang="fr-FR" dirty="0" smtClean="0"/>
              <a:t>ara-</a:t>
            </a:r>
            <a:r>
              <a:rPr lang="fr-FR" dirty="0" err="1" smtClean="0"/>
              <a:t>pihetseham</a:t>
            </a:r>
            <a:r>
              <a:rPr lang="fr-FR" dirty="0" smtClean="0"/>
              <a:t>-po</a:t>
            </a:r>
            <a:r>
              <a:rPr lang="fr-FR" dirty="0"/>
              <a:t>, ka </a:t>
            </a:r>
            <a:r>
              <a:rPr lang="fr-FR" dirty="0" err="1"/>
              <a:t>miezaka</a:t>
            </a:r>
            <a:r>
              <a:rPr lang="fr-FR" dirty="0"/>
              <a:t> </a:t>
            </a:r>
            <a:r>
              <a:rPr lang="fr-FR" dirty="0" err="1"/>
              <a:t>mamaly</a:t>
            </a:r>
            <a:r>
              <a:rPr lang="fr-FR" dirty="0"/>
              <a:t> </a:t>
            </a:r>
            <a:r>
              <a:rPr lang="fr-FR" dirty="0" err="1"/>
              <a:t>izany</a:t>
            </a:r>
            <a:r>
              <a:rPr lang="fr-FR" dirty="0"/>
              <a:t> </a:t>
            </a:r>
            <a:r>
              <a:rPr lang="fr-FR" dirty="0" err="1"/>
              <a:t>izy</a:t>
            </a:r>
            <a:r>
              <a:rPr lang="fr-FR" dirty="0"/>
              <a:t>. </a:t>
            </a:r>
            <a:r>
              <a:rPr lang="fr-FR" dirty="0" err="1"/>
              <a:t>Dingana</a:t>
            </a:r>
            <a:r>
              <a:rPr lang="fr-FR" dirty="0"/>
              <a:t> </a:t>
            </a:r>
            <a:r>
              <a:rPr lang="fr-FR" dirty="0" err="1"/>
              <a:t>iray</a:t>
            </a:r>
            <a:r>
              <a:rPr lang="fr-FR" dirty="0"/>
              <a:t> </a:t>
            </a:r>
            <a:r>
              <a:rPr lang="fr-FR" dirty="0" err="1"/>
              <a:t>hiezahana</a:t>
            </a:r>
            <a:r>
              <a:rPr lang="fr-FR" dirty="0"/>
              <a:t> </a:t>
            </a:r>
            <a:r>
              <a:rPr lang="fr-FR" dirty="0" err="1"/>
              <a:t>hanorina</a:t>
            </a:r>
            <a:r>
              <a:rPr lang="fr-FR" dirty="0"/>
              <a:t> </a:t>
            </a:r>
            <a:r>
              <a:rPr lang="fr-FR" dirty="0" err="1"/>
              <a:t>fitokisana</a:t>
            </a:r>
            <a:r>
              <a:rPr lang="fr-FR" dirty="0"/>
              <a:t> </a:t>
            </a:r>
            <a:r>
              <a:rPr lang="fr-FR" dirty="0" err="1"/>
              <a:t>sy</a:t>
            </a:r>
            <a:r>
              <a:rPr lang="fr-FR" dirty="0"/>
              <a:t> </a:t>
            </a:r>
            <a:r>
              <a:rPr lang="fr-FR" dirty="0" err="1"/>
              <a:t>fahamarinana</a:t>
            </a:r>
            <a:r>
              <a:rPr lang="fr-FR" dirty="0"/>
              <a:t> </a:t>
            </a:r>
            <a:r>
              <a:rPr lang="fr-FR" dirty="0" err="1"/>
              <a:t>amin'ilay</a:t>
            </a:r>
            <a:r>
              <a:rPr lang="fr-FR" dirty="0"/>
              <a:t> "cousin". </a:t>
            </a:r>
            <a:r>
              <a:rPr lang="fr-FR" dirty="0" err="1"/>
              <a:t>Eto</a:t>
            </a:r>
            <a:r>
              <a:rPr lang="fr-FR" dirty="0"/>
              <a:t> no </a:t>
            </a:r>
            <a:r>
              <a:rPr lang="fr-FR" dirty="0" err="1"/>
              <a:t>tokony</a:t>
            </a:r>
            <a:r>
              <a:rPr lang="fr-FR" dirty="0"/>
              <a:t> </a:t>
            </a:r>
            <a:r>
              <a:rPr lang="fr-FR" dirty="0" err="1"/>
              <a:t>hampiasanao</a:t>
            </a:r>
            <a:r>
              <a:rPr lang="fr-FR" dirty="0"/>
              <a:t> </a:t>
            </a:r>
            <a:r>
              <a:rPr lang="fr-FR" dirty="0" err="1"/>
              <a:t>ny</a:t>
            </a:r>
            <a:r>
              <a:rPr lang="fr-FR" dirty="0"/>
              <a:t> CORAN </a:t>
            </a:r>
            <a:r>
              <a:rPr lang="fr-FR" dirty="0" err="1"/>
              <a:t>amin'ny</a:t>
            </a:r>
            <a:r>
              <a:rPr lang="fr-FR" dirty="0"/>
              <a:t> </a:t>
            </a:r>
            <a:r>
              <a:rPr lang="fr-FR" dirty="0" err="1"/>
              <a:t>fomba</a:t>
            </a:r>
            <a:r>
              <a:rPr lang="fr-FR" dirty="0"/>
              <a:t> </a:t>
            </a:r>
            <a:r>
              <a:rPr lang="fr-FR" dirty="0" err="1"/>
              <a:t>tsara</a:t>
            </a:r>
            <a:r>
              <a:rPr lang="fr-FR" dirty="0"/>
              <a:t> (positive). </a:t>
            </a:r>
            <a:r>
              <a:rPr lang="fr-FR" dirty="0" err="1"/>
              <a:t>Ny</a:t>
            </a:r>
            <a:r>
              <a:rPr lang="fr-FR" dirty="0"/>
              <a:t> </a:t>
            </a:r>
            <a:r>
              <a:rPr lang="fr-FR" dirty="0" err="1"/>
              <a:t>tanjona</a:t>
            </a:r>
            <a:r>
              <a:rPr lang="fr-FR" dirty="0"/>
              <a:t> </a:t>
            </a:r>
            <a:r>
              <a:rPr lang="fr-FR" dirty="0" err="1"/>
              <a:t>lehibe</a:t>
            </a:r>
            <a:r>
              <a:rPr lang="fr-FR" dirty="0"/>
              <a:t> dia </a:t>
            </a:r>
            <a:r>
              <a:rPr lang="fr-FR" dirty="0" err="1"/>
              <a:t>ny</a:t>
            </a:r>
            <a:r>
              <a:rPr lang="fr-FR" dirty="0"/>
              <a:t> </a:t>
            </a:r>
            <a:r>
              <a:rPr lang="fr-FR" dirty="0" err="1"/>
              <a:t>hamolavola</a:t>
            </a:r>
            <a:r>
              <a:rPr lang="fr-FR" dirty="0"/>
              <a:t> "</a:t>
            </a:r>
            <a:r>
              <a:rPr lang="fr-FR" dirty="0" err="1"/>
              <a:t>fifandraisana</a:t>
            </a:r>
            <a:r>
              <a:rPr lang="fr-FR" dirty="0"/>
              <a:t> </a:t>
            </a:r>
            <a:r>
              <a:rPr lang="fr-FR" dirty="0" err="1" smtClean="0"/>
              <a:t>mitondra</a:t>
            </a:r>
            <a:r>
              <a:rPr lang="fr-FR" dirty="0" smtClean="0"/>
              <a:t> </a:t>
            </a:r>
            <a:r>
              <a:rPr lang="fr-FR" dirty="0" err="1" smtClean="0"/>
              <a:t>famonjena</a:t>
            </a:r>
            <a:r>
              <a:rPr lang="fr-FR" dirty="0" smtClean="0"/>
              <a:t>" </a:t>
            </a:r>
            <a:r>
              <a:rPr lang="fr-FR" dirty="0"/>
              <a:t>(</a:t>
            </a:r>
            <a:r>
              <a:rPr lang="fr-FR" dirty="0" err="1"/>
              <a:t>redemptive</a:t>
            </a:r>
            <a:r>
              <a:rPr lang="fr-FR" dirty="0"/>
              <a:t> </a:t>
            </a:r>
            <a:r>
              <a:rPr lang="fr-FR" dirty="0" err="1"/>
              <a:t>relationship</a:t>
            </a:r>
            <a:r>
              <a:rPr lang="fr-FR" dirty="0"/>
              <a:t>) </a:t>
            </a:r>
            <a:r>
              <a:rPr lang="fr-FR" dirty="0" err="1"/>
              <a:t>amin'ny</a:t>
            </a:r>
            <a:r>
              <a:rPr lang="fr-FR" dirty="0"/>
              <a:t> </a:t>
            </a:r>
            <a:r>
              <a:rPr lang="fr-FR" dirty="0" err="1"/>
              <a:t>havanao</a:t>
            </a:r>
            <a:r>
              <a:rPr lang="fr-FR" dirty="0"/>
              <a:t>. </a:t>
            </a:r>
            <a:r>
              <a:rPr lang="fr-FR" dirty="0" err="1"/>
              <a:t>Ny</a:t>
            </a:r>
            <a:r>
              <a:rPr lang="fr-FR" dirty="0"/>
              <a:t> </a:t>
            </a:r>
            <a:r>
              <a:rPr lang="fr-FR" dirty="0" err="1"/>
              <a:t>tiana</a:t>
            </a:r>
            <a:r>
              <a:rPr lang="fr-FR" dirty="0"/>
              <a:t> </a:t>
            </a:r>
            <a:r>
              <a:rPr lang="fr-FR" dirty="0" err="1"/>
              <a:t>holazaina</a:t>
            </a:r>
            <a:r>
              <a:rPr lang="fr-FR" dirty="0"/>
              <a:t> </a:t>
            </a:r>
            <a:r>
              <a:rPr lang="fr-FR" dirty="0" err="1"/>
              <a:t>amin'ny</a:t>
            </a:r>
            <a:r>
              <a:rPr lang="fr-FR" dirty="0"/>
              <a:t> </a:t>
            </a:r>
            <a:r>
              <a:rPr lang="fr-FR" dirty="0" err="1"/>
              <a:t>fifandraisana</a:t>
            </a:r>
            <a:r>
              <a:rPr lang="fr-FR" dirty="0"/>
              <a:t> </a:t>
            </a:r>
            <a:r>
              <a:rPr lang="fr-FR" dirty="0" err="1" smtClean="0"/>
              <a:t>mitondra</a:t>
            </a:r>
            <a:r>
              <a:rPr lang="fr-FR" dirty="0" smtClean="0"/>
              <a:t> </a:t>
            </a:r>
            <a:r>
              <a:rPr lang="fr-FR" dirty="0" err="1" smtClean="0"/>
              <a:t>famonjena</a:t>
            </a:r>
            <a:r>
              <a:rPr lang="fr-FR" dirty="0" smtClean="0"/>
              <a:t> </a:t>
            </a:r>
            <a:r>
              <a:rPr lang="fr-FR" dirty="0"/>
              <a:t>dia </a:t>
            </a:r>
            <a:r>
              <a:rPr lang="fr-FR" dirty="0" err="1"/>
              <a:t>fifandraisana</a:t>
            </a:r>
            <a:r>
              <a:rPr lang="fr-FR" dirty="0"/>
              <a:t> </a:t>
            </a:r>
            <a:r>
              <a:rPr lang="fr-FR" dirty="0" err="1"/>
              <a:t>izay</a:t>
            </a:r>
            <a:r>
              <a:rPr lang="fr-FR" dirty="0"/>
              <a:t> </a:t>
            </a:r>
            <a:r>
              <a:rPr lang="fr-FR" dirty="0" err="1"/>
              <a:t>hitombo</a:t>
            </a:r>
            <a:r>
              <a:rPr lang="fr-FR" dirty="0"/>
              <a:t> </a:t>
            </a:r>
            <a:r>
              <a:rPr lang="fr-FR" dirty="0" err="1"/>
              <a:t>mankany</a:t>
            </a:r>
            <a:r>
              <a:rPr lang="fr-FR" dirty="0"/>
              <a:t> </a:t>
            </a:r>
            <a:r>
              <a:rPr lang="fr-FR" dirty="0" err="1"/>
              <a:t>amin'ny</a:t>
            </a:r>
            <a:r>
              <a:rPr lang="fr-FR" dirty="0"/>
              <a:t> </a:t>
            </a:r>
            <a:r>
              <a:rPr lang="fr-FR" dirty="0" err="1"/>
              <a:t>resaka</a:t>
            </a:r>
            <a:r>
              <a:rPr lang="fr-FR" dirty="0"/>
              <a:t> ara-</a:t>
            </a:r>
            <a:r>
              <a:rPr lang="fr-FR" dirty="0" err="1"/>
              <a:t>panahy</a:t>
            </a:r>
            <a:r>
              <a:rPr lang="fr-F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7647681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0677" y="210379"/>
            <a:ext cx="11816861" cy="1325563"/>
          </a:xfrm>
        </p:spPr>
        <p:txBody>
          <a:bodyPr>
            <a:noAutofit/>
          </a:bodyPr>
          <a:lstStyle/>
          <a:p>
            <a:pPr algn="ctr"/>
            <a:r>
              <a:rPr lang="fr-FR" sz="3600" b="1" dirty="0" err="1">
                <a:latin typeface="Arial" panose="020B0604020202020204" pitchFamily="34" charset="0"/>
                <a:cs typeface="Arial" panose="020B0604020202020204" pitchFamily="34" charset="0"/>
              </a:rPr>
              <a:t>Ny</a:t>
            </a:r>
            <a:r>
              <a:rPr lang="fr-FR" sz="3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3600" b="1" dirty="0" err="1">
                <a:latin typeface="Arial" panose="020B0604020202020204" pitchFamily="34" charset="0"/>
                <a:cs typeface="Arial" panose="020B0604020202020204" pitchFamily="34" charset="0"/>
              </a:rPr>
              <a:t>Fomba</a:t>
            </a:r>
            <a:r>
              <a:rPr lang="fr-FR" sz="3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3600" b="1" dirty="0" err="1">
                <a:latin typeface="Arial" panose="020B0604020202020204" pitchFamily="34" charset="0"/>
                <a:cs typeface="Arial" panose="020B0604020202020204" pitchFamily="34" charset="0"/>
              </a:rPr>
              <a:t>Fiasa</a:t>
            </a:r>
            <a:r>
              <a:rPr lang="fr-FR" sz="3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3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3600" b="1" dirty="0" err="1">
                <a:latin typeface="Arial" panose="020B0604020202020204" pitchFamily="34" charset="0"/>
                <a:cs typeface="Arial" panose="020B0604020202020204" pitchFamily="34" charset="0"/>
              </a:rPr>
              <a:t>amin'ny</a:t>
            </a:r>
            <a:r>
              <a:rPr lang="fr-FR" sz="3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3600" b="1" dirty="0" err="1">
                <a:latin typeface="Arial" panose="020B0604020202020204" pitchFamily="34" charset="0"/>
                <a:cs typeface="Arial" panose="020B0604020202020204" pitchFamily="34" charset="0"/>
              </a:rPr>
              <a:t>Silamo</a:t>
            </a:r>
            <a:r>
              <a:rPr lang="fr-FR" sz="3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3600" b="1" dirty="0" err="1">
                <a:latin typeface="Arial" panose="020B0604020202020204" pitchFamily="34" charset="0"/>
                <a:cs typeface="Arial" panose="020B0604020202020204" pitchFamily="34" charset="0"/>
              </a:rPr>
              <a:t>manoloana</a:t>
            </a:r>
            <a:r>
              <a:rPr lang="fr-FR" sz="3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3600" b="1" dirty="0" err="1">
                <a:latin typeface="Arial" panose="020B0604020202020204" pitchFamily="34" charset="0"/>
                <a:cs typeface="Arial" panose="020B0604020202020204" pitchFamily="34" charset="0"/>
              </a:rPr>
              <a:t>ny</a:t>
            </a:r>
            <a:r>
              <a:rPr lang="fr-FR" sz="3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3600" b="1" dirty="0" err="1">
                <a:latin typeface="Arial" panose="020B0604020202020204" pitchFamily="34" charset="0"/>
                <a:cs typeface="Arial" panose="020B0604020202020204" pitchFamily="34" charset="0"/>
              </a:rPr>
              <a:t>Lalan'ny</a:t>
            </a:r>
            <a:r>
              <a:rPr lang="fr-FR" sz="3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3600" b="1" dirty="0" err="1">
                <a:latin typeface="Arial" panose="020B0604020202020204" pitchFamily="34" charset="0"/>
                <a:cs typeface="Arial" panose="020B0604020202020204" pitchFamily="34" charset="0"/>
              </a:rPr>
              <a:t>Fanaovana</a:t>
            </a:r>
            <a:r>
              <a:rPr lang="fr-FR" sz="3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3600" b="1" dirty="0" err="1">
                <a:latin typeface="Arial" panose="020B0604020202020204" pitchFamily="34" charset="0"/>
                <a:cs typeface="Arial" panose="020B0604020202020204" pitchFamily="34" charset="0"/>
              </a:rPr>
              <a:t>Mpianatra</a:t>
            </a:r>
            <a:r>
              <a:rPr lang="fr-FR" sz="3600" b="1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fr-FR" sz="3600" b="1" dirty="0" err="1">
                <a:latin typeface="Arial" panose="020B0604020202020204" pitchFamily="34" charset="0"/>
                <a:cs typeface="Arial" panose="020B0604020202020204" pitchFamily="34" charset="0"/>
              </a:rPr>
              <a:t>Discipleship</a:t>
            </a:r>
            <a:r>
              <a:rPr lang="fr-FR" sz="3600" b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21920" y="1381197"/>
            <a:ext cx="12070080" cy="5096970"/>
          </a:xfrm>
        </p:spPr>
        <p:txBody>
          <a:bodyPr>
            <a:noAutofit/>
          </a:bodyPr>
          <a:lstStyle/>
          <a:p>
            <a:r>
              <a:rPr lang="fr-FR" sz="3200" dirty="0"/>
              <a:t>Amin'ity </a:t>
            </a:r>
            <a:r>
              <a:rPr lang="fr-FR" sz="3200" dirty="0" err="1"/>
              <a:t>dingana</a:t>
            </a:r>
            <a:r>
              <a:rPr lang="fr-FR" sz="3200" dirty="0"/>
              <a:t> </a:t>
            </a:r>
            <a:r>
              <a:rPr lang="fr-FR" sz="3200" dirty="0" err="1"/>
              <a:t>ity</a:t>
            </a:r>
            <a:r>
              <a:rPr lang="fr-FR" sz="3200" dirty="0"/>
              <a:t>, </a:t>
            </a:r>
            <a:r>
              <a:rPr lang="fr-FR" sz="3200" dirty="0" err="1"/>
              <a:t>ny</a:t>
            </a:r>
            <a:r>
              <a:rPr lang="fr-FR" sz="3200" dirty="0"/>
              <a:t> </a:t>
            </a:r>
            <a:r>
              <a:rPr lang="fr-FR" sz="3200" dirty="0" err="1"/>
              <a:t>misionera</a:t>
            </a:r>
            <a:r>
              <a:rPr lang="fr-FR" sz="3200" dirty="0"/>
              <a:t> dia </a:t>
            </a:r>
            <a:r>
              <a:rPr lang="fr-FR" sz="3200" dirty="0" err="1"/>
              <a:t>tokony</a:t>
            </a:r>
            <a:r>
              <a:rPr lang="fr-FR" sz="3200" dirty="0"/>
              <a:t> </a:t>
            </a:r>
            <a:r>
              <a:rPr lang="fr-FR" sz="3200" dirty="0" err="1"/>
              <a:t>hanome</a:t>
            </a:r>
            <a:r>
              <a:rPr lang="fr-FR" sz="3200" dirty="0"/>
              <a:t> </a:t>
            </a:r>
            <a:r>
              <a:rPr lang="fr-FR" sz="3200" dirty="0" err="1"/>
              <a:t>lanja</a:t>
            </a:r>
            <a:r>
              <a:rPr lang="fr-FR" sz="3200" dirty="0"/>
              <a:t> </a:t>
            </a:r>
            <a:r>
              <a:rPr lang="fr-FR" sz="3200" dirty="0" err="1"/>
              <a:t>manokana</a:t>
            </a:r>
            <a:r>
              <a:rPr lang="fr-FR" sz="3200" dirty="0"/>
              <a:t> </a:t>
            </a:r>
            <a:r>
              <a:rPr lang="fr-FR" sz="3200" dirty="0" err="1"/>
              <a:t>ny</a:t>
            </a:r>
            <a:r>
              <a:rPr lang="fr-FR" sz="3200" dirty="0"/>
              <a:t> </a:t>
            </a:r>
            <a:r>
              <a:rPr lang="fr-FR" sz="3200" dirty="0" err="1"/>
              <a:t>olana</a:t>
            </a:r>
            <a:r>
              <a:rPr lang="fr-FR" sz="3200" dirty="0"/>
              <a:t> </a:t>
            </a:r>
            <a:r>
              <a:rPr lang="fr-FR" sz="3200" dirty="0" err="1"/>
              <a:t>sy</a:t>
            </a:r>
            <a:r>
              <a:rPr lang="fr-FR" sz="3200" dirty="0"/>
              <a:t> </a:t>
            </a:r>
            <a:r>
              <a:rPr lang="fr-FR" sz="3200" dirty="0" err="1" smtClean="0"/>
              <a:t>izay</a:t>
            </a:r>
            <a:r>
              <a:rPr lang="fr-FR" sz="3200" dirty="0" smtClean="0"/>
              <a:t> </a:t>
            </a:r>
            <a:r>
              <a:rPr lang="fr-FR" sz="3200" dirty="0" err="1" smtClean="0"/>
              <a:t>zavatra</a:t>
            </a:r>
            <a:r>
              <a:rPr lang="fr-FR" sz="3200" dirty="0" smtClean="0"/>
              <a:t> </a:t>
            </a:r>
            <a:r>
              <a:rPr lang="fr-FR" sz="3200" dirty="0" err="1" smtClean="0"/>
              <a:t>mampiasa</a:t>
            </a:r>
            <a:r>
              <a:rPr lang="fr-FR" sz="3200" dirty="0" smtClean="0"/>
              <a:t> </a:t>
            </a:r>
            <a:r>
              <a:rPr lang="fr-FR" sz="3200" dirty="0" err="1" smtClean="0"/>
              <a:t>loha</a:t>
            </a:r>
            <a:r>
              <a:rPr lang="fr-FR" sz="3200" dirty="0" smtClean="0"/>
              <a:t> </a:t>
            </a:r>
            <a:r>
              <a:rPr lang="fr-FR" sz="3200" dirty="0" err="1"/>
              <a:t>ny</a:t>
            </a:r>
            <a:r>
              <a:rPr lang="fr-FR" sz="3200" dirty="0"/>
              <a:t> </a:t>
            </a:r>
            <a:r>
              <a:rPr lang="fr-FR" sz="3200" dirty="0" err="1"/>
              <a:t>namany</a:t>
            </a:r>
            <a:r>
              <a:rPr lang="fr-FR" sz="3200" dirty="0"/>
              <a:t>. </a:t>
            </a:r>
            <a:r>
              <a:rPr lang="fr-FR" sz="3200" dirty="0" err="1"/>
              <a:t>Zava-dehibe</a:t>
            </a:r>
            <a:r>
              <a:rPr lang="fr-FR" sz="3200" dirty="0"/>
              <a:t> </a:t>
            </a:r>
            <a:r>
              <a:rPr lang="fr-FR" sz="3200" dirty="0" err="1"/>
              <a:t>koa</a:t>
            </a:r>
            <a:r>
              <a:rPr lang="fr-FR" sz="3200" dirty="0"/>
              <a:t> </a:t>
            </a:r>
            <a:r>
              <a:rPr lang="fr-FR" sz="3200" dirty="0" err="1"/>
              <a:t>ny</a:t>
            </a:r>
            <a:r>
              <a:rPr lang="fr-FR" sz="3200" dirty="0"/>
              <a:t> </a:t>
            </a:r>
            <a:r>
              <a:rPr lang="fr-FR" sz="3200" dirty="0" err="1"/>
              <a:t>mahafantatra</a:t>
            </a:r>
            <a:r>
              <a:rPr lang="fr-FR" sz="3200" dirty="0"/>
              <a:t> fa </a:t>
            </a:r>
            <a:r>
              <a:rPr lang="fr-FR" sz="3200" dirty="0" err="1"/>
              <a:t>ny</a:t>
            </a:r>
            <a:r>
              <a:rPr lang="fr-FR" sz="3200" dirty="0"/>
              <a:t> "cousins"-</a:t>
            </a:r>
            <a:r>
              <a:rPr lang="fr-FR" sz="3200" dirty="0" err="1"/>
              <a:t>intsika</a:t>
            </a:r>
            <a:r>
              <a:rPr lang="fr-FR" sz="3200" dirty="0"/>
              <a:t> dia </a:t>
            </a:r>
            <a:r>
              <a:rPr lang="fr-FR" sz="3200" dirty="0" err="1"/>
              <a:t>manana</a:t>
            </a:r>
            <a:r>
              <a:rPr lang="fr-FR" sz="3200" dirty="0"/>
              <a:t> </a:t>
            </a:r>
            <a:r>
              <a:rPr lang="fr-FR" sz="3200" dirty="0" err="1"/>
              <a:t>fanontaniana</a:t>
            </a:r>
            <a:r>
              <a:rPr lang="fr-FR" sz="3200" dirty="0"/>
              <a:t> </a:t>
            </a:r>
            <a:r>
              <a:rPr lang="fr-FR" sz="3200" dirty="0" err="1"/>
              <a:t>hatrany</a:t>
            </a:r>
            <a:r>
              <a:rPr lang="fr-FR" sz="3200" dirty="0"/>
              <a:t> </a:t>
            </a:r>
            <a:r>
              <a:rPr lang="fr-FR" sz="3200" dirty="0" err="1"/>
              <a:t>hanoherana</a:t>
            </a:r>
            <a:r>
              <a:rPr lang="fr-FR" sz="3200" dirty="0"/>
              <a:t> </a:t>
            </a:r>
            <a:r>
              <a:rPr lang="fr-FR" sz="3200" dirty="0" err="1"/>
              <a:t>ny</a:t>
            </a:r>
            <a:r>
              <a:rPr lang="fr-FR" sz="3200" dirty="0"/>
              <a:t> </a:t>
            </a:r>
            <a:r>
              <a:rPr lang="fr-FR" sz="3200" dirty="0" err="1"/>
              <a:t>fampianaran'ny</a:t>
            </a:r>
            <a:r>
              <a:rPr lang="fr-FR" sz="3200" dirty="0"/>
              <a:t> </a:t>
            </a:r>
            <a:r>
              <a:rPr lang="fr-FR" sz="3200" dirty="0" err="1"/>
              <a:t>Baiboly</a:t>
            </a:r>
            <a:r>
              <a:rPr lang="fr-FR" sz="3200" dirty="0"/>
              <a:t>. </a:t>
            </a:r>
            <a:r>
              <a:rPr lang="fr-FR" sz="3200" dirty="0" err="1"/>
              <a:t>Fanontaniana</a:t>
            </a:r>
            <a:r>
              <a:rPr lang="fr-FR" sz="3200" dirty="0"/>
              <a:t> </a:t>
            </a:r>
            <a:r>
              <a:rPr lang="fr-FR" sz="3200" dirty="0" err="1"/>
              <a:t>toy</a:t>
            </a:r>
            <a:r>
              <a:rPr lang="fr-FR" sz="3200" dirty="0"/>
              <a:t> </a:t>
            </a:r>
            <a:r>
              <a:rPr lang="fr-FR" sz="3200" dirty="0" err="1"/>
              <a:t>ny</a:t>
            </a:r>
            <a:r>
              <a:rPr lang="fr-FR" sz="3200" dirty="0"/>
              <a:t> </a:t>
            </a:r>
            <a:r>
              <a:rPr lang="fr-FR" sz="3200" dirty="0" err="1"/>
              <a:t>hoe</a:t>
            </a:r>
            <a:r>
              <a:rPr lang="fr-FR" sz="3200" dirty="0"/>
              <a:t>: </a:t>
            </a:r>
            <a:r>
              <a:rPr lang="fr-FR" sz="3200" dirty="0" err="1"/>
              <a:t>Nohomboana</a:t>
            </a:r>
            <a:r>
              <a:rPr lang="fr-FR" sz="3200" dirty="0"/>
              <a:t> </a:t>
            </a:r>
            <a:r>
              <a:rPr lang="fr-FR" sz="3200" dirty="0" err="1"/>
              <a:t>tamin'ny</a:t>
            </a:r>
            <a:r>
              <a:rPr lang="fr-FR" sz="3200" dirty="0"/>
              <a:t> </a:t>
            </a:r>
            <a:r>
              <a:rPr lang="fr-FR" sz="3200" dirty="0" err="1"/>
              <a:t>hazo</a:t>
            </a:r>
            <a:r>
              <a:rPr lang="fr-FR" sz="3200" dirty="0"/>
              <a:t> </a:t>
            </a:r>
            <a:r>
              <a:rPr lang="fr-FR" sz="3200" dirty="0" err="1"/>
              <a:t>fijaliana</a:t>
            </a:r>
            <a:r>
              <a:rPr lang="fr-FR" sz="3200" dirty="0"/>
              <a:t> </a:t>
            </a:r>
            <a:r>
              <a:rPr lang="fr-FR" sz="3200" dirty="0" err="1"/>
              <a:t>ve</a:t>
            </a:r>
            <a:r>
              <a:rPr lang="fr-FR" sz="3200" dirty="0"/>
              <a:t> i </a:t>
            </a:r>
            <a:r>
              <a:rPr lang="fr-FR" sz="3200" dirty="0" err="1" smtClean="0"/>
              <a:t>Jesosy</a:t>
            </a:r>
            <a:r>
              <a:rPr lang="fr-FR" sz="3200" dirty="0" smtClean="0"/>
              <a:t>? </a:t>
            </a:r>
            <a:r>
              <a:rPr lang="fr-FR" sz="3200" dirty="0" err="1"/>
              <a:t>Zanak'Andriamanitra</a:t>
            </a:r>
            <a:r>
              <a:rPr lang="fr-FR" sz="3200" dirty="0"/>
              <a:t> </a:t>
            </a:r>
            <a:r>
              <a:rPr lang="fr-FR" sz="3200" dirty="0" err="1"/>
              <a:t>ve</a:t>
            </a:r>
            <a:r>
              <a:rPr lang="fr-FR" sz="3200" dirty="0"/>
              <a:t> i </a:t>
            </a:r>
            <a:r>
              <a:rPr lang="fr-FR" sz="3200" dirty="0" err="1" smtClean="0"/>
              <a:t>Jesosy</a:t>
            </a:r>
            <a:r>
              <a:rPr lang="fr-FR" sz="3200" dirty="0" smtClean="0"/>
              <a:t>? </a:t>
            </a:r>
            <a:r>
              <a:rPr lang="fr-FR" sz="3200" dirty="0" err="1"/>
              <a:t>Andriamanitra</a:t>
            </a:r>
            <a:r>
              <a:rPr lang="fr-FR" sz="3200" dirty="0"/>
              <a:t> </a:t>
            </a:r>
            <a:r>
              <a:rPr lang="fr-FR" sz="3200" dirty="0" err="1"/>
              <a:t>ve</a:t>
            </a:r>
            <a:r>
              <a:rPr lang="fr-FR" sz="3200" dirty="0"/>
              <a:t> i </a:t>
            </a:r>
            <a:r>
              <a:rPr lang="fr-FR" sz="3200" dirty="0" err="1" smtClean="0"/>
              <a:t>Jesosy</a:t>
            </a:r>
            <a:r>
              <a:rPr lang="fr-FR" sz="3200" dirty="0" smtClean="0"/>
              <a:t>? </a:t>
            </a:r>
            <a:r>
              <a:rPr lang="fr-FR" sz="3200" dirty="0" err="1"/>
              <a:t>Matetika</a:t>
            </a:r>
            <a:r>
              <a:rPr lang="fr-FR" sz="3200" dirty="0"/>
              <a:t> </a:t>
            </a:r>
            <a:r>
              <a:rPr lang="fr-FR" sz="3200" dirty="0" err="1"/>
              <a:t>isika</a:t>
            </a:r>
            <a:r>
              <a:rPr lang="fr-FR" sz="3200" dirty="0"/>
              <a:t> no </a:t>
            </a:r>
            <a:r>
              <a:rPr lang="fr-FR" sz="3200" dirty="0" err="1"/>
              <a:t>miala</a:t>
            </a:r>
            <a:r>
              <a:rPr lang="fr-FR" sz="3200" dirty="0"/>
              <a:t> </a:t>
            </a:r>
            <a:r>
              <a:rPr lang="fr-FR" sz="3200" dirty="0" err="1"/>
              <a:t>amin'ny</a:t>
            </a:r>
            <a:r>
              <a:rPr lang="fr-FR" sz="3200" dirty="0"/>
              <a:t> </a:t>
            </a:r>
            <a:r>
              <a:rPr lang="fr-FR" sz="3200" dirty="0" err="1"/>
              <a:t>fanontaniana</a:t>
            </a:r>
            <a:r>
              <a:rPr lang="fr-FR" sz="3200" dirty="0"/>
              <a:t> </a:t>
            </a:r>
            <a:r>
              <a:rPr lang="fr-FR" sz="3200" dirty="0" err="1"/>
              <a:t>toy</a:t>
            </a:r>
            <a:r>
              <a:rPr lang="fr-FR" sz="3200" dirty="0"/>
              <a:t> </a:t>
            </a:r>
            <a:r>
              <a:rPr lang="fr-FR" sz="3200" dirty="0" err="1"/>
              <a:t>izany</a:t>
            </a:r>
            <a:r>
              <a:rPr lang="fr-FR" sz="3200" dirty="0"/>
              <a:t> </a:t>
            </a:r>
            <a:r>
              <a:rPr lang="fr-FR" sz="3200" dirty="0" err="1"/>
              <a:t>satria</a:t>
            </a:r>
            <a:r>
              <a:rPr lang="fr-FR" sz="3200" dirty="0"/>
              <a:t> </a:t>
            </a:r>
            <a:r>
              <a:rPr lang="fr-FR" sz="3200" dirty="0" err="1"/>
              <a:t>tsy</a:t>
            </a:r>
            <a:r>
              <a:rPr lang="fr-FR" sz="3200" dirty="0"/>
              <a:t> te </a:t>
            </a:r>
            <a:r>
              <a:rPr lang="fr-FR" sz="3200" dirty="0" err="1"/>
              <a:t>hiditra</a:t>
            </a:r>
            <a:r>
              <a:rPr lang="fr-FR" sz="3200" dirty="0"/>
              <a:t> </a:t>
            </a:r>
            <a:r>
              <a:rPr lang="fr-FR" sz="3200" dirty="0" err="1"/>
              <a:t>amin'ny</a:t>
            </a:r>
            <a:r>
              <a:rPr lang="fr-FR" sz="3200" dirty="0"/>
              <a:t> </a:t>
            </a:r>
            <a:r>
              <a:rPr lang="fr-FR" sz="3200" dirty="0" err="1" smtClean="0"/>
              <a:t>ady</a:t>
            </a:r>
            <a:r>
              <a:rPr lang="fr-FR" sz="3200" dirty="0" smtClean="0"/>
              <a:t> </a:t>
            </a:r>
            <a:r>
              <a:rPr lang="fr-FR" sz="3200" dirty="0" err="1" smtClean="0"/>
              <a:t>hevitra</a:t>
            </a:r>
            <a:r>
              <a:rPr lang="fr-FR" sz="3200" dirty="0" smtClean="0"/>
              <a:t>. </a:t>
            </a:r>
            <a:r>
              <a:rPr lang="fr-FR" sz="3200" dirty="0" err="1"/>
              <a:t>Etsy</a:t>
            </a:r>
            <a:r>
              <a:rPr lang="fr-FR" sz="3200" dirty="0"/>
              <a:t> an-</a:t>
            </a:r>
            <a:r>
              <a:rPr lang="fr-FR" sz="3200" dirty="0" err="1"/>
              <a:t>daniny</a:t>
            </a:r>
            <a:r>
              <a:rPr lang="fr-FR" sz="3200" dirty="0"/>
              <a:t>, marina fa </a:t>
            </a:r>
            <a:r>
              <a:rPr lang="fr-FR" sz="3200" dirty="0" err="1"/>
              <a:t>raha</a:t>
            </a:r>
            <a:r>
              <a:rPr lang="fr-FR" sz="3200" dirty="0"/>
              <a:t> </a:t>
            </a:r>
            <a:r>
              <a:rPr lang="fr-FR" sz="3200" dirty="0" err="1"/>
              <a:t>tsy</a:t>
            </a:r>
            <a:r>
              <a:rPr lang="fr-FR" sz="3200" dirty="0"/>
              <a:t> </a:t>
            </a:r>
            <a:r>
              <a:rPr lang="fr-FR" sz="3200" dirty="0" err="1"/>
              <a:t>voaofana</a:t>
            </a:r>
            <a:r>
              <a:rPr lang="fr-FR" sz="3200" dirty="0"/>
              <a:t> </a:t>
            </a:r>
            <a:r>
              <a:rPr lang="fr-FR" sz="3200" dirty="0" err="1"/>
              <a:t>tsara</a:t>
            </a:r>
            <a:r>
              <a:rPr lang="fr-FR" sz="3200" dirty="0"/>
              <a:t> </a:t>
            </a:r>
            <a:r>
              <a:rPr lang="fr-FR" sz="3200" dirty="0" err="1"/>
              <a:t>amin'ny</a:t>
            </a:r>
            <a:r>
              <a:rPr lang="fr-FR" sz="3200" dirty="0"/>
              <a:t> </a:t>
            </a:r>
            <a:r>
              <a:rPr lang="fr-FR" sz="3200" dirty="0" err="1"/>
              <a:t>fomba</a:t>
            </a:r>
            <a:r>
              <a:rPr lang="fr-FR" sz="3200" dirty="0"/>
              <a:t> </a:t>
            </a:r>
            <a:r>
              <a:rPr lang="fr-FR" sz="3200" dirty="0" err="1" smtClean="0"/>
              <a:t>famaliana</a:t>
            </a:r>
            <a:r>
              <a:rPr lang="fr-FR" sz="3200" dirty="0" smtClean="0"/>
              <a:t> </a:t>
            </a:r>
            <a:r>
              <a:rPr lang="fr-FR" sz="3200" dirty="0" err="1" smtClean="0"/>
              <a:t>fanontaniana</a:t>
            </a:r>
            <a:r>
              <a:rPr lang="fr-FR" sz="3200" dirty="0" smtClean="0"/>
              <a:t> </a:t>
            </a:r>
            <a:r>
              <a:rPr lang="fr-FR" sz="3200" dirty="0" err="1"/>
              <a:t>ny</a:t>
            </a:r>
            <a:r>
              <a:rPr lang="fr-FR" sz="3200" dirty="0"/>
              <a:t> </a:t>
            </a:r>
            <a:r>
              <a:rPr lang="fr-FR" sz="3200" dirty="0" err="1"/>
              <a:t>olona</a:t>
            </a:r>
            <a:r>
              <a:rPr lang="fr-FR" sz="3200" dirty="0"/>
              <a:t> </a:t>
            </a:r>
            <a:r>
              <a:rPr lang="fr-FR" sz="3200" dirty="0" err="1"/>
              <a:t>iray</a:t>
            </a:r>
            <a:r>
              <a:rPr lang="fr-FR" sz="3200" dirty="0"/>
              <a:t>, dia </a:t>
            </a:r>
            <a:r>
              <a:rPr lang="fr-FR" sz="3200" dirty="0" err="1"/>
              <a:t>mety</a:t>
            </a:r>
            <a:r>
              <a:rPr lang="fr-FR" sz="3200" dirty="0"/>
              <a:t> ho </a:t>
            </a:r>
            <a:r>
              <a:rPr lang="fr-FR" sz="3200" dirty="0" err="1"/>
              <a:t>sarotra</a:t>
            </a:r>
            <a:r>
              <a:rPr lang="fr-FR" sz="3200" dirty="0"/>
              <a:t> </a:t>
            </a:r>
            <a:r>
              <a:rPr lang="fr-FR" sz="3200" dirty="0" err="1"/>
              <a:t>ny</a:t>
            </a:r>
            <a:r>
              <a:rPr lang="fr-FR" sz="3200" dirty="0"/>
              <a:t> </a:t>
            </a:r>
            <a:r>
              <a:rPr lang="fr-FR" sz="3200" dirty="0" err="1"/>
              <a:t>hamaly</a:t>
            </a:r>
            <a:r>
              <a:rPr lang="fr-FR" sz="3200" dirty="0"/>
              <a:t> </a:t>
            </a:r>
            <a:r>
              <a:rPr lang="fr-FR" sz="3200" dirty="0" err="1"/>
              <a:t>ireo</a:t>
            </a:r>
            <a:r>
              <a:rPr lang="fr-FR" sz="3200" dirty="0"/>
              <a:t> </a:t>
            </a:r>
            <a:r>
              <a:rPr lang="fr-FR" sz="3200" dirty="0" err="1"/>
              <a:t>fanontaniana</a:t>
            </a:r>
            <a:r>
              <a:rPr lang="fr-FR" sz="3200" dirty="0"/>
              <a:t> </a:t>
            </a:r>
            <a:r>
              <a:rPr lang="fr-FR" sz="3200" dirty="0" err="1"/>
              <a:t>ireo</a:t>
            </a:r>
            <a:r>
              <a:rPr lang="fr-FR" sz="3200" dirty="0"/>
              <a:t> </a:t>
            </a:r>
            <a:r>
              <a:rPr lang="fr-FR" sz="3200" dirty="0" err="1"/>
              <a:t>nefa</a:t>
            </a:r>
            <a:r>
              <a:rPr lang="fr-FR" sz="3200" dirty="0"/>
              <a:t> </a:t>
            </a:r>
            <a:r>
              <a:rPr lang="fr-FR" sz="3200" dirty="0" err="1"/>
              <a:t>tsy</a:t>
            </a:r>
            <a:r>
              <a:rPr lang="fr-FR" sz="3200" dirty="0"/>
              <a:t> </a:t>
            </a:r>
            <a:r>
              <a:rPr lang="fr-FR" sz="3200" dirty="0" err="1"/>
              <a:t>hiteraka</a:t>
            </a:r>
            <a:r>
              <a:rPr lang="fr-FR" sz="3200" dirty="0"/>
              <a:t> </a:t>
            </a:r>
            <a:r>
              <a:rPr lang="fr-FR" sz="3200" dirty="0" err="1"/>
              <a:t>fifandirana</a:t>
            </a:r>
            <a:r>
              <a:rPr lang="fr-FR" sz="3200" dirty="0"/>
              <a:t> </a:t>
            </a:r>
            <a:r>
              <a:rPr lang="fr-FR" sz="3200" dirty="0" err="1"/>
              <a:t>avy</a:t>
            </a:r>
            <a:r>
              <a:rPr lang="fr-FR" sz="3200" dirty="0"/>
              <a:t> </a:t>
            </a:r>
            <a:r>
              <a:rPr lang="fr-FR" sz="3200" dirty="0" err="1"/>
              <a:t>hatrany</a:t>
            </a:r>
            <a:r>
              <a:rPr lang="fr-FR" sz="3200" dirty="0"/>
              <a:t>. </a:t>
            </a:r>
            <a:r>
              <a:rPr lang="fr-FR" sz="3200" dirty="0" err="1"/>
              <a:t>Etsy</a:t>
            </a:r>
            <a:r>
              <a:rPr lang="fr-FR" sz="3200" dirty="0"/>
              <a:t> an-</a:t>
            </a:r>
            <a:r>
              <a:rPr lang="fr-FR" sz="3200" dirty="0" err="1"/>
              <a:t>kilany</a:t>
            </a:r>
            <a:r>
              <a:rPr lang="fr-FR" sz="3200" dirty="0"/>
              <a:t> </a:t>
            </a:r>
            <a:r>
              <a:rPr lang="fr-FR" sz="3200" dirty="0" err="1"/>
              <a:t>kosa</a:t>
            </a:r>
            <a:r>
              <a:rPr lang="fr-FR" sz="3200" dirty="0"/>
              <a:t>, </a:t>
            </a:r>
            <a:r>
              <a:rPr lang="fr-FR" sz="3200" dirty="0" err="1"/>
              <a:t>ireo</a:t>
            </a:r>
            <a:r>
              <a:rPr lang="fr-FR" sz="3200" dirty="0"/>
              <a:t> </a:t>
            </a:r>
            <a:r>
              <a:rPr lang="fr-FR" sz="3200" dirty="0" err="1"/>
              <a:t>fanontaniana</a:t>
            </a:r>
            <a:r>
              <a:rPr lang="fr-FR" sz="3200" dirty="0"/>
              <a:t> </a:t>
            </a:r>
            <a:r>
              <a:rPr lang="fr-FR" sz="3200" dirty="0" err="1"/>
              <a:t>ireo</a:t>
            </a:r>
            <a:r>
              <a:rPr lang="fr-FR" sz="3200" dirty="0"/>
              <a:t> dia </a:t>
            </a:r>
            <a:r>
              <a:rPr lang="fr-FR" sz="3200" dirty="0" err="1"/>
              <a:t>varavarana</a:t>
            </a:r>
            <a:r>
              <a:rPr lang="fr-FR" sz="3200" dirty="0"/>
              <a:t> </a:t>
            </a:r>
            <a:r>
              <a:rPr lang="fr-FR" sz="3200" dirty="0" err="1"/>
              <a:t>tsara</a:t>
            </a:r>
            <a:r>
              <a:rPr lang="fr-FR" sz="3200" dirty="0"/>
              <a:t> </a:t>
            </a:r>
            <a:r>
              <a:rPr lang="fr-FR" sz="3200" dirty="0" err="1"/>
              <a:t>hanombohana</a:t>
            </a:r>
            <a:r>
              <a:rPr lang="fr-FR" sz="3200" dirty="0"/>
              <a:t> </a:t>
            </a:r>
            <a:r>
              <a:rPr lang="fr-FR" sz="3200" dirty="0" err="1"/>
              <a:t>resaka</a:t>
            </a:r>
            <a:r>
              <a:rPr lang="fr-FR" sz="3200" dirty="0"/>
              <a:t> ara-</a:t>
            </a:r>
            <a:r>
              <a:rPr lang="fr-FR" sz="3200" dirty="0" err="1"/>
              <a:t>panahy</a:t>
            </a:r>
            <a:r>
              <a:rPr lang="fr-FR" sz="3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6737022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0677" y="210379"/>
            <a:ext cx="11816861" cy="1325563"/>
          </a:xfrm>
        </p:spPr>
        <p:txBody>
          <a:bodyPr>
            <a:noAutofit/>
          </a:bodyPr>
          <a:lstStyle/>
          <a:p>
            <a:pPr algn="ctr"/>
            <a:r>
              <a:rPr lang="fr-FR" sz="3600" b="1" dirty="0" err="1">
                <a:latin typeface="Arial" panose="020B0604020202020204" pitchFamily="34" charset="0"/>
                <a:cs typeface="Arial" panose="020B0604020202020204" pitchFamily="34" charset="0"/>
              </a:rPr>
              <a:t>Ny</a:t>
            </a:r>
            <a:r>
              <a:rPr lang="fr-FR" sz="3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3600" b="1" dirty="0" err="1">
                <a:latin typeface="Arial" panose="020B0604020202020204" pitchFamily="34" charset="0"/>
                <a:cs typeface="Arial" panose="020B0604020202020204" pitchFamily="34" charset="0"/>
              </a:rPr>
              <a:t>Fomba</a:t>
            </a:r>
            <a:r>
              <a:rPr lang="fr-FR" sz="3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3600" b="1" dirty="0" err="1">
                <a:latin typeface="Arial" panose="020B0604020202020204" pitchFamily="34" charset="0"/>
                <a:cs typeface="Arial" panose="020B0604020202020204" pitchFamily="34" charset="0"/>
              </a:rPr>
              <a:t>Fiasa</a:t>
            </a:r>
            <a:r>
              <a:rPr lang="fr-FR" sz="3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3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3600" b="1" dirty="0" err="1">
                <a:latin typeface="Arial" panose="020B0604020202020204" pitchFamily="34" charset="0"/>
                <a:cs typeface="Arial" panose="020B0604020202020204" pitchFamily="34" charset="0"/>
              </a:rPr>
              <a:t>amin'ny</a:t>
            </a:r>
            <a:r>
              <a:rPr lang="fr-FR" sz="3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3600" b="1" dirty="0" err="1">
                <a:latin typeface="Arial" panose="020B0604020202020204" pitchFamily="34" charset="0"/>
                <a:cs typeface="Arial" panose="020B0604020202020204" pitchFamily="34" charset="0"/>
              </a:rPr>
              <a:t>Silamo</a:t>
            </a:r>
            <a:r>
              <a:rPr lang="fr-FR" sz="3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3600" b="1" dirty="0" err="1">
                <a:latin typeface="Arial" panose="020B0604020202020204" pitchFamily="34" charset="0"/>
                <a:cs typeface="Arial" panose="020B0604020202020204" pitchFamily="34" charset="0"/>
              </a:rPr>
              <a:t>manoloana</a:t>
            </a:r>
            <a:r>
              <a:rPr lang="fr-FR" sz="3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3600" b="1" dirty="0" err="1">
                <a:latin typeface="Arial" panose="020B0604020202020204" pitchFamily="34" charset="0"/>
                <a:cs typeface="Arial" panose="020B0604020202020204" pitchFamily="34" charset="0"/>
              </a:rPr>
              <a:t>ny</a:t>
            </a:r>
            <a:r>
              <a:rPr lang="fr-FR" sz="3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3600" b="1" dirty="0" err="1">
                <a:latin typeface="Arial" panose="020B0604020202020204" pitchFamily="34" charset="0"/>
                <a:cs typeface="Arial" panose="020B0604020202020204" pitchFamily="34" charset="0"/>
              </a:rPr>
              <a:t>Lalan'ny</a:t>
            </a:r>
            <a:r>
              <a:rPr lang="fr-FR" sz="3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3600" b="1" dirty="0" err="1">
                <a:latin typeface="Arial" panose="020B0604020202020204" pitchFamily="34" charset="0"/>
                <a:cs typeface="Arial" panose="020B0604020202020204" pitchFamily="34" charset="0"/>
              </a:rPr>
              <a:t>Fanaovana</a:t>
            </a:r>
            <a:r>
              <a:rPr lang="fr-FR" sz="3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3600" b="1" dirty="0" err="1">
                <a:latin typeface="Arial" panose="020B0604020202020204" pitchFamily="34" charset="0"/>
                <a:cs typeface="Arial" panose="020B0604020202020204" pitchFamily="34" charset="0"/>
              </a:rPr>
              <a:t>Mpianatra</a:t>
            </a:r>
            <a:r>
              <a:rPr lang="fr-FR" sz="3600" b="1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fr-FR" sz="3600" b="1" dirty="0" err="1">
                <a:latin typeface="Arial" panose="020B0604020202020204" pitchFamily="34" charset="0"/>
                <a:cs typeface="Arial" panose="020B0604020202020204" pitchFamily="34" charset="0"/>
              </a:rPr>
              <a:t>Discipleship</a:t>
            </a:r>
            <a:r>
              <a:rPr lang="fr-FR" sz="3600" b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21920" y="1465605"/>
            <a:ext cx="12070080" cy="5096970"/>
          </a:xfrm>
        </p:spPr>
        <p:txBody>
          <a:bodyPr>
            <a:noAutofit/>
          </a:bodyPr>
          <a:lstStyle/>
          <a:p>
            <a:r>
              <a:rPr lang="fr-FR" sz="3200" dirty="0" err="1"/>
              <a:t>Tsarovy</a:t>
            </a:r>
            <a:r>
              <a:rPr lang="fr-FR" sz="3200" dirty="0"/>
              <a:t> fa </a:t>
            </a:r>
            <a:r>
              <a:rPr lang="fr-FR" sz="3200" dirty="0" err="1"/>
              <a:t>mila</a:t>
            </a:r>
            <a:r>
              <a:rPr lang="fr-FR" sz="3200" dirty="0"/>
              <a:t> </a:t>
            </a:r>
            <a:r>
              <a:rPr lang="fr-FR" sz="3200" dirty="0" err="1"/>
              <a:t>miala</a:t>
            </a:r>
            <a:r>
              <a:rPr lang="fr-FR" sz="3200" dirty="0"/>
              <a:t> </a:t>
            </a:r>
            <a:r>
              <a:rPr lang="fr-FR" sz="3200" dirty="0" err="1"/>
              <a:t>amin'ny</a:t>
            </a:r>
            <a:r>
              <a:rPr lang="fr-FR" sz="3200" dirty="0"/>
              <a:t> </a:t>
            </a:r>
            <a:r>
              <a:rPr lang="fr-FR" sz="3200" dirty="0" err="1"/>
              <a:t>fomba</a:t>
            </a:r>
            <a:r>
              <a:rPr lang="fr-FR" sz="3200" dirty="0"/>
              <a:t> </a:t>
            </a:r>
            <a:r>
              <a:rPr lang="fr-FR" sz="3200" dirty="0" err="1"/>
              <a:t>fiasa</a:t>
            </a:r>
            <a:r>
              <a:rPr lang="fr-FR" sz="3200" dirty="0"/>
              <a:t> </a:t>
            </a:r>
            <a:r>
              <a:rPr lang="fr-FR" sz="3200" dirty="0" smtClean="0"/>
              <a:t>ara-</a:t>
            </a:r>
            <a:r>
              <a:rPr lang="fr-FR" sz="3200" dirty="0" err="1" smtClean="0"/>
              <a:t>pil</a:t>
            </a:r>
            <a:r>
              <a:rPr lang="fr-FR" sz="3200" dirty="0" smtClean="0"/>
              <a:t>	</a:t>
            </a:r>
            <a:r>
              <a:rPr lang="fr-FR" sz="3200" dirty="0" err="1" smtClean="0"/>
              <a:t>azantsara</a:t>
            </a:r>
            <a:r>
              <a:rPr lang="fr-FR" sz="3200" dirty="0" smtClean="0"/>
              <a:t> </a:t>
            </a:r>
            <a:r>
              <a:rPr lang="fr-FR" sz="3200" dirty="0" err="1"/>
              <a:t>mivantana</a:t>
            </a:r>
            <a:r>
              <a:rPr lang="fr-FR" sz="3200" dirty="0"/>
              <a:t> </a:t>
            </a:r>
            <a:r>
              <a:rPr lang="fr-FR" sz="3200" dirty="0" err="1"/>
              <a:t>ianao</a:t>
            </a:r>
            <a:r>
              <a:rPr lang="fr-FR" sz="3200" dirty="0"/>
              <a:t> </a:t>
            </a:r>
            <a:r>
              <a:rPr lang="fr-FR" sz="3200" dirty="0" err="1"/>
              <a:t>amin'ity</a:t>
            </a:r>
            <a:r>
              <a:rPr lang="fr-FR" sz="3200" dirty="0"/>
              <a:t> </a:t>
            </a:r>
            <a:r>
              <a:rPr lang="fr-FR" sz="3200" dirty="0" err="1"/>
              <a:t>dingana</a:t>
            </a:r>
            <a:r>
              <a:rPr lang="fr-FR" sz="3200" dirty="0"/>
              <a:t> </a:t>
            </a:r>
            <a:r>
              <a:rPr lang="fr-FR" sz="3200" dirty="0" err="1"/>
              <a:t>ity</a:t>
            </a:r>
            <a:r>
              <a:rPr lang="fr-FR" sz="3200" dirty="0"/>
              <a:t>, </a:t>
            </a:r>
            <a:r>
              <a:rPr lang="fr-FR" sz="3200" dirty="0" err="1"/>
              <a:t>saingy</a:t>
            </a:r>
            <a:r>
              <a:rPr lang="fr-FR" sz="3200" dirty="0"/>
              <a:t> </a:t>
            </a:r>
            <a:r>
              <a:rPr lang="fr-FR" sz="3200" dirty="0" err="1"/>
              <a:t>mila</a:t>
            </a:r>
            <a:r>
              <a:rPr lang="fr-FR" sz="3200" dirty="0"/>
              <a:t> </a:t>
            </a:r>
            <a:r>
              <a:rPr lang="fr-FR" sz="3200" dirty="0" err="1"/>
              <a:t>mahay</a:t>
            </a:r>
            <a:r>
              <a:rPr lang="fr-FR" sz="3200" dirty="0"/>
              <a:t> </a:t>
            </a:r>
            <a:r>
              <a:rPr lang="fr-FR" sz="3200" dirty="0" err="1"/>
              <a:t>ny</a:t>
            </a:r>
            <a:r>
              <a:rPr lang="fr-FR" sz="3200" dirty="0"/>
              <a:t> </a:t>
            </a:r>
            <a:r>
              <a:rPr lang="fr-FR" sz="3200" dirty="0" err="1"/>
              <a:t>fomba</a:t>
            </a:r>
            <a:r>
              <a:rPr lang="fr-FR" sz="3200" dirty="0"/>
              <a:t> </a:t>
            </a:r>
            <a:r>
              <a:rPr lang="fr-FR" sz="3200" dirty="0" err="1"/>
              <a:t>hidirana</a:t>
            </a:r>
            <a:r>
              <a:rPr lang="fr-FR" sz="3200" dirty="0"/>
              <a:t> </a:t>
            </a:r>
            <a:r>
              <a:rPr lang="fr-FR" sz="3200" dirty="0" err="1"/>
              <a:t>amin'ny</a:t>
            </a:r>
            <a:r>
              <a:rPr lang="fr-FR" sz="3200" dirty="0"/>
              <a:t> </a:t>
            </a:r>
            <a:r>
              <a:rPr lang="fr-FR" sz="3200" dirty="0" err="1"/>
              <a:t>resaka</a:t>
            </a:r>
            <a:r>
              <a:rPr lang="fr-FR" sz="3200" dirty="0"/>
              <a:t> </a:t>
            </a:r>
            <a:r>
              <a:rPr lang="fr-FR" sz="3200" dirty="0" err="1"/>
              <a:t>manorina</a:t>
            </a:r>
            <a:r>
              <a:rPr lang="fr-FR" sz="3200" dirty="0"/>
              <a:t> </a:t>
            </a:r>
            <a:r>
              <a:rPr lang="fr-FR" sz="3200" dirty="0" err="1"/>
              <a:t>rehefa</a:t>
            </a:r>
            <a:r>
              <a:rPr lang="fr-FR" sz="3200" dirty="0"/>
              <a:t> </a:t>
            </a:r>
            <a:r>
              <a:rPr lang="fr-FR" sz="3200" dirty="0" err="1"/>
              <a:t>mamaly</a:t>
            </a:r>
            <a:r>
              <a:rPr lang="fr-FR" sz="3200" dirty="0"/>
              <a:t> </a:t>
            </a:r>
            <a:r>
              <a:rPr lang="fr-FR" sz="3200" dirty="0" err="1"/>
              <a:t>ireo</a:t>
            </a:r>
            <a:r>
              <a:rPr lang="fr-FR" sz="3200" dirty="0"/>
              <a:t> </a:t>
            </a:r>
            <a:r>
              <a:rPr lang="fr-FR" sz="3200" dirty="0" err="1"/>
              <a:t>fanontaniana</a:t>
            </a:r>
            <a:r>
              <a:rPr lang="fr-FR" sz="3200" dirty="0"/>
              <a:t> </a:t>
            </a:r>
            <a:r>
              <a:rPr lang="fr-FR" sz="3200" dirty="0" err="1"/>
              <a:t>ireo</a:t>
            </a:r>
            <a:r>
              <a:rPr lang="fr-FR" sz="3200" dirty="0"/>
              <a:t>. </a:t>
            </a:r>
            <a:r>
              <a:rPr lang="fr-FR" sz="3200" dirty="0" err="1"/>
              <a:t>Ny</a:t>
            </a:r>
            <a:r>
              <a:rPr lang="fr-FR" sz="3200" dirty="0"/>
              <a:t> </a:t>
            </a:r>
            <a:r>
              <a:rPr lang="fr-FR" sz="3200" dirty="0" err="1"/>
              <a:t>ifantohana</a:t>
            </a:r>
            <a:r>
              <a:rPr lang="fr-FR" sz="3200" dirty="0"/>
              <a:t> </a:t>
            </a:r>
            <a:r>
              <a:rPr lang="fr-FR" sz="3200" dirty="0" err="1"/>
              <a:t>amin'ity</a:t>
            </a:r>
            <a:r>
              <a:rPr lang="fr-FR" sz="3200" dirty="0"/>
              <a:t> </a:t>
            </a:r>
            <a:r>
              <a:rPr lang="fr-FR" sz="3200" dirty="0" err="1"/>
              <a:t>dingana</a:t>
            </a:r>
            <a:r>
              <a:rPr lang="fr-FR" sz="3200" dirty="0"/>
              <a:t> </a:t>
            </a:r>
            <a:r>
              <a:rPr lang="fr-FR" sz="3200" dirty="0" err="1"/>
              <a:t>ity</a:t>
            </a:r>
            <a:r>
              <a:rPr lang="fr-FR" sz="3200" dirty="0"/>
              <a:t> dia </a:t>
            </a:r>
            <a:r>
              <a:rPr lang="fr-FR" sz="3200" dirty="0" err="1"/>
              <a:t>ny</a:t>
            </a:r>
            <a:r>
              <a:rPr lang="fr-FR" sz="3200" dirty="0"/>
              <a:t> </a:t>
            </a:r>
            <a:r>
              <a:rPr lang="fr-FR" sz="3200" dirty="0" err="1"/>
              <a:t>hanitsy</a:t>
            </a:r>
            <a:r>
              <a:rPr lang="fr-FR" sz="3200" dirty="0"/>
              <a:t> </a:t>
            </a:r>
            <a:r>
              <a:rPr lang="fr-FR" sz="3200" dirty="0" err="1"/>
              <a:t>ny</a:t>
            </a:r>
            <a:r>
              <a:rPr lang="fr-FR" sz="3200" dirty="0"/>
              <a:t> </a:t>
            </a:r>
            <a:r>
              <a:rPr lang="fr-FR" sz="3200" dirty="0" err="1" smtClean="0"/>
              <a:t>fahadisoan-kevitra</a:t>
            </a:r>
            <a:r>
              <a:rPr lang="fr-FR" sz="3200" dirty="0" smtClean="0"/>
              <a:t> </a:t>
            </a:r>
            <a:r>
              <a:rPr lang="fr-FR" sz="3200" dirty="0" err="1" smtClean="0"/>
              <a:t>ananan'ny</a:t>
            </a:r>
            <a:r>
              <a:rPr lang="fr-FR" sz="3200" dirty="0" smtClean="0"/>
              <a:t> </a:t>
            </a:r>
            <a:r>
              <a:rPr lang="fr-FR" sz="3200" dirty="0"/>
              <a:t>"cousins"-</a:t>
            </a:r>
            <a:r>
              <a:rPr lang="fr-FR" sz="3200" dirty="0" err="1"/>
              <a:t>intsika</a:t>
            </a:r>
            <a:r>
              <a:rPr lang="fr-FR" sz="3200" dirty="0"/>
              <a:t> </a:t>
            </a:r>
            <a:r>
              <a:rPr lang="fr-FR" sz="3200" dirty="0" err="1"/>
              <a:t>momba</a:t>
            </a:r>
            <a:r>
              <a:rPr lang="fr-FR" sz="3200" dirty="0"/>
              <a:t> </a:t>
            </a:r>
            <a:r>
              <a:rPr lang="fr-FR" sz="3200" dirty="0" err="1"/>
              <a:t>ny</a:t>
            </a:r>
            <a:r>
              <a:rPr lang="fr-FR" sz="3200" dirty="0"/>
              <a:t> </a:t>
            </a:r>
            <a:r>
              <a:rPr lang="fr-FR" sz="3200" dirty="0" err="1"/>
              <a:t>Baiboly</a:t>
            </a:r>
            <a:r>
              <a:rPr lang="fr-FR" sz="3200" dirty="0"/>
              <a:t>, i </a:t>
            </a:r>
            <a:r>
              <a:rPr lang="fr-FR" sz="3200" dirty="0" err="1" smtClean="0"/>
              <a:t>Jesosy</a:t>
            </a:r>
            <a:r>
              <a:rPr lang="fr-FR" sz="3200" dirty="0" smtClean="0"/>
              <a:t>, </a:t>
            </a:r>
            <a:r>
              <a:rPr lang="fr-FR" sz="3200" dirty="0" err="1"/>
              <a:t>ary</a:t>
            </a:r>
            <a:r>
              <a:rPr lang="fr-FR" sz="3200" dirty="0"/>
              <a:t> </a:t>
            </a:r>
            <a:r>
              <a:rPr lang="fr-FR" sz="3200" dirty="0" err="1"/>
              <a:t>ny</a:t>
            </a:r>
            <a:r>
              <a:rPr lang="fr-FR" sz="3200" dirty="0"/>
              <a:t> </a:t>
            </a:r>
            <a:r>
              <a:rPr lang="fr-FR" sz="3200" dirty="0" err="1"/>
              <a:t>fampianarana</a:t>
            </a:r>
            <a:r>
              <a:rPr lang="fr-FR" sz="3200" dirty="0"/>
              <a:t> </a:t>
            </a:r>
            <a:r>
              <a:rPr lang="fr-FR" sz="3200" dirty="0" err="1"/>
              <a:t>hafa</a:t>
            </a:r>
            <a:r>
              <a:rPr lang="fr-FR" sz="3200" dirty="0"/>
              <a:t> </a:t>
            </a:r>
            <a:r>
              <a:rPr lang="fr-FR" sz="3200" dirty="0" err="1"/>
              <a:t>ao</a:t>
            </a:r>
            <a:r>
              <a:rPr lang="fr-FR" sz="3200" dirty="0"/>
              <a:t> </a:t>
            </a:r>
            <a:r>
              <a:rPr lang="fr-FR" sz="3200" dirty="0" err="1"/>
              <a:t>amin'ny</a:t>
            </a:r>
            <a:r>
              <a:rPr lang="fr-FR" sz="3200" dirty="0"/>
              <a:t> </a:t>
            </a:r>
            <a:r>
              <a:rPr lang="fr-FR" sz="3200" dirty="0" err="1"/>
              <a:t>Baiboly</a:t>
            </a:r>
            <a:r>
              <a:rPr lang="fr-FR" sz="3200" dirty="0"/>
              <a:t>. Rehefa </a:t>
            </a:r>
            <a:r>
              <a:rPr lang="fr-FR" sz="3200" dirty="0" err="1"/>
              <a:t>voavaly</a:t>
            </a:r>
            <a:r>
              <a:rPr lang="fr-FR" sz="3200" dirty="0"/>
              <a:t> </a:t>
            </a:r>
            <a:r>
              <a:rPr lang="fr-FR" sz="3200" dirty="0" err="1"/>
              <a:t>tsara</a:t>
            </a:r>
            <a:r>
              <a:rPr lang="fr-FR" sz="3200" dirty="0"/>
              <a:t> </a:t>
            </a:r>
            <a:r>
              <a:rPr lang="fr-FR" sz="3200" dirty="0" err="1"/>
              <a:t>ireny</a:t>
            </a:r>
            <a:r>
              <a:rPr lang="fr-FR" sz="3200" dirty="0"/>
              <a:t> </a:t>
            </a:r>
            <a:r>
              <a:rPr lang="fr-FR" sz="3200" dirty="0" err="1" smtClean="0"/>
              <a:t>fahadisoan-kevitra</a:t>
            </a:r>
            <a:r>
              <a:rPr lang="fr-FR" sz="3200" dirty="0" smtClean="0"/>
              <a:t> </a:t>
            </a:r>
            <a:r>
              <a:rPr lang="fr-FR" sz="3200" dirty="0" err="1"/>
              <a:t>ireny</a:t>
            </a:r>
            <a:r>
              <a:rPr lang="fr-FR" sz="3200" dirty="0"/>
              <a:t> </a:t>
            </a:r>
            <a:r>
              <a:rPr lang="fr-FR" sz="3200" dirty="0" err="1"/>
              <a:t>amin'ny</a:t>
            </a:r>
            <a:r>
              <a:rPr lang="fr-FR" sz="3200" dirty="0"/>
              <a:t> </a:t>
            </a:r>
            <a:r>
              <a:rPr lang="fr-FR" sz="3200" dirty="0" err="1"/>
              <a:t>alalan'ny</a:t>
            </a:r>
            <a:r>
              <a:rPr lang="fr-FR" sz="3200" dirty="0"/>
              <a:t> </a:t>
            </a:r>
            <a:r>
              <a:rPr lang="fr-FR" sz="3200" dirty="0" err="1"/>
              <a:t>vavaka</a:t>
            </a:r>
            <a:r>
              <a:rPr lang="fr-FR" sz="3200" dirty="0"/>
              <a:t>, dia </a:t>
            </a:r>
            <a:r>
              <a:rPr lang="fr-FR" sz="3200" dirty="0" err="1"/>
              <a:t>mety</a:t>
            </a:r>
            <a:r>
              <a:rPr lang="fr-FR" sz="3200" dirty="0"/>
              <a:t> </a:t>
            </a:r>
            <a:r>
              <a:rPr lang="fr-FR" sz="3200" dirty="0" err="1"/>
              <a:t>hitarika</a:t>
            </a:r>
            <a:r>
              <a:rPr lang="fr-FR" sz="3200" dirty="0"/>
              <a:t> </a:t>
            </a:r>
            <a:r>
              <a:rPr lang="fr-FR" sz="3200" dirty="0" err="1"/>
              <a:t>ny</a:t>
            </a:r>
            <a:r>
              <a:rPr lang="fr-FR" sz="3200" dirty="0"/>
              <a:t> </a:t>
            </a:r>
            <a:r>
              <a:rPr lang="fr-FR" sz="3200" dirty="0" err="1" smtClean="0"/>
              <a:t>havantsika</a:t>
            </a:r>
            <a:r>
              <a:rPr lang="fr-FR" sz="3200" dirty="0" smtClean="0"/>
              <a:t> </a:t>
            </a:r>
            <a:r>
              <a:rPr lang="fr-FR" sz="3200" dirty="0" err="1" smtClean="0"/>
              <a:t>Silamo</a:t>
            </a:r>
            <a:r>
              <a:rPr lang="fr-FR" sz="3200" dirty="0" smtClean="0"/>
              <a:t> </a:t>
            </a:r>
            <a:r>
              <a:rPr lang="fr-FR" sz="3200" dirty="0" err="1"/>
              <a:t>hitady</a:t>
            </a:r>
            <a:r>
              <a:rPr lang="fr-FR" sz="3200" dirty="0"/>
              <a:t> </a:t>
            </a:r>
            <a:r>
              <a:rPr lang="fr-FR" sz="3200" dirty="0" err="1"/>
              <a:t>fahamarinana</a:t>
            </a:r>
            <a:r>
              <a:rPr lang="fr-FR" sz="3200" dirty="0"/>
              <a:t> </a:t>
            </a:r>
            <a:r>
              <a:rPr lang="fr-FR" sz="3200" dirty="0" err="1"/>
              <a:t>bebe</a:t>
            </a:r>
            <a:r>
              <a:rPr lang="fr-FR" sz="3200" dirty="0"/>
              <a:t> </a:t>
            </a:r>
            <a:r>
              <a:rPr lang="fr-FR" sz="3200" dirty="0" err="1"/>
              <a:t>kokoa</a:t>
            </a:r>
            <a:r>
              <a:rPr lang="fr-FR" sz="3200" dirty="0"/>
              <a:t> </a:t>
            </a:r>
            <a:r>
              <a:rPr lang="fr-FR" sz="3200" dirty="0" err="1"/>
              <a:t>izany</a:t>
            </a:r>
            <a:r>
              <a:rPr lang="fr-FR" sz="3200" dirty="0"/>
              <a:t>. </a:t>
            </a:r>
            <a:r>
              <a:rPr lang="fr-FR" sz="3200" dirty="0" err="1"/>
              <a:t>Eto</a:t>
            </a:r>
            <a:r>
              <a:rPr lang="fr-FR" sz="3200" dirty="0"/>
              <a:t> </a:t>
            </a:r>
            <a:r>
              <a:rPr lang="fr-FR" sz="3200" dirty="0" err="1"/>
              <a:t>ianao</a:t>
            </a:r>
            <a:r>
              <a:rPr lang="fr-FR" sz="3200" dirty="0"/>
              <a:t> </a:t>
            </a:r>
            <a:r>
              <a:rPr lang="fr-FR" sz="3200" dirty="0" err="1"/>
              <a:t>vao</a:t>
            </a:r>
            <a:r>
              <a:rPr lang="fr-FR" sz="3200" dirty="0"/>
              <a:t> </a:t>
            </a:r>
            <a:r>
              <a:rPr lang="fr-FR" sz="3200" dirty="0" err="1"/>
              <a:t>afaka</a:t>
            </a:r>
            <a:r>
              <a:rPr lang="fr-FR" sz="3200" dirty="0"/>
              <a:t> </a:t>
            </a:r>
            <a:r>
              <a:rPr lang="fr-FR" sz="3200" dirty="0" err="1"/>
              <a:t>manorina</a:t>
            </a:r>
            <a:r>
              <a:rPr lang="fr-FR" sz="3200" dirty="0"/>
              <a:t> </a:t>
            </a:r>
            <a:r>
              <a:rPr lang="fr-FR" sz="3200" dirty="0" err="1"/>
              <a:t>fandalinana</a:t>
            </a:r>
            <a:r>
              <a:rPr lang="fr-FR" sz="3200" dirty="0"/>
              <a:t> </a:t>
            </a:r>
            <a:r>
              <a:rPr lang="fr-FR" sz="3200" dirty="0" err="1"/>
              <a:t>mitohy</a:t>
            </a:r>
            <a:r>
              <a:rPr lang="fr-FR" sz="3200" dirty="0"/>
              <a:t> </a:t>
            </a:r>
            <a:r>
              <a:rPr lang="fr-FR" sz="3200" dirty="0" err="1"/>
              <a:t>ny</a:t>
            </a:r>
            <a:r>
              <a:rPr lang="fr-FR" sz="3200" dirty="0"/>
              <a:t> </a:t>
            </a:r>
            <a:r>
              <a:rPr lang="fr-FR" sz="3200" dirty="0" err="1"/>
              <a:t>fahamarinan'Andriamanitra</a:t>
            </a:r>
            <a:r>
              <a:rPr lang="fr-FR" sz="3200" dirty="0"/>
              <a:t>, </a:t>
            </a:r>
            <a:r>
              <a:rPr lang="fr-FR" sz="3200" dirty="0" err="1"/>
              <a:t>ary</a:t>
            </a:r>
            <a:r>
              <a:rPr lang="fr-FR" sz="3200" dirty="0"/>
              <a:t> </a:t>
            </a:r>
            <a:r>
              <a:rPr lang="fr-FR" sz="3200" dirty="0" err="1"/>
              <a:t>any</a:t>
            </a:r>
            <a:r>
              <a:rPr lang="fr-FR" sz="3200" dirty="0"/>
              <a:t> </a:t>
            </a:r>
            <a:r>
              <a:rPr lang="fr-FR" sz="3200" dirty="0" err="1" smtClean="0"/>
              <a:t>amin’ny</a:t>
            </a:r>
            <a:r>
              <a:rPr lang="fr-FR" sz="3200" dirty="0" smtClean="0"/>
              <a:t> </a:t>
            </a:r>
            <a:r>
              <a:rPr lang="fr-FR" sz="3200" dirty="0" err="1" smtClean="0"/>
              <a:t>farany</a:t>
            </a:r>
            <a:r>
              <a:rPr lang="fr-FR" sz="3200" dirty="0" smtClean="0"/>
              <a:t>, dia </a:t>
            </a:r>
            <a:r>
              <a:rPr lang="fr-FR" sz="3200" dirty="0" err="1"/>
              <a:t>mety</a:t>
            </a:r>
            <a:r>
              <a:rPr lang="fr-FR" sz="3200" dirty="0"/>
              <a:t> ho </a:t>
            </a:r>
            <a:r>
              <a:rPr lang="fr-FR" sz="3200" dirty="0" err="1"/>
              <a:t>lasa</a:t>
            </a:r>
            <a:r>
              <a:rPr lang="fr-FR" sz="3200" dirty="0"/>
              <a:t> </a:t>
            </a:r>
            <a:r>
              <a:rPr lang="fr-FR" sz="3200" dirty="0" err="1"/>
              <a:t>mpianatra</a:t>
            </a:r>
            <a:r>
              <a:rPr lang="fr-FR" sz="3200" dirty="0"/>
              <a:t> </a:t>
            </a:r>
            <a:r>
              <a:rPr lang="fr-FR" sz="3200" dirty="0" err="1" smtClean="0"/>
              <a:t>Baiboly</a:t>
            </a:r>
            <a:r>
              <a:rPr lang="fr-FR" sz="3200" dirty="0" smtClean="0"/>
              <a:t> </a:t>
            </a:r>
            <a:r>
              <a:rPr lang="fr-FR" sz="3200" dirty="0" err="1" smtClean="0"/>
              <a:t>ilay</a:t>
            </a:r>
            <a:r>
              <a:rPr lang="fr-FR" sz="3200" dirty="0" smtClean="0"/>
              <a:t> </a:t>
            </a:r>
            <a:r>
              <a:rPr lang="fr-FR" sz="3200" dirty="0" err="1" smtClean="0"/>
              <a:t>Musilman</a:t>
            </a:r>
            <a:r>
              <a:rPr lang="fr-FR" sz="3200" dirty="0" smtClean="0"/>
              <a:t>.</a:t>
            </a:r>
            <a:endParaRPr lang="fr-FR" sz="3200" dirty="0"/>
          </a:p>
        </p:txBody>
      </p:sp>
    </p:spTree>
    <p:extLst>
      <p:ext uri="{BB962C8B-B14F-4D97-AF65-F5344CB8AC3E}">
        <p14:creationId xmlns:p14="http://schemas.microsoft.com/office/powerpoint/2010/main" val="18306474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8200" y="703385"/>
            <a:ext cx="10515600" cy="987303"/>
          </a:xfrm>
        </p:spPr>
        <p:txBody>
          <a:bodyPr>
            <a:normAutofit fontScale="90000"/>
          </a:bodyPr>
          <a:lstStyle/>
          <a:p>
            <a:r>
              <a:rPr lang="sv-SE" dirty="0" smtClean="0">
                <a:latin typeface="Arial Black" panose="020B0A04020102020204" pitchFamily="34" charset="0"/>
              </a:rPr>
              <a:t/>
            </a:r>
            <a:br>
              <a:rPr lang="sv-SE" dirty="0" smtClean="0">
                <a:latin typeface="Arial Black" panose="020B0A04020102020204" pitchFamily="34" charset="0"/>
              </a:rPr>
            </a:br>
            <a:r>
              <a:rPr lang="sv-SE" dirty="0">
                <a:latin typeface="Arial Black" panose="020B0A04020102020204" pitchFamily="34" charset="0"/>
              </a:rPr>
              <a:t/>
            </a:r>
            <a:br>
              <a:rPr lang="sv-SE" dirty="0">
                <a:latin typeface="Arial Black" panose="020B0A04020102020204" pitchFamily="34" charset="0"/>
              </a:rPr>
            </a:br>
            <a:r>
              <a:rPr lang="sv-SE" sz="3600" dirty="0" smtClean="0">
                <a:latin typeface="Arial Black" panose="020B0A04020102020204" pitchFamily="34" charset="0"/>
              </a:rPr>
              <a:t>Ireo </a:t>
            </a:r>
            <a:r>
              <a:rPr lang="sv-SE" sz="3600" dirty="0">
                <a:latin typeface="Arial Black" panose="020B0A04020102020204" pitchFamily="34" charset="0"/>
              </a:rPr>
              <a:t>zavatra tokony hialana amin'ny dingana T</a:t>
            </a:r>
            <a:r>
              <a:rPr lang="sv-SE" sz="3600" dirty="0" smtClean="0">
                <a:latin typeface="Arial Black" panose="020B0A04020102020204" pitchFamily="34" charset="0"/>
              </a:rPr>
              <a:t>etezana </a:t>
            </a:r>
            <a:r>
              <a:rPr lang="sv-SE" sz="3600" dirty="0">
                <a:latin typeface="Arial Black" panose="020B0A04020102020204" pitchFamily="34" charset="0"/>
              </a:rPr>
              <a:t>(transition </a:t>
            </a:r>
            <a:r>
              <a:rPr lang="sv-SE" sz="3600" dirty="0" smtClean="0">
                <a:latin typeface="Arial Black" panose="020B0A04020102020204" pitchFamily="34" charset="0"/>
              </a:rPr>
              <a:t>stage</a:t>
            </a:r>
            <a:r>
              <a:rPr lang="sv-SE" dirty="0" smtClean="0">
                <a:latin typeface="Arial Black" panose="020B0A04020102020204" pitchFamily="34" charset="0"/>
              </a:rPr>
              <a:t>:</a:t>
            </a:r>
            <a:r>
              <a:rPr lang="sv-SE" sz="2000" dirty="0" smtClean="0">
                <a:latin typeface="Arial Black" panose="020B0A04020102020204" pitchFamily="34" charset="0"/>
              </a:rPr>
              <a:t>Dingana </a:t>
            </a:r>
            <a:r>
              <a:rPr lang="sv-SE" sz="2000" dirty="0">
                <a:latin typeface="Arial Black" panose="020B0A04020102020204" pitchFamily="34" charset="0"/>
              </a:rPr>
              <a:t>mba hampisehoana ilay fifindrana avy amin'ny fifandraisana tsotra mankany amin'ny resaka lalina</a:t>
            </a:r>
            <a:r>
              <a:rPr lang="sv-SE" dirty="0">
                <a:latin typeface="Arial Black" panose="020B0A04020102020204" pitchFamily="34" charset="0"/>
              </a:rPr>
              <a:t>.</a:t>
            </a:r>
            <a:br>
              <a:rPr lang="sv-SE" dirty="0">
                <a:latin typeface="Arial Black" panose="020B0A04020102020204" pitchFamily="34" charset="0"/>
              </a:rPr>
            </a:br>
            <a:r>
              <a:rPr lang="sv-SE" dirty="0">
                <a:latin typeface="Arial Black" panose="020B0A04020102020204" pitchFamily="34" charset="0"/>
              </a:rPr>
              <a:t/>
            </a:r>
            <a:br>
              <a:rPr lang="sv-SE" dirty="0">
                <a:latin typeface="Arial Black" panose="020B0A04020102020204" pitchFamily="34" charset="0"/>
              </a:rPr>
            </a:br>
            <a:endParaRPr lang="fr-FR" dirty="0">
              <a:latin typeface="Arial Black" panose="020B0A04020102020204" pitchFamily="34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200" y="2022573"/>
            <a:ext cx="10515600" cy="435133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fr-FR" b="1" dirty="0" err="1"/>
              <a:t>Lalan'ny</a:t>
            </a:r>
            <a:r>
              <a:rPr lang="fr-FR" b="1" dirty="0"/>
              <a:t> </a:t>
            </a:r>
            <a:r>
              <a:rPr lang="fr-FR" b="1" dirty="0" err="1"/>
              <a:t>Fanaovana</a:t>
            </a:r>
            <a:r>
              <a:rPr lang="fr-FR" b="1" dirty="0"/>
              <a:t> </a:t>
            </a:r>
            <a:r>
              <a:rPr lang="fr-FR" b="1" dirty="0" err="1"/>
              <a:t>Mpianatra</a:t>
            </a:r>
            <a:r>
              <a:rPr lang="fr-FR" b="1" dirty="0"/>
              <a:t> (</a:t>
            </a:r>
            <a:r>
              <a:rPr lang="fr-FR" b="1" dirty="0" err="1"/>
              <a:t>Discipleship</a:t>
            </a:r>
            <a:r>
              <a:rPr lang="fr-FR" b="1" dirty="0"/>
              <a:t> </a:t>
            </a:r>
            <a:r>
              <a:rPr lang="fr-FR" b="1" dirty="0" err="1"/>
              <a:t>Pathway</a:t>
            </a:r>
            <a:r>
              <a:rPr lang="fr-FR" b="1" dirty="0" smtClean="0"/>
              <a:t>):</a:t>
            </a:r>
          </a:p>
          <a:p>
            <a:pPr marL="0" indent="0">
              <a:buNone/>
            </a:pPr>
            <a:r>
              <a:rPr lang="fr-FR" dirty="0"/>
              <a:t>(</a:t>
            </a:r>
            <a:r>
              <a:rPr lang="fr-FR" dirty="0" err="1"/>
              <a:t>Ny</a:t>
            </a:r>
            <a:r>
              <a:rPr lang="fr-FR" dirty="0"/>
              <a:t> </a:t>
            </a:r>
            <a:r>
              <a:rPr lang="fr-FR" dirty="0" err="1"/>
              <a:t>dingana</a:t>
            </a:r>
            <a:r>
              <a:rPr lang="fr-FR" dirty="0"/>
              <a:t> </a:t>
            </a:r>
            <a:r>
              <a:rPr lang="fr-FR" dirty="0" err="1"/>
              <a:t>fanovana</a:t>
            </a:r>
            <a:r>
              <a:rPr lang="fr-FR" dirty="0"/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fr-FR" dirty="0" err="1" smtClean="0"/>
              <a:t>Fiovan'ny</a:t>
            </a:r>
            <a:r>
              <a:rPr lang="fr-FR" dirty="0" smtClean="0"/>
              <a:t> </a:t>
            </a:r>
            <a:r>
              <a:rPr lang="fr-FR" dirty="0" err="1"/>
              <a:t>Fomba</a:t>
            </a:r>
            <a:r>
              <a:rPr lang="fr-FR" dirty="0"/>
              <a:t> </a:t>
            </a:r>
            <a:r>
              <a:rPr lang="fr-FR" dirty="0" err="1"/>
              <a:t>fijery</a:t>
            </a:r>
            <a:r>
              <a:rPr lang="fr-FR" dirty="0"/>
              <a:t> </a:t>
            </a:r>
            <a:r>
              <a:rPr lang="fr-FR" dirty="0" smtClean="0"/>
              <a:t> </a:t>
            </a:r>
            <a:r>
              <a:rPr lang="fr-FR" dirty="0"/>
              <a:t>(</a:t>
            </a:r>
            <a:r>
              <a:rPr lang="fr-FR" dirty="0" err="1"/>
              <a:t>Worldview</a:t>
            </a:r>
            <a:r>
              <a:rPr lang="fr-FR" dirty="0"/>
              <a:t> Transformation)</a:t>
            </a:r>
          </a:p>
          <a:p>
            <a:pPr marL="514350" indent="-514350">
              <a:buFont typeface="+mj-lt"/>
              <a:buAutoNum type="arabicPeriod"/>
            </a:pPr>
            <a:r>
              <a:rPr lang="fr-FR" dirty="0" err="1" smtClean="0"/>
              <a:t>Fanavotana</a:t>
            </a:r>
            <a:r>
              <a:rPr lang="fr-FR" dirty="0" smtClean="0"/>
              <a:t> </a:t>
            </a:r>
            <a:r>
              <a:rPr lang="fr-FR" dirty="0" err="1" smtClean="0"/>
              <a:t>amin’ny</a:t>
            </a:r>
            <a:r>
              <a:rPr lang="fr-FR" dirty="0" smtClean="0"/>
              <a:t> </a:t>
            </a:r>
            <a:r>
              <a:rPr lang="fr-FR" dirty="0" err="1" smtClean="0"/>
              <a:t>alalan’ny</a:t>
            </a:r>
            <a:r>
              <a:rPr lang="fr-FR" dirty="0" smtClean="0"/>
              <a:t> </a:t>
            </a:r>
            <a:r>
              <a:rPr lang="fr-FR" dirty="0" err="1" smtClean="0"/>
              <a:t>Finamanana</a:t>
            </a:r>
            <a:r>
              <a:rPr lang="fr-FR" dirty="0" smtClean="0"/>
              <a:t>  </a:t>
            </a:r>
            <a:r>
              <a:rPr lang="fr-FR" dirty="0"/>
              <a:t>(</a:t>
            </a:r>
            <a:r>
              <a:rPr lang="fr-FR" dirty="0" err="1"/>
              <a:t>Redemptive</a:t>
            </a:r>
            <a:r>
              <a:rPr lang="fr-FR" dirty="0"/>
              <a:t> </a:t>
            </a:r>
            <a:r>
              <a:rPr lang="fr-FR" dirty="0" err="1"/>
              <a:t>Friendship</a:t>
            </a:r>
            <a:r>
              <a:rPr lang="fr-FR" dirty="0"/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fr-FR" dirty="0" err="1"/>
              <a:t>Ny</a:t>
            </a:r>
            <a:r>
              <a:rPr lang="fr-FR" dirty="0"/>
              <a:t> </a:t>
            </a:r>
            <a:r>
              <a:rPr lang="fr-FR" dirty="0" err="1" smtClean="0"/>
              <a:t>Fomba</a:t>
            </a:r>
            <a:r>
              <a:rPr lang="fr-FR" dirty="0" smtClean="0"/>
              <a:t> </a:t>
            </a:r>
            <a:r>
              <a:rPr lang="fr-FR" dirty="0" err="1" smtClean="0"/>
              <a:t>fiasan’ny</a:t>
            </a:r>
            <a:r>
              <a:rPr lang="fr-FR" dirty="0" smtClean="0"/>
              <a:t>  </a:t>
            </a:r>
            <a:r>
              <a:rPr lang="fr-FR" dirty="0" err="1"/>
              <a:t>Kristy</a:t>
            </a:r>
            <a:r>
              <a:rPr lang="fr-FR" dirty="0"/>
              <a:t> (</a:t>
            </a:r>
            <a:r>
              <a:rPr lang="fr-FR" dirty="0" err="1"/>
              <a:t>Christ's</a:t>
            </a:r>
            <a:r>
              <a:rPr lang="fr-FR" dirty="0"/>
              <a:t> Method)</a:t>
            </a:r>
          </a:p>
          <a:p>
            <a:pPr marL="514350" indent="-514350">
              <a:buFont typeface="+mj-lt"/>
              <a:buAutoNum type="arabicPeriod"/>
            </a:pPr>
            <a:r>
              <a:rPr lang="fr-FR" dirty="0"/>
              <a:t>Asa </a:t>
            </a:r>
            <a:r>
              <a:rPr lang="fr-FR" dirty="0" err="1"/>
              <a:t>fanehoam-pitiavana</a:t>
            </a:r>
            <a:r>
              <a:rPr lang="fr-FR" dirty="0"/>
              <a:t> (</a:t>
            </a:r>
            <a:r>
              <a:rPr lang="fr-FR" dirty="0" err="1"/>
              <a:t>Acts</a:t>
            </a:r>
            <a:r>
              <a:rPr lang="fr-FR" dirty="0"/>
              <a:t> of </a:t>
            </a:r>
            <a:r>
              <a:rPr lang="fr-FR" dirty="0" err="1"/>
              <a:t>Kindness</a:t>
            </a:r>
            <a:r>
              <a:rPr lang="fr-FR" dirty="0"/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fr-FR" dirty="0" err="1"/>
              <a:t>Resaka</a:t>
            </a:r>
            <a:r>
              <a:rPr lang="fr-FR" dirty="0"/>
              <a:t> ara-</a:t>
            </a:r>
            <a:r>
              <a:rPr lang="fr-FR" dirty="0" err="1"/>
              <a:t>panahy</a:t>
            </a:r>
            <a:r>
              <a:rPr lang="fr-FR" dirty="0"/>
              <a:t> / </a:t>
            </a:r>
            <a:r>
              <a:rPr lang="fr-FR" dirty="0" err="1"/>
              <a:t>Fampiasana</a:t>
            </a:r>
            <a:r>
              <a:rPr lang="fr-FR" dirty="0"/>
              <a:t> </a:t>
            </a:r>
            <a:r>
              <a:rPr lang="fr-FR" dirty="0" err="1"/>
              <a:t>ireo</a:t>
            </a:r>
            <a:r>
              <a:rPr lang="fr-FR" dirty="0"/>
              <a:t> </a:t>
            </a:r>
            <a:r>
              <a:rPr lang="fr-FR" dirty="0" err="1"/>
              <a:t>tahirin-kevitra</a:t>
            </a:r>
            <a:r>
              <a:rPr lang="fr-FR" dirty="0"/>
              <a:t> </a:t>
            </a:r>
            <a:r>
              <a:rPr lang="fr-FR" dirty="0" err="1"/>
              <a:t>silamo</a:t>
            </a:r>
            <a:r>
              <a:rPr lang="fr-FR" dirty="0"/>
              <a:t> (Spiritual Discussions / </a:t>
            </a:r>
            <a:r>
              <a:rPr lang="fr-FR" dirty="0" err="1"/>
              <a:t>Islamic</a:t>
            </a:r>
            <a:r>
              <a:rPr lang="fr-FR" dirty="0"/>
              <a:t> Sources)</a:t>
            </a:r>
          </a:p>
          <a:p>
            <a:pPr marL="514350" indent="-514350">
              <a:buFont typeface="+mj-lt"/>
              <a:buAutoNum type="arabicPeriod"/>
            </a:pPr>
            <a:r>
              <a:rPr lang="fr-FR" dirty="0" err="1"/>
              <a:t>Fahalalana</a:t>
            </a:r>
            <a:r>
              <a:rPr lang="fr-FR" dirty="0"/>
              <a:t> </a:t>
            </a:r>
            <a:r>
              <a:rPr lang="fr-FR" dirty="0" err="1"/>
              <a:t>ny</a:t>
            </a:r>
            <a:r>
              <a:rPr lang="fr-FR" dirty="0"/>
              <a:t> </a:t>
            </a:r>
            <a:r>
              <a:rPr lang="fr-FR" dirty="0" err="1"/>
              <a:t>Silamo</a:t>
            </a:r>
            <a:r>
              <a:rPr lang="fr-FR" dirty="0"/>
              <a:t> (</a:t>
            </a:r>
            <a:r>
              <a:rPr lang="fr-FR" dirty="0" err="1"/>
              <a:t>Muslim</a:t>
            </a:r>
            <a:r>
              <a:rPr lang="fr-FR" dirty="0"/>
              <a:t> </a:t>
            </a:r>
            <a:r>
              <a:rPr lang="fr-FR" dirty="0" err="1"/>
              <a:t>Acquaintance</a:t>
            </a:r>
            <a:r>
              <a:rPr lang="fr-FR" dirty="0"/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fr-FR" dirty="0" err="1"/>
              <a:t>Vavaka</a:t>
            </a:r>
            <a:r>
              <a:rPr lang="fr-FR" dirty="0"/>
              <a:t> (</a:t>
            </a:r>
            <a:r>
              <a:rPr lang="fr-FR" dirty="0" err="1"/>
              <a:t>Prayer</a:t>
            </a:r>
            <a:r>
              <a:rPr lang="fr-FR" dirty="0"/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fr-FR" dirty="0" err="1"/>
              <a:t>Fiofanana</a:t>
            </a:r>
            <a:r>
              <a:rPr lang="fr-FR" dirty="0"/>
              <a:t>: </a:t>
            </a:r>
            <a:r>
              <a:rPr lang="fr-FR" dirty="0" err="1"/>
              <a:t>Kolontsaina</a:t>
            </a:r>
            <a:r>
              <a:rPr lang="fr-FR" dirty="0"/>
              <a:t> </a:t>
            </a:r>
            <a:r>
              <a:rPr lang="fr-FR" dirty="0" err="1"/>
              <a:t>Silamo</a:t>
            </a:r>
            <a:r>
              <a:rPr lang="fr-FR" dirty="0"/>
              <a:t> </a:t>
            </a:r>
            <a:r>
              <a:rPr lang="fr-FR" dirty="0" err="1"/>
              <a:t>sy</a:t>
            </a:r>
            <a:r>
              <a:rPr lang="fr-FR" dirty="0"/>
              <a:t> </a:t>
            </a:r>
            <a:r>
              <a:rPr lang="fr-FR" dirty="0" err="1"/>
              <a:t>Fomba</a:t>
            </a:r>
            <a:r>
              <a:rPr lang="fr-FR" dirty="0"/>
              <a:t> </a:t>
            </a:r>
            <a:r>
              <a:rPr lang="fr-FR" dirty="0" err="1"/>
              <a:t>fijery</a:t>
            </a:r>
            <a:r>
              <a:rPr lang="fr-FR" dirty="0"/>
              <a:t> </a:t>
            </a:r>
            <a:r>
              <a:rPr lang="fr-FR" dirty="0" err="1"/>
              <a:t>an'izao</a:t>
            </a:r>
            <a:r>
              <a:rPr lang="fr-FR" dirty="0"/>
              <a:t> </a:t>
            </a:r>
            <a:r>
              <a:rPr lang="fr-FR" dirty="0" err="1"/>
              <a:t>tontolo</a:t>
            </a:r>
            <a:r>
              <a:rPr lang="fr-FR" dirty="0"/>
              <a:t> </a:t>
            </a:r>
            <a:r>
              <a:rPr lang="fr-FR" dirty="0" err="1"/>
              <a:t>izao</a:t>
            </a:r>
            <a:r>
              <a:rPr lang="fr-FR" dirty="0"/>
              <a:t> (Training: </a:t>
            </a:r>
            <a:r>
              <a:rPr lang="fr-FR" dirty="0" err="1"/>
              <a:t>Islamic</a:t>
            </a:r>
            <a:r>
              <a:rPr lang="fr-FR" dirty="0"/>
              <a:t> Culture &amp; </a:t>
            </a:r>
            <a:r>
              <a:rPr lang="fr-FR" dirty="0" err="1"/>
              <a:t>Worldview</a:t>
            </a:r>
            <a:r>
              <a:rPr lang="fr-FR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7876981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84739" y="422031"/>
            <a:ext cx="8623495" cy="1268657"/>
          </a:xfrm>
        </p:spPr>
        <p:txBody>
          <a:bodyPr>
            <a:normAutofit fontScale="90000"/>
          </a:bodyPr>
          <a:lstStyle/>
          <a:p>
            <a:r>
              <a:rPr lang="en-US" b="1" dirty="0" err="1">
                <a:latin typeface="Arial Black" panose="020B0A04020102020204" pitchFamily="34" charset="0"/>
              </a:rPr>
              <a:t>Ireo</a:t>
            </a:r>
            <a:r>
              <a:rPr lang="en-US" b="1" dirty="0">
                <a:latin typeface="Arial Black" panose="020B0A04020102020204" pitchFamily="34" charset="0"/>
              </a:rPr>
              <a:t> </a:t>
            </a:r>
            <a:r>
              <a:rPr lang="en-US" b="1" dirty="0" err="1">
                <a:latin typeface="Arial Black" panose="020B0A04020102020204" pitchFamily="34" charset="0"/>
              </a:rPr>
              <a:t>zavatra</a:t>
            </a:r>
            <a:r>
              <a:rPr lang="en-US" b="1" dirty="0">
                <a:latin typeface="Arial Black" panose="020B0A04020102020204" pitchFamily="34" charset="0"/>
              </a:rPr>
              <a:t> </a:t>
            </a:r>
            <a:r>
              <a:rPr lang="en-US" b="1" dirty="0" err="1">
                <a:latin typeface="Arial Black" panose="020B0A04020102020204" pitchFamily="34" charset="0"/>
              </a:rPr>
              <a:t>tokony</a:t>
            </a:r>
            <a:r>
              <a:rPr lang="en-US" b="1" dirty="0">
                <a:latin typeface="Arial Black" panose="020B0A04020102020204" pitchFamily="34" charset="0"/>
              </a:rPr>
              <a:t> </a:t>
            </a:r>
            <a:r>
              <a:rPr lang="en-US" b="1" dirty="0" err="1">
                <a:latin typeface="Arial Black" panose="020B0A04020102020204" pitchFamily="34" charset="0"/>
              </a:rPr>
              <a:t>hialana</a:t>
            </a:r>
            <a:r>
              <a:rPr lang="en-US" b="1" dirty="0">
                <a:latin typeface="Arial Black" panose="020B0A04020102020204" pitchFamily="34" charset="0"/>
              </a:rPr>
              <a:t> </a:t>
            </a:r>
            <a:r>
              <a:rPr lang="en-US" b="1" dirty="0" smtClean="0">
                <a:latin typeface="Arial Black" panose="020B0A04020102020204" pitchFamily="34" charset="0"/>
              </a:rPr>
              <a:t/>
            </a:r>
            <a:br>
              <a:rPr lang="en-US" b="1" dirty="0" smtClean="0">
                <a:latin typeface="Arial Black" panose="020B0A04020102020204" pitchFamily="34" charset="0"/>
              </a:rPr>
            </a:br>
            <a:r>
              <a:rPr lang="en-US" b="1" dirty="0" smtClean="0">
                <a:latin typeface="Arial Black" panose="020B0A04020102020204" pitchFamily="34" charset="0"/>
              </a:rPr>
              <a:t>(</a:t>
            </a:r>
            <a:r>
              <a:rPr lang="en-US" b="1" dirty="0">
                <a:latin typeface="Arial Black" panose="020B0A04020102020204" pitchFamily="34" charset="0"/>
              </a:rPr>
              <a:t>What to avoid):</a:t>
            </a:r>
            <a:br>
              <a:rPr lang="en-US" b="1" dirty="0">
                <a:latin typeface="Arial Black" panose="020B0A04020102020204" pitchFamily="34" charset="0"/>
              </a:rPr>
            </a:br>
            <a:endParaRPr lang="fr-FR" b="1" dirty="0">
              <a:latin typeface="Arial Black" panose="020B0A04020102020204" pitchFamily="34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1691" y="1364564"/>
            <a:ext cx="11840309" cy="4559176"/>
          </a:xfrm>
        </p:spPr>
        <p:txBody>
          <a:bodyPr>
            <a:no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fr-FR" sz="2300" dirty="0" err="1" smtClean="0"/>
              <a:t>Ny</a:t>
            </a:r>
            <a:r>
              <a:rPr lang="fr-FR" sz="2300" dirty="0" smtClean="0"/>
              <a:t> </a:t>
            </a:r>
            <a:r>
              <a:rPr lang="fr-FR" sz="2300" dirty="0" err="1"/>
              <a:t>fomba</a:t>
            </a:r>
            <a:r>
              <a:rPr lang="fr-FR" sz="2300" dirty="0"/>
              <a:t> </a:t>
            </a:r>
            <a:r>
              <a:rPr lang="fr-FR" sz="2300" dirty="0" err="1"/>
              <a:t>fiasa</a:t>
            </a:r>
            <a:r>
              <a:rPr lang="fr-FR" sz="2300" dirty="0"/>
              <a:t> </a:t>
            </a:r>
            <a:r>
              <a:rPr lang="fr-FR" sz="2300" dirty="0" smtClean="0"/>
              <a:t>ara-</a:t>
            </a:r>
            <a:r>
              <a:rPr lang="fr-FR" sz="2300" dirty="0" err="1" smtClean="0"/>
              <a:t>Pilazantsara</a:t>
            </a:r>
            <a:r>
              <a:rPr lang="fr-FR" sz="2300" dirty="0" smtClean="0"/>
              <a:t> </a:t>
            </a:r>
            <a:r>
              <a:rPr lang="fr-FR" sz="2300" dirty="0" err="1"/>
              <a:t>mivantana</a:t>
            </a:r>
            <a:r>
              <a:rPr lang="fr-FR" sz="2300" dirty="0"/>
              <a:t> (</a:t>
            </a:r>
            <a:r>
              <a:rPr lang="fr-FR" sz="2300" dirty="0" err="1"/>
              <a:t>Fitoriana</a:t>
            </a:r>
            <a:r>
              <a:rPr lang="fr-FR" sz="2300" dirty="0"/>
              <a:t> </a:t>
            </a:r>
            <a:r>
              <a:rPr lang="fr-FR" sz="2300" dirty="0" err="1"/>
              <a:t>be</a:t>
            </a:r>
            <a:r>
              <a:rPr lang="fr-FR" sz="2300" dirty="0"/>
              <a:t> </a:t>
            </a:r>
            <a:r>
              <a:rPr lang="fr-FR" sz="2300" dirty="0" err="1"/>
              <a:t>fahatany</a:t>
            </a:r>
            <a:r>
              <a:rPr lang="fr-FR" sz="2300" dirty="0"/>
              <a:t>).</a:t>
            </a:r>
          </a:p>
          <a:p>
            <a:pPr marL="457200" indent="-457200">
              <a:buFont typeface="+mj-lt"/>
              <a:buAutoNum type="arabicPeriod"/>
            </a:pPr>
            <a:r>
              <a:rPr lang="fr-FR" sz="2300" dirty="0" err="1"/>
              <a:t>Ny</a:t>
            </a:r>
            <a:r>
              <a:rPr lang="fr-FR" sz="2300" dirty="0"/>
              <a:t> </a:t>
            </a:r>
            <a:r>
              <a:rPr lang="fr-FR" sz="2300" dirty="0" err="1"/>
              <a:t>fomba</a:t>
            </a:r>
            <a:r>
              <a:rPr lang="fr-FR" sz="2300" dirty="0"/>
              <a:t> </a:t>
            </a:r>
            <a:r>
              <a:rPr lang="fr-FR" sz="2300" dirty="0" err="1"/>
              <a:t>fiasa</a:t>
            </a:r>
            <a:r>
              <a:rPr lang="fr-FR" sz="2300" dirty="0"/>
              <a:t> "</a:t>
            </a:r>
            <a:r>
              <a:rPr lang="fr-FR" sz="2300" dirty="0" err="1"/>
              <a:t>fandalinana</a:t>
            </a:r>
            <a:r>
              <a:rPr lang="fr-FR" sz="2300" dirty="0"/>
              <a:t> </a:t>
            </a:r>
            <a:r>
              <a:rPr lang="fr-FR" sz="2300" dirty="0" err="1"/>
              <a:t>Baiboly</a:t>
            </a:r>
            <a:r>
              <a:rPr lang="fr-FR" sz="2300" dirty="0"/>
              <a:t>" (</a:t>
            </a:r>
            <a:r>
              <a:rPr lang="fr-FR" sz="2300" dirty="0" err="1"/>
              <a:t>Fomba</a:t>
            </a:r>
            <a:r>
              <a:rPr lang="fr-FR" sz="2300" dirty="0"/>
              <a:t> </a:t>
            </a:r>
            <a:r>
              <a:rPr lang="fr-FR" sz="2300" dirty="0" err="1"/>
              <a:t>fianarana</a:t>
            </a:r>
            <a:r>
              <a:rPr lang="fr-FR" sz="2300" dirty="0"/>
              <a:t> </a:t>
            </a:r>
            <a:r>
              <a:rPr lang="fr-FR" sz="2300" dirty="0" err="1"/>
              <a:t>mahazatra</a:t>
            </a:r>
            <a:r>
              <a:rPr lang="fr-FR" sz="2300" dirty="0"/>
              <a:t>).</a:t>
            </a:r>
          </a:p>
          <a:p>
            <a:pPr marL="457200" indent="-457200">
              <a:buFont typeface="+mj-lt"/>
              <a:buAutoNum type="arabicPeriod"/>
            </a:pPr>
            <a:r>
              <a:rPr lang="fr-FR" sz="2300" dirty="0" err="1"/>
              <a:t>Ny</a:t>
            </a:r>
            <a:r>
              <a:rPr lang="fr-FR" sz="2300" dirty="0"/>
              <a:t> </a:t>
            </a:r>
            <a:r>
              <a:rPr lang="fr-FR" sz="2300" dirty="0" err="1"/>
              <a:t>fisehoana</a:t>
            </a:r>
            <a:r>
              <a:rPr lang="fr-FR" sz="2300" dirty="0"/>
              <a:t> ho </a:t>
            </a:r>
            <a:r>
              <a:rPr lang="fr-FR" sz="2300" dirty="0" err="1"/>
              <a:t>toy</a:t>
            </a:r>
            <a:r>
              <a:rPr lang="fr-FR" sz="2300" dirty="0"/>
              <a:t> </a:t>
            </a:r>
            <a:r>
              <a:rPr lang="fr-FR" sz="2300" dirty="0" err="1"/>
              <a:t>ny</a:t>
            </a:r>
            <a:r>
              <a:rPr lang="fr-FR" sz="2300" dirty="0"/>
              <a:t> </a:t>
            </a:r>
            <a:r>
              <a:rPr lang="fr-FR" sz="2300" dirty="0" err="1"/>
              <a:t>mpianatra</a:t>
            </a:r>
            <a:r>
              <a:rPr lang="fr-FR" sz="2300" dirty="0"/>
              <a:t> te </a:t>
            </a:r>
            <a:r>
              <a:rPr lang="fr-FR" sz="2300" dirty="0" err="1"/>
              <a:t>hahafantatra</a:t>
            </a:r>
            <a:r>
              <a:rPr lang="fr-FR" sz="2300" dirty="0"/>
              <a:t> </a:t>
            </a:r>
            <a:r>
              <a:rPr lang="fr-FR" sz="2300" dirty="0" err="1"/>
              <a:t>avy</a:t>
            </a:r>
            <a:r>
              <a:rPr lang="fr-FR" sz="2300" dirty="0"/>
              <a:t> </a:t>
            </a:r>
            <a:r>
              <a:rPr lang="fr-FR" sz="2300" dirty="0" err="1"/>
              <a:t>amin'ny</a:t>
            </a:r>
            <a:r>
              <a:rPr lang="fr-FR" sz="2300" dirty="0"/>
              <a:t> </a:t>
            </a:r>
            <a:r>
              <a:rPr lang="fr-FR" sz="2300" dirty="0" err="1"/>
              <a:t>namana</a:t>
            </a:r>
            <a:r>
              <a:rPr lang="fr-FR" sz="2300" dirty="0"/>
              <a:t> </a:t>
            </a:r>
            <a:r>
              <a:rPr lang="fr-FR" sz="2300" dirty="0" err="1"/>
              <a:t>Silamo</a:t>
            </a:r>
            <a:r>
              <a:rPr lang="fr-FR" sz="2300" dirty="0"/>
              <a:t>. (</a:t>
            </a:r>
            <a:r>
              <a:rPr lang="fr-FR" sz="2300" dirty="0" err="1"/>
              <a:t>Tsy</a:t>
            </a:r>
            <a:r>
              <a:rPr lang="fr-FR" sz="2300" dirty="0"/>
              <a:t> </a:t>
            </a:r>
            <a:r>
              <a:rPr lang="fr-FR" sz="2300" dirty="0" err="1"/>
              <a:t>hanome</a:t>
            </a:r>
            <a:r>
              <a:rPr lang="fr-FR" sz="2300" dirty="0"/>
              <a:t> </a:t>
            </a:r>
            <a:r>
              <a:rPr lang="fr-FR" sz="2300" dirty="0" err="1"/>
              <a:t>anao</a:t>
            </a:r>
            <a:r>
              <a:rPr lang="fr-FR" sz="2300" dirty="0"/>
              <a:t> </a:t>
            </a:r>
            <a:r>
              <a:rPr lang="fr-FR" sz="2300" dirty="0" err="1"/>
              <a:t>fahefana</a:t>
            </a:r>
            <a:r>
              <a:rPr lang="fr-FR" sz="2300" dirty="0"/>
              <a:t> na </a:t>
            </a:r>
            <a:r>
              <a:rPr lang="fr-FR" sz="2300" dirty="0" err="1"/>
              <a:t>fitokisana</a:t>
            </a:r>
            <a:r>
              <a:rPr lang="fr-FR" sz="2300" dirty="0"/>
              <a:t> </a:t>
            </a:r>
            <a:r>
              <a:rPr lang="fr-FR" sz="2300" dirty="0" err="1"/>
              <a:t>hampianatra</a:t>
            </a:r>
            <a:r>
              <a:rPr lang="fr-FR" sz="2300" dirty="0"/>
              <a:t> </a:t>
            </a:r>
            <a:r>
              <a:rPr lang="fr-FR" sz="2300" dirty="0" err="1"/>
              <a:t>azy</a:t>
            </a:r>
            <a:r>
              <a:rPr lang="fr-FR" sz="2300" dirty="0"/>
              <a:t> </a:t>
            </a:r>
            <a:r>
              <a:rPr lang="fr-FR" sz="2300" dirty="0" err="1"/>
              <a:t>izany</a:t>
            </a:r>
            <a:r>
              <a:rPr lang="fr-FR" sz="2300" dirty="0"/>
              <a:t> </a:t>
            </a:r>
            <a:r>
              <a:rPr lang="fr-FR" sz="2300" dirty="0" err="1"/>
              <a:t>any</a:t>
            </a:r>
            <a:r>
              <a:rPr lang="fr-FR" sz="2300" dirty="0"/>
              <a:t> </a:t>
            </a:r>
            <a:r>
              <a:rPr lang="fr-FR" sz="2300" dirty="0" err="1"/>
              <a:t>aoriana</a:t>
            </a:r>
            <a:r>
              <a:rPr lang="fr-FR" sz="2300" dirty="0"/>
              <a:t>).</a:t>
            </a:r>
          </a:p>
          <a:p>
            <a:pPr marL="457200" indent="-457200">
              <a:buFont typeface="+mj-lt"/>
              <a:buAutoNum type="arabicPeriod"/>
            </a:pPr>
            <a:r>
              <a:rPr lang="fr-FR" sz="2300" dirty="0" err="1"/>
              <a:t>Ny</a:t>
            </a:r>
            <a:r>
              <a:rPr lang="fr-FR" sz="2300" dirty="0"/>
              <a:t> </a:t>
            </a:r>
            <a:r>
              <a:rPr lang="fr-FR" sz="2300" dirty="0" err="1"/>
              <a:t>fisehoana</a:t>
            </a:r>
            <a:r>
              <a:rPr lang="fr-FR" sz="2300" dirty="0"/>
              <a:t> ho </a:t>
            </a:r>
            <a:r>
              <a:rPr lang="fr-FR" sz="2300" dirty="0" err="1"/>
              <a:t>mafy</a:t>
            </a:r>
            <a:r>
              <a:rPr lang="fr-FR" sz="2300" dirty="0"/>
              <a:t> </a:t>
            </a:r>
            <a:r>
              <a:rPr lang="fr-FR" sz="2300" dirty="0" err="1"/>
              <a:t>loha</a:t>
            </a:r>
            <a:r>
              <a:rPr lang="fr-FR" sz="2300" dirty="0"/>
              <a:t> na </a:t>
            </a:r>
            <a:r>
              <a:rPr lang="fr-FR" sz="2300" dirty="0" err="1"/>
              <a:t>mifofotra</a:t>
            </a:r>
            <a:r>
              <a:rPr lang="fr-FR" sz="2300" dirty="0"/>
              <a:t> </a:t>
            </a:r>
            <a:r>
              <a:rPr lang="fr-FR" sz="2300" dirty="0" err="1"/>
              <a:t>loatra</a:t>
            </a:r>
            <a:r>
              <a:rPr lang="fr-FR" sz="2300" dirty="0"/>
              <a:t> (Formalité </a:t>
            </a:r>
            <a:r>
              <a:rPr lang="fr-FR" sz="2300" dirty="0" err="1"/>
              <a:t>diso</a:t>
            </a:r>
            <a:r>
              <a:rPr lang="fr-FR" sz="2300" dirty="0"/>
              <a:t> </a:t>
            </a:r>
            <a:r>
              <a:rPr lang="fr-FR" sz="2300" dirty="0" err="1"/>
              <a:t>tafahoatra</a:t>
            </a:r>
            <a:r>
              <a:rPr lang="fr-FR" sz="2300" dirty="0"/>
              <a:t>).</a:t>
            </a:r>
          </a:p>
          <a:p>
            <a:pPr marL="457200" indent="-457200">
              <a:buFont typeface="+mj-lt"/>
              <a:buAutoNum type="arabicPeriod"/>
            </a:pPr>
            <a:r>
              <a:rPr lang="fr-FR" sz="2300" dirty="0" err="1"/>
              <a:t>Ny</a:t>
            </a:r>
            <a:r>
              <a:rPr lang="fr-FR" sz="2300" dirty="0"/>
              <a:t> </a:t>
            </a:r>
            <a:r>
              <a:rPr lang="fr-FR" sz="2300" dirty="0" err="1"/>
              <a:t>famaliana</a:t>
            </a:r>
            <a:r>
              <a:rPr lang="fr-FR" sz="2300" dirty="0"/>
              <a:t> </a:t>
            </a:r>
            <a:r>
              <a:rPr lang="fr-FR" sz="2300" dirty="0" err="1"/>
              <a:t>avy</a:t>
            </a:r>
            <a:r>
              <a:rPr lang="fr-FR" sz="2300" dirty="0"/>
              <a:t> </a:t>
            </a:r>
            <a:r>
              <a:rPr lang="fr-FR" sz="2300" dirty="0" err="1"/>
              <a:t>hatrany</a:t>
            </a:r>
            <a:r>
              <a:rPr lang="fr-FR" sz="2300" dirty="0"/>
              <a:t> </a:t>
            </a:r>
            <a:r>
              <a:rPr lang="fr-FR" sz="2300" dirty="0" err="1"/>
              <a:t>ny</a:t>
            </a:r>
            <a:r>
              <a:rPr lang="fr-FR" sz="2300" dirty="0"/>
              <a:t> </a:t>
            </a:r>
            <a:r>
              <a:rPr lang="fr-FR" sz="2300" dirty="0" err="1"/>
              <a:t>fanontanian'izy</a:t>
            </a:r>
            <a:r>
              <a:rPr lang="fr-FR" sz="2300" dirty="0"/>
              <a:t> </a:t>
            </a:r>
            <a:r>
              <a:rPr lang="fr-FR" sz="2300" dirty="0" err="1"/>
              <a:t>ireo</a:t>
            </a:r>
            <a:r>
              <a:rPr lang="fr-FR" sz="2300" dirty="0"/>
              <a:t> </a:t>
            </a:r>
            <a:r>
              <a:rPr lang="fr-FR" sz="2300" dirty="0" err="1"/>
              <a:t>momba</a:t>
            </a:r>
            <a:r>
              <a:rPr lang="fr-FR" sz="2300" dirty="0"/>
              <a:t> </a:t>
            </a:r>
            <a:r>
              <a:rPr lang="fr-FR" sz="2300" dirty="0" err="1"/>
              <a:t>ny</a:t>
            </a:r>
            <a:r>
              <a:rPr lang="fr-FR" sz="2300" dirty="0"/>
              <a:t> </a:t>
            </a:r>
            <a:r>
              <a:rPr lang="fr-FR" sz="2300" dirty="0" err="1"/>
              <a:t>Baiboly</a:t>
            </a:r>
            <a:r>
              <a:rPr lang="fr-FR" sz="2300" dirty="0"/>
              <a:t> (</a:t>
            </a:r>
            <a:r>
              <a:rPr lang="fr-FR" sz="2300" dirty="0" err="1"/>
              <a:t>Tsy</a:t>
            </a:r>
            <a:r>
              <a:rPr lang="fr-FR" sz="2300" dirty="0"/>
              <a:t> </a:t>
            </a:r>
            <a:r>
              <a:rPr lang="fr-FR" sz="2300" dirty="0" err="1"/>
              <a:t>misy</a:t>
            </a:r>
            <a:r>
              <a:rPr lang="fr-FR" sz="2300" dirty="0"/>
              <a:t> </a:t>
            </a:r>
            <a:r>
              <a:rPr lang="fr-FR" sz="2300" dirty="0" err="1"/>
              <a:t>fandinihana</a:t>
            </a:r>
            <a:r>
              <a:rPr lang="fr-FR" sz="2300" dirty="0"/>
              <a:t>).</a:t>
            </a:r>
          </a:p>
          <a:p>
            <a:pPr marL="457200" indent="-457200">
              <a:buFont typeface="+mj-lt"/>
              <a:buAutoNum type="arabicPeriod"/>
            </a:pPr>
            <a:r>
              <a:rPr lang="fr-FR" sz="2300" dirty="0" err="1"/>
              <a:t>Ny</a:t>
            </a:r>
            <a:r>
              <a:rPr lang="fr-FR" sz="2300" dirty="0"/>
              <a:t> </a:t>
            </a:r>
            <a:r>
              <a:rPr lang="fr-FR" sz="2300" dirty="0" err="1"/>
              <a:t>tia</a:t>
            </a:r>
            <a:r>
              <a:rPr lang="fr-FR" sz="2300" dirty="0"/>
              <a:t> </a:t>
            </a:r>
            <a:r>
              <a:rPr lang="fr-FR" sz="2300" dirty="0" err="1"/>
              <a:t>hifanditra</a:t>
            </a:r>
            <a:r>
              <a:rPr lang="fr-FR" sz="2300" dirty="0"/>
              <a:t> na </a:t>
            </a:r>
            <a:r>
              <a:rPr lang="fr-FR" sz="2300" dirty="0" err="1"/>
              <a:t>hiady</a:t>
            </a:r>
            <a:r>
              <a:rPr lang="fr-FR" sz="2300" dirty="0"/>
              <a:t> </a:t>
            </a:r>
            <a:r>
              <a:rPr lang="fr-FR" sz="2300" dirty="0" err="1"/>
              <a:t>hevitra</a:t>
            </a:r>
            <a:r>
              <a:rPr lang="fr-FR" sz="2300" dirty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fr-FR" sz="2300" dirty="0" err="1"/>
              <a:t>Ny</a:t>
            </a:r>
            <a:r>
              <a:rPr lang="fr-FR" sz="2300" dirty="0"/>
              <a:t> </a:t>
            </a:r>
            <a:r>
              <a:rPr lang="fr-FR" sz="2300" dirty="0" err="1"/>
              <a:t>fanakianana</a:t>
            </a:r>
            <a:r>
              <a:rPr lang="fr-FR" sz="2300" dirty="0"/>
              <a:t> </a:t>
            </a:r>
            <a:r>
              <a:rPr lang="fr-FR" sz="2300" dirty="0" err="1"/>
              <a:t>ny</a:t>
            </a:r>
            <a:r>
              <a:rPr lang="fr-FR" sz="2300" dirty="0"/>
              <a:t> </a:t>
            </a:r>
            <a:r>
              <a:rPr lang="fr-FR" sz="2300" dirty="0" err="1"/>
              <a:t>fivavahany</a:t>
            </a:r>
            <a:r>
              <a:rPr lang="fr-FR" sz="2300" dirty="0"/>
              <a:t>, </a:t>
            </a:r>
            <a:r>
              <a:rPr lang="fr-FR" sz="2300" dirty="0" err="1"/>
              <a:t>ny</a:t>
            </a:r>
            <a:r>
              <a:rPr lang="fr-FR" sz="2300" dirty="0"/>
              <a:t> </a:t>
            </a:r>
            <a:r>
              <a:rPr lang="fr-FR" sz="2300" dirty="0" err="1"/>
              <a:t>bokiny</a:t>
            </a:r>
            <a:r>
              <a:rPr lang="fr-FR" sz="2300" dirty="0"/>
              <a:t> (Coran), </a:t>
            </a:r>
            <a:r>
              <a:rPr lang="fr-FR" sz="2300" dirty="0" err="1"/>
              <a:t>ary</a:t>
            </a:r>
            <a:r>
              <a:rPr lang="fr-FR" sz="2300" dirty="0"/>
              <a:t>/na </a:t>
            </a:r>
            <a:r>
              <a:rPr lang="fr-FR" sz="2300" dirty="0" err="1"/>
              <a:t>ny</a:t>
            </a:r>
            <a:r>
              <a:rPr lang="fr-FR" sz="2300" dirty="0"/>
              <a:t> </a:t>
            </a:r>
            <a:r>
              <a:rPr lang="fr-FR" sz="2300" dirty="0" err="1"/>
              <a:t>mpaminaniny</a:t>
            </a:r>
            <a:r>
              <a:rPr lang="fr-FR" sz="2300" dirty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fr-FR" sz="2300" dirty="0" err="1"/>
              <a:t>Ny</a:t>
            </a:r>
            <a:r>
              <a:rPr lang="fr-FR" sz="2300" dirty="0"/>
              <a:t> </a:t>
            </a:r>
            <a:r>
              <a:rPr lang="fr-FR" sz="2300" dirty="0" err="1"/>
              <a:t>toe-tsaina</a:t>
            </a:r>
            <a:r>
              <a:rPr lang="fr-FR" sz="2300" dirty="0"/>
              <a:t> </a:t>
            </a:r>
            <a:r>
              <a:rPr lang="fr-FR" sz="2300" dirty="0" err="1"/>
              <a:t>miseho</a:t>
            </a:r>
            <a:r>
              <a:rPr lang="fr-FR" sz="2300" dirty="0"/>
              <a:t> ho "</a:t>
            </a:r>
            <a:r>
              <a:rPr lang="fr-FR" sz="2300" dirty="0" err="1"/>
              <a:t>mahay</a:t>
            </a:r>
            <a:r>
              <a:rPr lang="fr-FR" sz="2300" dirty="0"/>
              <a:t> </a:t>
            </a:r>
            <a:r>
              <a:rPr lang="fr-FR" sz="2300" dirty="0" err="1"/>
              <a:t>ny</a:t>
            </a:r>
            <a:r>
              <a:rPr lang="fr-FR" sz="2300" dirty="0"/>
              <a:t> </a:t>
            </a:r>
            <a:r>
              <a:rPr lang="fr-FR" sz="2300" dirty="0" err="1"/>
              <a:t>zavatra</a:t>
            </a:r>
            <a:r>
              <a:rPr lang="fr-FR" sz="2300" dirty="0"/>
              <a:t> </a:t>
            </a:r>
            <a:r>
              <a:rPr lang="fr-FR" sz="2300" dirty="0" err="1"/>
              <a:t>rehetra</a:t>
            </a:r>
            <a:r>
              <a:rPr lang="fr-FR" sz="2300" dirty="0"/>
              <a:t>".</a:t>
            </a:r>
          </a:p>
          <a:p>
            <a:pPr marL="457200" indent="-457200">
              <a:buFont typeface="+mj-lt"/>
              <a:buAutoNum type="arabicPeriod"/>
            </a:pPr>
            <a:r>
              <a:rPr lang="fr-FR" sz="2300" dirty="0" err="1"/>
              <a:t>Ny</a:t>
            </a:r>
            <a:r>
              <a:rPr lang="fr-FR" sz="2300" dirty="0"/>
              <a:t> </a:t>
            </a:r>
            <a:r>
              <a:rPr lang="fr-FR" sz="2300" dirty="0" err="1"/>
              <a:t>toe-tsaina</a:t>
            </a:r>
            <a:r>
              <a:rPr lang="fr-FR" sz="2300" dirty="0"/>
              <a:t> </a:t>
            </a:r>
            <a:r>
              <a:rPr lang="fr-FR" sz="2300" dirty="0" err="1"/>
              <a:t>manavaka</a:t>
            </a:r>
            <a:r>
              <a:rPr lang="fr-FR" sz="2300" dirty="0"/>
              <a:t> </a:t>
            </a:r>
            <a:r>
              <a:rPr lang="fr-FR" sz="2300" dirty="0" err="1"/>
              <a:t>hoe</a:t>
            </a:r>
            <a:r>
              <a:rPr lang="fr-FR" sz="2300" dirty="0"/>
              <a:t> "</a:t>
            </a:r>
            <a:r>
              <a:rPr lang="fr-FR" sz="2300" dirty="0" err="1"/>
              <a:t>izahay</a:t>
            </a:r>
            <a:r>
              <a:rPr lang="fr-FR" sz="2300" dirty="0"/>
              <a:t>" </a:t>
            </a:r>
            <a:r>
              <a:rPr lang="fr-FR" sz="2300" dirty="0" err="1"/>
              <a:t>sy</a:t>
            </a:r>
            <a:r>
              <a:rPr lang="fr-FR" sz="2300" dirty="0"/>
              <a:t> "</a:t>
            </a:r>
            <a:r>
              <a:rPr lang="fr-FR" sz="2300" dirty="0" err="1"/>
              <a:t>ry</a:t>
            </a:r>
            <a:r>
              <a:rPr lang="fr-FR" sz="2300" dirty="0"/>
              <a:t> </a:t>
            </a:r>
            <a:r>
              <a:rPr lang="fr-FR" sz="2300" dirty="0" err="1"/>
              <a:t>zareo</a:t>
            </a:r>
            <a:r>
              <a:rPr lang="fr-FR" sz="2300" dirty="0"/>
              <a:t>".</a:t>
            </a:r>
          </a:p>
          <a:p>
            <a:pPr marL="457200" indent="-457200">
              <a:buFont typeface="+mj-lt"/>
              <a:buAutoNum type="arabicPeriod"/>
            </a:pPr>
            <a:r>
              <a:rPr lang="fr-FR" sz="2300" dirty="0" err="1"/>
              <a:t>Ny</a:t>
            </a:r>
            <a:r>
              <a:rPr lang="fr-FR" sz="2300" dirty="0"/>
              <a:t> </a:t>
            </a:r>
            <a:r>
              <a:rPr lang="fr-FR" sz="2300" dirty="0" err="1"/>
              <a:t>fihazonana</a:t>
            </a:r>
            <a:r>
              <a:rPr lang="fr-FR" sz="2300" dirty="0"/>
              <a:t> </a:t>
            </a:r>
            <a:r>
              <a:rPr lang="fr-FR" sz="2300" dirty="0" err="1"/>
              <a:t>mafy</a:t>
            </a:r>
            <a:r>
              <a:rPr lang="fr-FR" sz="2300" dirty="0"/>
              <a:t> </a:t>
            </a:r>
            <a:r>
              <a:rPr lang="fr-FR" sz="2300" dirty="0" err="1"/>
              <a:t>ny</a:t>
            </a:r>
            <a:r>
              <a:rPr lang="fr-FR" sz="2300" dirty="0"/>
              <a:t> maha-</a:t>
            </a:r>
            <a:r>
              <a:rPr lang="fr-FR" sz="2300" dirty="0" err="1"/>
              <a:t>Kristiana</a:t>
            </a:r>
            <a:r>
              <a:rPr lang="fr-FR" sz="2300" dirty="0"/>
              <a:t> (identité) ho </a:t>
            </a:r>
            <a:r>
              <a:rPr lang="fr-FR" sz="2300" dirty="0" err="1" smtClean="0"/>
              <a:t>sakana</a:t>
            </a:r>
            <a:r>
              <a:rPr lang="fr-FR" sz="2300" dirty="0" smtClean="0"/>
              <a:t>(</a:t>
            </a:r>
            <a:r>
              <a:rPr lang="fr-FR" sz="2300" dirty="0" err="1" smtClean="0"/>
              <a:t>ny</a:t>
            </a:r>
            <a:r>
              <a:rPr lang="fr-FR" sz="2300" dirty="0" smtClean="0"/>
              <a:t> </a:t>
            </a:r>
            <a:r>
              <a:rPr lang="fr-FR" sz="2300" dirty="0" err="1"/>
              <a:t>hoe</a:t>
            </a:r>
            <a:r>
              <a:rPr lang="fr-FR" sz="2300" dirty="0"/>
              <a:t> </a:t>
            </a:r>
            <a:r>
              <a:rPr lang="fr-FR" sz="2300" b="1" dirty="0"/>
              <a:t>"Christian </a:t>
            </a:r>
            <a:r>
              <a:rPr lang="fr-FR" sz="2300" b="1" dirty="0" err="1"/>
              <a:t>identity</a:t>
            </a:r>
            <a:r>
              <a:rPr lang="fr-FR" sz="2300" b="1" dirty="0"/>
              <a:t>"</a:t>
            </a:r>
            <a:r>
              <a:rPr lang="fr-FR" sz="2300" dirty="0"/>
              <a:t> </a:t>
            </a:r>
            <a:r>
              <a:rPr lang="fr-FR" sz="2300" dirty="0" err="1"/>
              <a:t>eto</a:t>
            </a:r>
            <a:r>
              <a:rPr lang="fr-FR" sz="2300" dirty="0"/>
              <a:t> dia </a:t>
            </a:r>
            <a:r>
              <a:rPr lang="fr-FR" sz="2300" dirty="0" err="1"/>
              <a:t>midika</a:t>
            </a:r>
            <a:r>
              <a:rPr lang="fr-FR" sz="2300" dirty="0"/>
              <a:t> </a:t>
            </a:r>
            <a:r>
              <a:rPr lang="fr-FR" sz="2300" dirty="0" err="1"/>
              <a:t>fanehoana</a:t>
            </a:r>
            <a:r>
              <a:rPr lang="fr-FR" sz="2300" dirty="0"/>
              <a:t> </a:t>
            </a:r>
            <a:r>
              <a:rPr lang="fr-FR" sz="2300" dirty="0" err="1"/>
              <a:t>ny</a:t>
            </a:r>
            <a:r>
              <a:rPr lang="fr-FR" sz="2300" dirty="0"/>
              <a:t> maha-</a:t>
            </a:r>
            <a:r>
              <a:rPr lang="fr-FR" sz="2300" dirty="0" err="1"/>
              <a:t>Kristiana</a:t>
            </a:r>
            <a:r>
              <a:rPr lang="fr-FR" sz="2300" dirty="0"/>
              <a:t> ho </a:t>
            </a:r>
            <a:r>
              <a:rPr lang="fr-FR" sz="2300" dirty="0" err="1"/>
              <a:t>toy</a:t>
            </a:r>
            <a:r>
              <a:rPr lang="fr-FR" sz="2300" dirty="0"/>
              <a:t> </a:t>
            </a:r>
            <a:r>
              <a:rPr lang="fr-FR" sz="2300" dirty="0" err="1"/>
              <a:t>ny</a:t>
            </a:r>
            <a:r>
              <a:rPr lang="fr-FR" sz="2300" dirty="0"/>
              <a:t> </a:t>
            </a:r>
            <a:r>
              <a:rPr lang="fr-FR" sz="2300" dirty="0" err="1"/>
              <a:t>rindrina</a:t>
            </a:r>
            <a:r>
              <a:rPr lang="fr-FR" sz="2300" dirty="0"/>
              <a:t> </a:t>
            </a:r>
            <a:r>
              <a:rPr lang="fr-FR" sz="2300" dirty="0" err="1"/>
              <a:t>manasaraka</a:t>
            </a:r>
            <a:r>
              <a:rPr lang="fr-FR" sz="2300" dirty="0"/>
              <a:t> fa </a:t>
            </a:r>
            <a:r>
              <a:rPr lang="fr-FR" sz="2300" dirty="0" err="1"/>
              <a:t>tsy</a:t>
            </a:r>
            <a:r>
              <a:rPr lang="fr-FR" sz="2300" dirty="0"/>
              <a:t> ho </a:t>
            </a:r>
            <a:r>
              <a:rPr lang="fr-FR" sz="2300" dirty="0" err="1"/>
              <a:t>toy</a:t>
            </a:r>
            <a:r>
              <a:rPr lang="fr-FR" sz="2300" dirty="0"/>
              <a:t> </a:t>
            </a:r>
            <a:r>
              <a:rPr lang="fr-FR" sz="2300" dirty="0" err="1"/>
              <a:t>ny</a:t>
            </a:r>
            <a:r>
              <a:rPr lang="fr-FR" sz="2300" dirty="0"/>
              <a:t> </a:t>
            </a:r>
            <a:r>
              <a:rPr lang="fr-FR" sz="2300" dirty="0" err="1" smtClean="0"/>
              <a:t>tetezana</a:t>
            </a:r>
            <a:r>
              <a:rPr lang="fr-FR" sz="2300" dirty="0" smtClean="0"/>
              <a:t>)</a:t>
            </a:r>
            <a:endParaRPr lang="fr-FR" sz="2300" dirty="0"/>
          </a:p>
          <a:p>
            <a:endParaRPr lang="fr-FR" sz="2300" dirty="0"/>
          </a:p>
        </p:txBody>
      </p:sp>
    </p:spTree>
    <p:extLst>
      <p:ext uri="{BB962C8B-B14F-4D97-AF65-F5344CB8AC3E}">
        <p14:creationId xmlns:p14="http://schemas.microsoft.com/office/powerpoint/2010/main" val="368213997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Shape 766"/>
          <p:cNvSpPr/>
          <p:nvPr/>
        </p:nvSpPr>
        <p:spPr>
          <a:xfrm>
            <a:off x="-4313262" y="6406177"/>
            <a:ext cx="10108057" cy="10108057"/>
          </a:xfrm>
          <a:prstGeom prst="ellipse">
            <a:avLst/>
          </a:prstGeom>
          <a:solidFill>
            <a:srgbClr val="F9B000">
              <a:alpha val="95686"/>
            </a:srgbClr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7" name="Shape 767"/>
          <p:cNvSpPr/>
          <p:nvPr/>
        </p:nvSpPr>
        <p:spPr>
          <a:xfrm>
            <a:off x="-5949539" y="4959345"/>
            <a:ext cx="9124295" cy="9124295"/>
          </a:xfrm>
          <a:prstGeom prst="ellipse">
            <a:avLst/>
          </a:prstGeom>
          <a:solidFill>
            <a:srgbClr val="F7BE16">
              <a:alpha val="62745"/>
            </a:srgbClr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Shape 768"/>
          <p:cNvSpPr txBox="1"/>
          <p:nvPr/>
        </p:nvSpPr>
        <p:spPr>
          <a:xfrm>
            <a:off x="8299303" y="6247483"/>
            <a:ext cx="1223412" cy="215443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algn="r">
              <a:buSzPct val="25000"/>
            </a:pPr>
            <a:r>
              <a:rPr lang="en-US" sz="800">
                <a:solidFill>
                  <a:srgbClr val="DF9E00"/>
                </a:solidFill>
                <a:latin typeface="Montserrat"/>
                <a:ea typeface="Montserrat"/>
                <a:cs typeface="Montserrat"/>
                <a:sym typeface="Montserrat"/>
              </a:rPr>
              <a:t>AdventistMission.org</a:t>
            </a:r>
          </a:p>
        </p:txBody>
      </p:sp>
      <p:sp>
        <p:nvSpPr>
          <p:cNvPr id="769" name="Shape 769"/>
          <p:cNvSpPr txBox="1"/>
          <p:nvPr/>
        </p:nvSpPr>
        <p:spPr>
          <a:xfrm>
            <a:off x="8021256" y="6406177"/>
            <a:ext cx="1489509" cy="215443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algn="r">
              <a:buSzPct val="25000"/>
            </a:pPr>
            <a:r>
              <a:rPr lang="en-US" sz="800">
                <a:solidFill>
                  <a:srgbClr val="007581"/>
                </a:solidFill>
                <a:latin typeface="Montserrat"/>
                <a:ea typeface="Montserrat"/>
                <a:cs typeface="Montserrat"/>
                <a:sym typeface="Montserrat"/>
              </a:rPr>
              <a:t> GlobalMissionCenters.org</a:t>
            </a:r>
          </a:p>
        </p:txBody>
      </p:sp>
      <p:sp>
        <p:nvSpPr>
          <p:cNvPr id="770" name="Shape 770"/>
          <p:cNvSpPr/>
          <p:nvPr/>
        </p:nvSpPr>
        <p:spPr>
          <a:xfrm>
            <a:off x="9517506" y="6264614"/>
            <a:ext cx="1478604" cy="348912"/>
          </a:xfrm>
          <a:prstGeom prst="roundRect">
            <a:avLst>
              <a:gd name="adj" fmla="val 16667"/>
            </a:avLst>
          </a:prstGeom>
          <a:solidFill>
            <a:srgbClr val="007581"/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71" name="Shape 77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54546" y="5850022"/>
            <a:ext cx="698500" cy="711435"/>
          </a:xfrm>
          <a:prstGeom prst="rect">
            <a:avLst/>
          </a:prstGeom>
          <a:noFill/>
          <a:ln>
            <a:noFill/>
          </a:ln>
        </p:spPr>
      </p:pic>
      <p:sp>
        <p:nvSpPr>
          <p:cNvPr id="772" name="Shape 772"/>
          <p:cNvSpPr/>
          <p:nvPr/>
        </p:nvSpPr>
        <p:spPr>
          <a:xfrm>
            <a:off x="9510766" y="-4118182"/>
            <a:ext cx="5357727" cy="5357727"/>
          </a:xfrm>
          <a:prstGeom prst="ellipse">
            <a:avLst/>
          </a:prstGeom>
          <a:solidFill>
            <a:srgbClr val="007581">
              <a:alpha val="62745"/>
            </a:srgbClr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Shape 773"/>
          <p:cNvSpPr/>
          <p:nvPr/>
        </p:nvSpPr>
        <p:spPr>
          <a:xfrm>
            <a:off x="7743652" y="-4994505"/>
            <a:ext cx="5357727" cy="5357727"/>
          </a:xfrm>
          <a:prstGeom prst="ellipse">
            <a:avLst/>
          </a:prstGeom>
          <a:solidFill>
            <a:srgbClr val="7DB3BD">
              <a:alpha val="70980"/>
            </a:srgbClr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4" name="Shape 774"/>
          <p:cNvSpPr txBox="1"/>
          <p:nvPr/>
        </p:nvSpPr>
        <p:spPr>
          <a:xfrm>
            <a:off x="2617326" y="2250910"/>
            <a:ext cx="7137218" cy="3477874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lvl="0">
              <a:buClr>
                <a:srgbClr val="575A5C"/>
              </a:buClr>
              <a:buSzPct val="100000"/>
            </a:pPr>
            <a:r>
              <a:rPr lang="en-US" sz="2000" dirty="0">
                <a:solidFill>
                  <a:srgbClr val="575A5C"/>
                </a:solidFill>
                <a:latin typeface="Montserrat"/>
                <a:ea typeface="Montserrat"/>
                <a:cs typeface="Montserrat"/>
                <a:sym typeface="Montserrat"/>
              </a:rPr>
              <a:t>’</a:t>
            </a:r>
          </a:p>
        </p:txBody>
      </p:sp>
      <p:grpSp>
        <p:nvGrpSpPr>
          <p:cNvPr id="775" name="Shape 775"/>
          <p:cNvGrpSpPr/>
          <p:nvPr/>
        </p:nvGrpSpPr>
        <p:grpSpPr>
          <a:xfrm>
            <a:off x="2322551" y="1260636"/>
            <a:ext cx="402858" cy="108082"/>
            <a:chOff x="1591866" y="2549518"/>
            <a:chExt cx="402858" cy="108082"/>
          </a:xfrm>
        </p:grpSpPr>
        <p:sp>
          <p:nvSpPr>
            <p:cNvPr id="776" name="Shape 776"/>
            <p:cNvSpPr/>
            <p:nvPr/>
          </p:nvSpPr>
          <p:spPr>
            <a:xfrm>
              <a:off x="1886641" y="2549518"/>
              <a:ext cx="108082" cy="108082"/>
            </a:xfrm>
            <a:prstGeom prst="ellipse">
              <a:avLst/>
            </a:prstGeom>
            <a:solidFill>
              <a:srgbClr val="F46B06"/>
            </a:solidFill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algn="ctr"/>
              <a:endPara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7" name="Shape 777"/>
            <p:cNvSpPr/>
            <p:nvPr/>
          </p:nvSpPr>
          <p:spPr>
            <a:xfrm>
              <a:off x="1591866" y="2549518"/>
              <a:ext cx="108082" cy="108082"/>
            </a:xfrm>
            <a:prstGeom prst="ellipse">
              <a:avLst/>
            </a:prstGeom>
            <a:solidFill>
              <a:srgbClr val="E3DECE"/>
            </a:solidFill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algn="ctr"/>
              <a:endPara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8" name="Shape 778"/>
            <p:cNvSpPr/>
            <p:nvPr/>
          </p:nvSpPr>
          <p:spPr>
            <a:xfrm>
              <a:off x="1739253" y="2549518"/>
              <a:ext cx="108082" cy="108082"/>
            </a:xfrm>
            <a:prstGeom prst="ellipse">
              <a:avLst/>
            </a:prstGeom>
            <a:solidFill>
              <a:srgbClr val="F7BE16"/>
            </a:solidFill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algn="ctr"/>
              <a:endPara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79" name="Shape 779"/>
          <p:cNvSpPr txBox="1"/>
          <p:nvPr/>
        </p:nvSpPr>
        <p:spPr>
          <a:xfrm>
            <a:off x="2725409" y="1075539"/>
            <a:ext cx="7525792" cy="769441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lvl="0">
              <a:buSzPct val="25000"/>
            </a:pPr>
            <a:endParaRPr lang="en-US" sz="3600" b="1" dirty="0">
              <a:solidFill>
                <a:srgbClr val="007581"/>
              </a:solidFill>
              <a:latin typeface="Abril Fatface"/>
              <a:ea typeface="Abril Fatface"/>
              <a:cs typeface="Abril Fatface"/>
              <a:sym typeface="Abril Fatface"/>
            </a:endParaRPr>
          </a:p>
        </p:txBody>
      </p:sp>
      <p:sp>
        <p:nvSpPr>
          <p:cNvPr id="780" name="Shape 780"/>
          <p:cNvSpPr txBox="1"/>
          <p:nvPr/>
        </p:nvSpPr>
        <p:spPr>
          <a:xfrm>
            <a:off x="2725410" y="860527"/>
            <a:ext cx="3838675" cy="40010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>
              <a:buSzPct val="25000"/>
            </a:pPr>
            <a:endParaRPr lang="en-US" sz="2000" dirty="0">
              <a:solidFill>
                <a:srgbClr val="575A5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81" name="Shape 781"/>
          <p:cNvSpPr txBox="1"/>
          <p:nvPr/>
        </p:nvSpPr>
        <p:spPr>
          <a:xfrm>
            <a:off x="3864864" y="5498592"/>
            <a:ext cx="184730" cy="369332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marL="0" indent="0" algn="ctr">
              <a:buNone/>
            </a:pPr>
            <a:r>
              <a:rPr lang="en-US" sz="6000" dirty="0"/>
              <a:t>The End</a:t>
            </a:r>
          </a:p>
        </p:txBody>
      </p:sp>
    </p:spTree>
    <p:extLst>
      <p:ext uri="{BB962C8B-B14F-4D97-AF65-F5344CB8AC3E}">
        <p14:creationId xmlns:p14="http://schemas.microsoft.com/office/powerpoint/2010/main" val="19334911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1391</TotalTime>
  <Words>2332</Words>
  <Application>Microsoft Office PowerPoint</Application>
  <PresentationFormat>Grand écran</PresentationFormat>
  <Paragraphs>288</Paragraphs>
  <Slides>32</Slides>
  <Notes>16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32</vt:i4>
      </vt:variant>
    </vt:vector>
  </HeadingPairs>
  <TitlesOfParts>
    <vt:vector size="40" baseType="lpstr">
      <vt:lpstr>Abril Fatface</vt:lpstr>
      <vt:lpstr>Arial</vt:lpstr>
      <vt:lpstr>Arial Black</vt:lpstr>
      <vt:lpstr>Calibri</vt:lpstr>
      <vt:lpstr>Calibri Light</vt:lpstr>
      <vt:lpstr>Helvetica Neue</vt:lpstr>
      <vt:lpstr>Montserrat</vt:lpstr>
      <vt:lpstr>Office Theme</vt:lpstr>
      <vt:lpstr>Ny Fototra ara-Baiboly Iorenan'ny Iraka Atao ho an'ny Kolotsaina Samihafa (Mission Dynamics)</vt:lpstr>
      <vt:lpstr>Présentation PowerPoint</vt:lpstr>
      <vt:lpstr>Ilay Iraka Lehibe</vt:lpstr>
      <vt:lpstr>Ilay Iraka Lehibe</vt:lpstr>
      <vt:lpstr>1. Araka ny Matio 28:19 , inona no tena zava-kendrena amin’ilay asa lehibe?</vt:lpstr>
      <vt:lpstr>Learning Task 1</vt:lpstr>
      <vt:lpstr>Présentation PowerPoint</vt:lpstr>
      <vt:lpstr>"Fa hahazo hery ianareo amin'ny hilatsahan'ny Fanahy Masina aminareo, ary ho vavolombeloko any Jerosalema sy eran'i Jodia sy Samaria ary hatramin'ny  faran'ny tany." (Asa 1:8)</vt:lpstr>
      <vt:lpstr>Présentation PowerPoint</vt:lpstr>
      <vt:lpstr>Apokalypsy 14:6</vt:lpstr>
      <vt:lpstr> </vt:lpstr>
      <vt:lpstr>Mila manao izany amim-pitandremana isika amin’ny fifantohana amin’ireo vondron’olona samihafa. </vt:lpstr>
      <vt:lpstr>Présentation PowerPoint</vt:lpstr>
      <vt:lpstr>Présentation PowerPoint</vt:lpstr>
      <vt:lpstr>Présentation PowerPoint</vt:lpstr>
      <vt:lpstr>Fanasokajiana vondron'olona mifototra amin'ny sata sosialy</vt:lpstr>
      <vt:lpstr>Fanasokajiana vondron'olona mifototra amin'ny sata sosialy </vt:lpstr>
      <vt:lpstr>Fanasokajiana vondron'olona mifototra amin'ny sata sosialy </vt:lpstr>
      <vt:lpstr>"Fa hahazo hery ianareo amin'ny hilatsahan'ny Fanahy Masina aminareo, ary ho vavolombeloko any Jerosalema sy eran'i Jodia sy Samaria ary hatramin'ny  faran'ny tany." (Asa 1:8)</vt:lpstr>
      <vt:lpstr>Learning Task 2</vt:lpstr>
      <vt:lpstr>Présentation PowerPoint</vt:lpstr>
      <vt:lpstr>1 Korintiana 9:19-23 </vt:lpstr>
      <vt:lpstr>Présentation PowerPoint</vt:lpstr>
      <vt:lpstr>Présentation PowerPoint</vt:lpstr>
      <vt:lpstr>FITORIANA FILAZANTSARA vs IRAKA</vt:lpstr>
      <vt:lpstr>Ny Fomba Fiasa  amin'ny Silamo manoloana ny Lalan'ny Fanaovana Mpianatra (Discipleship)</vt:lpstr>
      <vt:lpstr>Ny Fomba Fiasa  amin'ny Silamo manoloana ny Lalan'ny Fanaovana Mpianatra (Discipleship)</vt:lpstr>
      <vt:lpstr>Ny Fomba Fiasa  amin'ny Silamo manoloana ny Lalan'ny Fanaovana Mpianatra (Discipleship)</vt:lpstr>
      <vt:lpstr>Ny Fomba Fiasa  amin'ny Silamo manoloana ny Lalan'ny Fanaovana Mpianatra (Discipleship)</vt:lpstr>
      <vt:lpstr>  Ireo zavatra tokony hialana amin'ny dingana Tetezana (transition stage:Dingana mba hampisehoana ilay fifindrana avy amin'ny fifandraisana tsotra mankany amin'ny resaka lalina.  </vt:lpstr>
      <vt:lpstr>Ireo zavatra tokony hialana  (What to avoid): 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FLORENT</cp:lastModifiedBy>
  <cp:revision>76</cp:revision>
  <dcterms:created xsi:type="dcterms:W3CDTF">2018-05-14T21:41:55Z</dcterms:created>
  <dcterms:modified xsi:type="dcterms:W3CDTF">2026-04-24T03:05:42Z</dcterms:modified>
</cp:coreProperties>
</file>