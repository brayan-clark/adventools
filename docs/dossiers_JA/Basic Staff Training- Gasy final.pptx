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6" r:id="rId1"/>
  </p:sldMasterIdLst>
  <p:notesMasterIdLst>
    <p:notesMasterId r:id="rId183"/>
  </p:notesMasterIdLst>
  <p:handoutMasterIdLst>
    <p:handoutMasterId r:id="rId184"/>
  </p:handoutMasterIdLst>
  <p:sldIdLst>
    <p:sldId id="264" r:id="rId2"/>
    <p:sldId id="433" r:id="rId3"/>
    <p:sldId id="434" r:id="rId4"/>
    <p:sldId id="435" r:id="rId5"/>
    <p:sldId id="436" r:id="rId6"/>
    <p:sldId id="274" r:id="rId7"/>
    <p:sldId id="265" r:id="rId8"/>
    <p:sldId id="266" r:id="rId9"/>
    <p:sldId id="267" r:id="rId10"/>
    <p:sldId id="275" r:id="rId11"/>
    <p:sldId id="268" r:id="rId12"/>
    <p:sldId id="286" r:id="rId13"/>
    <p:sldId id="276" r:id="rId14"/>
    <p:sldId id="287" r:id="rId15"/>
    <p:sldId id="278" r:id="rId16"/>
    <p:sldId id="269" r:id="rId17"/>
    <p:sldId id="284" r:id="rId18"/>
    <p:sldId id="285" r:id="rId19"/>
    <p:sldId id="437" r:id="rId20"/>
    <p:sldId id="438" r:id="rId21"/>
    <p:sldId id="439" r:id="rId22"/>
    <p:sldId id="440" r:id="rId23"/>
    <p:sldId id="441" r:id="rId24"/>
    <p:sldId id="442" r:id="rId25"/>
    <p:sldId id="417" r:id="rId26"/>
    <p:sldId id="270" r:id="rId27"/>
    <p:sldId id="443" r:id="rId28"/>
    <p:sldId id="444" r:id="rId29"/>
    <p:sldId id="445" r:id="rId30"/>
    <p:sldId id="446" r:id="rId31"/>
    <p:sldId id="447" r:id="rId32"/>
    <p:sldId id="448" r:id="rId33"/>
    <p:sldId id="449" r:id="rId34"/>
    <p:sldId id="450" r:id="rId35"/>
    <p:sldId id="451" r:id="rId36"/>
    <p:sldId id="479" r:id="rId37"/>
    <p:sldId id="480" r:id="rId38"/>
    <p:sldId id="481" r:id="rId39"/>
    <p:sldId id="482" r:id="rId40"/>
    <p:sldId id="483" r:id="rId41"/>
    <p:sldId id="484" r:id="rId42"/>
    <p:sldId id="485" r:id="rId43"/>
    <p:sldId id="486" r:id="rId44"/>
    <p:sldId id="487" r:id="rId45"/>
    <p:sldId id="488" r:id="rId46"/>
    <p:sldId id="489" r:id="rId47"/>
    <p:sldId id="490" r:id="rId48"/>
    <p:sldId id="491" r:id="rId49"/>
    <p:sldId id="492" r:id="rId50"/>
    <p:sldId id="493" r:id="rId51"/>
    <p:sldId id="494" r:id="rId52"/>
    <p:sldId id="495" r:id="rId53"/>
    <p:sldId id="496" r:id="rId54"/>
    <p:sldId id="497" r:id="rId55"/>
    <p:sldId id="498" r:id="rId56"/>
    <p:sldId id="499" r:id="rId57"/>
    <p:sldId id="500" r:id="rId58"/>
    <p:sldId id="501" r:id="rId59"/>
    <p:sldId id="502" r:id="rId60"/>
    <p:sldId id="503" r:id="rId61"/>
    <p:sldId id="504" r:id="rId62"/>
    <p:sldId id="505" r:id="rId63"/>
    <p:sldId id="506" r:id="rId64"/>
    <p:sldId id="508" r:id="rId65"/>
    <p:sldId id="452" r:id="rId66"/>
    <p:sldId id="453" r:id="rId67"/>
    <p:sldId id="454" r:id="rId68"/>
    <p:sldId id="455" r:id="rId69"/>
    <p:sldId id="509" r:id="rId70"/>
    <p:sldId id="510" r:id="rId71"/>
    <p:sldId id="511" r:id="rId72"/>
    <p:sldId id="512" r:id="rId73"/>
    <p:sldId id="513" r:id="rId74"/>
    <p:sldId id="514" r:id="rId75"/>
    <p:sldId id="515" r:id="rId76"/>
    <p:sldId id="516" r:id="rId77"/>
    <p:sldId id="517" r:id="rId78"/>
    <p:sldId id="518" r:id="rId79"/>
    <p:sldId id="456" r:id="rId80"/>
    <p:sldId id="457" r:id="rId81"/>
    <p:sldId id="458" r:id="rId82"/>
    <p:sldId id="459" r:id="rId83"/>
    <p:sldId id="460" r:id="rId84"/>
    <p:sldId id="461" r:id="rId85"/>
    <p:sldId id="463" r:id="rId86"/>
    <p:sldId id="462" r:id="rId87"/>
    <p:sldId id="520" r:id="rId88"/>
    <p:sldId id="521" r:id="rId89"/>
    <p:sldId id="522" r:id="rId90"/>
    <p:sldId id="523" r:id="rId91"/>
    <p:sldId id="524" r:id="rId92"/>
    <p:sldId id="525" r:id="rId93"/>
    <p:sldId id="528" r:id="rId94"/>
    <p:sldId id="529" r:id="rId95"/>
    <p:sldId id="530" r:id="rId96"/>
    <p:sldId id="531" r:id="rId97"/>
    <p:sldId id="532" r:id="rId98"/>
    <p:sldId id="533" r:id="rId99"/>
    <p:sldId id="534" r:id="rId100"/>
    <p:sldId id="535" r:id="rId101"/>
    <p:sldId id="536" r:id="rId102"/>
    <p:sldId id="537" r:id="rId103"/>
    <p:sldId id="538" r:id="rId104"/>
    <p:sldId id="418" r:id="rId105"/>
    <p:sldId id="290" r:id="rId106"/>
    <p:sldId id="396" r:id="rId107"/>
    <p:sldId id="397" r:id="rId108"/>
    <p:sldId id="475" r:id="rId109"/>
    <p:sldId id="478" r:id="rId110"/>
    <p:sldId id="476" r:id="rId111"/>
    <p:sldId id="477" r:id="rId112"/>
    <p:sldId id="422" r:id="rId113"/>
    <p:sldId id="352" r:id="rId114"/>
    <p:sldId id="379" r:id="rId115"/>
    <p:sldId id="365" r:id="rId116"/>
    <p:sldId id="380" r:id="rId117"/>
    <p:sldId id="366" r:id="rId118"/>
    <p:sldId id="381" r:id="rId119"/>
    <p:sldId id="367" r:id="rId120"/>
    <p:sldId id="382" r:id="rId121"/>
    <p:sldId id="368" r:id="rId122"/>
    <p:sldId id="383" r:id="rId123"/>
    <p:sldId id="369" r:id="rId124"/>
    <p:sldId id="384" r:id="rId125"/>
    <p:sldId id="370" r:id="rId126"/>
    <p:sldId id="385" r:id="rId127"/>
    <p:sldId id="371" r:id="rId128"/>
    <p:sldId id="386" r:id="rId129"/>
    <p:sldId id="372" r:id="rId130"/>
    <p:sldId id="387" r:id="rId131"/>
    <p:sldId id="373" r:id="rId132"/>
    <p:sldId id="388" r:id="rId133"/>
    <p:sldId id="374" r:id="rId134"/>
    <p:sldId id="389" r:id="rId135"/>
    <p:sldId id="375" r:id="rId136"/>
    <p:sldId id="390" r:id="rId137"/>
    <p:sldId id="376" r:id="rId138"/>
    <p:sldId id="391" r:id="rId139"/>
    <p:sldId id="377" r:id="rId140"/>
    <p:sldId id="392" r:id="rId141"/>
    <p:sldId id="378" r:id="rId142"/>
    <p:sldId id="393" r:id="rId143"/>
    <p:sldId id="294" r:id="rId144"/>
    <p:sldId id="423" r:id="rId145"/>
    <p:sldId id="424" r:id="rId146"/>
    <p:sldId id="350" r:id="rId147"/>
    <p:sldId id="404" r:id="rId148"/>
    <p:sldId id="403" r:id="rId149"/>
    <p:sldId id="398" r:id="rId150"/>
    <p:sldId id="410" r:id="rId151"/>
    <p:sldId id="425" r:id="rId152"/>
    <p:sldId id="426" r:id="rId153"/>
    <p:sldId id="427" r:id="rId154"/>
    <p:sldId id="428" r:id="rId155"/>
    <p:sldId id="429" r:id="rId156"/>
    <p:sldId id="539" r:id="rId157"/>
    <p:sldId id="540" r:id="rId158"/>
    <p:sldId id="541" r:id="rId159"/>
    <p:sldId id="547" r:id="rId160"/>
    <p:sldId id="542" r:id="rId161"/>
    <p:sldId id="543" r:id="rId162"/>
    <p:sldId id="544" r:id="rId163"/>
    <p:sldId id="545" r:id="rId164"/>
    <p:sldId id="548" r:id="rId165"/>
    <p:sldId id="546" r:id="rId166"/>
    <p:sldId id="549" r:id="rId167"/>
    <p:sldId id="550" r:id="rId168"/>
    <p:sldId id="551" r:id="rId169"/>
    <p:sldId id="552" r:id="rId170"/>
    <p:sldId id="464" r:id="rId171"/>
    <p:sldId id="465" r:id="rId172"/>
    <p:sldId id="466" r:id="rId173"/>
    <p:sldId id="467" r:id="rId174"/>
    <p:sldId id="468" r:id="rId175"/>
    <p:sldId id="469" r:id="rId176"/>
    <p:sldId id="470" r:id="rId177"/>
    <p:sldId id="471" r:id="rId178"/>
    <p:sldId id="472" r:id="rId179"/>
    <p:sldId id="473" r:id="rId180"/>
    <p:sldId id="474" r:id="rId181"/>
    <p:sldId id="421" r:id="rId182"/>
  </p:sldIdLst>
  <p:sldSz cx="9144000" cy="6858000" type="screen4x3"/>
  <p:notesSz cx="6858000" cy="9144000"/>
  <p:custDataLst>
    <p:tags r:id="rId185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20">
          <p15:clr>
            <a:srgbClr val="A4A3A4"/>
          </p15:clr>
        </p15:guide>
        <p15:guide id="2" orient="horz" pos="1056">
          <p15:clr>
            <a:srgbClr val="A4A3A4"/>
          </p15:clr>
        </p15:guide>
        <p15:guide id="3" orient="horz" pos="310">
          <p15:clr>
            <a:srgbClr val="A4A3A4"/>
          </p15:clr>
        </p15:guide>
        <p15:guide id="4" pos="1519">
          <p15:clr>
            <a:srgbClr val="A4A3A4"/>
          </p15:clr>
        </p15:guide>
        <p15:guide id="5" pos="1296">
          <p15:clr>
            <a:srgbClr val="A4A3A4"/>
          </p15:clr>
        </p15:guide>
        <p15:guide id="6" pos="960">
          <p15:clr>
            <a:srgbClr val="A4A3A4"/>
          </p15:clr>
        </p15:guide>
        <p15:guide id="7" pos="5328">
          <p15:clr>
            <a:srgbClr val="A4A3A4"/>
          </p15:clr>
        </p15:guide>
        <p15:guide id="8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00"/>
    <a:srgbClr val="6600FF"/>
    <a:srgbClr val="009999"/>
    <a:srgbClr val="FF3300"/>
    <a:srgbClr val="FF6633"/>
    <a:srgbClr val="F8F8F8"/>
    <a:srgbClr val="FFFF99"/>
    <a:srgbClr val="B2B2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aximized" horzBarState="maximized">
    <p:restoredLeft sz="34578" autoAdjust="0"/>
    <p:restoredTop sz="90909" autoAdjust="0"/>
  </p:normalViewPr>
  <p:slideViewPr>
    <p:cSldViewPr>
      <p:cViewPr>
        <p:scale>
          <a:sx n="75" d="100"/>
          <a:sy n="75" d="100"/>
        </p:scale>
        <p:origin x="570" y="-6"/>
      </p:cViewPr>
      <p:guideLst>
        <p:guide orient="horz" pos="1920"/>
        <p:guide orient="horz" pos="1056"/>
        <p:guide orient="horz" pos="310"/>
        <p:guide pos="1519"/>
        <p:guide pos="1296"/>
        <p:guide pos="960"/>
        <p:guide pos="5328"/>
        <p:guide pos="2880"/>
      </p:guideLst>
    </p:cSldViewPr>
  </p:slideViewPr>
  <p:outlineViewPr>
    <p:cViewPr>
      <p:scale>
        <a:sx n="33" d="100"/>
        <a:sy n="33" d="100"/>
      </p:scale>
      <p:origin x="0" y="6570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90" d="100"/>
        <a:sy n="90" d="100"/>
      </p:scale>
      <p:origin x="0" y="-41082"/>
    </p:cViewPr>
  </p:sorterViewPr>
  <p:notesViewPr>
    <p:cSldViewPr>
      <p:cViewPr varScale="1">
        <p:scale>
          <a:sx n="61" d="100"/>
          <a:sy n="61" d="100"/>
        </p:scale>
        <p:origin x="-1698" y="-4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slide" Target="slides/slide169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181" Type="http://schemas.openxmlformats.org/officeDocument/2006/relationships/slide" Target="slides/slide180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slide" Target="slides/slide170.xml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slide" Target="slides/slide160.xml"/><Relationship Id="rId182" Type="http://schemas.openxmlformats.org/officeDocument/2006/relationships/slide" Target="slides/slide18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5" Type="http://schemas.openxmlformats.org/officeDocument/2006/relationships/slide" Target="slides/slide64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51" Type="http://schemas.openxmlformats.org/officeDocument/2006/relationships/slide" Target="slides/slide150.xml"/><Relationship Id="rId172" Type="http://schemas.openxmlformats.org/officeDocument/2006/relationships/slide" Target="slides/slide171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188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162" Type="http://schemas.openxmlformats.org/officeDocument/2006/relationships/slide" Target="slides/slide161.xml"/><Relationship Id="rId18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slide" Target="slides/slide177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184" Type="http://schemas.openxmlformats.org/officeDocument/2006/relationships/handoutMaster" Target="handoutMasters/handoutMaster1.xml"/><Relationship Id="rId189" Type="http://schemas.openxmlformats.org/officeDocument/2006/relationships/tableStyles" Target="tableStyles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slide" Target="slides/slide173.xml"/><Relationship Id="rId179" Type="http://schemas.openxmlformats.org/officeDocument/2006/relationships/slide" Target="slides/slide178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slide" Target="slides/slide168.xml"/><Relationship Id="rId185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80" Type="http://schemas.openxmlformats.org/officeDocument/2006/relationships/slide" Target="slides/slide179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slide" Target="slides/slide174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186" Type="http://schemas.openxmlformats.org/officeDocument/2006/relationships/presProps" Target="presProps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slide" Target="slides/slide175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Relationship Id="rId187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60" Type="http://schemas.openxmlformats.org/officeDocument/2006/relationships/slide" Target="slides/slide59.xml"/><Relationship Id="rId81" Type="http://schemas.openxmlformats.org/officeDocument/2006/relationships/slide" Target="slides/slide80.xml"/><Relationship Id="rId135" Type="http://schemas.openxmlformats.org/officeDocument/2006/relationships/slide" Target="slides/slide134.xml"/><Relationship Id="rId156" Type="http://schemas.openxmlformats.org/officeDocument/2006/relationships/slide" Target="slides/slide155.xml"/><Relationship Id="rId177" Type="http://schemas.openxmlformats.org/officeDocument/2006/relationships/slide" Target="slides/slide176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21094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21094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21094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6B5265DB-ED9D-4E53-8593-96E77E2632E6}" type="slidenum">
              <a:rPr lang="en-US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117849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0" hangingPunct="0">
              <a:defRPr sz="1200"/>
            </a:lvl1pPr>
          </a:lstStyle>
          <a:p>
            <a:endParaRPr 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endParaRPr lang="en-US"/>
          </a:p>
        </p:txBody>
      </p:sp>
      <p:sp>
        <p:nvSpPr>
          <p:cNvPr id="102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2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/>
            </a:lvl1pPr>
          </a:lstStyle>
          <a:p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fld id="{10D624EC-C590-4DBD-8E27-6138A77A434D}" type="slidenum">
              <a:rPr lang="en-US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68014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Lead instead of drive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D624EC-C590-4DBD-8E27-6138A77A434D}" type="slidenum">
              <a:rPr lang="en-US" smtClean="0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147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latin typeface="Verdana" pitchFamily="34" charset="0"/>
              </a:rPr>
              <a:t>“Hands-off¨ -style.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D624EC-C590-4DBD-8E27-6138A77A434D}" type="slidenum">
              <a:rPr lang="en-US" smtClean="0"/>
              <a:pPr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7556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latin typeface="Verdana" pitchFamily="34" charset="0"/>
              </a:rPr>
              <a:t>Disorganization is a danger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D624EC-C590-4DBD-8E27-6138A77A434D}" type="slidenum">
              <a:rPr lang="en-US" smtClean="0"/>
              <a:pPr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10971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General Job Description</a:t>
            </a:r>
            <a:br>
              <a:rPr lang="en-US" dirty="0" smtClean="0"/>
            </a:br>
            <a:r>
              <a:rPr lang="en-US" dirty="0" smtClean="0"/>
              <a:t>for All Staff</a:t>
            </a:r>
            <a:endParaRPr lang="fr-FR" dirty="0" smtClean="0"/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D624EC-C590-4DBD-8E27-6138A77A434D}" type="slidenum">
              <a:rPr lang="en-US" smtClean="0"/>
              <a:pPr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0815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Resource person for counselors &amp; instructors who need assistance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D624EC-C590-4DBD-8E27-6138A77A434D}" type="slidenum">
              <a:rPr lang="en-US" smtClean="0"/>
              <a:pPr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8925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219200"/>
            <a:ext cx="7772400" cy="1143000"/>
          </a:xfrm>
        </p:spPr>
        <p:txBody>
          <a:bodyPr anchorCtr="1"/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26670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 sz="2800"/>
            </a:lvl1pPr>
          </a:lstStyle>
          <a:p>
            <a:r>
              <a:rPr lang="en-US"/>
              <a:t>Click to edit Master subtitle style</a:t>
            </a:r>
          </a:p>
        </p:txBody>
      </p:sp>
      <p:grpSp>
        <p:nvGrpSpPr>
          <p:cNvPr id="37913" name="Group 25"/>
          <p:cNvGrpSpPr>
            <a:grpSpLocks/>
          </p:cNvGrpSpPr>
          <p:nvPr userDrawn="1"/>
        </p:nvGrpSpPr>
        <p:grpSpPr bwMode="auto">
          <a:xfrm>
            <a:off x="177800" y="230188"/>
            <a:ext cx="203200" cy="6503987"/>
            <a:chOff x="112" y="145"/>
            <a:chExt cx="128" cy="4097"/>
          </a:xfrm>
        </p:grpSpPr>
        <p:sp>
          <p:nvSpPr>
            <p:cNvPr id="37893" name="Rectangle 5"/>
            <p:cNvSpPr>
              <a:spLocks noChangeArrowheads="1"/>
            </p:cNvSpPr>
            <p:nvPr userDrawn="1"/>
          </p:nvSpPr>
          <p:spPr bwMode="auto">
            <a:xfrm flipH="1">
              <a:off x="192" y="162"/>
              <a:ext cx="48" cy="4080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folHlink"/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7894" name="Rectangle 6"/>
            <p:cNvSpPr>
              <a:spLocks noChangeArrowheads="1"/>
            </p:cNvSpPr>
            <p:nvPr userDrawn="1"/>
          </p:nvSpPr>
          <p:spPr bwMode="auto">
            <a:xfrm>
              <a:off x="112" y="145"/>
              <a:ext cx="48" cy="3941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rgbClr val="CC0000"/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fr-FR"/>
            </a:p>
          </p:txBody>
        </p:sp>
      </p:grpSp>
      <p:grpSp>
        <p:nvGrpSpPr>
          <p:cNvPr id="37909" name="Group 21"/>
          <p:cNvGrpSpPr>
            <a:grpSpLocks/>
          </p:cNvGrpSpPr>
          <p:nvPr userDrawn="1"/>
        </p:nvGrpSpPr>
        <p:grpSpPr bwMode="auto">
          <a:xfrm>
            <a:off x="8793163" y="220663"/>
            <a:ext cx="198437" cy="6408737"/>
            <a:chOff x="5539" y="139"/>
            <a:chExt cx="125" cy="4037"/>
          </a:xfrm>
        </p:grpSpPr>
        <p:sp>
          <p:nvSpPr>
            <p:cNvPr id="37896" name="Rectangle 8"/>
            <p:cNvSpPr>
              <a:spLocks noChangeArrowheads="1"/>
            </p:cNvSpPr>
            <p:nvPr userDrawn="1"/>
          </p:nvSpPr>
          <p:spPr bwMode="auto">
            <a:xfrm rot="-10800000" flipH="1" flipV="1">
              <a:off x="5621" y="139"/>
              <a:ext cx="43" cy="3989"/>
            </a:xfrm>
            <a:prstGeom prst="rect">
              <a:avLst/>
            </a:prstGeom>
            <a:gradFill rotWithShape="0">
              <a:gsLst>
                <a:gs pos="0">
                  <a:schemeClr val="accent1"/>
                </a:gs>
                <a:gs pos="100000">
                  <a:schemeClr val="bg1"/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7897" name="Rectangle 9"/>
            <p:cNvSpPr>
              <a:spLocks noChangeArrowheads="1"/>
            </p:cNvSpPr>
            <p:nvPr userDrawn="1"/>
          </p:nvSpPr>
          <p:spPr bwMode="auto">
            <a:xfrm rot="10800000" flipV="1">
              <a:off x="5539" y="240"/>
              <a:ext cx="49" cy="3936"/>
            </a:xfrm>
            <a:prstGeom prst="rect">
              <a:avLst/>
            </a:prstGeom>
            <a:gradFill rotWithShape="0">
              <a:gsLst>
                <a:gs pos="0">
                  <a:srgbClr val="CC0000"/>
                </a:gs>
                <a:gs pos="100000">
                  <a:schemeClr val="bg1"/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</p:grpSp>
      <p:grpSp>
        <p:nvGrpSpPr>
          <p:cNvPr id="37910" name="Group 22"/>
          <p:cNvGrpSpPr>
            <a:grpSpLocks/>
          </p:cNvGrpSpPr>
          <p:nvPr userDrawn="1"/>
        </p:nvGrpSpPr>
        <p:grpSpPr bwMode="auto">
          <a:xfrm>
            <a:off x="412750" y="6477000"/>
            <a:ext cx="8686800" cy="228600"/>
            <a:chOff x="260" y="4080"/>
            <a:chExt cx="5472" cy="144"/>
          </a:xfrm>
        </p:grpSpPr>
        <p:sp>
          <p:nvSpPr>
            <p:cNvPr id="37899" name="Rectangle 11"/>
            <p:cNvSpPr>
              <a:spLocks noChangeArrowheads="1"/>
            </p:cNvSpPr>
            <p:nvPr/>
          </p:nvSpPr>
          <p:spPr bwMode="auto">
            <a:xfrm rot="5400000" flipV="1">
              <a:off x="2972" y="1368"/>
              <a:ext cx="48" cy="5472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accent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7900" name="Rectangle 12"/>
            <p:cNvSpPr>
              <a:spLocks noChangeArrowheads="1"/>
            </p:cNvSpPr>
            <p:nvPr/>
          </p:nvSpPr>
          <p:spPr bwMode="auto">
            <a:xfrm rot="5400000" flipV="1">
              <a:off x="2914" y="1522"/>
              <a:ext cx="48" cy="5355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rgbClr val="FFFF00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</p:grpSp>
      <p:grpSp>
        <p:nvGrpSpPr>
          <p:cNvPr id="37912" name="Group 24"/>
          <p:cNvGrpSpPr>
            <a:grpSpLocks/>
          </p:cNvGrpSpPr>
          <p:nvPr userDrawn="1"/>
        </p:nvGrpSpPr>
        <p:grpSpPr bwMode="auto">
          <a:xfrm>
            <a:off x="76200" y="176213"/>
            <a:ext cx="8745538" cy="161925"/>
            <a:chOff x="48" y="111"/>
            <a:chExt cx="5509" cy="102"/>
          </a:xfrm>
        </p:grpSpPr>
        <p:sp>
          <p:nvSpPr>
            <p:cNvPr id="37902" name="Rectangle 14"/>
            <p:cNvSpPr>
              <a:spLocks noChangeArrowheads="1"/>
            </p:cNvSpPr>
            <p:nvPr/>
          </p:nvSpPr>
          <p:spPr bwMode="auto">
            <a:xfrm rot="5400000" flipV="1">
              <a:off x="2853" y="-2491"/>
              <a:ext cx="37" cy="5371"/>
            </a:xfrm>
            <a:prstGeom prst="rect">
              <a:avLst/>
            </a:prstGeom>
            <a:gradFill rotWithShape="0">
              <a:gsLst>
                <a:gs pos="0">
                  <a:srgbClr val="FFFF00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7903" name="Rectangle 15"/>
            <p:cNvSpPr>
              <a:spLocks noChangeArrowheads="1"/>
            </p:cNvSpPr>
            <p:nvPr/>
          </p:nvSpPr>
          <p:spPr bwMode="auto">
            <a:xfrm rot="5400000" flipV="1">
              <a:off x="2784" y="-2625"/>
              <a:ext cx="38" cy="5509"/>
            </a:xfrm>
            <a:prstGeom prst="rect">
              <a:avLst/>
            </a:prstGeom>
            <a:gradFill rotWithShape="0">
              <a:gsLst>
                <a:gs pos="0">
                  <a:schemeClr val="accent1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37904" name="Rectangle 16"/>
          <p:cNvSpPr>
            <a:spLocks noGrp="1" noChangeArrowheads="1"/>
          </p:cNvSpPr>
          <p:nvPr>
            <p:ph type="dt" sz="half" idx="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7905" name="Rectangle 17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7906" name="Rectangle 18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0B513B02-DBF4-4396-864D-33A3B0AE8697}" type="slidenum">
              <a:rPr lang="en-US"/>
              <a:pPr/>
              <a:t>‹N°›</a:t>
            </a:fld>
            <a:endParaRPr lang="en-US"/>
          </a:p>
        </p:txBody>
      </p:sp>
      <p:pic>
        <p:nvPicPr>
          <p:cNvPr id="37908" name="Picture 20" descr="pf_logo6color-2 copy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3429000"/>
            <a:ext cx="2535238" cy="29718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79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79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79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79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79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79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79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79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7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500"/>
                            </p:stCondLst>
                            <p:childTnLst>
                              <p:par>
                                <p:cTn id="2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37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000"/>
                            </p:stCondLst>
                            <p:childTnLst>
                              <p:par>
                                <p:cTn id="3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37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0" grpId="0" autoUpdateAnimBg="0"/>
      <p:bldP spid="37891" grpId="0" build="p" autoUpdateAnimBg="0" advAuto="0">
        <p:tmplLst>
          <p:tmpl lvl="1">
            <p:tnLst>
              <p:par>
                <p:cTn presetID="9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89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ssolve">
                      <p:cBhvr>
                        <p:cTn dur="500"/>
                        <p:tgtEl>
                          <p:spTgt spid="37891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2C100FE-CE14-4459-825B-156D8EC2A58B}" type="slidenum">
              <a:rPr lang="en-US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2762D38-DCD4-4DAC-8D67-4EE0E8C269F7}" type="slidenum">
              <a:rPr lang="en-US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295400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295400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3F15064-1108-4983-AD19-FC473C4BFD77}" type="slidenum">
              <a:rPr lang="en-US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2EDAF91-27FD-4EBF-8889-7D97912B74B8}" type="slidenum">
              <a:rPr lang="en-US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264E0FE-6C19-4C1B-B64C-AEBC7C6D5FD5}" type="slidenum">
              <a:rPr lang="en-US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5B2ED51-05F8-4B38-8820-891F1F6B6068}" type="slidenum">
              <a:rPr lang="en-US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D448B10-D0A2-407E-BEFE-6625529C5FA4}" type="slidenum">
              <a:rPr lang="en-US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383FCB9-C759-4C69-993C-30E572410161}" type="slidenum">
              <a:rPr lang="en-US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2275035-BCC6-4350-A681-53530982FE9C}" type="slidenum">
              <a:rPr lang="en-US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438900" y="381000"/>
            <a:ext cx="2019300" cy="55626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381000" y="381000"/>
            <a:ext cx="5905500" cy="55626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D3862E9-DBB4-4418-834C-9C371215D867}" type="slidenum">
              <a:rPr lang="en-US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1026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381000"/>
            <a:ext cx="80010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36867" name="Rectangle 1027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295400"/>
            <a:ext cx="7772400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36868" name="Rectangle 1028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81000" y="60150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bg2"/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36869" name="Rectangle 102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015038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>
                <a:solidFill>
                  <a:schemeClr val="bg2"/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36870" name="Rectangle 103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58000" y="60150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chemeClr val="bg2"/>
                </a:solidFill>
                <a:latin typeface="+mn-lt"/>
              </a:defRPr>
            </a:lvl1pPr>
          </a:lstStyle>
          <a:p>
            <a:fld id="{983B611D-CF8A-40B3-AC45-1141E908E20E}" type="slidenum">
              <a:rPr lang="en-US"/>
              <a:pPr/>
              <a:t>‹N°›</a:t>
            </a:fld>
            <a:endParaRPr lang="en-US"/>
          </a:p>
        </p:txBody>
      </p:sp>
      <p:grpSp>
        <p:nvGrpSpPr>
          <p:cNvPr id="36891" name="Group 1051"/>
          <p:cNvGrpSpPr>
            <a:grpSpLocks/>
          </p:cNvGrpSpPr>
          <p:nvPr/>
        </p:nvGrpSpPr>
        <p:grpSpPr bwMode="auto">
          <a:xfrm>
            <a:off x="177800" y="230188"/>
            <a:ext cx="203200" cy="6503987"/>
            <a:chOff x="112" y="145"/>
            <a:chExt cx="128" cy="4097"/>
          </a:xfrm>
        </p:grpSpPr>
        <p:sp>
          <p:nvSpPr>
            <p:cNvPr id="36872" name="Rectangle 1032"/>
            <p:cNvSpPr>
              <a:spLocks noChangeArrowheads="1"/>
            </p:cNvSpPr>
            <p:nvPr userDrawn="1"/>
          </p:nvSpPr>
          <p:spPr bwMode="auto">
            <a:xfrm flipH="1">
              <a:off x="192" y="162"/>
              <a:ext cx="48" cy="4080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folHlink"/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6873" name="Rectangle 1033"/>
            <p:cNvSpPr>
              <a:spLocks noChangeArrowheads="1"/>
            </p:cNvSpPr>
            <p:nvPr userDrawn="1"/>
          </p:nvSpPr>
          <p:spPr bwMode="auto">
            <a:xfrm>
              <a:off x="112" y="145"/>
              <a:ext cx="48" cy="3941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rgbClr val="CC0000"/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fr-FR"/>
            </a:p>
          </p:txBody>
        </p:sp>
      </p:grpSp>
      <p:grpSp>
        <p:nvGrpSpPr>
          <p:cNvPr id="36893" name="Group 1053"/>
          <p:cNvGrpSpPr>
            <a:grpSpLocks/>
          </p:cNvGrpSpPr>
          <p:nvPr/>
        </p:nvGrpSpPr>
        <p:grpSpPr bwMode="auto">
          <a:xfrm>
            <a:off x="8793163" y="220663"/>
            <a:ext cx="198437" cy="6408737"/>
            <a:chOff x="5539" y="139"/>
            <a:chExt cx="125" cy="4037"/>
          </a:xfrm>
        </p:grpSpPr>
        <p:sp>
          <p:nvSpPr>
            <p:cNvPr id="36875" name="Rectangle 1035"/>
            <p:cNvSpPr>
              <a:spLocks noChangeArrowheads="1"/>
            </p:cNvSpPr>
            <p:nvPr userDrawn="1"/>
          </p:nvSpPr>
          <p:spPr bwMode="auto">
            <a:xfrm rot="-10800000" flipH="1" flipV="1">
              <a:off x="5621" y="139"/>
              <a:ext cx="43" cy="3989"/>
            </a:xfrm>
            <a:prstGeom prst="rect">
              <a:avLst/>
            </a:prstGeom>
            <a:gradFill rotWithShape="0">
              <a:gsLst>
                <a:gs pos="0">
                  <a:schemeClr val="accent1"/>
                </a:gs>
                <a:gs pos="100000">
                  <a:schemeClr val="bg1"/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6876" name="Rectangle 1036"/>
            <p:cNvSpPr>
              <a:spLocks noChangeArrowheads="1"/>
            </p:cNvSpPr>
            <p:nvPr userDrawn="1"/>
          </p:nvSpPr>
          <p:spPr bwMode="auto">
            <a:xfrm rot="10800000" flipV="1">
              <a:off x="5539" y="240"/>
              <a:ext cx="49" cy="3936"/>
            </a:xfrm>
            <a:prstGeom prst="rect">
              <a:avLst/>
            </a:prstGeom>
            <a:gradFill rotWithShape="0">
              <a:gsLst>
                <a:gs pos="0">
                  <a:srgbClr val="CC0000"/>
                </a:gs>
                <a:gs pos="100000">
                  <a:schemeClr val="bg1"/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</p:grpSp>
      <p:grpSp>
        <p:nvGrpSpPr>
          <p:cNvPr id="36892" name="Group 1052"/>
          <p:cNvGrpSpPr>
            <a:grpSpLocks/>
          </p:cNvGrpSpPr>
          <p:nvPr/>
        </p:nvGrpSpPr>
        <p:grpSpPr bwMode="auto">
          <a:xfrm>
            <a:off x="412750" y="6477000"/>
            <a:ext cx="8686800" cy="228600"/>
            <a:chOff x="260" y="4080"/>
            <a:chExt cx="5472" cy="144"/>
          </a:xfrm>
        </p:grpSpPr>
        <p:sp>
          <p:nvSpPr>
            <p:cNvPr id="36878" name="Rectangle 1038"/>
            <p:cNvSpPr>
              <a:spLocks noChangeArrowheads="1"/>
            </p:cNvSpPr>
            <p:nvPr userDrawn="1"/>
          </p:nvSpPr>
          <p:spPr bwMode="auto">
            <a:xfrm rot="5400000" flipV="1">
              <a:off x="2972" y="1368"/>
              <a:ext cx="48" cy="5472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accent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6879" name="Rectangle 1039"/>
            <p:cNvSpPr>
              <a:spLocks noChangeArrowheads="1"/>
            </p:cNvSpPr>
            <p:nvPr userDrawn="1"/>
          </p:nvSpPr>
          <p:spPr bwMode="auto">
            <a:xfrm rot="5400000" flipV="1">
              <a:off x="2914" y="1522"/>
              <a:ext cx="48" cy="5355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rgbClr val="FFFF00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</p:grpSp>
      <p:grpSp>
        <p:nvGrpSpPr>
          <p:cNvPr id="36880" name="Group 1040"/>
          <p:cNvGrpSpPr>
            <a:grpSpLocks/>
          </p:cNvGrpSpPr>
          <p:nvPr/>
        </p:nvGrpSpPr>
        <p:grpSpPr bwMode="auto">
          <a:xfrm>
            <a:off x="76200" y="176213"/>
            <a:ext cx="8745538" cy="161925"/>
            <a:chOff x="48" y="111"/>
            <a:chExt cx="5509" cy="102"/>
          </a:xfrm>
        </p:grpSpPr>
        <p:sp>
          <p:nvSpPr>
            <p:cNvPr id="36881" name="Rectangle 1041"/>
            <p:cNvSpPr>
              <a:spLocks noChangeArrowheads="1"/>
            </p:cNvSpPr>
            <p:nvPr/>
          </p:nvSpPr>
          <p:spPr bwMode="auto">
            <a:xfrm rot="5400000" flipV="1">
              <a:off x="2853" y="-2491"/>
              <a:ext cx="37" cy="5371"/>
            </a:xfrm>
            <a:prstGeom prst="rect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6882" name="Rectangle 1042"/>
            <p:cNvSpPr>
              <a:spLocks noChangeArrowheads="1"/>
            </p:cNvSpPr>
            <p:nvPr/>
          </p:nvSpPr>
          <p:spPr bwMode="auto">
            <a:xfrm rot="5400000" flipV="1">
              <a:off x="2784" y="-2625"/>
              <a:ext cx="38" cy="5509"/>
            </a:xfrm>
            <a:prstGeom prst="rect">
              <a:avLst/>
            </a:prstGeom>
            <a:gradFill rotWithShape="0">
              <a:gsLst>
                <a:gs pos="0">
                  <a:schemeClr val="accent1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</p:grpSp>
      <p:grpSp>
        <p:nvGrpSpPr>
          <p:cNvPr id="36889" name="Group 1049"/>
          <p:cNvGrpSpPr>
            <a:grpSpLocks/>
          </p:cNvGrpSpPr>
          <p:nvPr/>
        </p:nvGrpSpPr>
        <p:grpSpPr bwMode="auto">
          <a:xfrm>
            <a:off x="71438" y="176213"/>
            <a:ext cx="8745537" cy="161925"/>
            <a:chOff x="45" y="111"/>
            <a:chExt cx="5509" cy="102"/>
          </a:xfrm>
        </p:grpSpPr>
        <p:sp>
          <p:nvSpPr>
            <p:cNvPr id="36884" name="Rectangle 1044"/>
            <p:cNvSpPr>
              <a:spLocks noChangeArrowheads="1"/>
            </p:cNvSpPr>
            <p:nvPr/>
          </p:nvSpPr>
          <p:spPr bwMode="auto">
            <a:xfrm rot="5400000" flipV="1">
              <a:off x="2850" y="-2491"/>
              <a:ext cx="37" cy="5371"/>
            </a:xfrm>
            <a:prstGeom prst="rect">
              <a:avLst/>
            </a:prstGeom>
            <a:gradFill rotWithShape="0">
              <a:gsLst>
                <a:gs pos="0">
                  <a:srgbClr val="FFFF00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6885" name="Rectangle 1045"/>
            <p:cNvSpPr>
              <a:spLocks noChangeArrowheads="1"/>
            </p:cNvSpPr>
            <p:nvPr/>
          </p:nvSpPr>
          <p:spPr bwMode="auto">
            <a:xfrm rot="5400000" flipV="1">
              <a:off x="2781" y="-2625"/>
              <a:ext cx="38" cy="5509"/>
            </a:xfrm>
            <a:prstGeom prst="rect">
              <a:avLst/>
            </a:prstGeom>
            <a:gradFill rotWithShape="0">
              <a:gsLst>
                <a:gs pos="0">
                  <a:schemeClr val="accent1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</p:grpSp>
      <p:pic>
        <p:nvPicPr>
          <p:cNvPr id="36894" name="Picture 1054" descr="pf_logo6color-2 copy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457200" y="4495800"/>
            <a:ext cx="1625600" cy="1905000"/>
          </a:xfrm>
          <a:prstGeom prst="rect">
            <a:avLst/>
          </a:prstGeom>
          <a:noFill/>
        </p:spPr>
      </p:pic>
    </p:spTree>
  </p:cSld>
  <p:clrMap bg1="dk2" tx1="lt1" bg2="dk1" tx2="lt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  <p:sldLayoutId id="2147483660" r:id="rId4"/>
    <p:sldLayoutId id="2147483661" r:id="rId5"/>
    <p:sldLayoutId id="2147483662" r:id="rId6"/>
    <p:sldLayoutId id="2147483663" r:id="rId7"/>
    <p:sldLayoutId id="2147483664" r:id="rId8"/>
    <p:sldLayoutId id="2147483665" r:id="rId9"/>
    <p:sldLayoutId id="2147483666" r:id="rId10"/>
    <p:sldLayoutId id="2147483667" r:id="rId11"/>
  </p:sldLayoutIdLst>
  <p:txStyles>
    <p:titleStyle>
      <a:lvl1pPr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effectLst>
            <a:outerShdw blurRad="38100" dist="38100" dir="2700000" algn="tl">
              <a:srgbClr val="808080"/>
            </a:outerShdw>
          </a:effectLst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effectLst>
            <a:outerShdw blurRad="38100" dist="38100" dir="2700000" algn="tl">
              <a:srgbClr val="808080"/>
            </a:outerShdw>
          </a:effectLst>
          <a:latin typeface="Tahoma" pitchFamily="34" charset="0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effectLst>
            <a:outerShdw blurRad="38100" dist="38100" dir="2700000" algn="tl">
              <a:srgbClr val="808080"/>
            </a:outerShdw>
          </a:effectLst>
          <a:latin typeface="Tahoma" pitchFamily="34" charset="0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effectLst>
            <a:outerShdw blurRad="38100" dist="38100" dir="2700000" algn="tl">
              <a:srgbClr val="808080"/>
            </a:outerShdw>
          </a:effectLst>
          <a:latin typeface="Tahoma" pitchFamily="34" charset="0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effectLst>
            <a:outerShdw blurRad="38100" dist="38100" dir="2700000" algn="tl">
              <a:srgbClr val="808080"/>
            </a:outerShdw>
          </a:effectLst>
          <a:latin typeface="Tahom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effectLst>
            <a:outerShdw blurRad="38100" dist="38100" dir="2700000" algn="tl">
              <a:srgbClr val="808080"/>
            </a:outerShdw>
          </a:effectLst>
          <a:latin typeface="Tahom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effectLst>
            <a:outerShdw blurRad="38100" dist="38100" dir="2700000" algn="tl">
              <a:srgbClr val="808080"/>
            </a:outerShdw>
          </a:effectLst>
          <a:latin typeface="Tahom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effectLst>
            <a:outerShdw blurRad="38100" dist="38100" dir="2700000" algn="tl">
              <a:srgbClr val="808080"/>
            </a:outerShdw>
          </a:effectLst>
          <a:latin typeface="Tahom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effectLst>
            <a:outerShdw blurRad="38100" dist="38100" dir="2700000" algn="tl">
              <a:srgbClr val="808080"/>
            </a:outerShdw>
          </a:effectLst>
          <a:latin typeface="Tahoma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sz="3200">
          <a:solidFill>
            <a:schemeClr val="tx1"/>
          </a:solidFill>
          <a:effectLst>
            <a:outerShdw blurRad="38100" dist="38100" dir="2700000" algn="tl">
              <a:srgbClr val="808080"/>
            </a:outerShdw>
          </a:effectLst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hlink"/>
        </a:buClr>
        <a:buChar char="–"/>
        <a:defRPr sz="2800">
          <a:solidFill>
            <a:schemeClr val="tx1"/>
          </a:solidFill>
          <a:effectLst>
            <a:outerShdw blurRad="38100" dist="38100" dir="2700000" algn="tl">
              <a:srgbClr val="808080"/>
            </a:outerShdw>
          </a:effectLst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sz="2400">
          <a:solidFill>
            <a:schemeClr val="tx1"/>
          </a:solidFill>
          <a:effectLst>
            <a:outerShdw blurRad="38100" dist="38100" dir="2700000" algn="tl">
              <a:srgbClr val="808080"/>
            </a:outerShdw>
          </a:effectLst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Char char="–"/>
        <a:defRPr sz="2000">
          <a:solidFill>
            <a:schemeClr val="tx1"/>
          </a:solidFill>
          <a:effectLst>
            <a:outerShdw blurRad="38100" dist="38100" dir="2700000" algn="tl">
              <a:srgbClr val="808080"/>
            </a:outerShdw>
          </a:effectLst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Char char="»"/>
        <a:defRPr sz="2000">
          <a:solidFill>
            <a:schemeClr val="tx1"/>
          </a:solidFill>
          <a:effectLst>
            <a:outerShdw blurRad="38100" dist="38100" dir="2700000" algn="tl">
              <a:srgbClr val="808080"/>
            </a:outerShdw>
          </a:effectLst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Char char="»"/>
        <a:defRPr sz="2000">
          <a:solidFill>
            <a:schemeClr val="tx1"/>
          </a:solidFill>
          <a:effectLst>
            <a:outerShdw blurRad="38100" dist="38100" dir="2700000" algn="tl">
              <a:srgbClr val="808080"/>
            </a:outerShdw>
          </a:effectLst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Char char="»"/>
        <a:defRPr sz="2000">
          <a:solidFill>
            <a:schemeClr val="tx1"/>
          </a:solidFill>
          <a:effectLst>
            <a:outerShdw blurRad="38100" dist="38100" dir="2700000" algn="tl">
              <a:srgbClr val="808080"/>
            </a:outerShdw>
          </a:effectLst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Char char="»"/>
        <a:defRPr sz="2000">
          <a:solidFill>
            <a:schemeClr val="tx1"/>
          </a:solidFill>
          <a:effectLst>
            <a:outerShdw blurRad="38100" dist="38100" dir="2700000" algn="tl">
              <a:srgbClr val="808080"/>
            </a:outerShdw>
          </a:effectLst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Char char="»"/>
        <a:defRPr sz="2000">
          <a:solidFill>
            <a:schemeClr val="tx1"/>
          </a:solidFill>
          <a:effectLst>
            <a:outerShdw blurRad="38100" dist="38100" dir="2700000" algn="tl">
              <a:srgbClr val="808080"/>
            </a:outerShdw>
          </a:effectLst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4.wmf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5.wmf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1026"/>
          <p:cNvSpPr>
            <a:spLocks noGrp="1" noChangeArrowheads="1"/>
          </p:cNvSpPr>
          <p:nvPr>
            <p:ph type="ctr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pPr algn="ctr"/>
            <a:r>
              <a:rPr lang="en-US" dirty="0" smtClean="0"/>
              <a:t>Basic </a:t>
            </a:r>
            <a:r>
              <a:rPr lang="en-US" dirty="0"/>
              <a:t>Staff </a:t>
            </a:r>
            <a:r>
              <a:rPr lang="en-US" dirty="0" smtClean="0"/>
              <a:t>Training</a:t>
            </a:r>
            <a:br>
              <a:rPr lang="en-US" dirty="0" smtClean="0"/>
            </a:br>
            <a:r>
              <a:rPr lang="en-US" dirty="0" smtClean="0"/>
              <a:t> </a:t>
            </a:r>
            <a:r>
              <a:rPr lang="en-US" dirty="0" err="1" smtClean="0"/>
              <a:t>Fanofanana</a:t>
            </a:r>
            <a:r>
              <a:rPr lang="en-US" dirty="0" smtClean="0"/>
              <a:t> </a:t>
            </a:r>
            <a:r>
              <a:rPr lang="en-US" dirty="0" err="1" smtClean="0"/>
              <a:t>Fototra</a:t>
            </a:r>
            <a:r>
              <a:rPr lang="en-US" dirty="0" smtClean="0"/>
              <a:t> </a:t>
            </a:r>
            <a:r>
              <a:rPr lang="en-US" dirty="0" err="1" smtClean="0"/>
              <a:t>ireo</a:t>
            </a:r>
            <a:r>
              <a:rPr lang="en-US" dirty="0" smtClean="0"/>
              <a:t> STAFF</a:t>
            </a:r>
            <a:br>
              <a:rPr lang="en-US" dirty="0" smtClean="0"/>
            </a:br>
            <a:r>
              <a:rPr lang="en-US" dirty="0" smtClean="0"/>
              <a:t> </a:t>
            </a:r>
            <a:r>
              <a:rPr lang="en-US" dirty="0" err="1" smtClean="0"/>
              <a:t>Mpisavalalana</a:t>
            </a:r>
            <a:r>
              <a:rPr lang="en-US" dirty="0" smtClean="0"/>
              <a:t> </a:t>
            </a:r>
            <a:r>
              <a:rPr lang="en-US" dirty="0"/>
              <a:t/>
            </a:r>
            <a:br>
              <a:rPr lang="en-US" dirty="0"/>
            </a:br>
            <a:endParaRPr lang="en-US" sz="2500" dirty="0"/>
          </a:p>
        </p:txBody>
      </p:sp>
      <p:sp>
        <p:nvSpPr>
          <p:cNvPr id="4" name="Sous-titre 3"/>
          <p:cNvSpPr>
            <a:spLocks noGrp="1"/>
          </p:cNvSpPr>
          <p:nvPr>
            <p:ph type="subTitle" idx="1"/>
          </p:nvPr>
        </p:nvSpPr>
        <p:spPr>
          <a:xfrm>
            <a:off x="2971800" y="2667000"/>
            <a:ext cx="4800600" cy="3352800"/>
          </a:xfrm>
        </p:spPr>
        <p:txBody>
          <a:bodyPr/>
          <a:lstStyle/>
          <a:p>
            <a:r>
              <a:rPr lang="en-US" dirty="0" smtClean="0"/>
              <a:t>By Mark &amp; </a:t>
            </a:r>
            <a:r>
              <a:rPr lang="en-US" dirty="0" err="1" smtClean="0"/>
              <a:t>Sherilyn</a:t>
            </a:r>
            <a:r>
              <a:rPr lang="en-US" dirty="0" smtClean="0"/>
              <a:t> </a:t>
            </a:r>
            <a:r>
              <a:rPr lang="en-US" dirty="0" err="1" smtClean="0"/>
              <a:t>O’Ffill</a:t>
            </a:r>
            <a:r>
              <a:rPr lang="en-US" dirty="0" smtClean="0"/>
              <a:t>, </a:t>
            </a:r>
            <a:r>
              <a:rPr lang="en-US" sz="4000" dirty="0" err="1" smtClean="0"/>
              <a:t>nadika</a:t>
            </a:r>
            <a:r>
              <a:rPr lang="en-US" sz="4000" dirty="0" smtClean="0"/>
              <a:t> </a:t>
            </a:r>
            <a:r>
              <a:rPr lang="en-US" sz="4000" dirty="0" err="1" smtClean="0"/>
              <a:t>sy</a:t>
            </a:r>
            <a:r>
              <a:rPr lang="en-US" sz="4000" dirty="0" smtClean="0"/>
              <a:t> </a:t>
            </a:r>
            <a:r>
              <a:rPr lang="en-US" sz="4000" dirty="0" err="1" smtClean="0"/>
              <a:t>namboarin’ny</a:t>
            </a:r>
            <a:r>
              <a:rPr lang="en-US" sz="4000" dirty="0" smtClean="0"/>
              <a:t> Chef </a:t>
            </a:r>
            <a:r>
              <a:rPr lang="en-US" sz="4000" dirty="0" err="1" smtClean="0"/>
              <a:t>Espadon</a:t>
            </a:r>
            <a:r>
              <a:rPr lang="en-US" sz="4000" dirty="0" smtClean="0"/>
              <a:t> </a:t>
            </a:r>
            <a:r>
              <a:rPr lang="en-US" sz="4000" dirty="0" err="1" smtClean="0"/>
              <a:t>Fulgurant</a:t>
            </a:r>
            <a:r>
              <a:rPr lang="en-US" sz="4000" dirty="0" smtClean="0"/>
              <a:t> Dir JA-IOUC</a:t>
            </a:r>
            <a:endParaRPr lang="fr-FR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Espace réservé du contenu 3"/>
          <p:cNvGraphicFramePr>
            <a:graphicFrameLocks noGrp="1"/>
          </p:cNvGraphicFramePr>
          <p:nvPr>
            <p:ph idx="1"/>
          </p:nvPr>
        </p:nvGraphicFramePr>
        <p:xfrm>
          <a:off x="609600" y="609601"/>
          <a:ext cx="8153400" cy="60265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155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89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8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8989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Calibri"/>
                          <a:cs typeface="Times New Roman"/>
                        </a:rPr>
                        <a:t>ZAVATRA TAKIANA</a:t>
                      </a:r>
                      <a:endParaRPr lang="fr-FR" sz="1400" dirty="0">
                        <a:solidFill>
                          <a:srgbClr val="FF0000"/>
                        </a:solidFill>
                        <a:latin typeface="Calibri"/>
                        <a:cs typeface="Times New Roman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>
                          <a:solidFill>
                            <a:srgbClr val="FF0000"/>
                          </a:solidFill>
                          <a:latin typeface="Calibri"/>
                          <a:cs typeface="Times New Roman"/>
                        </a:rPr>
                        <a:t>FAHARETANY</a:t>
                      </a:r>
                      <a:endParaRPr lang="fr-FR" sz="1400">
                        <a:solidFill>
                          <a:srgbClr val="FF0000"/>
                        </a:solidFill>
                        <a:latin typeface="Calibri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>
                          <a:solidFill>
                            <a:srgbClr val="FF0000"/>
                          </a:solidFill>
                          <a:latin typeface="Calibri"/>
                          <a:cs typeface="Times New Roman"/>
                        </a:rPr>
                        <a:t>(mn)</a:t>
                      </a:r>
                      <a:endParaRPr lang="fr-FR" sz="1400">
                        <a:solidFill>
                          <a:srgbClr val="FF0000"/>
                        </a:solidFill>
                        <a:latin typeface="Calibri"/>
                        <a:cs typeface="Times New Roman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Calibri"/>
                          <a:cs typeface="Times New Roman"/>
                        </a:rPr>
                        <a:t>DATY NAHAVITANA AZY</a:t>
                      </a:r>
                      <a:endParaRPr lang="fr-FR" sz="1400" dirty="0">
                        <a:solidFill>
                          <a:srgbClr val="FF0000"/>
                        </a:solidFill>
                        <a:latin typeface="Calibri"/>
                        <a:cs typeface="Times New Roman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9891">
                <a:tc>
                  <a:txBody>
                    <a:bodyPr/>
                    <a:lstStyle/>
                    <a:p>
                      <a:r>
                        <a:rPr lang="en-US" sz="1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1-Tantara </a:t>
                      </a:r>
                      <a:r>
                        <a:rPr lang="en-US" sz="1800" b="1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sy</a:t>
                      </a:r>
                      <a:r>
                        <a:rPr lang="en-US" sz="1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1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filozofia</a:t>
                      </a:r>
                      <a:r>
                        <a:rPr lang="en-US" sz="1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1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ary</a:t>
                      </a:r>
                      <a:r>
                        <a:rPr lang="en-US" sz="1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1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ny</a:t>
                      </a:r>
                      <a:r>
                        <a:rPr lang="en-US" sz="1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1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zava-kendren’ny</a:t>
                      </a:r>
                      <a:r>
                        <a:rPr lang="en-US" sz="1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1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kioban’ny</a:t>
                      </a:r>
                      <a:r>
                        <a:rPr lang="en-US" sz="1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  <a:r>
                        <a:rPr lang="en-US" sz="1800" b="1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Mpisavalalana</a:t>
                      </a:r>
                      <a:endParaRPr lang="fr-FR" sz="1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30</a:t>
                      </a:r>
                      <a:endParaRPr lang="fr-FR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5256">
                <a:tc>
                  <a:txBody>
                    <a:bodyPr/>
                    <a:lstStyle/>
                    <a:p>
                      <a:r>
                        <a:rPr lang="en-US" sz="1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2- </a:t>
                      </a:r>
                      <a:r>
                        <a:rPr lang="en-US" sz="1800" b="1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Mahatakatra</a:t>
                      </a:r>
                      <a:r>
                        <a:rPr lang="en-US" sz="1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1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ireo</a:t>
                      </a:r>
                      <a:r>
                        <a:rPr lang="en-US" sz="1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1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Mpisavalalana</a:t>
                      </a:r>
                      <a:endParaRPr lang="fr-FR" sz="1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60</a:t>
                      </a:r>
                      <a:endParaRPr lang="fr-FR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5256">
                <a:tc>
                  <a:txBody>
                    <a:bodyPr/>
                    <a:lstStyle/>
                    <a:p>
                      <a:r>
                        <a:rPr lang="en-US" sz="1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3- </a:t>
                      </a:r>
                      <a:r>
                        <a:rPr lang="en-US" sz="1800" b="1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Fitarihana</a:t>
                      </a:r>
                      <a:r>
                        <a:rPr lang="en-US" sz="1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1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ny</a:t>
                      </a:r>
                      <a:r>
                        <a:rPr lang="en-US" sz="1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1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Klioba</a:t>
                      </a:r>
                      <a:endParaRPr lang="fr-FR" sz="1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60</a:t>
                      </a:r>
                      <a:endParaRPr lang="fr-FR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525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Calibri"/>
                          <a:cs typeface="Times New Roman"/>
                        </a:rPr>
                        <a:t>4- </a:t>
                      </a:r>
                      <a:r>
                        <a:rPr lang="en-US" sz="1800" b="1" dirty="0" err="1">
                          <a:solidFill>
                            <a:schemeClr val="tx1"/>
                          </a:solidFill>
                          <a:latin typeface="Calibri"/>
                          <a:cs typeface="Times New Roman"/>
                        </a:rPr>
                        <a:t>Fandaminana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Calibri"/>
                          <a:cs typeface="Times New Roman"/>
                        </a:rPr>
                        <a:t> </a:t>
                      </a:r>
                      <a:r>
                        <a:rPr lang="en-US" sz="1800" b="1" dirty="0" err="1">
                          <a:solidFill>
                            <a:schemeClr val="tx1"/>
                          </a:solidFill>
                          <a:latin typeface="Calibri"/>
                          <a:cs typeface="Times New Roman"/>
                        </a:rPr>
                        <a:t>ny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Calibri"/>
                          <a:cs typeface="Times New Roman"/>
                        </a:rPr>
                        <a:t> </a:t>
                      </a:r>
                      <a:r>
                        <a:rPr lang="en-US" sz="1800" b="1" dirty="0" err="1">
                          <a:solidFill>
                            <a:schemeClr val="tx1"/>
                          </a:solidFill>
                          <a:latin typeface="Calibri"/>
                          <a:cs typeface="Times New Roman"/>
                        </a:rPr>
                        <a:t>Klioba</a:t>
                      </a:r>
                      <a:endParaRPr lang="fr-FR" sz="1800" b="1" dirty="0">
                        <a:solidFill>
                          <a:schemeClr val="tx1"/>
                        </a:solidFill>
                        <a:latin typeface="Calibri"/>
                        <a:cs typeface="Times New Roman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75</a:t>
                      </a:r>
                      <a:endParaRPr lang="fr-FR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5256">
                <a:tc>
                  <a:txBody>
                    <a:bodyPr/>
                    <a:lstStyle/>
                    <a:p>
                      <a:r>
                        <a:rPr lang="en-US" sz="1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5- </a:t>
                      </a:r>
                      <a:r>
                        <a:rPr lang="en-US" sz="1800" b="1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Programa</a:t>
                      </a:r>
                      <a:r>
                        <a:rPr lang="en-US" sz="1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1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sy</a:t>
                      </a:r>
                      <a:r>
                        <a:rPr lang="en-US" sz="1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1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drafitr’asan’ny</a:t>
                      </a:r>
                      <a:r>
                        <a:rPr lang="en-US" sz="1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1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Klioba</a:t>
                      </a:r>
                      <a:endParaRPr lang="fr-FR" sz="1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75</a:t>
                      </a:r>
                      <a:endParaRPr lang="fr-FR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35256">
                <a:tc>
                  <a:txBody>
                    <a:bodyPr/>
                    <a:lstStyle/>
                    <a:p>
                      <a:pPr algn="l"/>
                      <a:r>
                        <a:rPr lang="en-US" sz="1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                  6- </a:t>
                      </a:r>
                      <a:r>
                        <a:rPr lang="en-US" sz="1800" b="1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Fampianarana</a:t>
                      </a:r>
                      <a:r>
                        <a:rPr lang="en-US" sz="1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1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ireo</a:t>
                      </a:r>
                      <a:r>
                        <a:rPr lang="en-US" sz="1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1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Taranja</a:t>
                      </a:r>
                      <a:endParaRPr lang="fr-FR" sz="1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120</a:t>
                      </a:r>
                      <a:endParaRPr lang="fr-FR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35256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800" b="1" dirty="0" smtClean="0">
                          <a:solidFill>
                            <a:schemeClr val="tx1"/>
                          </a:solidFill>
                          <a:latin typeface="Calibri"/>
                          <a:cs typeface="Times New Roman"/>
                        </a:rPr>
                        <a:t>                           7- </a:t>
                      </a:r>
                      <a:r>
                        <a:rPr lang="en-US" sz="1800" b="1" dirty="0" err="1">
                          <a:solidFill>
                            <a:schemeClr val="tx1"/>
                          </a:solidFill>
                          <a:latin typeface="Calibri"/>
                          <a:cs typeface="Times New Roman"/>
                        </a:rPr>
                        <a:t>Fanabeazana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Calibri"/>
                          <a:cs typeface="Times New Roman"/>
                        </a:rPr>
                        <a:t> an-</a:t>
                      </a:r>
                      <a:r>
                        <a:rPr lang="en-US" sz="1800" b="1" dirty="0" err="1">
                          <a:solidFill>
                            <a:schemeClr val="tx1"/>
                          </a:solidFill>
                          <a:latin typeface="Calibri"/>
                          <a:cs typeface="Times New Roman"/>
                        </a:rPr>
                        <a:t>dasy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Calibri"/>
                          <a:cs typeface="Times New Roman"/>
                        </a:rPr>
                        <a:t> </a:t>
                      </a:r>
                      <a:r>
                        <a:rPr lang="en-US" sz="1800" b="1" dirty="0" err="1">
                          <a:solidFill>
                            <a:schemeClr val="tx1"/>
                          </a:solidFill>
                          <a:latin typeface="Calibri"/>
                          <a:cs typeface="Times New Roman"/>
                        </a:rPr>
                        <a:t>ny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Calibri"/>
                          <a:cs typeface="Times New Roman"/>
                        </a:rPr>
                        <a:t> any @ </a:t>
                      </a:r>
                      <a:r>
                        <a:rPr lang="en-US" sz="1800" b="1" dirty="0" err="1">
                          <a:solidFill>
                            <a:schemeClr val="tx1"/>
                          </a:solidFill>
                          <a:latin typeface="Calibri"/>
                          <a:cs typeface="Times New Roman"/>
                        </a:rPr>
                        <a:t>Natiora</a:t>
                      </a:r>
                      <a:endParaRPr lang="fr-FR" sz="1800" b="1" dirty="0">
                        <a:solidFill>
                          <a:schemeClr val="tx1"/>
                        </a:solidFill>
                        <a:latin typeface="Calibri"/>
                        <a:cs typeface="Times New Roman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120</a:t>
                      </a:r>
                      <a:endParaRPr lang="fr-FR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35256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800" b="1" dirty="0" smtClean="0">
                          <a:solidFill>
                            <a:schemeClr val="tx1"/>
                          </a:solidFill>
                          <a:latin typeface="Calibri"/>
                          <a:cs typeface="Times New Roman"/>
                        </a:rPr>
                        <a:t>                          8- 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Calibri"/>
                          <a:cs typeface="Times New Roman"/>
                        </a:rPr>
                        <a:t>Drill </a:t>
                      </a:r>
                      <a:r>
                        <a:rPr lang="en-US" sz="1800" b="1" dirty="0" err="1">
                          <a:solidFill>
                            <a:schemeClr val="tx1"/>
                          </a:solidFill>
                          <a:latin typeface="Calibri"/>
                          <a:cs typeface="Times New Roman"/>
                        </a:rPr>
                        <a:t>sy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Calibri"/>
                          <a:cs typeface="Times New Roman"/>
                        </a:rPr>
                        <a:t> </a:t>
                      </a:r>
                      <a:r>
                        <a:rPr lang="en-US" sz="1800" b="1" dirty="0" err="1">
                          <a:solidFill>
                            <a:schemeClr val="tx1"/>
                          </a:solidFill>
                          <a:latin typeface="Calibri"/>
                          <a:cs typeface="Times New Roman"/>
                        </a:rPr>
                        <a:t>ireo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Calibri"/>
                          <a:cs typeface="Times New Roman"/>
                        </a:rPr>
                        <a:t> </a:t>
                      </a:r>
                      <a:r>
                        <a:rPr lang="en-US" sz="1800" b="1" dirty="0" err="1">
                          <a:solidFill>
                            <a:schemeClr val="tx1"/>
                          </a:solidFill>
                          <a:latin typeface="Calibri"/>
                          <a:cs typeface="Times New Roman"/>
                        </a:rPr>
                        <a:t>lanonana</a:t>
                      </a:r>
                      <a:endParaRPr lang="fr-FR" sz="1800" b="1" dirty="0">
                        <a:solidFill>
                          <a:schemeClr val="tx1"/>
                        </a:solidFill>
                        <a:latin typeface="Calibri"/>
                        <a:cs typeface="Times New Roman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60</a:t>
                      </a:r>
                      <a:endParaRPr lang="fr-FR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/>
              <a:t>FIZARANA #1:</a:t>
            </a:r>
            <a:endParaRPr lang="fr-FR" dirty="0"/>
          </a:p>
        </p:txBody>
      </p:sp>
      <p:sp>
        <p:nvSpPr>
          <p:cNvPr id="4" name="Sous-titre 3"/>
          <p:cNvSpPr>
            <a:spLocks noGrp="1"/>
          </p:cNvSpPr>
          <p:nvPr>
            <p:ph type="subTitle" idx="1"/>
          </p:nvPr>
        </p:nvSpPr>
        <p:spPr>
          <a:xfrm>
            <a:off x="2209800" y="2819400"/>
            <a:ext cx="6400800" cy="1752600"/>
          </a:xfrm>
        </p:spPr>
        <p:txBody>
          <a:bodyPr/>
          <a:lstStyle/>
          <a:p>
            <a:r>
              <a:rPr lang="en-US" b="1" i="1" dirty="0" smtClean="0"/>
              <a:t>TANTARA SY IRAKA ARY ANTOM-PISIAN’NY PROGRAMAN’NY MPISAVALALANA… (30MN)</a:t>
            </a:r>
            <a:r>
              <a:rPr lang="fr-FR" b="1" dirty="0" smtClean="0"/>
              <a:t/>
            </a:r>
            <a:br>
              <a:rPr lang="fr-FR" b="1" dirty="0" smtClean="0"/>
            </a:br>
            <a:endParaRPr lang="fr-FR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 err="1" smtClean="0"/>
              <a:t>Zava-kendrena</a:t>
            </a:r>
            <a:r>
              <a:rPr lang="fr-FR" dirty="0" smtClean="0"/>
              <a:t/>
            </a:r>
            <a:br>
              <a:rPr lang="fr-FR" dirty="0" smtClean="0"/>
            </a:b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 err="1" smtClean="0"/>
              <a:t>Hampivelatra</a:t>
            </a:r>
            <a:r>
              <a:rPr lang="en-US" i="1" dirty="0" smtClean="0"/>
              <a:t> </a:t>
            </a:r>
            <a:r>
              <a:rPr lang="en-US" i="1" dirty="0" err="1" smtClean="0"/>
              <a:t>ny</a:t>
            </a:r>
            <a:r>
              <a:rPr lang="en-US" i="1" dirty="0" smtClean="0"/>
              <a:t> </a:t>
            </a:r>
            <a:r>
              <a:rPr lang="en-US" i="1" dirty="0" err="1" smtClean="0"/>
              <a:t>fahatsapana</a:t>
            </a:r>
            <a:r>
              <a:rPr lang="en-US" i="1" dirty="0" smtClean="0"/>
              <a:t> </a:t>
            </a:r>
            <a:r>
              <a:rPr lang="en-US" i="1" dirty="0" err="1" smtClean="0"/>
              <a:t>ny</a:t>
            </a:r>
            <a:r>
              <a:rPr lang="en-US" i="1" dirty="0" smtClean="0"/>
              <a:t> </a:t>
            </a:r>
            <a:r>
              <a:rPr lang="en-US" i="1" dirty="0" err="1" smtClean="0"/>
              <a:t>antom-pisiana</a:t>
            </a:r>
            <a:r>
              <a:rPr lang="en-US" i="1" dirty="0" smtClean="0"/>
              <a:t> </a:t>
            </a:r>
            <a:r>
              <a:rPr lang="en-US" i="1" dirty="0" err="1" smtClean="0"/>
              <a:t>sy</a:t>
            </a:r>
            <a:r>
              <a:rPr lang="en-US" i="1" dirty="0" smtClean="0"/>
              <a:t> </a:t>
            </a:r>
            <a:r>
              <a:rPr lang="en-US" i="1" dirty="0" err="1" smtClean="0"/>
              <a:t>ny</a:t>
            </a:r>
            <a:r>
              <a:rPr lang="en-US" i="1" dirty="0" smtClean="0"/>
              <a:t> </a:t>
            </a:r>
            <a:r>
              <a:rPr lang="en-US" i="1" dirty="0" err="1" smtClean="0"/>
              <a:t>maha-manokana</a:t>
            </a:r>
            <a:r>
              <a:rPr lang="en-US" i="1" dirty="0" smtClean="0"/>
              <a:t> </a:t>
            </a:r>
            <a:r>
              <a:rPr lang="en-US" i="1" dirty="0" err="1" smtClean="0"/>
              <a:t>ny</a:t>
            </a:r>
            <a:r>
              <a:rPr lang="en-US" i="1" dirty="0" smtClean="0"/>
              <a:t> </a:t>
            </a:r>
            <a:r>
              <a:rPr lang="en-US" i="1" dirty="0" err="1" smtClean="0"/>
              <a:t>Klioban’ny</a:t>
            </a:r>
            <a:r>
              <a:rPr lang="en-US" i="1" dirty="0" smtClean="0"/>
              <a:t> </a:t>
            </a:r>
            <a:r>
              <a:rPr lang="en-US" i="1" dirty="0" err="1" smtClean="0"/>
              <a:t>Mpisavalalana</a:t>
            </a:r>
            <a:r>
              <a:rPr lang="en-US" i="1" dirty="0" smtClean="0"/>
              <a:t> </a:t>
            </a:r>
            <a:r>
              <a:rPr lang="en-US" i="1" dirty="0" err="1" smtClean="0"/>
              <a:t>ary</a:t>
            </a:r>
            <a:r>
              <a:rPr lang="en-US" i="1" dirty="0" smtClean="0"/>
              <a:t> </a:t>
            </a:r>
            <a:r>
              <a:rPr lang="en-US" i="1" dirty="0" err="1" smtClean="0"/>
              <a:t>ny</a:t>
            </a:r>
            <a:r>
              <a:rPr lang="en-US" i="1" dirty="0" smtClean="0"/>
              <a:t> </a:t>
            </a:r>
            <a:r>
              <a:rPr lang="en-US" i="1" dirty="0" err="1" smtClean="0"/>
              <a:t>hijery</a:t>
            </a:r>
            <a:r>
              <a:rPr lang="en-US" i="1" dirty="0" smtClean="0"/>
              <a:t> </a:t>
            </a:r>
            <a:r>
              <a:rPr lang="en-US" i="1" dirty="0" err="1" smtClean="0"/>
              <a:t>amin’ny</a:t>
            </a:r>
            <a:r>
              <a:rPr lang="en-US" i="1" dirty="0" smtClean="0"/>
              <a:t> </a:t>
            </a:r>
            <a:r>
              <a:rPr lang="en-US" i="1" dirty="0" err="1" smtClean="0"/>
              <a:t>ankapobeny</a:t>
            </a:r>
            <a:r>
              <a:rPr lang="en-US" i="1" dirty="0" smtClean="0"/>
              <a:t> </a:t>
            </a:r>
            <a:r>
              <a:rPr lang="en-US" i="1" dirty="0" err="1" smtClean="0"/>
              <a:t>tantaran’ny</a:t>
            </a:r>
            <a:r>
              <a:rPr lang="en-US" i="1" dirty="0" smtClean="0"/>
              <a:t> </a:t>
            </a:r>
            <a:r>
              <a:rPr lang="en-US" i="1" dirty="0" err="1" smtClean="0"/>
              <a:t>Mpisavalalana</a:t>
            </a:r>
            <a:r>
              <a:rPr lang="en-US" i="1" dirty="0" smtClean="0"/>
              <a:t>.</a:t>
            </a:r>
            <a:endParaRPr lang="fr-FR" dirty="0" smtClean="0"/>
          </a:p>
          <a:p>
            <a:endParaRPr lang="fr-FR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 err="1" smtClean="0"/>
              <a:t>Fanazavana</a:t>
            </a:r>
            <a:r>
              <a:rPr lang="fr-FR" dirty="0" smtClean="0"/>
              <a:t/>
            </a:r>
            <a:br>
              <a:rPr lang="fr-FR" dirty="0" smtClean="0"/>
            </a:b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04800" y="1295400"/>
            <a:ext cx="8382000" cy="4648200"/>
          </a:xfrm>
        </p:spPr>
        <p:txBody>
          <a:bodyPr/>
          <a:lstStyle/>
          <a:p>
            <a:pPr marL="457200" lvl="0" indent="-457200">
              <a:buFont typeface="+mj-lt"/>
              <a:buAutoNum type="arabicPeriod"/>
            </a:pPr>
            <a:r>
              <a:rPr lang="en-US" sz="2800" dirty="0" err="1" smtClean="0"/>
              <a:t>Ny</a:t>
            </a:r>
            <a:r>
              <a:rPr lang="en-US" sz="2800" dirty="0" smtClean="0"/>
              <a:t> </a:t>
            </a:r>
            <a:r>
              <a:rPr lang="en-US" sz="2800" dirty="0" err="1" smtClean="0"/>
              <a:t>iraka</a:t>
            </a:r>
            <a:r>
              <a:rPr lang="en-US" sz="2800" dirty="0" smtClean="0"/>
              <a:t>, </a:t>
            </a:r>
            <a:r>
              <a:rPr lang="en-US" sz="2800" dirty="0" err="1" smtClean="0"/>
              <a:t>filozofia</a:t>
            </a:r>
            <a:r>
              <a:rPr lang="en-US" sz="2800" dirty="0" smtClean="0"/>
              <a:t> </a:t>
            </a:r>
            <a:r>
              <a:rPr lang="en-US" sz="2800" dirty="0" err="1" smtClean="0"/>
              <a:t>ary</a:t>
            </a:r>
            <a:r>
              <a:rPr lang="en-US" sz="2800" dirty="0" smtClean="0"/>
              <a:t> </a:t>
            </a:r>
            <a:r>
              <a:rPr lang="en-US" sz="2800" dirty="0" err="1" smtClean="0"/>
              <a:t>ny</a:t>
            </a:r>
            <a:r>
              <a:rPr lang="en-US" sz="2800" dirty="0" smtClean="0"/>
              <a:t> </a:t>
            </a:r>
            <a:r>
              <a:rPr lang="en-US" sz="2800" dirty="0" err="1" smtClean="0"/>
              <a:t>zava-kendrena</a:t>
            </a:r>
            <a:r>
              <a:rPr lang="en-US" sz="2800" dirty="0" smtClean="0"/>
              <a:t> (20mn)</a:t>
            </a:r>
            <a:endParaRPr lang="fr-FR" sz="2800" dirty="0" smtClean="0"/>
          </a:p>
          <a:p>
            <a:pPr>
              <a:buNone/>
            </a:pPr>
            <a:r>
              <a:rPr lang="en-US" sz="2800" dirty="0" err="1" smtClean="0"/>
              <a:t>Programa</a:t>
            </a:r>
            <a:r>
              <a:rPr lang="en-US" sz="2800" dirty="0" smtClean="0"/>
              <a:t> </a:t>
            </a:r>
            <a:r>
              <a:rPr lang="en-US" sz="2800" dirty="0" err="1" smtClean="0"/>
              <a:t>ara-panahy</a:t>
            </a:r>
            <a:r>
              <a:rPr lang="en-US" sz="2800" dirty="0" smtClean="0"/>
              <a:t> </a:t>
            </a:r>
            <a:r>
              <a:rPr lang="en-US" sz="2800" dirty="0" err="1" smtClean="0"/>
              <a:t>sy</a:t>
            </a:r>
            <a:r>
              <a:rPr lang="en-US" sz="2800" dirty="0" smtClean="0"/>
              <a:t> </a:t>
            </a:r>
            <a:r>
              <a:rPr lang="en-US" sz="2800" dirty="0" err="1" smtClean="0"/>
              <a:t>fialam-boly</a:t>
            </a:r>
            <a:r>
              <a:rPr lang="en-US" sz="2800" dirty="0" smtClean="0"/>
              <a:t> ho </a:t>
            </a:r>
            <a:r>
              <a:rPr lang="en-US" sz="2800" dirty="0" err="1" smtClean="0"/>
              <a:t>an’ny</a:t>
            </a:r>
            <a:r>
              <a:rPr lang="en-US" sz="2800" dirty="0" smtClean="0"/>
              <a:t> </a:t>
            </a:r>
            <a:r>
              <a:rPr lang="en-US" sz="2800" dirty="0" err="1" smtClean="0"/>
              <a:t>Tanora</a:t>
            </a:r>
            <a:r>
              <a:rPr lang="en-US" sz="2800" dirty="0" smtClean="0"/>
              <a:t> 10 – 15 </a:t>
            </a:r>
            <a:r>
              <a:rPr lang="en-US" sz="2800" dirty="0" err="1" smtClean="0"/>
              <a:t>taona</a:t>
            </a:r>
            <a:r>
              <a:rPr lang="en-US" sz="2800" dirty="0" smtClean="0"/>
              <a:t>. </a:t>
            </a:r>
          </a:p>
          <a:p>
            <a:pPr>
              <a:buNone/>
            </a:pPr>
            <a:r>
              <a:rPr lang="en-US" sz="2800" dirty="0" err="1" smtClean="0"/>
              <a:t>Ireo</a:t>
            </a:r>
            <a:r>
              <a:rPr lang="en-US" sz="2800" dirty="0" smtClean="0"/>
              <a:t> </a:t>
            </a:r>
            <a:r>
              <a:rPr lang="en-US" sz="2800" dirty="0" err="1" smtClean="0"/>
              <a:t>idealy</a:t>
            </a:r>
            <a:r>
              <a:rPr lang="en-US" sz="2800" dirty="0" smtClean="0"/>
              <a:t> </a:t>
            </a:r>
            <a:r>
              <a:rPr lang="en-US" sz="2800" dirty="0" err="1" smtClean="0"/>
              <a:t>sy</a:t>
            </a:r>
            <a:r>
              <a:rPr lang="en-US" sz="2800" dirty="0" smtClean="0"/>
              <a:t> </a:t>
            </a:r>
            <a:r>
              <a:rPr lang="en-US" sz="2800" dirty="0" err="1" smtClean="0"/>
              <a:t>zava-kendren’ny</a:t>
            </a:r>
            <a:r>
              <a:rPr lang="en-US" sz="2800" dirty="0" smtClean="0"/>
              <a:t> </a:t>
            </a:r>
            <a:r>
              <a:rPr lang="en-US" sz="2800" dirty="0" err="1" smtClean="0"/>
              <a:t>Fiangonana</a:t>
            </a:r>
            <a:r>
              <a:rPr lang="en-US" sz="2800" dirty="0" smtClean="0"/>
              <a:t> </a:t>
            </a:r>
            <a:r>
              <a:rPr lang="en-US" sz="2800" dirty="0" err="1" smtClean="0"/>
              <a:t>Advantista</a:t>
            </a:r>
            <a:r>
              <a:rPr lang="en-US" sz="2800" dirty="0" smtClean="0"/>
              <a:t> </a:t>
            </a:r>
            <a:r>
              <a:rPr lang="en-US" sz="2800" dirty="0" err="1" smtClean="0"/>
              <a:t>dia</a:t>
            </a:r>
            <a:r>
              <a:rPr lang="en-US" sz="2800" dirty="0" smtClean="0"/>
              <a:t> </a:t>
            </a:r>
            <a:r>
              <a:rPr lang="en-US" sz="2800" dirty="0" err="1" smtClean="0"/>
              <a:t>tsy</a:t>
            </a:r>
            <a:r>
              <a:rPr lang="en-US" sz="2800" dirty="0" smtClean="0"/>
              <a:t> </a:t>
            </a:r>
            <a:r>
              <a:rPr lang="en-US" sz="2800" dirty="0" err="1" smtClean="0"/>
              <a:t>maintsy</a:t>
            </a:r>
            <a:r>
              <a:rPr lang="en-US" sz="2800" dirty="0" smtClean="0"/>
              <a:t> </a:t>
            </a:r>
            <a:r>
              <a:rPr lang="en-US" sz="2800" dirty="0" err="1" smtClean="0"/>
              <a:t>mahakasika</a:t>
            </a:r>
            <a:r>
              <a:rPr lang="en-US" sz="2800" dirty="0" smtClean="0"/>
              <a:t> </a:t>
            </a:r>
            <a:r>
              <a:rPr lang="en-US" sz="2800" dirty="0" err="1" smtClean="0"/>
              <a:t>ny</a:t>
            </a:r>
            <a:r>
              <a:rPr lang="en-US" sz="2800" dirty="0" smtClean="0"/>
              <a:t> </a:t>
            </a:r>
            <a:r>
              <a:rPr lang="en-US" sz="2800" dirty="0" err="1" smtClean="0"/>
              <a:t>fiainan’ny</a:t>
            </a:r>
            <a:r>
              <a:rPr lang="en-US" sz="2800" dirty="0" smtClean="0"/>
              <a:t> </a:t>
            </a:r>
            <a:r>
              <a:rPr lang="en-US" sz="2800" dirty="0" err="1" smtClean="0"/>
              <a:t>tanora</a:t>
            </a:r>
            <a:r>
              <a:rPr lang="en-US" sz="2800" dirty="0" smtClean="0"/>
              <a:t> </a:t>
            </a:r>
            <a:r>
              <a:rPr lang="en-US" sz="2800" dirty="0" err="1" smtClean="0"/>
              <a:t>sy</a:t>
            </a:r>
            <a:r>
              <a:rPr lang="en-US" sz="2800" dirty="0" smtClean="0"/>
              <a:t> </a:t>
            </a:r>
            <a:r>
              <a:rPr lang="en-US" sz="2800" dirty="0" err="1" smtClean="0"/>
              <a:t>manintona</a:t>
            </a:r>
            <a:r>
              <a:rPr lang="en-US" sz="2800" dirty="0" smtClean="0"/>
              <a:t> </a:t>
            </a:r>
            <a:r>
              <a:rPr lang="en-US" sz="2800" dirty="0" err="1" smtClean="0"/>
              <a:t>azy</a:t>
            </a:r>
            <a:r>
              <a:rPr lang="en-US" sz="2800" dirty="0" smtClean="0"/>
              <a:t> </a:t>
            </a:r>
            <a:r>
              <a:rPr lang="en-US" sz="2800" dirty="0" err="1" smtClean="0"/>
              <a:t>ireo</a:t>
            </a:r>
            <a:r>
              <a:rPr lang="en-US" sz="2800" dirty="0" smtClean="0"/>
              <a:t>.</a:t>
            </a:r>
            <a:endParaRPr lang="fr-FR" sz="2800" dirty="0" smtClean="0"/>
          </a:p>
          <a:p>
            <a:pPr lvl="0">
              <a:buNone/>
            </a:pPr>
            <a:r>
              <a:rPr lang="en-US" sz="2800" dirty="0" smtClean="0"/>
              <a:t>2. </a:t>
            </a:r>
            <a:r>
              <a:rPr lang="en-US" sz="2800" dirty="0" err="1" smtClean="0"/>
              <a:t>Tantaran’ny</a:t>
            </a:r>
            <a:r>
              <a:rPr lang="en-US" sz="2800" dirty="0" smtClean="0"/>
              <a:t> </a:t>
            </a:r>
            <a:r>
              <a:rPr lang="en-US" sz="2800" dirty="0" err="1" smtClean="0"/>
              <a:t>Mpisavalalana</a:t>
            </a:r>
            <a:r>
              <a:rPr lang="en-US" sz="2800" dirty="0" smtClean="0"/>
              <a:t> ……………….(10mn)</a:t>
            </a:r>
            <a:endParaRPr lang="fr-FR" sz="2800" dirty="0" smtClean="0"/>
          </a:p>
          <a:p>
            <a:r>
              <a:rPr lang="en-US" sz="2800" dirty="0" err="1" smtClean="0"/>
              <a:t>Ny</a:t>
            </a:r>
            <a:r>
              <a:rPr lang="en-US" sz="2800" dirty="0" smtClean="0"/>
              <a:t> </a:t>
            </a:r>
            <a:r>
              <a:rPr lang="en-US" sz="2800" dirty="0" err="1" smtClean="0"/>
              <a:t>fivelaran’ny</a:t>
            </a:r>
            <a:r>
              <a:rPr lang="en-US" sz="2800" dirty="0" smtClean="0"/>
              <a:t> </a:t>
            </a:r>
            <a:r>
              <a:rPr lang="en-US" sz="2800" dirty="0" err="1" smtClean="0"/>
              <a:t>asa</a:t>
            </a:r>
            <a:r>
              <a:rPr lang="en-US" sz="2800" dirty="0" smtClean="0"/>
              <a:t> </a:t>
            </a:r>
            <a:r>
              <a:rPr lang="en-US" sz="2800" dirty="0" err="1" smtClean="0"/>
              <a:t>fanompoan’ny</a:t>
            </a:r>
            <a:r>
              <a:rPr lang="en-US" sz="2800" dirty="0" smtClean="0"/>
              <a:t> </a:t>
            </a:r>
            <a:r>
              <a:rPr lang="en-US" sz="2800" dirty="0" err="1" smtClean="0"/>
              <a:t>Tanora</a:t>
            </a:r>
            <a:r>
              <a:rPr lang="en-US" sz="2800" dirty="0" smtClean="0"/>
              <a:t> </a:t>
            </a:r>
            <a:r>
              <a:rPr lang="en-US" sz="2800" dirty="0" err="1" smtClean="0"/>
              <a:t>zandriny</a:t>
            </a:r>
            <a:r>
              <a:rPr lang="en-US" sz="2800" dirty="0" smtClean="0"/>
              <a:t> </a:t>
            </a:r>
            <a:r>
              <a:rPr lang="en-US" sz="2800" dirty="0" err="1" smtClean="0"/>
              <a:t>ao</a:t>
            </a:r>
            <a:r>
              <a:rPr lang="en-US" sz="2800" dirty="0" smtClean="0"/>
              <a:t> </a:t>
            </a:r>
            <a:r>
              <a:rPr lang="en-US" sz="2800" dirty="0" err="1" smtClean="0"/>
              <a:t>amin’ny</a:t>
            </a:r>
            <a:r>
              <a:rPr lang="en-US" sz="2800" dirty="0" smtClean="0"/>
              <a:t> </a:t>
            </a:r>
            <a:r>
              <a:rPr lang="en-US" sz="2800" dirty="0" err="1" smtClean="0"/>
              <a:t>Fiangonana</a:t>
            </a:r>
            <a:r>
              <a:rPr lang="en-US" sz="2800" dirty="0" smtClean="0"/>
              <a:t> </a:t>
            </a:r>
            <a:r>
              <a:rPr lang="en-US" sz="2800" dirty="0" err="1" smtClean="0"/>
              <a:t>Advantista</a:t>
            </a:r>
            <a:r>
              <a:rPr lang="en-US" sz="2800" dirty="0" smtClean="0"/>
              <a:t>. </a:t>
            </a:r>
          </a:p>
          <a:p>
            <a:r>
              <a:rPr lang="en-US" sz="2800" dirty="0" err="1" smtClean="0"/>
              <a:t>Tantaran’ny</a:t>
            </a:r>
            <a:r>
              <a:rPr lang="en-US" sz="2800" dirty="0" smtClean="0"/>
              <a:t> </a:t>
            </a:r>
            <a:r>
              <a:rPr lang="en-US" sz="2800" dirty="0" err="1" smtClean="0"/>
              <a:t>Mpisavalalana</a:t>
            </a:r>
            <a:r>
              <a:rPr lang="en-US" sz="2800" dirty="0" smtClean="0"/>
              <a:t> </a:t>
            </a:r>
            <a:r>
              <a:rPr lang="en-US" sz="2800" dirty="0" err="1" smtClean="0"/>
              <a:t>ao</a:t>
            </a:r>
            <a:r>
              <a:rPr lang="en-US" sz="2800" dirty="0" smtClean="0"/>
              <a:t> </a:t>
            </a:r>
            <a:r>
              <a:rPr lang="en-US" sz="2800" dirty="0" err="1" smtClean="0"/>
              <a:t>amin’ny</a:t>
            </a:r>
            <a:r>
              <a:rPr lang="en-US" sz="2800" dirty="0" smtClean="0"/>
              <a:t>  </a:t>
            </a:r>
            <a:r>
              <a:rPr lang="en-US" sz="2800" dirty="0" err="1" smtClean="0"/>
              <a:t>saha</a:t>
            </a:r>
            <a:r>
              <a:rPr lang="en-US" sz="2800" dirty="0" smtClean="0"/>
              <a:t> </a:t>
            </a:r>
            <a:r>
              <a:rPr lang="en-US" sz="2800" dirty="0" err="1" smtClean="0"/>
              <a:t>misy</a:t>
            </a:r>
            <a:r>
              <a:rPr lang="en-US" sz="2800" dirty="0" smtClean="0"/>
              <a:t> </a:t>
            </a:r>
            <a:r>
              <a:rPr lang="en-US" sz="2800" dirty="0" err="1" smtClean="0"/>
              <a:t>anao</a:t>
            </a:r>
            <a:r>
              <a:rPr lang="en-US" sz="2800" dirty="0" smtClean="0"/>
              <a:t>.</a:t>
            </a:r>
            <a:endParaRPr lang="fr-FR" sz="2800" dirty="0" smtClean="0"/>
          </a:p>
          <a:p>
            <a:endParaRPr lang="fr-FR" sz="3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1026"/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8001000" cy="1143000"/>
          </a:xfrm>
        </p:spPr>
        <p:txBody>
          <a:bodyPr/>
          <a:lstStyle/>
          <a:p>
            <a:r>
              <a:rPr lang="en-US" dirty="0" err="1" smtClean="0"/>
              <a:t>Iraka</a:t>
            </a:r>
            <a:endParaRPr lang="en-US" dirty="0"/>
          </a:p>
        </p:txBody>
      </p:sp>
      <p:sp>
        <p:nvSpPr>
          <p:cNvPr id="48131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685800" y="914400"/>
            <a:ext cx="7772400" cy="2895600"/>
          </a:xfrm>
        </p:spPr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en-US" dirty="0" err="1" smtClean="0"/>
              <a:t>Hanome</a:t>
            </a:r>
            <a:r>
              <a:rPr lang="en-US" dirty="0" smtClean="0"/>
              <a:t>:</a:t>
            </a:r>
            <a:endParaRPr lang="en-US" dirty="0"/>
          </a:p>
          <a:p>
            <a:pPr>
              <a:lnSpc>
                <a:spcPct val="90000"/>
              </a:lnSpc>
            </a:pPr>
            <a:r>
              <a:rPr lang="en-US" dirty="0" err="1" smtClean="0"/>
              <a:t>Fandaharan’asa</a:t>
            </a:r>
            <a:r>
              <a:rPr lang="en-US" dirty="0" smtClean="0"/>
              <a:t> </a:t>
            </a:r>
            <a:r>
              <a:rPr lang="en-US" dirty="0" err="1" smtClean="0"/>
              <a:t>Fialam-boly</a:t>
            </a:r>
            <a:r>
              <a:rPr lang="en-US" dirty="0" smtClean="0"/>
              <a:t> </a:t>
            </a:r>
            <a:r>
              <a:rPr lang="en-US" dirty="0" err="1" smtClean="0"/>
              <a:t>sy</a:t>
            </a:r>
            <a:r>
              <a:rPr lang="en-US" dirty="0" smtClean="0"/>
              <a:t> </a:t>
            </a:r>
            <a:r>
              <a:rPr lang="en-US" dirty="0" err="1" smtClean="0"/>
              <a:t>ara-panahy</a:t>
            </a:r>
            <a:endParaRPr lang="en-US" dirty="0" smtClean="0"/>
          </a:p>
          <a:p>
            <a:pPr>
              <a:lnSpc>
                <a:spcPct val="90000"/>
              </a:lnSpc>
            </a:pPr>
            <a:r>
              <a:rPr lang="en-US" dirty="0" err="1" smtClean="0"/>
              <a:t>Ny</a:t>
            </a:r>
            <a:r>
              <a:rPr lang="en-US" dirty="0" smtClean="0"/>
              <a:t> </a:t>
            </a:r>
            <a:r>
              <a:rPr lang="en-US" dirty="0" err="1" smtClean="0"/>
              <a:t>Fiangonana</a:t>
            </a:r>
            <a:r>
              <a:rPr lang="en-US" dirty="0" smtClean="0"/>
              <a:t> no </a:t>
            </a:r>
            <a:r>
              <a:rPr lang="en-US" dirty="0" err="1" smtClean="0"/>
              <a:t>ivo</a:t>
            </a:r>
            <a:endParaRPr lang="en-US" dirty="0"/>
          </a:p>
          <a:p>
            <a:pPr>
              <a:lnSpc>
                <a:spcPct val="90000"/>
              </a:lnSpc>
            </a:pPr>
            <a:r>
              <a:rPr lang="en-US" dirty="0" smtClean="0"/>
              <a:t>Ho </a:t>
            </a:r>
            <a:r>
              <a:rPr lang="en-US" dirty="0" err="1" smtClean="0"/>
              <a:t>an’ny</a:t>
            </a:r>
            <a:r>
              <a:rPr lang="en-US" dirty="0" smtClean="0"/>
              <a:t> </a:t>
            </a:r>
            <a:r>
              <a:rPr lang="en-US" dirty="0" err="1" smtClean="0"/>
              <a:t>zazalahy</a:t>
            </a:r>
            <a:r>
              <a:rPr lang="en-US" dirty="0" smtClean="0"/>
              <a:t> </a:t>
            </a:r>
            <a:r>
              <a:rPr lang="en-US" dirty="0" err="1" smtClean="0"/>
              <a:t>sy</a:t>
            </a:r>
            <a:r>
              <a:rPr lang="en-US" dirty="0" smtClean="0"/>
              <a:t> </a:t>
            </a:r>
            <a:r>
              <a:rPr lang="en-US" dirty="0" err="1" smtClean="0"/>
              <a:t>zazavavy</a:t>
            </a:r>
            <a:endParaRPr lang="en-US" dirty="0"/>
          </a:p>
          <a:p>
            <a:pPr>
              <a:lnSpc>
                <a:spcPct val="90000"/>
              </a:lnSpc>
            </a:pPr>
            <a:r>
              <a:rPr lang="en-US" dirty="0" smtClean="0"/>
              <a:t>10-15 </a:t>
            </a:r>
            <a:r>
              <a:rPr lang="en-US" dirty="0" err="1" smtClean="0"/>
              <a:t>taona</a:t>
            </a:r>
            <a:endParaRPr lang="en-US" dirty="0"/>
          </a:p>
        </p:txBody>
      </p:sp>
      <p:sp>
        <p:nvSpPr>
          <p:cNvPr id="48132" name="Rectangle 1028"/>
          <p:cNvSpPr>
            <a:spLocks noChangeArrowheads="1"/>
          </p:cNvSpPr>
          <p:nvPr/>
        </p:nvSpPr>
        <p:spPr bwMode="auto">
          <a:xfrm>
            <a:off x="1524000" y="3810000"/>
            <a:ext cx="7239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</a:pPr>
            <a:endParaRPr lang="en-US" sz="3200" dirty="0">
              <a:effectLst>
                <a:outerShdw blurRad="38100" dist="38100" dir="2700000" algn="tl">
                  <a:srgbClr val="808080"/>
                </a:outerShdw>
              </a:effectLst>
              <a:latin typeface="Tahoma" pitchFamily="34" charset="0"/>
            </a:endParaRP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FontTx/>
              <a:buChar char="–"/>
            </a:pPr>
            <a:r>
              <a:rPr lang="en-US" sz="28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Izay</a:t>
            </a:r>
            <a:r>
              <a:rPr lang="en-US" sz="28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28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manolotra</a:t>
            </a:r>
            <a:r>
              <a:rPr lang="en-US" sz="28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28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hetsika</a:t>
            </a:r>
            <a:r>
              <a:rPr lang="en-US" sz="28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, </a:t>
            </a:r>
            <a:r>
              <a:rPr lang="en-US" sz="28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toa</a:t>
            </a:r>
            <a:r>
              <a:rPr lang="en-US" sz="28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28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kitoatoa</a:t>
            </a:r>
            <a:r>
              <a:rPr lang="en-US" sz="28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28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nefa</a:t>
            </a:r>
            <a:r>
              <a:rPr lang="en-US" sz="28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28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fihaikana</a:t>
            </a:r>
            <a:r>
              <a:rPr lang="en-US" sz="28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28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ary</a:t>
            </a:r>
            <a:r>
              <a:rPr lang="en-US" sz="28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28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hetsiky</a:t>
            </a:r>
            <a:r>
              <a:rPr lang="en-US" sz="28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28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ny</a:t>
            </a:r>
            <a:r>
              <a:rPr lang="en-US" sz="28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28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vondrona</a:t>
            </a:r>
            <a:r>
              <a:rPr lang="en-US" sz="28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28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izay</a:t>
            </a:r>
            <a:r>
              <a:rPr lang="en-US" sz="28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28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miteraka</a:t>
            </a:r>
            <a:r>
              <a:rPr lang="en-US" sz="28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toe-</a:t>
            </a:r>
            <a:r>
              <a:rPr lang="en-US" sz="28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tsain’ny</a:t>
            </a:r>
            <a:r>
              <a:rPr lang="en-US" sz="28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28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ekipa</a:t>
            </a:r>
            <a:r>
              <a:rPr lang="en-US" sz="28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28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sy</a:t>
            </a:r>
            <a:r>
              <a:rPr lang="en-US" sz="28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28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fahatokiana</a:t>
            </a:r>
            <a:r>
              <a:rPr lang="en-US" sz="28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28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amin’Andriamanitra</a:t>
            </a:r>
            <a:r>
              <a:rPr lang="en-US" sz="28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28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sy</a:t>
            </a:r>
            <a:r>
              <a:rPr lang="en-US" sz="28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28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ny</a:t>
            </a:r>
            <a:r>
              <a:rPr lang="en-US" sz="28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28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Fiangonana</a:t>
            </a:r>
            <a:endParaRPr lang="en-US" sz="2800" dirty="0">
              <a:effectLst>
                <a:outerShdw blurRad="38100" dist="38100" dir="2700000" algn="tl">
                  <a:srgbClr val="808080"/>
                </a:outerShdw>
              </a:effectLst>
              <a:latin typeface="Tahoma" pitchFamily="34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4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481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1" grpId="0" build="p" bldLvl="2" autoUpdateAnimBg="0"/>
      <p:bldP spid="48132" grpId="0" build="p" bldLvl="2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8001000" cy="1143000"/>
          </a:xfrm>
        </p:spPr>
        <p:txBody>
          <a:bodyPr/>
          <a:lstStyle/>
          <a:p>
            <a:r>
              <a:rPr lang="en-US" dirty="0" err="1" smtClean="0"/>
              <a:t>Marika</a:t>
            </a:r>
            <a:r>
              <a:rPr lang="en-US" dirty="0" smtClean="0"/>
              <a:t> </a:t>
            </a:r>
            <a:r>
              <a:rPr lang="en-US" dirty="0" err="1" smtClean="0"/>
              <a:t>famantarana</a:t>
            </a:r>
            <a:r>
              <a:rPr lang="en-US" dirty="0" smtClean="0"/>
              <a:t> </a:t>
            </a:r>
            <a:r>
              <a:rPr lang="en-US" dirty="0" err="1" smtClean="0"/>
              <a:t>ny</a:t>
            </a:r>
            <a:r>
              <a:rPr lang="en-US" dirty="0" smtClean="0"/>
              <a:t> </a:t>
            </a:r>
            <a:r>
              <a:rPr lang="en-US" dirty="0" err="1" smtClean="0"/>
              <a:t>Mpisavalalana</a:t>
            </a:r>
            <a:endParaRPr lang="en-US" dirty="0"/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1200" y="1600200"/>
            <a:ext cx="1143000" cy="533400"/>
          </a:xfrm>
        </p:spPr>
        <p:txBody>
          <a:bodyPr/>
          <a:lstStyle/>
          <a:p>
            <a:pPr>
              <a:buFontTx/>
              <a:buNone/>
            </a:pPr>
            <a:r>
              <a:rPr lang="en-US" sz="2400" b="1" dirty="0" smtClean="0"/>
              <a:t>Mena</a:t>
            </a:r>
            <a:endParaRPr lang="en-US" sz="2400" b="1" dirty="0"/>
          </a:p>
        </p:txBody>
      </p:sp>
      <p:sp>
        <p:nvSpPr>
          <p:cNvPr id="38926" name="Text Box 14"/>
          <p:cNvSpPr txBox="1">
            <a:spLocks noChangeArrowheads="1"/>
          </p:cNvSpPr>
          <p:nvPr/>
        </p:nvSpPr>
        <p:spPr bwMode="auto">
          <a:xfrm>
            <a:off x="685800" y="2209800"/>
            <a:ext cx="101983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b="1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Fotsy</a:t>
            </a:r>
            <a:endParaRPr lang="en-US" b="1" dirty="0">
              <a:effectLst>
                <a:outerShdw blurRad="38100" dist="38100" dir="2700000" algn="tl">
                  <a:srgbClr val="808080"/>
                </a:outerShdw>
              </a:effectLst>
              <a:latin typeface="Tahoma" pitchFamily="34" charset="0"/>
            </a:endParaRPr>
          </a:p>
        </p:txBody>
      </p:sp>
      <p:sp>
        <p:nvSpPr>
          <p:cNvPr id="38927" name="Text Box 15"/>
          <p:cNvSpPr txBox="1">
            <a:spLocks noChangeArrowheads="1"/>
          </p:cNvSpPr>
          <p:nvPr/>
        </p:nvSpPr>
        <p:spPr bwMode="auto">
          <a:xfrm>
            <a:off x="1905597" y="2895600"/>
            <a:ext cx="121860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b="1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Manga</a:t>
            </a:r>
            <a:endParaRPr lang="en-US" b="1" dirty="0">
              <a:effectLst>
                <a:outerShdw blurRad="38100" dist="38100" dir="2700000" algn="tl">
                  <a:srgbClr val="808080"/>
                </a:outerShdw>
              </a:effectLst>
              <a:latin typeface="Tahoma" pitchFamily="34" charset="0"/>
            </a:endParaRPr>
          </a:p>
        </p:txBody>
      </p:sp>
      <p:sp>
        <p:nvSpPr>
          <p:cNvPr id="38928" name="Text Box 16"/>
          <p:cNvSpPr txBox="1">
            <a:spLocks noChangeArrowheads="1"/>
          </p:cNvSpPr>
          <p:nvPr/>
        </p:nvSpPr>
        <p:spPr bwMode="auto">
          <a:xfrm>
            <a:off x="1905000" y="3886200"/>
            <a:ext cx="171874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b="1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Volamena</a:t>
            </a:r>
            <a:endParaRPr lang="en-US" b="1" dirty="0">
              <a:effectLst>
                <a:outerShdw blurRad="38100" dist="38100" dir="2700000" algn="tl">
                  <a:srgbClr val="808080"/>
                </a:outerShdw>
              </a:effectLst>
              <a:latin typeface="Tahoma" pitchFamily="34" charset="0"/>
            </a:endParaRPr>
          </a:p>
        </p:txBody>
      </p:sp>
      <p:pic>
        <p:nvPicPr>
          <p:cNvPr id="38916" name="Picture 4" descr="pathfinder triangle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81400" y="1219200"/>
            <a:ext cx="4578350" cy="4448175"/>
          </a:xfrm>
          <a:prstGeom prst="rect">
            <a:avLst/>
          </a:prstGeom>
          <a:noFill/>
        </p:spPr>
      </p:pic>
      <p:grpSp>
        <p:nvGrpSpPr>
          <p:cNvPr id="38936" name="Group 24"/>
          <p:cNvGrpSpPr>
            <a:grpSpLocks/>
          </p:cNvGrpSpPr>
          <p:nvPr/>
        </p:nvGrpSpPr>
        <p:grpSpPr bwMode="auto">
          <a:xfrm>
            <a:off x="1828800" y="1828800"/>
            <a:ext cx="3124200" cy="2286000"/>
            <a:chOff x="1152" y="1152"/>
            <a:chExt cx="1968" cy="1440"/>
          </a:xfrm>
        </p:grpSpPr>
        <p:sp>
          <p:nvSpPr>
            <p:cNvPr id="38919" name="Line 7"/>
            <p:cNvSpPr>
              <a:spLocks noChangeShapeType="1"/>
            </p:cNvSpPr>
            <p:nvPr/>
          </p:nvSpPr>
          <p:spPr bwMode="auto">
            <a:xfrm>
              <a:off x="1872" y="1152"/>
              <a:ext cx="768" cy="33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8925" name="Line 13"/>
            <p:cNvSpPr>
              <a:spLocks noChangeShapeType="1"/>
            </p:cNvSpPr>
            <p:nvPr/>
          </p:nvSpPr>
          <p:spPr bwMode="auto">
            <a:xfrm>
              <a:off x="1152" y="1584"/>
              <a:ext cx="1920" cy="24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8929" name="Line 17"/>
            <p:cNvSpPr>
              <a:spLocks noChangeShapeType="1"/>
            </p:cNvSpPr>
            <p:nvPr/>
          </p:nvSpPr>
          <p:spPr bwMode="auto">
            <a:xfrm>
              <a:off x="1824" y="1968"/>
              <a:ext cx="1248" cy="24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8930" name="Line 18"/>
            <p:cNvSpPr>
              <a:spLocks noChangeShapeType="1"/>
            </p:cNvSpPr>
            <p:nvPr/>
          </p:nvSpPr>
          <p:spPr bwMode="auto">
            <a:xfrm flipV="1">
              <a:off x="2256" y="2496"/>
              <a:ext cx="864" cy="9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38931" name="Rectangle 19"/>
          <p:cNvSpPr>
            <a:spLocks noChangeArrowheads="1"/>
          </p:cNvSpPr>
          <p:nvPr/>
        </p:nvSpPr>
        <p:spPr bwMode="auto">
          <a:xfrm>
            <a:off x="1905000" y="1981200"/>
            <a:ext cx="16002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accent1"/>
              </a:buClr>
            </a:pPr>
            <a:r>
              <a:rPr lang="en-US" b="1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Sorona</a:t>
            </a:r>
            <a:endParaRPr lang="en-US" b="1" dirty="0">
              <a:effectLst>
                <a:outerShdw blurRad="38100" dist="38100" dir="2700000" algn="tl">
                  <a:srgbClr val="808080"/>
                </a:outerShdw>
              </a:effectLst>
              <a:latin typeface="Tahoma" pitchFamily="34" charset="0"/>
            </a:endParaRPr>
          </a:p>
        </p:txBody>
      </p:sp>
      <p:sp>
        <p:nvSpPr>
          <p:cNvPr id="38932" name="Text Box 20"/>
          <p:cNvSpPr txBox="1">
            <a:spLocks noChangeArrowheads="1"/>
          </p:cNvSpPr>
          <p:nvPr/>
        </p:nvSpPr>
        <p:spPr bwMode="auto">
          <a:xfrm>
            <a:off x="722313" y="2590800"/>
            <a:ext cx="215155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b="1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Fahadiovana</a:t>
            </a:r>
            <a:endParaRPr lang="en-US" b="1" dirty="0">
              <a:effectLst>
                <a:outerShdw blurRad="38100" dist="38100" dir="2700000" algn="tl">
                  <a:srgbClr val="808080"/>
                </a:outerShdw>
              </a:effectLst>
              <a:latin typeface="Tahoma" pitchFamily="34" charset="0"/>
            </a:endParaRPr>
          </a:p>
        </p:txBody>
      </p:sp>
      <p:sp>
        <p:nvSpPr>
          <p:cNvPr id="38933" name="Text Box 21"/>
          <p:cNvSpPr txBox="1">
            <a:spLocks noChangeArrowheads="1"/>
          </p:cNvSpPr>
          <p:nvPr/>
        </p:nvSpPr>
        <p:spPr bwMode="auto">
          <a:xfrm>
            <a:off x="1898650" y="3276600"/>
            <a:ext cx="209384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b="1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Fahatokiana</a:t>
            </a:r>
            <a:endParaRPr lang="en-US" b="1" dirty="0">
              <a:effectLst>
                <a:outerShdw blurRad="38100" dist="38100" dir="2700000" algn="tl">
                  <a:srgbClr val="808080"/>
                </a:outerShdw>
              </a:effectLst>
              <a:latin typeface="Tahoma" pitchFamily="34" charset="0"/>
            </a:endParaRPr>
          </a:p>
        </p:txBody>
      </p:sp>
      <p:sp>
        <p:nvSpPr>
          <p:cNvPr id="38934" name="Text Box 22"/>
          <p:cNvSpPr txBox="1">
            <a:spLocks noChangeArrowheads="1"/>
          </p:cNvSpPr>
          <p:nvPr/>
        </p:nvSpPr>
        <p:spPr bwMode="auto">
          <a:xfrm>
            <a:off x="1905000" y="4267200"/>
            <a:ext cx="298671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b="1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Ny</a:t>
            </a:r>
            <a:r>
              <a:rPr lang="en-US" b="1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b="1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tsara</a:t>
            </a:r>
            <a:r>
              <a:rPr lang="en-US" b="1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b="1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indrindra</a:t>
            </a:r>
            <a:endParaRPr lang="en-US" b="1" dirty="0">
              <a:effectLst>
                <a:outerShdw blurRad="38100" dist="38100" dir="2700000" algn="tl">
                  <a:srgbClr val="808080"/>
                </a:outerShdw>
              </a:effectLst>
              <a:latin typeface="Tahoma" pitchFamily="34" charset="0"/>
            </a:endParaRPr>
          </a:p>
        </p:txBody>
      </p:sp>
    </p:spTree>
  </p:cSld>
  <p:clrMapOvr>
    <a:masterClrMapping/>
  </p:clrMapOvr>
  <p:transition spd="med"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389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38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38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389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389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389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389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389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389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5" grpId="0" build="p" autoUpdateAnimBg="0" advAuto="0"/>
      <p:bldP spid="38926" grpId="0" autoUpdateAnimBg="0"/>
      <p:bldP spid="38927" grpId="0" autoUpdateAnimBg="0"/>
      <p:bldP spid="38928" grpId="0" autoUpdateAnimBg="0"/>
      <p:bldP spid="38931" grpId="0" build="p" autoUpdateAnimBg="0"/>
      <p:bldP spid="38932" grpId="0" autoUpdateAnimBg="0"/>
      <p:bldP spid="38933" grpId="0" autoUpdateAnimBg="0"/>
      <p:bldP spid="38934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3352800" cy="1143000"/>
          </a:xfrm>
        </p:spPr>
        <p:txBody>
          <a:bodyPr/>
          <a:lstStyle/>
          <a:p>
            <a:r>
              <a:rPr lang="en-US" sz="2800" dirty="0" err="1" smtClean="0"/>
              <a:t>Marika</a:t>
            </a:r>
            <a:r>
              <a:rPr lang="en-US" sz="2800" dirty="0" smtClean="0"/>
              <a:t> </a:t>
            </a:r>
            <a:r>
              <a:rPr lang="en-US" sz="2800" dirty="0" err="1" smtClean="0"/>
              <a:t>famantarana</a:t>
            </a:r>
            <a:r>
              <a:rPr lang="en-US" sz="2800" dirty="0" smtClean="0"/>
              <a:t> </a:t>
            </a:r>
            <a:r>
              <a:rPr lang="en-US" sz="2800" dirty="0" err="1" smtClean="0"/>
              <a:t>ny</a:t>
            </a:r>
            <a:r>
              <a:rPr lang="en-US" sz="2800" dirty="0" smtClean="0"/>
              <a:t> </a:t>
            </a:r>
            <a:r>
              <a:rPr lang="en-US" sz="2800" dirty="0" err="1" smtClean="0"/>
              <a:t>Mpisavalalana</a:t>
            </a:r>
            <a:endParaRPr lang="en-US" sz="2800" dirty="0"/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733800" y="685800"/>
            <a:ext cx="1981200" cy="457200"/>
          </a:xfrm>
        </p:spPr>
        <p:txBody>
          <a:bodyPr/>
          <a:lstStyle/>
          <a:p>
            <a:pPr>
              <a:buFontTx/>
              <a:buNone/>
            </a:pPr>
            <a:r>
              <a:rPr lang="en-US" sz="2400" b="1" dirty="0" err="1" smtClean="0"/>
              <a:t>Telolafy</a:t>
            </a:r>
            <a:r>
              <a:rPr lang="en-US" sz="2400" b="1" dirty="0" smtClean="0"/>
              <a:t> </a:t>
            </a:r>
            <a:endParaRPr lang="en-US" sz="2400" b="1" dirty="0"/>
          </a:p>
        </p:txBody>
      </p:sp>
      <p:pic>
        <p:nvPicPr>
          <p:cNvPr id="39940" name="Picture 4" descr="pathfinder triangle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05200" y="1295400"/>
            <a:ext cx="4578350" cy="4448175"/>
          </a:xfrm>
          <a:prstGeom prst="rect">
            <a:avLst/>
          </a:prstGeom>
          <a:noFill/>
        </p:spPr>
      </p:pic>
      <p:grpSp>
        <p:nvGrpSpPr>
          <p:cNvPr id="39958" name="Group 22"/>
          <p:cNvGrpSpPr>
            <a:grpSpLocks/>
          </p:cNvGrpSpPr>
          <p:nvPr/>
        </p:nvGrpSpPr>
        <p:grpSpPr bwMode="auto">
          <a:xfrm>
            <a:off x="3048000" y="1066800"/>
            <a:ext cx="4114800" cy="3276600"/>
            <a:chOff x="1920" y="672"/>
            <a:chExt cx="2592" cy="2064"/>
          </a:xfrm>
        </p:grpSpPr>
        <p:sp>
          <p:nvSpPr>
            <p:cNvPr id="39942" name="Line 6"/>
            <p:cNvSpPr>
              <a:spLocks noChangeShapeType="1"/>
            </p:cNvSpPr>
            <p:nvPr/>
          </p:nvSpPr>
          <p:spPr bwMode="auto">
            <a:xfrm>
              <a:off x="3600" y="672"/>
              <a:ext cx="912" cy="1344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9946" name="Line 10"/>
            <p:cNvSpPr>
              <a:spLocks noChangeShapeType="1"/>
            </p:cNvSpPr>
            <p:nvPr/>
          </p:nvSpPr>
          <p:spPr bwMode="auto">
            <a:xfrm>
              <a:off x="1920" y="1920"/>
              <a:ext cx="1104" cy="9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9947" name="Line 11"/>
            <p:cNvSpPr>
              <a:spLocks noChangeShapeType="1"/>
            </p:cNvSpPr>
            <p:nvPr/>
          </p:nvSpPr>
          <p:spPr bwMode="auto">
            <a:xfrm flipV="1">
              <a:off x="2352" y="2256"/>
              <a:ext cx="768" cy="48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9949" name="Line 13"/>
            <p:cNvSpPr>
              <a:spLocks noChangeShapeType="1"/>
            </p:cNvSpPr>
            <p:nvPr/>
          </p:nvSpPr>
          <p:spPr bwMode="auto">
            <a:xfrm>
              <a:off x="3552" y="672"/>
              <a:ext cx="0" cy="14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9950" name="Line 14"/>
            <p:cNvSpPr>
              <a:spLocks noChangeShapeType="1"/>
            </p:cNvSpPr>
            <p:nvPr/>
          </p:nvSpPr>
          <p:spPr bwMode="auto">
            <a:xfrm flipH="1">
              <a:off x="2784" y="672"/>
              <a:ext cx="720" cy="120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39951" name="Rectangle 15"/>
          <p:cNvSpPr>
            <a:spLocks noChangeArrowheads="1"/>
          </p:cNvSpPr>
          <p:nvPr/>
        </p:nvSpPr>
        <p:spPr bwMode="auto">
          <a:xfrm>
            <a:off x="1524000" y="27432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accent1"/>
              </a:buClr>
            </a:pPr>
            <a:r>
              <a:rPr lang="en-US" b="1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Ampinga</a:t>
            </a:r>
            <a:endParaRPr lang="en-US" b="1" dirty="0">
              <a:effectLst>
                <a:outerShdw blurRad="38100" dist="38100" dir="2700000" algn="tl">
                  <a:srgbClr val="808080"/>
                </a:outerShdw>
              </a:effectLst>
              <a:latin typeface="Tahoma" pitchFamily="34" charset="0"/>
            </a:endParaRPr>
          </a:p>
        </p:txBody>
      </p:sp>
      <p:sp>
        <p:nvSpPr>
          <p:cNvPr id="39952" name="Rectangle 16"/>
          <p:cNvSpPr>
            <a:spLocks noChangeArrowheads="1"/>
          </p:cNvSpPr>
          <p:nvPr/>
        </p:nvSpPr>
        <p:spPr bwMode="auto">
          <a:xfrm>
            <a:off x="2438400" y="4114800"/>
            <a:ext cx="1676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accent1"/>
              </a:buClr>
            </a:pPr>
            <a:r>
              <a:rPr lang="en-US" b="1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Sabatra</a:t>
            </a:r>
            <a:endParaRPr lang="en-US" b="1" dirty="0">
              <a:effectLst>
                <a:outerShdw blurRad="38100" dist="38100" dir="2700000" algn="tl">
                  <a:srgbClr val="808080"/>
                </a:outerShdw>
              </a:effectLst>
              <a:latin typeface="Tahoma" pitchFamily="34" charset="0"/>
            </a:endParaRPr>
          </a:p>
        </p:txBody>
      </p:sp>
      <p:sp>
        <p:nvSpPr>
          <p:cNvPr id="39954" name="Rectangle 18"/>
          <p:cNvSpPr>
            <a:spLocks noChangeArrowheads="1"/>
          </p:cNvSpPr>
          <p:nvPr/>
        </p:nvSpPr>
        <p:spPr bwMode="auto">
          <a:xfrm>
            <a:off x="5468938" y="701675"/>
            <a:ext cx="279876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 algn="ctr">
              <a:spcBef>
                <a:spcPct val="20000"/>
              </a:spcBef>
              <a:buClr>
                <a:schemeClr val="accent1"/>
              </a:buClr>
            </a:pPr>
            <a:r>
              <a:rPr lang="en-US" b="1" dirty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– </a:t>
            </a:r>
            <a:r>
              <a:rPr lang="en-US" b="1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Fahafenoana</a:t>
            </a:r>
            <a:endParaRPr lang="en-US" b="1" dirty="0">
              <a:effectLst>
                <a:outerShdw blurRad="38100" dist="38100" dir="2700000" algn="tl">
                  <a:srgbClr val="808080"/>
                </a:outerShdw>
              </a:effectLst>
              <a:latin typeface="Tahoma" pitchFamily="34" charset="0"/>
            </a:endParaRPr>
          </a:p>
        </p:txBody>
      </p:sp>
      <p:sp>
        <p:nvSpPr>
          <p:cNvPr id="39955" name="Rectangle 19"/>
          <p:cNvSpPr>
            <a:spLocks noChangeArrowheads="1"/>
          </p:cNvSpPr>
          <p:nvPr/>
        </p:nvSpPr>
        <p:spPr bwMode="auto">
          <a:xfrm>
            <a:off x="1905000" y="3200400"/>
            <a:ext cx="2362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accent1"/>
              </a:buClr>
            </a:pPr>
            <a:r>
              <a:rPr lang="en-US" b="1" dirty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– </a:t>
            </a:r>
            <a:r>
              <a:rPr lang="en-US" b="1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Fiarovana</a:t>
            </a:r>
            <a:endParaRPr lang="en-US" b="1" dirty="0">
              <a:effectLst>
                <a:outerShdw blurRad="38100" dist="38100" dir="2700000" algn="tl">
                  <a:srgbClr val="808080"/>
                </a:outerShdw>
              </a:effectLst>
              <a:latin typeface="Tahoma" pitchFamily="34" charset="0"/>
            </a:endParaRPr>
          </a:p>
        </p:txBody>
      </p:sp>
      <p:sp>
        <p:nvSpPr>
          <p:cNvPr id="39956" name="Rectangle 20"/>
          <p:cNvSpPr>
            <a:spLocks noChangeArrowheads="1"/>
          </p:cNvSpPr>
          <p:nvPr/>
        </p:nvSpPr>
        <p:spPr bwMode="auto">
          <a:xfrm>
            <a:off x="2667000" y="4495800"/>
            <a:ext cx="1676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accent1"/>
              </a:buClr>
            </a:pPr>
            <a:r>
              <a:rPr lang="en-US" b="1" dirty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– </a:t>
            </a:r>
            <a:r>
              <a:rPr lang="en-US" b="1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Baiboly</a:t>
            </a:r>
            <a:endParaRPr lang="en-US" b="1" dirty="0">
              <a:effectLst>
                <a:outerShdw blurRad="38100" dist="38100" dir="2700000" algn="tl">
                  <a:srgbClr val="808080"/>
                </a:outerShdw>
              </a:effectLst>
              <a:latin typeface="Tahoma" pitchFamily="34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399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39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39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399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399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399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399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39" grpId="0" build="p" autoUpdateAnimBg="0" advAuto="0"/>
      <p:bldP spid="39951" grpId="0" autoUpdateAnimBg="0"/>
      <p:bldP spid="39952" grpId="0" autoUpdateAnimBg="0"/>
      <p:bldP spid="39954" grpId="0" build="p" autoUpdateAnimBg="0"/>
      <p:bldP spid="39955" grpId="0" autoUpdateAnimBg="0"/>
      <p:bldP spid="39956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8001000" cy="1143000"/>
          </a:xfrm>
        </p:spPr>
        <p:txBody>
          <a:bodyPr/>
          <a:lstStyle/>
          <a:p>
            <a:pPr algn="ctr"/>
            <a:r>
              <a:rPr lang="en-US" dirty="0" err="1" smtClean="0"/>
              <a:t>Ny</a:t>
            </a:r>
            <a:r>
              <a:rPr lang="en-US" dirty="0" smtClean="0"/>
              <a:t> </a:t>
            </a:r>
            <a:r>
              <a:rPr lang="en-US" dirty="0" err="1" smtClean="0"/>
              <a:t>fitarihana</a:t>
            </a:r>
            <a:r>
              <a:rPr lang="en-US" dirty="0" smtClean="0"/>
              <a:t> </a:t>
            </a:r>
            <a:r>
              <a:rPr lang="en-US" dirty="0" err="1" smtClean="0"/>
              <a:t>ny</a:t>
            </a:r>
            <a:r>
              <a:rPr lang="en-US" dirty="0" smtClean="0"/>
              <a:t> </a:t>
            </a:r>
            <a:r>
              <a:rPr lang="en-US" dirty="0" err="1" smtClean="0"/>
              <a:t>Mpisavalalana</a:t>
            </a:r>
            <a:r>
              <a:rPr lang="en-US" dirty="0" smtClean="0"/>
              <a:t> @ </a:t>
            </a:r>
            <a:r>
              <a:rPr lang="en-US" dirty="0" err="1" smtClean="0"/>
              <a:t>maha-asa</a:t>
            </a:r>
            <a:r>
              <a:rPr lang="en-US" dirty="0" smtClean="0"/>
              <a:t> </a:t>
            </a:r>
            <a:r>
              <a:rPr lang="en-US" dirty="0" err="1" smtClean="0"/>
              <a:t>Fanompoana</a:t>
            </a:r>
            <a:endParaRPr lang="en-US" dirty="0"/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76400"/>
            <a:ext cx="8077200" cy="4267200"/>
          </a:xfrm>
        </p:spPr>
        <p:txBody>
          <a:bodyPr/>
          <a:lstStyle/>
          <a:p>
            <a:r>
              <a:rPr lang="en-US" dirty="0" err="1" smtClean="0"/>
              <a:t>Tsy</a:t>
            </a:r>
            <a:r>
              <a:rPr lang="en-US" dirty="0" smtClean="0"/>
              <a:t> </a:t>
            </a:r>
            <a:r>
              <a:rPr lang="en-US" dirty="0" err="1" smtClean="0"/>
              <a:t>fampilalaovana</a:t>
            </a:r>
            <a:endParaRPr lang="en-US" dirty="0"/>
          </a:p>
          <a:p>
            <a:r>
              <a:rPr lang="en-US" dirty="0" err="1" smtClean="0"/>
              <a:t>Tsy</a:t>
            </a:r>
            <a:r>
              <a:rPr lang="en-US" dirty="0" smtClean="0"/>
              <a:t> </a:t>
            </a:r>
            <a:r>
              <a:rPr lang="en-US" dirty="0" err="1" smtClean="0"/>
              <a:t>fiandrasan-jaza</a:t>
            </a:r>
            <a:r>
              <a:rPr lang="en-US" dirty="0" smtClean="0"/>
              <a:t> ho </a:t>
            </a:r>
            <a:r>
              <a:rPr lang="en-US" dirty="0" err="1" smtClean="0"/>
              <a:t>an’ny</a:t>
            </a:r>
            <a:r>
              <a:rPr lang="en-US" dirty="0" smtClean="0"/>
              <a:t> RAD</a:t>
            </a:r>
            <a:endParaRPr lang="en-US" dirty="0"/>
          </a:p>
          <a:p>
            <a:r>
              <a:rPr lang="en-US" dirty="0" err="1" smtClean="0"/>
              <a:t>Tsy</a:t>
            </a:r>
            <a:r>
              <a:rPr lang="en-US" dirty="0" smtClean="0"/>
              <a:t> </a:t>
            </a:r>
            <a:r>
              <a:rPr lang="en-US" dirty="0" err="1" smtClean="0"/>
              <a:t>vondrona</a:t>
            </a:r>
            <a:r>
              <a:rPr lang="en-US" dirty="0" smtClean="0"/>
              <a:t> </a:t>
            </a:r>
            <a:r>
              <a:rPr lang="en-US" dirty="0" err="1" smtClean="0"/>
              <a:t>tanora</a:t>
            </a:r>
            <a:r>
              <a:rPr lang="en-US" dirty="0" smtClean="0"/>
              <a:t> </a:t>
            </a:r>
            <a:r>
              <a:rPr lang="en-US" dirty="0" err="1" smtClean="0"/>
              <a:t>hafa</a:t>
            </a:r>
            <a:r>
              <a:rPr lang="en-US" dirty="0" smtClean="0"/>
              <a:t> </a:t>
            </a:r>
            <a:r>
              <a:rPr lang="en-US" dirty="0" err="1" smtClean="0"/>
              <a:t>fotsiny</a:t>
            </a:r>
            <a:endParaRPr lang="en-US" dirty="0"/>
          </a:p>
          <a:p>
            <a:r>
              <a:rPr lang="en-US" dirty="0" err="1" smtClean="0"/>
              <a:t>Tsy</a:t>
            </a:r>
            <a:r>
              <a:rPr lang="en-US" dirty="0" smtClean="0"/>
              <a:t> hoe </a:t>
            </a:r>
            <a:r>
              <a:rPr lang="en-US" dirty="0" err="1" smtClean="0"/>
              <a:t>fihetsiketsehana</a:t>
            </a:r>
            <a:r>
              <a:rPr lang="en-US" dirty="0" smtClean="0"/>
              <a:t> </a:t>
            </a:r>
            <a:r>
              <a:rPr lang="en-US" dirty="0" err="1" smtClean="0"/>
              <a:t>ankalamanjana</a:t>
            </a:r>
            <a:r>
              <a:rPr lang="en-US" dirty="0" smtClean="0"/>
              <a:t> </a:t>
            </a:r>
            <a:r>
              <a:rPr lang="en-US" dirty="0" err="1" smtClean="0"/>
              <a:t>fotsiny</a:t>
            </a:r>
            <a:endParaRPr lang="en-US" dirty="0"/>
          </a:p>
          <a:p>
            <a:pPr algn="ctr">
              <a:buFontTx/>
              <a:buNone/>
            </a:pPr>
            <a:r>
              <a:rPr lang="en-US" dirty="0"/>
              <a:t>			</a:t>
            </a:r>
            <a:r>
              <a:rPr lang="en-US" dirty="0" smtClean="0"/>
              <a:t>KOA INONA ARY NY MPISAVALALANA?</a:t>
            </a:r>
            <a:endParaRPr lang="en-US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0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0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0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40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409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3" grpId="0" build="p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8001000" cy="762000"/>
          </a:xfrm>
        </p:spPr>
        <p:txBody>
          <a:bodyPr/>
          <a:lstStyle/>
          <a:p>
            <a:pPr algn="ctr"/>
            <a:r>
              <a:rPr lang="en-US" sz="2800" dirty="0" err="1" smtClean="0">
                <a:solidFill>
                  <a:srgbClr val="00B0F0"/>
                </a:solidFill>
              </a:rPr>
              <a:t>Ny</a:t>
            </a:r>
            <a:r>
              <a:rPr lang="en-US" sz="2800" dirty="0" smtClean="0">
                <a:solidFill>
                  <a:srgbClr val="00B0F0"/>
                </a:solidFill>
              </a:rPr>
              <a:t> </a:t>
            </a:r>
            <a:r>
              <a:rPr lang="en-US" sz="2800" dirty="0" err="1" smtClean="0">
                <a:solidFill>
                  <a:srgbClr val="00B0F0"/>
                </a:solidFill>
              </a:rPr>
              <a:t>fitarihana</a:t>
            </a:r>
            <a:r>
              <a:rPr lang="en-US" sz="2800" dirty="0" smtClean="0">
                <a:solidFill>
                  <a:srgbClr val="00B0F0"/>
                </a:solidFill>
              </a:rPr>
              <a:t> </a:t>
            </a:r>
            <a:r>
              <a:rPr lang="en-US" sz="2800" dirty="0" err="1" smtClean="0">
                <a:solidFill>
                  <a:srgbClr val="00B0F0"/>
                </a:solidFill>
              </a:rPr>
              <a:t>ny</a:t>
            </a:r>
            <a:r>
              <a:rPr lang="en-US" sz="2800" dirty="0" smtClean="0">
                <a:solidFill>
                  <a:srgbClr val="00B0F0"/>
                </a:solidFill>
              </a:rPr>
              <a:t> </a:t>
            </a:r>
            <a:r>
              <a:rPr lang="en-US" sz="2800" dirty="0" err="1" smtClean="0">
                <a:solidFill>
                  <a:srgbClr val="00B0F0"/>
                </a:solidFill>
              </a:rPr>
              <a:t>Mpisavalalana</a:t>
            </a:r>
            <a:r>
              <a:rPr lang="en-US" sz="2800" dirty="0" smtClean="0">
                <a:solidFill>
                  <a:srgbClr val="00B0F0"/>
                </a:solidFill>
              </a:rPr>
              <a:t> -</a:t>
            </a:r>
            <a:r>
              <a:rPr lang="en-US" sz="2800" dirty="0" err="1" smtClean="0">
                <a:solidFill>
                  <a:srgbClr val="00B0F0"/>
                </a:solidFill>
              </a:rPr>
              <a:t>asa</a:t>
            </a:r>
            <a:r>
              <a:rPr lang="en-US" sz="2800" dirty="0" smtClean="0">
                <a:solidFill>
                  <a:srgbClr val="00B0F0"/>
                </a:solidFill>
              </a:rPr>
              <a:t> </a:t>
            </a:r>
            <a:r>
              <a:rPr lang="en-US" sz="2800" dirty="0" err="1" smtClean="0">
                <a:solidFill>
                  <a:srgbClr val="00B0F0"/>
                </a:solidFill>
              </a:rPr>
              <a:t>Fanompoana</a:t>
            </a:r>
            <a:endParaRPr lang="en-US" sz="2800" dirty="0">
              <a:solidFill>
                <a:srgbClr val="00B0F0"/>
              </a:solidFill>
            </a:endParaRPr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838200"/>
            <a:ext cx="8077200" cy="2743200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en-US" sz="2800" dirty="0" err="1" smtClean="0"/>
              <a:t>Ara-panahy</a:t>
            </a:r>
            <a:r>
              <a:rPr lang="en-US" sz="2800" dirty="0" smtClean="0"/>
              <a:t> no </a:t>
            </a:r>
            <a:r>
              <a:rPr lang="en-US" sz="2800" dirty="0" err="1" smtClean="0"/>
              <a:t>votoatiny</a:t>
            </a:r>
            <a:endParaRPr lang="en-US" sz="2800" dirty="0"/>
          </a:p>
          <a:p>
            <a:pPr lvl="1">
              <a:spcBef>
                <a:spcPts val="0"/>
              </a:spcBef>
            </a:pPr>
            <a:r>
              <a:rPr lang="en-US" sz="2400" dirty="0" err="1" smtClean="0"/>
              <a:t>Natao</a:t>
            </a:r>
            <a:r>
              <a:rPr lang="en-US" sz="2400" dirty="0" smtClean="0"/>
              <a:t> </a:t>
            </a:r>
            <a:r>
              <a:rPr lang="en-US" sz="2400" dirty="0" err="1" smtClean="0"/>
              <a:t>hitarihana</a:t>
            </a:r>
            <a:r>
              <a:rPr lang="en-US" sz="2400" dirty="0" smtClean="0"/>
              <a:t> </a:t>
            </a:r>
            <a:r>
              <a:rPr lang="en-US" sz="2400" dirty="0" err="1" smtClean="0"/>
              <a:t>ireo</a:t>
            </a:r>
            <a:r>
              <a:rPr lang="en-US" sz="2400" dirty="0" smtClean="0"/>
              <a:t> </a:t>
            </a:r>
            <a:r>
              <a:rPr lang="en-US" sz="2400" dirty="0" err="1" smtClean="0"/>
              <a:t>mpikambana</a:t>
            </a:r>
            <a:r>
              <a:rPr lang="en-US" sz="2400" dirty="0" smtClean="0"/>
              <a:t> ho </a:t>
            </a:r>
            <a:r>
              <a:rPr lang="en-US" sz="2400" dirty="0" err="1" smtClean="0"/>
              <a:t>amin’ny</a:t>
            </a:r>
            <a:r>
              <a:rPr lang="en-US" sz="2400" dirty="0" smtClean="0"/>
              <a:t> </a:t>
            </a:r>
            <a:r>
              <a:rPr lang="en-US" sz="2400" dirty="0" err="1" smtClean="0"/>
              <a:t>fifandraisana</a:t>
            </a:r>
            <a:r>
              <a:rPr lang="en-US" sz="2400" dirty="0" smtClean="0"/>
              <a:t> </a:t>
            </a:r>
            <a:r>
              <a:rPr lang="en-US" sz="2400" dirty="0" err="1" smtClean="0"/>
              <a:t>mitombo</a:t>
            </a:r>
            <a:r>
              <a:rPr lang="en-US" sz="2400" dirty="0" smtClean="0"/>
              <a:t> </a:t>
            </a:r>
            <a:r>
              <a:rPr lang="en-US" sz="2400" dirty="0" err="1" smtClean="0"/>
              <a:t>sy</a:t>
            </a:r>
            <a:r>
              <a:rPr lang="en-US" sz="2400" dirty="0" smtClean="0"/>
              <a:t> </a:t>
            </a:r>
            <a:r>
              <a:rPr lang="en-US" sz="2400" dirty="0" err="1" smtClean="0"/>
              <a:t>manavotra</a:t>
            </a:r>
            <a:r>
              <a:rPr lang="en-US" sz="2400" dirty="0" smtClean="0"/>
              <a:t> </a:t>
            </a:r>
            <a:r>
              <a:rPr lang="en-US" sz="2400" dirty="0" err="1" smtClean="0"/>
              <a:t>amin</a:t>
            </a:r>
            <a:r>
              <a:rPr lang="en-US" sz="2400" dirty="0" smtClean="0"/>
              <a:t>’ </a:t>
            </a:r>
            <a:r>
              <a:rPr lang="en-US" sz="2400" dirty="0" err="1" smtClean="0"/>
              <a:t>Andriamanitra</a:t>
            </a:r>
            <a:endParaRPr lang="en-US" sz="2400" dirty="0"/>
          </a:p>
          <a:p>
            <a:pPr>
              <a:spcBef>
                <a:spcPts val="0"/>
              </a:spcBef>
            </a:pPr>
            <a:r>
              <a:rPr lang="en-US" sz="2800" dirty="0" err="1" smtClean="0"/>
              <a:t>Mifototra</a:t>
            </a:r>
            <a:r>
              <a:rPr lang="en-US" sz="2800" dirty="0" smtClean="0"/>
              <a:t> </a:t>
            </a:r>
            <a:r>
              <a:rPr lang="en-US" sz="2800" dirty="0" err="1" smtClean="0"/>
              <a:t>amin’ny</a:t>
            </a:r>
            <a:r>
              <a:rPr lang="en-US" sz="2800" dirty="0" smtClean="0"/>
              <a:t> </a:t>
            </a:r>
            <a:r>
              <a:rPr lang="en-US" sz="2800" dirty="0" err="1" smtClean="0"/>
              <a:t>fanandramana</a:t>
            </a:r>
            <a:endParaRPr lang="en-US" sz="2800" dirty="0"/>
          </a:p>
          <a:p>
            <a:pPr lvl="1">
              <a:spcBef>
                <a:spcPts val="0"/>
              </a:spcBef>
            </a:pPr>
            <a:r>
              <a:rPr lang="en-US" sz="2400" dirty="0" err="1" smtClean="0"/>
              <a:t>Nalamina</a:t>
            </a:r>
            <a:r>
              <a:rPr lang="en-US" sz="2400" dirty="0" smtClean="0"/>
              <a:t> </a:t>
            </a:r>
            <a:r>
              <a:rPr lang="en-US" sz="2400" dirty="0" err="1" smtClean="0"/>
              <a:t>sy</a:t>
            </a:r>
            <a:r>
              <a:rPr lang="en-US" sz="2400" dirty="0" smtClean="0"/>
              <a:t> </a:t>
            </a:r>
            <a:r>
              <a:rPr lang="en-US" sz="2400" dirty="0" err="1" smtClean="0"/>
              <a:t>tarihana</a:t>
            </a:r>
            <a:r>
              <a:rPr lang="en-US" sz="2400" dirty="0" smtClean="0"/>
              <a:t> </a:t>
            </a:r>
            <a:r>
              <a:rPr lang="en-US" sz="2400" dirty="0" err="1" smtClean="0"/>
              <a:t>mba</a:t>
            </a:r>
            <a:r>
              <a:rPr lang="en-US" sz="2400" dirty="0" smtClean="0"/>
              <a:t> </a:t>
            </a:r>
            <a:r>
              <a:rPr lang="en-US" sz="2400" dirty="0" err="1" smtClean="0"/>
              <a:t>hanorina</a:t>
            </a:r>
            <a:r>
              <a:rPr lang="en-US" sz="2400" dirty="0" smtClean="0"/>
              <a:t> </a:t>
            </a:r>
            <a:r>
              <a:rPr lang="en-US" sz="2400" dirty="0" err="1" smtClean="0"/>
              <a:t>ireo</a:t>
            </a:r>
            <a:r>
              <a:rPr lang="en-US" sz="2400" dirty="0" smtClean="0"/>
              <a:t> </a:t>
            </a:r>
            <a:r>
              <a:rPr lang="en-US" sz="2400" dirty="0" err="1" smtClean="0"/>
              <a:t>mpikambana</a:t>
            </a:r>
            <a:r>
              <a:rPr lang="en-US" sz="2400" dirty="0" smtClean="0"/>
              <a:t> ho </a:t>
            </a:r>
            <a:r>
              <a:rPr lang="en-US" sz="2400" dirty="0" err="1" smtClean="0"/>
              <a:t>tompon’andraikitra</a:t>
            </a:r>
            <a:r>
              <a:rPr lang="en-US" sz="2400" dirty="0" smtClean="0"/>
              <a:t>, </a:t>
            </a:r>
            <a:r>
              <a:rPr lang="en-US" sz="2400" dirty="0" err="1" smtClean="0"/>
              <a:t>matotra</a:t>
            </a:r>
            <a:r>
              <a:rPr lang="en-US" sz="2400" dirty="0" smtClean="0"/>
              <a:t> </a:t>
            </a:r>
            <a:r>
              <a:rPr lang="en-US" sz="2400" dirty="0" err="1" smtClean="0"/>
              <a:t>izay</a:t>
            </a:r>
            <a:r>
              <a:rPr lang="en-US" sz="2400" dirty="0" smtClean="0"/>
              <a:t> </a:t>
            </a:r>
            <a:r>
              <a:rPr lang="en-US" sz="2400" dirty="0" err="1" smtClean="0"/>
              <a:t>mandray</a:t>
            </a:r>
            <a:r>
              <a:rPr lang="en-US" sz="2400" dirty="0" smtClean="0"/>
              <a:t> </a:t>
            </a:r>
            <a:r>
              <a:rPr lang="en-US" sz="2400" dirty="0" err="1" smtClean="0"/>
              <a:t>anjara</a:t>
            </a:r>
            <a:r>
              <a:rPr lang="en-US" sz="2400" dirty="0" smtClean="0"/>
              <a:t> </a:t>
            </a:r>
            <a:r>
              <a:rPr lang="en-US" sz="2400" dirty="0" err="1" smtClean="0"/>
              <a:t>ao</a:t>
            </a:r>
            <a:r>
              <a:rPr lang="en-US" sz="2400" dirty="0" smtClean="0"/>
              <a:t> @ </a:t>
            </a:r>
            <a:r>
              <a:rPr lang="en-US" sz="2400" dirty="0" err="1" smtClean="0"/>
              <a:t>fianakaviany</a:t>
            </a:r>
            <a:r>
              <a:rPr lang="en-US" sz="2400" dirty="0" smtClean="0"/>
              <a:t>, </a:t>
            </a:r>
            <a:r>
              <a:rPr lang="en-US" sz="2400" dirty="0" err="1" smtClean="0"/>
              <a:t>fiangonanany</a:t>
            </a:r>
            <a:r>
              <a:rPr lang="en-US" sz="2400" dirty="0" smtClean="0"/>
              <a:t> </a:t>
            </a:r>
            <a:r>
              <a:rPr lang="en-US" sz="2400" dirty="0" err="1" smtClean="0"/>
              <a:t>ary</a:t>
            </a:r>
            <a:r>
              <a:rPr lang="en-US" sz="2400" dirty="0" smtClean="0"/>
              <a:t> </a:t>
            </a:r>
            <a:r>
              <a:rPr lang="en-US" sz="2400" dirty="0" err="1" smtClean="0"/>
              <a:t>ny</a:t>
            </a:r>
            <a:r>
              <a:rPr lang="en-US" sz="2400" dirty="0" smtClean="0"/>
              <a:t> </a:t>
            </a:r>
            <a:r>
              <a:rPr lang="en-US" sz="2400" dirty="0" err="1" smtClean="0"/>
              <a:t>tontolony</a:t>
            </a:r>
            <a:endParaRPr lang="en-US" sz="2400" dirty="0"/>
          </a:p>
        </p:txBody>
      </p:sp>
      <p:sp>
        <p:nvSpPr>
          <p:cNvPr id="49156" name="Rectangle 4"/>
          <p:cNvSpPr>
            <a:spLocks noChangeArrowheads="1"/>
          </p:cNvSpPr>
          <p:nvPr/>
        </p:nvSpPr>
        <p:spPr bwMode="auto">
          <a:xfrm>
            <a:off x="1828800" y="4343400"/>
            <a:ext cx="6934200" cy="1843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FontTx/>
              <a:buChar char="•"/>
            </a:pPr>
            <a:r>
              <a:rPr lang="en-US" sz="28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Mifantoka</a:t>
            </a:r>
            <a:r>
              <a:rPr lang="en-US" sz="28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28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amin’ny</a:t>
            </a:r>
            <a:r>
              <a:rPr lang="en-US" sz="28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28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hafa</a:t>
            </a:r>
            <a:endParaRPr lang="en-US" sz="2800" dirty="0">
              <a:effectLst>
                <a:outerShdw blurRad="38100" dist="38100" dir="2700000" algn="tl">
                  <a:srgbClr val="808080"/>
                </a:outerShdw>
              </a:effectLst>
              <a:latin typeface="Tahoma" pitchFamily="34" charset="0"/>
            </a:endParaRP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FontTx/>
              <a:buChar char="–"/>
            </a:pPr>
            <a:r>
              <a:rPr lang="en-US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Namboarina</a:t>
            </a:r>
            <a:r>
              <a:rPr lang="en-US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mba</a:t>
            </a:r>
            <a:r>
              <a:rPr lang="en-US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hanampiana</a:t>
            </a:r>
            <a:r>
              <a:rPr lang="en-US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ireo</a:t>
            </a:r>
            <a:r>
              <a:rPr lang="en-US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mpikambana</a:t>
            </a:r>
            <a:r>
              <a:rPr lang="en-US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hahatsapa</a:t>
            </a:r>
            <a:r>
              <a:rPr lang="en-US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fa</a:t>
            </a:r>
            <a:r>
              <a:rPr lang="en-US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misy</a:t>
            </a:r>
            <a:r>
              <a:rPr lang="en-US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zavatra</a:t>
            </a:r>
            <a:r>
              <a:rPr lang="en-US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izay</a:t>
            </a:r>
            <a:r>
              <a:rPr lang="en-US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azon’ny</a:t>
            </a:r>
            <a:r>
              <a:rPr lang="en-US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tsirairay</a:t>
            </a:r>
            <a:r>
              <a:rPr lang="en-US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atao</a:t>
            </a:r>
            <a:r>
              <a:rPr lang="en-US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mba</a:t>
            </a:r>
            <a:r>
              <a:rPr lang="en-US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hanampiana</a:t>
            </a:r>
            <a:r>
              <a:rPr lang="en-US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ireo</a:t>
            </a:r>
            <a:r>
              <a:rPr lang="en-US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namany</a:t>
            </a:r>
            <a:r>
              <a:rPr lang="en-US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amin’ny</a:t>
            </a:r>
            <a:r>
              <a:rPr lang="en-US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fanompoana</a:t>
            </a:r>
            <a:r>
              <a:rPr lang="en-US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mavitrika</a:t>
            </a:r>
            <a:r>
              <a:rPr lang="en-US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tsy</a:t>
            </a:r>
            <a:r>
              <a:rPr lang="en-US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amim-pitiavan-tena</a:t>
            </a:r>
            <a:endParaRPr lang="en-US" dirty="0">
              <a:effectLst>
                <a:outerShdw blurRad="38100" dist="38100" dir="2700000" algn="tl">
                  <a:srgbClr val="808080"/>
                </a:outerShdw>
              </a:effectLst>
              <a:latin typeface="Tahoma" pitchFamily="34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9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91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91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491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491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491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55" grpId="0" build="p" bldLvl="2" autoUpdateAnimBg="0"/>
      <p:bldP spid="49156" grpId="0" build="p" bldLvl="2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8001000" cy="1143000"/>
          </a:xfrm>
        </p:spPr>
        <p:txBody>
          <a:bodyPr/>
          <a:lstStyle/>
          <a:p>
            <a:r>
              <a:rPr lang="en-US" dirty="0" err="1" smtClean="0"/>
              <a:t>Filozofian’ny</a:t>
            </a:r>
            <a:r>
              <a:rPr lang="en-US" dirty="0" smtClean="0"/>
              <a:t> </a:t>
            </a:r>
            <a:br>
              <a:rPr lang="en-US" dirty="0" smtClean="0"/>
            </a:br>
            <a:r>
              <a:rPr lang="en-US" dirty="0" err="1" smtClean="0"/>
              <a:t>Mpisavalalana</a:t>
            </a:r>
            <a:endParaRPr lang="en-US" dirty="0"/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2514600"/>
            <a:ext cx="7315200" cy="3429000"/>
          </a:xfrm>
        </p:spPr>
        <p:txBody>
          <a:bodyPr/>
          <a:lstStyle/>
          <a:p>
            <a:pPr algn="ctr">
              <a:buFontTx/>
              <a:buNone/>
            </a:pPr>
            <a:r>
              <a:rPr lang="en-US" dirty="0" smtClean="0"/>
              <a:t>“</a:t>
            </a:r>
            <a:r>
              <a:rPr lang="en-US" dirty="0" err="1" smtClean="0"/>
              <a:t>Zaro</a:t>
            </a:r>
            <a:r>
              <a:rPr lang="en-US" dirty="0" smtClean="0"/>
              <a:t> </a:t>
            </a:r>
            <a:r>
              <a:rPr lang="en-US" dirty="0" err="1" smtClean="0"/>
              <a:t>amin’ny</a:t>
            </a:r>
            <a:r>
              <a:rPr lang="en-US" dirty="0" smtClean="0"/>
              <a:t> </a:t>
            </a:r>
            <a:r>
              <a:rPr lang="en-US" dirty="0" err="1" smtClean="0"/>
              <a:t>lalana</a:t>
            </a:r>
            <a:r>
              <a:rPr lang="en-US" dirty="0" smtClean="0"/>
              <a:t> </a:t>
            </a:r>
            <a:r>
              <a:rPr lang="en-US" dirty="0" err="1" smtClean="0"/>
              <a:t>tokony</a:t>
            </a:r>
            <a:r>
              <a:rPr lang="en-US" dirty="0" smtClean="0"/>
              <a:t> ho </a:t>
            </a:r>
            <a:r>
              <a:rPr lang="en-US" dirty="0" err="1" smtClean="0"/>
              <a:t>alehany</a:t>
            </a:r>
            <a:r>
              <a:rPr lang="en-US" dirty="0" smtClean="0"/>
              <a:t> </a:t>
            </a:r>
            <a:r>
              <a:rPr lang="en-US" dirty="0" err="1" smtClean="0"/>
              <a:t>ny</a:t>
            </a:r>
            <a:r>
              <a:rPr lang="en-US" dirty="0" smtClean="0"/>
              <a:t> </a:t>
            </a:r>
            <a:r>
              <a:rPr lang="en-US" dirty="0" err="1" smtClean="0"/>
              <a:t>zaza</a:t>
            </a:r>
            <a:r>
              <a:rPr lang="en-US" dirty="0" smtClean="0"/>
              <a:t>...”</a:t>
            </a:r>
            <a:endParaRPr lang="en-US" dirty="0"/>
          </a:p>
          <a:p>
            <a:pPr algn="r">
              <a:buFontTx/>
              <a:buNone/>
            </a:pPr>
            <a:r>
              <a:rPr lang="en-US" sz="2800" dirty="0" err="1" smtClean="0"/>
              <a:t>Ohab</a:t>
            </a:r>
            <a:r>
              <a:rPr lang="en-US" sz="2800" dirty="0" smtClean="0"/>
              <a:t> </a:t>
            </a:r>
            <a:r>
              <a:rPr lang="en-US" sz="2800" dirty="0"/>
              <a:t>22:6 NIV</a:t>
            </a:r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8001000" cy="1143000"/>
          </a:xfrm>
        </p:spPr>
        <p:txBody>
          <a:bodyPr/>
          <a:lstStyle/>
          <a:p>
            <a:r>
              <a:rPr lang="en-US" dirty="0" err="1" smtClean="0"/>
              <a:t>Filozofian’ny</a:t>
            </a:r>
            <a:r>
              <a:rPr lang="en-US" dirty="0" smtClean="0"/>
              <a:t> </a:t>
            </a:r>
            <a:br>
              <a:rPr lang="en-US" dirty="0" smtClean="0"/>
            </a:br>
            <a:r>
              <a:rPr lang="en-US" dirty="0" err="1" smtClean="0"/>
              <a:t>Mpisavalalana</a:t>
            </a:r>
            <a:endParaRPr lang="en-US" dirty="0"/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76400"/>
            <a:ext cx="7924800" cy="31242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dirty="0" err="1" smtClean="0"/>
              <a:t>Ohab</a:t>
            </a:r>
            <a:r>
              <a:rPr lang="en-US" dirty="0" smtClean="0"/>
              <a:t> </a:t>
            </a:r>
            <a:r>
              <a:rPr lang="en-US" dirty="0"/>
              <a:t>22:6</a:t>
            </a:r>
          </a:p>
          <a:p>
            <a:pPr lvl="1">
              <a:lnSpc>
                <a:spcPct val="90000"/>
              </a:lnSpc>
            </a:pPr>
            <a:r>
              <a:rPr lang="en-US" dirty="0" err="1" smtClean="0"/>
              <a:t>Zava-dehibe</a:t>
            </a:r>
            <a:r>
              <a:rPr lang="en-US" dirty="0" smtClean="0"/>
              <a:t> </a:t>
            </a:r>
            <a:r>
              <a:rPr lang="en-US" dirty="0" err="1" smtClean="0"/>
              <a:t>ny</a:t>
            </a:r>
            <a:r>
              <a:rPr lang="en-US" dirty="0" smtClean="0"/>
              <a:t> </a:t>
            </a:r>
            <a:r>
              <a:rPr lang="en-US" dirty="0" err="1" smtClean="0"/>
              <a:t>fanazarana</a:t>
            </a:r>
            <a:r>
              <a:rPr lang="en-US" dirty="0" smtClean="0"/>
              <a:t> ( Coach, mentor…) </a:t>
            </a:r>
            <a:r>
              <a:rPr lang="en-US" dirty="0" err="1" smtClean="0"/>
              <a:t>satria</a:t>
            </a:r>
            <a:r>
              <a:rPr lang="en-US" dirty="0" smtClean="0"/>
              <a:t> </a:t>
            </a:r>
            <a:r>
              <a:rPr lang="en-US" dirty="0" err="1" smtClean="0"/>
              <a:t>ny</a:t>
            </a:r>
            <a:r>
              <a:rPr lang="en-US" dirty="0" smtClean="0"/>
              <a:t> 70% </a:t>
            </a:r>
            <a:r>
              <a:rPr lang="en-US" dirty="0" err="1" smtClean="0"/>
              <a:t>n’ny</a:t>
            </a:r>
            <a:r>
              <a:rPr lang="en-US" dirty="0" smtClean="0"/>
              <a:t> </a:t>
            </a:r>
            <a:r>
              <a:rPr lang="en-US" dirty="0" err="1" smtClean="0"/>
              <a:t>tanora</a:t>
            </a:r>
            <a:r>
              <a:rPr lang="en-US" dirty="0" smtClean="0"/>
              <a:t> </a:t>
            </a:r>
            <a:r>
              <a:rPr lang="en-US" dirty="0" err="1" smtClean="0"/>
              <a:t>mandray</a:t>
            </a:r>
            <a:r>
              <a:rPr lang="en-US" dirty="0" smtClean="0"/>
              <a:t> </a:t>
            </a:r>
            <a:r>
              <a:rPr lang="en-US" dirty="0" err="1" smtClean="0"/>
              <a:t>ny</a:t>
            </a:r>
            <a:r>
              <a:rPr lang="en-US" dirty="0" smtClean="0"/>
              <a:t> </a:t>
            </a:r>
            <a:r>
              <a:rPr lang="en-US" dirty="0" err="1" smtClean="0"/>
              <a:t>fanapahan-kevitra</a:t>
            </a:r>
            <a:r>
              <a:rPr lang="en-US" dirty="0" smtClean="0"/>
              <a:t> </a:t>
            </a:r>
            <a:r>
              <a:rPr lang="en-US" dirty="0" err="1" smtClean="0"/>
              <a:t>mialohan’ny</a:t>
            </a:r>
            <a:r>
              <a:rPr lang="en-US" dirty="0" smtClean="0"/>
              <a:t> faha-14 </a:t>
            </a:r>
            <a:r>
              <a:rPr lang="en-US" dirty="0" err="1" smtClean="0"/>
              <a:t>taona</a:t>
            </a:r>
            <a:r>
              <a:rPr lang="en-US" smtClean="0"/>
              <a:t> (Christianitytoday.com</a:t>
            </a:r>
            <a:r>
              <a:rPr lang="en-US" dirty="0"/>
              <a:t>)</a:t>
            </a:r>
          </a:p>
          <a:p>
            <a:pPr lvl="1">
              <a:lnSpc>
                <a:spcPct val="90000"/>
              </a:lnSpc>
            </a:pPr>
            <a:r>
              <a:rPr lang="en-US" dirty="0" err="1" smtClean="0"/>
              <a:t>Miova</a:t>
            </a:r>
            <a:r>
              <a:rPr lang="en-US" dirty="0" smtClean="0"/>
              <a:t> </a:t>
            </a:r>
            <a:r>
              <a:rPr lang="en-US" dirty="0" err="1" smtClean="0"/>
              <a:t>ny</a:t>
            </a:r>
            <a:r>
              <a:rPr lang="en-US" dirty="0" smtClean="0"/>
              <a:t> </a:t>
            </a:r>
            <a:r>
              <a:rPr lang="en-US" dirty="0" err="1" smtClean="0"/>
              <a:t>fiaraha-monina</a:t>
            </a:r>
            <a:r>
              <a:rPr lang="en-US" dirty="0" smtClean="0"/>
              <a:t> </a:t>
            </a:r>
            <a:r>
              <a:rPr lang="en-US" dirty="0" err="1" smtClean="0"/>
              <a:t>misy</a:t>
            </a:r>
            <a:r>
              <a:rPr lang="en-US" dirty="0" smtClean="0"/>
              <a:t> </a:t>
            </a:r>
            <a:r>
              <a:rPr lang="en-US" dirty="0" err="1" smtClean="0"/>
              <a:t>antsika</a:t>
            </a:r>
            <a:r>
              <a:rPr lang="en-US" dirty="0" smtClean="0"/>
              <a:t>:</a:t>
            </a:r>
          </a:p>
          <a:p>
            <a:pPr lvl="3">
              <a:lnSpc>
                <a:spcPct val="90000"/>
              </a:lnSpc>
            </a:pPr>
            <a:r>
              <a:rPr lang="en-US" dirty="0" smtClean="0"/>
              <a:t>RAD </a:t>
            </a:r>
            <a:r>
              <a:rPr lang="en-US" dirty="0" err="1" smtClean="0"/>
              <a:t>tokana</a:t>
            </a:r>
            <a:r>
              <a:rPr lang="en-US" dirty="0" smtClean="0"/>
              <a:t>,</a:t>
            </a:r>
          </a:p>
          <a:p>
            <a:pPr lvl="3">
              <a:lnSpc>
                <a:spcPct val="90000"/>
              </a:lnSpc>
            </a:pPr>
            <a:r>
              <a:rPr lang="en-US" dirty="0" smtClean="0">
                <a:latin typeface="Tahoma" pitchFamily="34" charset="0"/>
              </a:rPr>
              <a:t>50%  </a:t>
            </a:r>
            <a:r>
              <a:rPr lang="en-US" dirty="0" err="1" smtClean="0">
                <a:latin typeface="Tahoma" pitchFamily="34" charset="0"/>
              </a:rPr>
              <a:t>ny</a:t>
            </a:r>
            <a:r>
              <a:rPr lang="en-US" dirty="0" smtClean="0">
                <a:latin typeface="Tahoma" pitchFamily="34" charset="0"/>
              </a:rPr>
              <a:t> </a:t>
            </a:r>
            <a:r>
              <a:rPr lang="en-US" dirty="0" err="1" smtClean="0">
                <a:latin typeface="Tahoma" pitchFamily="34" charset="0"/>
              </a:rPr>
              <a:t>ankizy</a:t>
            </a:r>
            <a:r>
              <a:rPr lang="en-US" dirty="0" smtClean="0">
                <a:latin typeface="Tahoma" pitchFamily="34" charset="0"/>
              </a:rPr>
              <a:t> </a:t>
            </a:r>
            <a:r>
              <a:rPr lang="en-US" dirty="0" err="1" smtClean="0">
                <a:latin typeface="Tahoma" pitchFamily="34" charset="0"/>
              </a:rPr>
              <a:t>tsy</a:t>
            </a:r>
            <a:r>
              <a:rPr lang="en-US" dirty="0" smtClean="0">
                <a:latin typeface="Tahoma" pitchFamily="34" charset="0"/>
              </a:rPr>
              <a:t> </a:t>
            </a:r>
            <a:r>
              <a:rPr lang="en-US" dirty="0" err="1" smtClean="0">
                <a:latin typeface="Tahoma" pitchFamily="34" charset="0"/>
              </a:rPr>
              <a:t>ao</a:t>
            </a:r>
            <a:r>
              <a:rPr lang="en-US" dirty="0" smtClean="0">
                <a:latin typeface="Tahoma" pitchFamily="34" charset="0"/>
              </a:rPr>
              <a:t> @ </a:t>
            </a:r>
            <a:r>
              <a:rPr lang="en-US" dirty="0" err="1" smtClean="0">
                <a:latin typeface="Tahoma" pitchFamily="34" charset="0"/>
              </a:rPr>
              <a:t>sekolintsika</a:t>
            </a:r>
            <a:endParaRPr lang="en-US" dirty="0" smtClean="0">
              <a:latin typeface="Tahoma" pitchFamily="34" charset="0"/>
            </a:endParaRPr>
          </a:p>
          <a:p>
            <a:pPr lvl="3">
              <a:lnSpc>
                <a:spcPct val="90000"/>
              </a:lnSpc>
              <a:buNone/>
            </a:pPr>
            <a:endParaRPr lang="en-US" dirty="0" smtClean="0"/>
          </a:p>
          <a:p>
            <a:pPr lvl="3">
              <a:lnSpc>
                <a:spcPct val="90000"/>
              </a:lnSpc>
            </a:pPr>
            <a:endParaRPr lang="en-US" dirty="0"/>
          </a:p>
        </p:txBody>
      </p:sp>
      <p:sp>
        <p:nvSpPr>
          <p:cNvPr id="60420" name="Rectangle 4"/>
          <p:cNvSpPr>
            <a:spLocks noChangeArrowheads="1"/>
          </p:cNvSpPr>
          <p:nvPr/>
        </p:nvSpPr>
        <p:spPr bwMode="auto">
          <a:xfrm>
            <a:off x="1066800" y="4683125"/>
            <a:ext cx="7543800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1143000" lvl="2" indent="-228600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FontTx/>
              <a:buChar char="•"/>
            </a:pPr>
            <a:endParaRPr lang="en-US" dirty="0">
              <a:effectLst>
                <a:outerShdw blurRad="38100" dist="38100" dir="2700000" algn="tl">
                  <a:srgbClr val="808080"/>
                </a:outerShdw>
              </a:effectLst>
              <a:latin typeface="Tahoma" pitchFamily="34" charset="0"/>
            </a:endParaRPr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8001000" cy="1143000"/>
          </a:xfrm>
        </p:spPr>
        <p:txBody>
          <a:bodyPr/>
          <a:lstStyle/>
          <a:p>
            <a:r>
              <a:rPr lang="en-US" dirty="0" err="1" smtClean="0"/>
              <a:t>Filozofian’ny</a:t>
            </a:r>
            <a:r>
              <a:rPr lang="en-US" dirty="0" smtClean="0"/>
              <a:t> </a:t>
            </a:r>
            <a:br>
              <a:rPr lang="en-US" dirty="0" smtClean="0"/>
            </a:br>
            <a:r>
              <a:rPr lang="en-US" dirty="0" err="1" smtClean="0"/>
              <a:t>Mpisavalalana</a:t>
            </a:r>
            <a:endParaRPr lang="en-US" dirty="0"/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76400"/>
            <a:ext cx="7772400" cy="4267200"/>
          </a:xfrm>
        </p:spPr>
        <p:txBody>
          <a:bodyPr/>
          <a:lstStyle/>
          <a:p>
            <a:pPr algn="ctr">
              <a:buFontTx/>
              <a:buNone/>
            </a:pPr>
            <a:r>
              <a:rPr lang="en-US" dirty="0" smtClean="0"/>
              <a:t>“</a:t>
            </a:r>
            <a:r>
              <a:rPr lang="en-GB" dirty="0" err="1" smtClean="0"/>
              <a:t>Farany</a:t>
            </a:r>
            <a:r>
              <a:rPr lang="en-GB" dirty="0" smtClean="0"/>
              <a:t>, </a:t>
            </a:r>
            <a:r>
              <a:rPr lang="en-GB" dirty="0" err="1" smtClean="0"/>
              <a:t>ry</a:t>
            </a:r>
            <a:r>
              <a:rPr lang="en-GB" dirty="0" smtClean="0"/>
              <a:t> </a:t>
            </a:r>
            <a:r>
              <a:rPr lang="en-GB" dirty="0" err="1" smtClean="0"/>
              <a:t>rahalahy</a:t>
            </a:r>
            <a:r>
              <a:rPr lang="en-GB" dirty="0" smtClean="0"/>
              <a:t>, </a:t>
            </a:r>
            <a:r>
              <a:rPr lang="en-GB" dirty="0" err="1" smtClean="0"/>
              <a:t>na</a:t>
            </a:r>
            <a:r>
              <a:rPr lang="en-GB" dirty="0" smtClean="0"/>
              <a:t> </a:t>
            </a:r>
            <a:r>
              <a:rPr lang="en-GB" dirty="0" err="1" smtClean="0"/>
              <a:t>inona</a:t>
            </a:r>
            <a:r>
              <a:rPr lang="en-GB" dirty="0" smtClean="0"/>
              <a:t> </a:t>
            </a:r>
            <a:r>
              <a:rPr lang="en-GB" dirty="0" err="1" smtClean="0"/>
              <a:t>na</a:t>
            </a:r>
            <a:r>
              <a:rPr lang="en-GB" dirty="0" smtClean="0"/>
              <a:t> </a:t>
            </a:r>
            <a:r>
              <a:rPr lang="en-GB" dirty="0" err="1" smtClean="0"/>
              <a:t>inona</a:t>
            </a:r>
            <a:r>
              <a:rPr lang="en-GB" dirty="0" smtClean="0"/>
              <a:t> marina, </a:t>
            </a:r>
            <a:r>
              <a:rPr lang="en-GB" dirty="0" err="1" smtClean="0"/>
              <a:t>na</a:t>
            </a:r>
            <a:r>
              <a:rPr lang="en-GB" dirty="0" smtClean="0"/>
              <a:t> </a:t>
            </a:r>
            <a:r>
              <a:rPr lang="en-GB" dirty="0" err="1" smtClean="0"/>
              <a:t>inona</a:t>
            </a:r>
            <a:r>
              <a:rPr lang="en-GB" dirty="0" smtClean="0"/>
              <a:t> </a:t>
            </a:r>
            <a:r>
              <a:rPr lang="en-GB" dirty="0" err="1" smtClean="0"/>
              <a:t>na</a:t>
            </a:r>
            <a:r>
              <a:rPr lang="en-GB" dirty="0" smtClean="0"/>
              <a:t> </a:t>
            </a:r>
            <a:r>
              <a:rPr lang="en-GB" dirty="0" err="1" smtClean="0"/>
              <a:t>inona</a:t>
            </a:r>
            <a:r>
              <a:rPr lang="en-GB" dirty="0" smtClean="0"/>
              <a:t> </a:t>
            </a:r>
            <a:r>
              <a:rPr lang="en-GB" dirty="0" err="1" smtClean="0"/>
              <a:t>manan-kaja</a:t>
            </a:r>
            <a:r>
              <a:rPr lang="en-GB" dirty="0" smtClean="0"/>
              <a:t>, </a:t>
            </a:r>
            <a:r>
              <a:rPr lang="en-GB" dirty="0" err="1" smtClean="0"/>
              <a:t>na</a:t>
            </a:r>
            <a:r>
              <a:rPr lang="en-GB" dirty="0" smtClean="0"/>
              <a:t> </a:t>
            </a:r>
            <a:r>
              <a:rPr lang="en-GB" dirty="0" err="1" smtClean="0"/>
              <a:t>inona</a:t>
            </a:r>
            <a:r>
              <a:rPr lang="en-GB" dirty="0" smtClean="0"/>
              <a:t> </a:t>
            </a:r>
            <a:r>
              <a:rPr lang="en-GB" dirty="0" err="1" smtClean="0"/>
              <a:t>na</a:t>
            </a:r>
            <a:r>
              <a:rPr lang="en-GB" dirty="0" smtClean="0"/>
              <a:t> </a:t>
            </a:r>
            <a:r>
              <a:rPr lang="en-GB" dirty="0" err="1" smtClean="0"/>
              <a:t>inona</a:t>
            </a:r>
            <a:r>
              <a:rPr lang="en-GB" dirty="0" smtClean="0"/>
              <a:t> </a:t>
            </a:r>
            <a:r>
              <a:rPr lang="en-GB" dirty="0" err="1" smtClean="0"/>
              <a:t>mahitsy</a:t>
            </a:r>
            <a:r>
              <a:rPr lang="en-GB" dirty="0" smtClean="0"/>
              <a:t>, </a:t>
            </a:r>
            <a:r>
              <a:rPr lang="en-GB" dirty="0" err="1" smtClean="0"/>
              <a:t>na</a:t>
            </a:r>
            <a:r>
              <a:rPr lang="en-GB" dirty="0" smtClean="0"/>
              <a:t> </a:t>
            </a:r>
            <a:r>
              <a:rPr lang="en-GB" dirty="0" err="1" smtClean="0"/>
              <a:t>inona</a:t>
            </a:r>
            <a:r>
              <a:rPr lang="en-GB" dirty="0" smtClean="0"/>
              <a:t> </a:t>
            </a:r>
            <a:r>
              <a:rPr lang="en-GB" dirty="0" err="1" smtClean="0"/>
              <a:t>na</a:t>
            </a:r>
            <a:r>
              <a:rPr lang="en-GB" dirty="0" smtClean="0"/>
              <a:t> </a:t>
            </a:r>
            <a:r>
              <a:rPr lang="en-GB" dirty="0" err="1" smtClean="0"/>
              <a:t>inona</a:t>
            </a:r>
            <a:r>
              <a:rPr lang="en-GB" dirty="0" smtClean="0"/>
              <a:t> </a:t>
            </a:r>
            <a:r>
              <a:rPr lang="en-GB" dirty="0" err="1" smtClean="0"/>
              <a:t>madio</a:t>
            </a:r>
            <a:r>
              <a:rPr lang="en-GB" dirty="0" smtClean="0"/>
              <a:t>, </a:t>
            </a:r>
            <a:r>
              <a:rPr lang="en-GB" dirty="0" err="1" smtClean="0"/>
              <a:t>na</a:t>
            </a:r>
            <a:r>
              <a:rPr lang="en-GB" dirty="0" smtClean="0"/>
              <a:t> </a:t>
            </a:r>
            <a:r>
              <a:rPr lang="en-GB" dirty="0" err="1" smtClean="0"/>
              <a:t>inona</a:t>
            </a:r>
            <a:r>
              <a:rPr lang="en-GB" dirty="0" smtClean="0"/>
              <a:t> </a:t>
            </a:r>
            <a:r>
              <a:rPr lang="en-GB" dirty="0" err="1" smtClean="0"/>
              <a:t>na</a:t>
            </a:r>
            <a:r>
              <a:rPr lang="en-GB" dirty="0" smtClean="0"/>
              <a:t> </a:t>
            </a:r>
            <a:r>
              <a:rPr lang="en-GB" dirty="0" err="1" smtClean="0"/>
              <a:t>inona</a:t>
            </a:r>
            <a:r>
              <a:rPr lang="en-GB" dirty="0" smtClean="0"/>
              <a:t> </a:t>
            </a:r>
            <a:r>
              <a:rPr lang="en-GB" dirty="0" err="1" smtClean="0"/>
              <a:t>maha</a:t>
            </a:r>
            <a:r>
              <a:rPr lang="en-GB" dirty="0" smtClean="0"/>
              <a:t>-</a:t>
            </a:r>
            <a:r>
              <a:rPr lang="en-GB" dirty="0" err="1" smtClean="0"/>
              <a:t>te</a:t>
            </a:r>
            <a:r>
              <a:rPr lang="en-GB" dirty="0" smtClean="0"/>
              <a:t>-ho-</a:t>
            </a:r>
            <a:r>
              <a:rPr lang="en-GB" dirty="0" err="1" smtClean="0"/>
              <a:t>tia</a:t>
            </a:r>
            <a:r>
              <a:rPr lang="en-GB" dirty="0" smtClean="0"/>
              <a:t>, </a:t>
            </a:r>
            <a:r>
              <a:rPr lang="en-GB" dirty="0" err="1" smtClean="0"/>
              <a:t>na</a:t>
            </a:r>
            <a:r>
              <a:rPr lang="en-GB" dirty="0" smtClean="0"/>
              <a:t> </a:t>
            </a:r>
            <a:r>
              <a:rPr lang="en-GB" dirty="0" err="1" smtClean="0"/>
              <a:t>inona</a:t>
            </a:r>
            <a:r>
              <a:rPr lang="en-GB" dirty="0" smtClean="0"/>
              <a:t> </a:t>
            </a:r>
            <a:r>
              <a:rPr lang="en-GB" dirty="0" err="1" smtClean="0"/>
              <a:t>na</a:t>
            </a:r>
            <a:r>
              <a:rPr lang="en-GB" dirty="0" smtClean="0"/>
              <a:t> </a:t>
            </a:r>
            <a:r>
              <a:rPr lang="en-GB" dirty="0" err="1" smtClean="0"/>
              <a:t>inona</a:t>
            </a:r>
            <a:r>
              <a:rPr lang="en-GB" dirty="0" smtClean="0"/>
              <a:t> </a:t>
            </a:r>
            <a:r>
              <a:rPr lang="en-GB" dirty="0" err="1" smtClean="0"/>
              <a:t>tsara</a:t>
            </a:r>
            <a:r>
              <a:rPr lang="en-GB" dirty="0" smtClean="0"/>
              <a:t> </a:t>
            </a:r>
            <a:r>
              <a:rPr lang="en-GB" dirty="0" err="1" smtClean="0"/>
              <a:t>laza</a:t>
            </a:r>
            <a:r>
              <a:rPr lang="en-GB" dirty="0" smtClean="0"/>
              <a:t>, </a:t>
            </a:r>
            <a:r>
              <a:rPr lang="en-GB" dirty="0" err="1" smtClean="0"/>
              <a:t>raha</a:t>
            </a:r>
            <a:r>
              <a:rPr lang="en-GB" dirty="0" smtClean="0"/>
              <a:t> </a:t>
            </a:r>
            <a:r>
              <a:rPr lang="en-GB" dirty="0" err="1" smtClean="0"/>
              <a:t>misy</a:t>
            </a:r>
            <a:r>
              <a:rPr lang="en-GB" dirty="0" smtClean="0"/>
              <a:t> </a:t>
            </a:r>
            <a:r>
              <a:rPr lang="en-GB" dirty="0" err="1" smtClean="0"/>
              <a:t>hatsaram-panahy</a:t>
            </a:r>
            <a:r>
              <a:rPr lang="en-GB" dirty="0" smtClean="0"/>
              <a:t>, </a:t>
            </a:r>
            <a:r>
              <a:rPr lang="en-GB" dirty="0" err="1" smtClean="0"/>
              <a:t>ary</a:t>
            </a:r>
            <a:r>
              <a:rPr lang="en-GB" dirty="0" smtClean="0"/>
              <a:t> </a:t>
            </a:r>
            <a:r>
              <a:rPr lang="en-GB" dirty="0" err="1" smtClean="0"/>
              <a:t>raha</a:t>
            </a:r>
            <a:r>
              <a:rPr lang="en-GB" dirty="0" smtClean="0"/>
              <a:t> </a:t>
            </a:r>
            <a:r>
              <a:rPr lang="en-GB" dirty="0" err="1" smtClean="0"/>
              <a:t>misy</a:t>
            </a:r>
            <a:r>
              <a:rPr lang="en-GB" dirty="0" smtClean="0"/>
              <a:t> </a:t>
            </a:r>
            <a:r>
              <a:rPr lang="en-GB" dirty="0" err="1" smtClean="0"/>
              <a:t>dera</a:t>
            </a:r>
            <a:r>
              <a:rPr lang="en-GB" dirty="0" smtClean="0"/>
              <a:t>, </a:t>
            </a:r>
            <a:r>
              <a:rPr lang="en-GB" dirty="0" err="1" smtClean="0"/>
              <a:t>dia</a:t>
            </a:r>
            <a:r>
              <a:rPr lang="en-GB" dirty="0" smtClean="0"/>
              <a:t> </a:t>
            </a:r>
            <a:r>
              <a:rPr lang="en-GB" dirty="0" err="1" smtClean="0"/>
              <a:t>hevero</a:t>
            </a:r>
            <a:r>
              <a:rPr lang="en-GB" dirty="0" smtClean="0"/>
              <a:t> </a:t>
            </a:r>
            <a:r>
              <a:rPr lang="en-GB" dirty="0" err="1" smtClean="0"/>
              <a:t>izany</a:t>
            </a:r>
            <a:r>
              <a:rPr lang="en-GB" dirty="0" smtClean="0"/>
              <a:t>.</a:t>
            </a:r>
            <a:r>
              <a:rPr lang="en-US" dirty="0" smtClean="0"/>
              <a:t>.”</a:t>
            </a:r>
            <a:endParaRPr lang="en-US" dirty="0"/>
          </a:p>
          <a:p>
            <a:pPr algn="r">
              <a:buFontTx/>
              <a:buNone/>
            </a:pPr>
            <a:r>
              <a:rPr lang="en-US" sz="2800" dirty="0" err="1" smtClean="0"/>
              <a:t>Fil</a:t>
            </a:r>
            <a:r>
              <a:rPr lang="en-US" sz="2800" dirty="0" smtClean="0"/>
              <a:t> </a:t>
            </a:r>
            <a:r>
              <a:rPr lang="en-US" sz="2800" dirty="0"/>
              <a:t>4:8 </a:t>
            </a:r>
          </a:p>
        </p:txBody>
      </p:sp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8001000" cy="1143000"/>
          </a:xfrm>
        </p:spPr>
        <p:txBody>
          <a:bodyPr/>
          <a:lstStyle/>
          <a:p>
            <a:r>
              <a:rPr lang="en-US" dirty="0" err="1" smtClean="0"/>
              <a:t>Filozofian’ny</a:t>
            </a:r>
            <a:r>
              <a:rPr lang="en-US" dirty="0" smtClean="0"/>
              <a:t> </a:t>
            </a:r>
            <a:br>
              <a:rPr lang="en-US" dirty="0" smtClean="0"/>
            </a:br>
            <a:r>
              <a:rPr lang="en-US" dirty="0" err="1" smtClean="0"/>
              <a:t>Mpisavalalana</a:t>
            </a:r>
            <a:endParaRPr lang="en-US" dirty="0"/>
          </a:p>
        </p:txBody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76400"/>
            <a:ext cx="7772400" cy="2438400"/>
          </a:xfrm>
        </p:spPr>
        <p:txBody>
          <a:bodyPr/>
          <a:lstStyle/>
          <a:p>
            <a:r>
              <a:rPr lang="en-US" dirty="0" err="1" smtClean="0"/>
              <a:t>Fil</a:t>
            </a:r>
            <a:r>
              <a:rPr lang="en-US" dirty="0"/>
              <a:t>. 4:8</a:t>
            </a:r>
          </a:p>
          <a:p>
            <a:pPr lvl="1"/>
            <a:r>
              <a:rPr lang="en-US" dirty="0" err="1" smtClean="0"/>
              <a:t>Fanofanana</a:t>
            </a:r>
            <a:r>
              <a:rPr lang="en-US" dirty="0" smtClean="0"/>
              <a:t> </a:t>
            </a:r>
            <a:r>
              <a:rPr lang="en-US" dirty="0" err="1" smtClean="0"/>
              <a:t>mifototra</a:t>
            </a:r>
            <a:r>
              <a:rPr lang="en-US" dirty="0" smtClean="0"/>
              <a:t> @ </a:t>
            </a:r>
            <a:r>
              <a:rPr lang="en-US" dirty="0" err="1" smtClean="0"/>
              <a:t>Fitsipi-piainana</a:t>
            </a:r>
            <a:r>
              <a:rPr lang="en-US" dirty="0" smtClean="0"/>
              <a:t> </a:t>
            </a:r>
            <a:r>
              <a:rPr lang="en-US" dirty="0" err="1" smtClean="0"/>
              <a:t>sy</a:t>
            </a:r>
            <a:r>
              <a:rPr lang="en-US" dirty="0" smtClean="0"/>
              <a:t> </a:t>
            </a:r>
            <a:r>
              <a:rPr lang="en-US" dirty="0" err="1" smtClean="0"/>
              <a:t>fanandramana</a:t>
            </a:r>
            <a:r>
              <a:rPr lang="en-US" dirty="0" smtClean="0"/>
              <a:t> </a:t>
            </a:r>
            <a:r>
              <a:rPr lang="en-US" dirty="0" err="1" smtClean="0"/>
              <a:t>mba</a:t>
            </a:r>
            <a:r>
              <a:rPr lang="en-US" dirty="0" smtClean="0"/>
              <a:t> </a:t>
            </a:r>
            <a:r>
              <a:rPr lang="en-US" dirty="0" err="1" smtClean="0"/>
              <a:t>ahatonga</a:t>
            </a:r>
            <a:r>
              <a:rPr lang="en-US" dirty="0" smtClean="0"/>
              <a:t> </a:t>
            </a:r>
            <a:r>
              <a:rPr lang="en-US" dirty="0" err="1" smtClean="0"/>
              <a:t>ny</a:t>
            </a:r>
            <a:r>
              <a:rPr lang="en-US" dirty="0" smtClean="0"/>
              <a:t> </a:t>
            </a:r>
            <a:r>
              <a:rPr lang="en-US" dirty="0" err="1" smtClean="0"/>
              <a:t>tanora</a:t>
            </a:r>
            <a:r>
              <a:rPr lang="en-US" dirty="0" smtClean="0"/>
              <a:t> </a:t>
            </a:r>
            <a:r>
              <a:rPr lang="en-US" dirty="0" err="1" smtClean="0"/>
              <a:t>mba</a:t>
            </a:r>
            <a:r>
              <a:rPr lang="en-US" dirty="0" smtClean="0"/>
              <a:t> </a:t>
            </a:r>
            <a:r>
              <a:rPr lang="en-US" dirty="0" err="1" smtClean="0"/>
              <a:t>ahatonga</a:t>
            </a:r>
            <a:r>
              <a:rPr lang="en-US" dirty="0" smtClean="0"/>
              <a:t> </a:t>
            </a:r>
            <a:r>
              <a:rPr lang="en-US" dirty="0" err="1" smtClean="0"/>
              <a:t>ny</a:t>
            </a:r>
            <a:r>
              <a:rPr lang="en-US" dirty="0" smtClean="0"/>
              <a:t> </a:t>
            </a:r>
            <a:r>
              <a:rPr lang="en-US" dirty="0" err="1" smtClean="0"/>
              <a:t>tanora</a:t>
            </a:r>
            <a:r>
              <a:rPr lang="en-US" dirty="0" smtClean="0"/>
              <a:t> </a:t>
            </a:r>
            <a:r>
              <a:rPr lang="en-US" dirty="0" err="1" smtClean="0"/>
              <a:t>hampihatra</a:t>
            </a:r>
            <a:r>
              <a:rPr lang="en-US" dirty="0" smtClean="0"/>
              <a:t> </a:t>
            </a:r>
            <a:r>
              <a:rPr lang="en-US" dirty="0" err="1" smtClean="0"/>
              <a:t>izany</a:t>
            </a:r>
            <a:r>
              <a:rPr lang="en-US" dirty="0" smtClean="0"/>
              <a:t> @ </a:t>
            </a:r>
            <a:r>
              <a:rPr lang="en-US" dirty="0" err="1" smtClean="0"/>
              <a:t>sehatra</a:t>
            </a:r>
            <a:r>
              <a:rPr lang="en-US" dirty="0" smtClean="0"/>
              <a:t> </a:t>
            </a:r>
            <a:r>
              <a:rPr lang="en-US" dirty="0" err="1" smtClean="0"/>
              <a:t>hafa</a:t>
            </a:r>
            <a:r>
              <a:rPr lang="en-US" dirty="0" smtClean="0"/>
              <a:t> </a:t>
            </a:r>
            <a:r>
              <a:rPr lang="en-US" dirty="0" err="1" smtClean="0"/>
              <a:t>eo</a:t>
            </a:r>
            <a:r>
              <a:rPr lang="en-US" dirty="0" smtClean="0"/>
              <a:t> @ </a:t>
            </a:r>
            <a:r>
              <a:rPr lang="en-US" dirty="0" err="1" smtClean="0"/>
              <a:t>fiainana</a:t>
            </a:r>
            <a:endParaRPr lang="en-US" dirty="0"/>
          </a:p>
        </p:txBody>
      </p:sp>
      <p:sp>
        <p:nvSpPr>
          <p:cNvPr id="61444" name="Rectangle 4"/>
          <p:cNvSpPr>
            <a:spLocks noChangeArrowheads="1"/>
          </p:cNvSpPr>
          <p:nvPr/>
        </p:nvSpPr>
        <p:spPr bwMode="auto">
          <a:xfrm>
            <a:off x="1295400" y="4038600"/>
            <a:ext cx="73152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742950" lvl="1" indent="-285750">
              <a:spcBef>
                <a:spcPct val="20000"/>
              </a:spcBef>
              <a:buClr>
                <a:schemeClr val="hlink"/>
              </a:buClr>
              <a:buFontTx/>
              <a:buChar char="–"/>
            </a:pPr>
            <a:r>
              <a:rPr lang="en-US" sz="28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Ny</a:t>
            </a:r>
            <a:r>
              <a:rPr lang="en-US" sz="28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28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zavatra</a:t>
            </a:r>
            <a:r>
              <a:rPr lang="en-US" sz="28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28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rehetra</a:t>
            </a:r>
            <a:r>
              <a:rPr lang="en-US" sz="28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(</a:t>
            </a:r>
            <a:r>
              <a:rPr lang="en-US" sz="28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Asa</a:t>
            </a:r>
            <a:r>
              <a:rPr lang="en-US" sz="28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28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manavanana</a:t>
            </a:r>
            <a:r>
              <a:rPr lang="en-US" sz="28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, </a:t>
            </a:r>
            <a:r>
              <a:rPr lang="en-US" sz="28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kilasim-pandrosoana</a:t>
            </a:r>
            <a:r>
              <a:rPr lang="en-US" sz="28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….) </a:t>
            </a:r>
            <a:r>
              <a:rPr lang="en-US" sz="28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dia</a:t>
            </a:r>
            <a:r>
              <a:rPr lang="en-US" sz="28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28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tsy</a:t>
            </a:r>
            <a:r>
              <a:rPr lang="en-US" sz="28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28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maintsy</a:t>
            </a:r>
            <a:r>
              <a:rPr lang="en-US" sz="28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28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aseho</a:t>
            </a:r>
            <a:r>
              <a:rPr lang="en-US" sz="28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@ </a:t>
            </a:r>
            <a:r>
              <a:rPr lang="en-US" sz="28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ohatra</a:t>
            </a:r>
            <a:r>
              <a:rPr lang="en-US" sz="28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28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sy</a:t>
            </a:r>
            <a:r>
              <a:rPr lang="en-US" sz="28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ho </a:t>
            </a:r>
            <a:r>
              <a:rPr lang="en-US" sz="28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voamariky</a:t>
            </a:r>
            <a:r>
              <a:rPr lang="en-US" sz="28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28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ny</a:t>
            </a:r>
            <a:r>
              <a:rPr lang="en-US" sz="28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28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fahamarinana</a:t>
            </a:r>
            <a:r>
              <a:rPr lang="en-US" sz="28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28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ara-baiboly</a:t>
            </a:r>
            <a:r>
              <a:rPr lang="en-US" sz="28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28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satria</a:t>
            </a:r>
            <a:r>
              <a:rPr lang="en-US" sz="28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28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maneho</a:t>
            </a:r>
            <a:r>
              <a:rPr lang="en-US" sz="28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28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an’Andriamanitra</a:t>
            </a:r>
            <a:r>
              <a:rPr lang="en-US" sz="28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@ </a:t>
            </a:r>
            <a:r>
              <a:rPr lang="en-US" sz="28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ankizy</a:t>
            </a:r>
            <a:r>
              <a:rPr lang="en-US" sz="28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28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isika</a:t>
            </a:r>
            <a:r>
              <a:rPr lang="en-US" sz="28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.</a:t>
            </a:r>
            <a:endParaRPr lang="en-US" sz="2800" dirty="0">
              <a:effectLst>
                <a:outerShdw blurRad="38100" dist="38100" dir="2700000" algn="tl">
                  <a:srgbClr val="808080"/>
                </a:outerShdw>
              </a:effectLst>
              <a:latin typeface="Tahoma" pitchFamily="34" charset="0"/>
            </a:endParaRPr>
          </a:p>
        </p:txBody>
      </p:sp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8001000" cy="1143000"/>
          </a:xfrm>
        </p:spPr>
        <p:txBody>
          <a:bodyPr/>
          <a:lstStyle/>
          <a:p>
            <a:r>
              <a:rPr lang="en-US" dirty="0" err="1" smtClean="0"/>
              <a:t>Filozofian’ny</a:t>
            </a:r>
            <a:r>
              <a:rPr lang="en-US" dirty="0" smtClean="0"/>
              <a:t> </a:t>
            </a:r>
            <a:br>
              <a:rPr lang="en-US" dirty="0" smtClean="0"/>
            </a:br>
            <a:r>
              <a:rPr lang="en-US" dirty="0" err="1" smtClean="0"/>
              <a:t>Mpisavalalana</a:t>
            </a:r>
            <a:endParaRPr lang="en-US" dirty="0"/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76400"/>
            <a:ext cx="8077200" cy="3200400"/>
          </a:xfrm>
        </p:spPr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en-US" sz="2800" i="1" dirty="0" err="1" smtClean="0"/>
              <a:t>Tononkiran’ny</a:t>
            </a:r>
            <a:r>
              <a:rPr lang="en-US" sz="2800" i="1" dirty="0" smtClean="0"/>
              <a:t> </a:t>
            </a:r>
            <a:r>
              <a:rPr lang="en-US" sz="2800" i="1" dirty="0"/>
              <a:t>Ponder, Harp &amp; </a:t>
            </a:r>
            <a:r>
              <a:rPr lang="en-US" sz="2800" i="1" dirty="0" smtClean="0"/>
              <a:t>Jennings:</a:t>
            </a:r>
            <a:endParaRPr lang="en-US" sz="2800" i="1" dirty="0"/>
          </a:p>
          <a:p>
            <a:pPr>
              <a:lnSpc>
                <a:spcPct val="90000"/>
              </a:lnSpc>
              <a:buFontTx/>
              <a:buNone/>
            </a:pPr>
            <a:r>
              <a:rPr lang="en-US" sz="2800" dirty="0" err="1" smtClean="0"/>
              <a:t>Hianao</a:t>
            </a:r>
            <a:r>
              <a:rPr lang="en-US" sz="2800" dirty="0" smtClean="0"/>
              <a:t> no </a:t>
            </a:r>
            <a:r>
              <a:rPr lang="en-US" sz="2800" dirty="0" err="1" smtClean="0"/>
              <a:t>hany</a:t>
            </a:r>
            <a:r>
              <a:rPr lang="en-US" sz="2800" dirty="0" smtClean="0"/>
              <a:t> </a:t>
            </a:r>
            <a:r>
              <a:rPr lang="en-US" sz="2800" dirty="0" err="1" smtClean="0"/>
              <a:t>Jesosy</a:t>
            </a:r>
            <a:r>
              <a:rPr lang="en-US" sz="2800" dirty="0" smtClean="0"/>
              <a:t> </a:t>
            </a:r>
            <a:r>
              <a:rPr lang="en-US" sz="2800" dirty="0" err="1" smtClean="0"/>
              <a:t>mety</a:t>
            </a:r>
            <a:r>
              <a:rPr lang="en-US" sz="2800" dirty="0" smtClean="0"/>
              <a:t> ho </a:t>
            </a:r>
            <a:r>
              <a:rPr lang="en-US" sz="2800" dirty="0" err="1" smtClean="0"/>
              <a:t>hitan’ny</a:t>
            </a:r>
            <a:r>
              <a:rPr lang="en-US" sz="2800" dirty="0" smtClean="0"/>
              <a:t> </a:t>
            </a:r>
            <a:r>
              <a:rPr lang="en-US" sz="2800" dirty="0" err="1" smtClean="0"/>
              <a:t>sasany</a:t>
            </a:r>
            <a:endParaRPr lang="en-US" sz="2800" dirty="0"/>
          </a:p>
          <a:p>
            <a:pPr>
              <a:lnSpc>
                <a:spcPct val="90000"/>
              </a:lnSpc>
              <a:buFontTx/>
              <a:buNone/>
            </a:pPr>
            <a:r>
              <a:rPr lang="en-US" sz="2800" dirty="0" err="1" smtClean="0"/>
              <a:t>Hianao</a:t>
            </a:r>
            <a:r>
              <a:rPr lang="en-US" sz="2800" dirty="0" smtClean="0"/>
              <a:t> no </a:t>
            </a:r>
            <a:r>
              <a:rPr lang="en-US" sz="2800" dirty="0" err="1" smtClean="0"/>
              <a:t>hany</a:t>
            </a:r>
            <a:r>
              <a:rPr lang="en-US" sz="2800" dirty="0" smtClean="0"/>
              <a:t> </a:t>
            </a:r>
            <a:r>
              <a:rPr lang="en-US" sz="2800" dirty="0" err="1" smtClean="0"/>
              <a:t>teny</a:t>
            </a:r>
            <a:r>
              <a:rPr lang="en-US" sz="2800" dirty="0" smtClean="0"/>
              <a:t> </a:t>
            </a:r>
            <a:r>
              <a:rPr lang="en-US" sz="2800" dirty="0" err="1" smtClean="0"/>
              <a:t>fiainana</a:t>
            </a:r>
            <a:r>
              <a:rPr lang="en-US" sz="2800" dirty="0" smtClean="0"/>
              <a:t> ho </a:t>
            </a:r>
            <a:r>
              <a:rPr lang="en-US" sz="2800" dirty="0" err="1" smtClean="0"/>
              <a:t>vakian’ny</a:t>
            </a:r>
            <a:r>
              <a:rPr lang="en-US" sz="2800" dirty="0" smtClean="0"/>
              <a:t> </a:t>
            </a:r>
            <a:r>
              <a:rPr lang="en-US" sz="2800" dirty="0" err="1" smtClean="0"/>
              <a:t>sasany</a:t>
            </a:r>
            <a:endParaRPr lang="en-US" sz="2800" dirty="0"/>
          </a:p>
          <a:p>
            <a:pPr>
              <a:lnSpc>
                <a:spcPct val="90000"/>
              </a:lnSpc>
              <a:buFontTx/>
              <a:buNone/>
            </a:pPr>
            <a:r>
              <a:rPr lang="en-US" dirty="0" smtClean="0"/>
              <a:t>Koa </a:t>
            </a:r>
            <a:r>
              <a:rPr lang="en-US" dirty="0" err="1" smtClean="0"/>
              <a:t>aoka</a:t>
            </a:r>
            <a:r>
              <a:rPr lang="en-US" dirty="0" smtClean="0"/>
              <a:t> ho </a:t>
            </a:r>
            <a:r>
              <a:rPr lang="en-US" dirty="0" err="1" smtClean="0"/>
              <a:t>hitan’izy</a:t>
            </a:r>
            <a:r>
              <a:rPr lang="en-US" dirty="0" smtClean="0"/>
              <a:t> </a:t>
            </a:r>
            <a:r>
              <a:rPr lang="en-US" dirty="0" err="1" smtClean="0"/>
              <a:t>ireo</a:t>
            </a:r>
            <a:r>
              <a:rPr lang="en-US" dirty="0" smtClean="0"/>
              <a:t> </a:t>
            </a:r>
            <a:r>
              <a:rPr lang="en-US" dirty="0" err="1" smtClean="0"/>
              <a:t>ao</a:t>
            </a:r>
            <a:r>
              <a:rPr lang="en-US" dirty="0" smtClean="0"/>
              <a:t> </a:t>
            </a:r>
            <a:r>
              <a:rPr lang="en-US" dirty="0" err="1" smtClean="0"/>
              <a:t>aminao</a:t>
            </a:r>
            <a:r>
              <a:rPr lang="en-US" dirty="0" smtClean="0"/>
              <a:t> </a:t>
            </a:r>
            <a:r>
              <a:rPr lang="en-US" dirty="0" err="1" smtClean="0"/>
              <a:t>ilay</a:t>
            </a:r>
            <a:r>
              <a:rPr lang="en-US" dirty="0" smtClean="0"/>
              <a:t> </a:t>
            </a:r>
            <a:r>
              <a:rPr lang="en-US" dirty="0" err="1" smtClean="0"/>
              <a:t>Iray</a:t>
            </a:r>
            <a:r>
              <a:rPr lang="en-US" dirty="0" smtClean="0"/>
              <a:t> </a:t>
            </a:r>
            <a:r>
              <a:rPr lang="en-US" dirty="0" err="1" smtClean="0"/>
              <a:t>izay</a:t>
            </a:r>
            <a:r>
              <a:rPr lang="en-US" dirty="0" smtClean="0"/>
              <a:t> </a:t>
            </a:r>
            <a:r>
              <a:rPr lang="en-US" dirty="0" err="1" smtClean="0"/>
              <a:t>hany</a:t>
            </a:r>
            <a:r>
              <a:rPr lang="en-US" dirty="0" smtClean="0"/>
              <a:t> </a:t>
            </a:r>
            <a:r>
              <a:rPr lang="en-US" dirty="0" err="1" smtClean="0"/>
              <a:t>tena</a:t>
            </a:r>
            <a:r>
              <a:rPr lang="en-US" dirty="0" smtClean="0"/>
              <a:t> </a:t>
            </a:r>
            <a:r>
              <a:rPr lang="en-US" dirty="0" err="1" smtClean="0"/>
              <a:t>ilain’izy</a:t>
            </a:r>
            <a:r>
              <a:rPr lang="en-US" dirty="0" smtClean="0"/>
              <a:t> </a:t>
            </a:r>
            <a:r>
              <a:rPr lang="en-US" dirty="0" err="1" smtClean="0"/>
              <a:t>ireo</a:t>
            </a:r>
            <a:endParaRPr lang="en-US" dirty="0" smtClean="0"/>
          </a:p>
        </p:txBody>
      </p:sp>
      <p:sp>
        <p:nvSpPr>
          <p:cNvPr id="52228" name="Rectangle 4"/>
          <p:cNvSpPr>
            <a:spLocks noChangeArrowheads="1"/>
          </p:cNvSpPr>
          <p:nvPr/>
        </p:nvSpPr>
        <p:spPr bwMode="auto">
          <a:xfrm>
            <a:off x="2057400" y="4572000"/>
            <a:ext cx="5410200" cy="121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lnSpc>
                <a:spcPct val="90000"/>
              </a:lnSpc>
              <a:buFontTx/>
              <a:buNone/>
            </a:pPr>
            <a:r>
              <a:rPr lang="en-US" sz="3600" dirty="0" err="1" smtClean="0"/>
              <a:t>Satria</a:t>
            </a:r>
            <a:r>
              <a:rPr lang="en-US" sz="3600" dirty="0" smtClean="0"/>
              <a:t> </a:t>
            </a:r>
            <a:r>
              <a:rPr lang="en-US" sz="3600" dirty="0" err="1" smtClean="0"/>
              <a:t>hianao</a:t>
            </a:r>
            <a:r>
              <a:rPr lang="en-US" sz="3600" dirty="0" smtClean="0"/>
              <a:t> no </a:t>
            </a:r>
            <a:r>
              <a:rPr lang="en-US" sz="3600" dirty="0" err="1" smtClean="0"/>
              <a:t>hany</a:t>
            </a:r>
            <a:r>
              <a:rPr lang="en-US" sz="3600" dirty="0" smtClean="0"/>
              <a:t> </a:t>
            </a:r>
            <a:r>
              <a:rPr lang="en-US" sz="3600" dirty="0" err="1" smtClean="0"/>
              <a:t>Jesosy</a:t>
            </a:r>
            <a:r>
              <a:rPr lang="en-US" sz="3600" dirty="0" smtClean="0"/>
              <a:t> </a:t>
            </a:r>
            <a:r>
              <a:rPr lang="en-US" sz="3600" dirty="0" err="1" smtClean="0"/>
              <a:t>izay</a:t>
            </a:r>
            <a:r>
              <a:rPr lang="en-US" sz="3600" dirty="0" smtClean="0"/>
              <a:t> ho </a:t>
            </a:r>
            <a:r>
              <a:rPr lang="en-US" sz="3600" dirty="0" err="1" smtClean="0"/>
              <a:t>hitany</a:t>
            </a:r>
            <a:endParaRPr lang="en-US" sz="3600" dirty="0"/>
          </a:p>
        </p:txBody>
      </p:sp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8001000" cy="1143000"/>
          </a:xfrm>
        </p:spPr>
        <p:txBody>
          <a:bodyPr/>
          <a:lstStyle/>
          <a:p>
            <a:r>
              <a:rPr lang="en-US" dirty="0" err="1" smtClean="0"/>
              <a:t>Zava-kendren’ny</a:t>
            </a:r>
            <a:r>
              <a:rPr lang="en-US" dirty="0" smtClean="0"/>
              <a:t> </a:t>
            </a:r>
            <a:r>
              <a:rPr lang="en-US" dirty="0" err="1" smtClean="0"/>
              <a:t>fitarihana</a:t>
            </a:r>
            <a:r>
              <a:rPr lang="en-US" dirty="0" smtClean="0"/>
              <a:t> </a:t>
            </a:r>
            <a:r>
              <a:rPr lang="en-US" dirty="0" err="1" smtClean="0"/>
              <a:t>Mpisavalalana</a:t>
            </a:r>
            <a:endParaRPr lang="en-US" dirty="0"/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76400"/>
            <a:ext cx="7772400" cy="2743200"/>
          </a:xfrm>
        </p:spPr>
        <p:txBody>
          <a:bodyPr/>
          <a:lstStyle/>
          <a:p>
            <a:r>
              <a:rPr lang="en-US" dirty="0" err="1" smtClean="0"/>
              <a:t>Hanampy</a:t>
            </a:r>
            <a:r>
              <a:rPr lang="en-US" dirty="0" smtClean="0"/>
              <a:t> </a:t>
            </a:r>
            <a:r>
              <a:rPr lang="en-US" dirty="0" err="1" smtClean="0"/>
              <a:t>ireo</a:t>
            </a:r>
            <a:r>
              <a:rPr lang="en-US" dirty="0" smtClean="0"/>
              <a:t> </a:t>
            </a:r>
            <a:r>
              <a:rPr lang="en-US" dirty="0" err="1" smtClean="0"/>
              <a:t>Mpisavalalana</a:t>
            </a:r>
            <a:r>
              <a:rPr lang="en-US" dirty="0" smtClean="0"/>
              <a:t> </a:t>
            </a:r>
            <a:r>
              <a:rPr lang="en-US" dirty="0" err="1" smtClean="0"/>
              <a:t>hahatsapa</a:t>
            </a:r>
            <a:r>
              <a:rPr lang="en-US" dirty="0" smtClean="0"/>
              <a:t> </a:t>
            </a:r>
            <a:r>
              <a:rPr lang="en-US" dirty="0" err="1" smtClean="0"/>
              <a:t>fa</a:t>
            </a:r>
            <a:r>
              <a:rPr lang="en-US" dirty="0" smtClean="0"/>
              <a:t> </a:t>
            </a:r>
            <a:r>
              <a:rPr lang="en-US" dirty="0" err="1" smtClean="0"/>
              <a:t>tia</a:t>
            </a:r>
            <a:r>
              <a:rPr lang="en-US" dirty="0" smtClean="0"/>
              <a:t> </a:t>
            </a:r>
            <a:r>
              <a:rPr lang="en-US" dirty="0" err="1" smtClean="0"/>
              <a:t>sy</a:t>
            </a:r>
            <a:r>
              <a:rPr lang="en-US" dirty="0" smtClean="0"/>
              <a:t> </a:t>
            </a:r>
            <a:r>
              <a:rPr lang="en-US" dirty="0" err="1" smtClean="0"/>
              <a:t>mikarakara</a:t>
            </a:r>
            <a:r>
              <a:rPr lang="en-US" dirty="0" smtClean="0"/>
              <a:t> </a:t>
            </a:r>
            <a:r>
              <a:rPr lang="en-US" dirty="0" err="1" smtClean="0"/>
              <a:t>ary</a:t>
            </a:r>
            <a:r>
              <a:rPr lang="en-US" dirty="0" smtClean="0"/>
              <a:t> </a:t>
            </a:r>
            <a:r>
              <a:rPr lang="en-US" dirty="0" err="1" smtClean="0"/>
              <a:t>mankasitraka</a:t>
            </a:r>
            <a:r>
              <a:rPr lang="en-US" dirty="0" smtClean="0"/>
              <a:t> </a:t>
            </a:r>
            <a:r>
              <a:rPr lang="en-US" dirty="0" err="1" smtClean="0"/>
              <a:t>azy</a:t>
            </a:r>
            <a:r>
              <a:rPr lang="en-US" dirty="0" smtClean="0"/>
              <a:t> </a:t>
            </a:r>
            <a:r>
              <a:rPr lang="en-US" dirty="0" err="1" smtClean="0"/>
              <a:t>ireo</a:t>
            </a:r>
            <a:r>
              <a:rPr lang="en-US" dirty="0" smtClean="0"/>
              <a:t> </a:t>
            </a:r>
            <a:r>
              <a:rPr lang="en-US" dirty="0" err="1" smtClean="0"/>
              <a:t>ny</a:t>
            </a:r>
            <a:r>
              <a:rPr lang="en-US" dirty="0" smtClean="0"/>
              <a:t> </a:t>
            </a:r>
            <a:r>
              <a:rPr lang="en-US" dirty="0" err="1" smtClean="0"/>
              <a:t>Fiangonanaa</a:t>
            </a:r>
            <a:endParaRPr lang="en-US" dirty="0"/>
          </a:p>
          <a:p>
            <a:r>
              <a:rPr lang="en-US" dirty="0" err="1" smtClean="0"/>
              <a:t>Haneho</a:t>
            </a:r>
            <a:r>
              <a:rPr lang="en-US" dirty="0" smtClean="0"/>
              <a:t> @ </a:t>
            </a:r>
            <a:r>
              <a:rPr lang="en-US" dirty="0" err="1" smtClean="0"/>
              <a:t>Mpisavalalanas</a:t>
            </a:r>
            <a:r>
              <a:rPr lang="en-US" dirty="0" smtClean="0"/>
              <a:t> </a:t>
            </a:r>
            <a:r>
              <a:rPr lang="en-US" dirty="0" err="1" smtClean="0"/>
              <a:t>fa</a:t>
            </a:r>
            <a:r>
              <a:rPr lang="en-US" dirty="0" smtClean="0"/>
              <a:t> </a:t>
            </a:r>
            <a:r>
              <a:rPr lang="en-US" dirty="0" err="1" smtClean="0"/>
              <a:t>Andriamanitra</a:t>
            </a:r>
            <a:r>
              <a:rPr lang="en-US" dirty="0" smtClean="0"/>
              <a:t> </a:t>
            </a:r>
            <a:r>
              <a:rPr lang="en-US" dirty="0" err="1" smtClean="0"/>
              <a:t>manana</a:t>
            </a:r>
            <a:r>
              <a:rPr lang="en-US" dirty="0" smtClean="0"/>
              <a:t> </a:t>
            </a:r>
            <a:r>
              <a:rPr lang="en-US" dirty="0" err="1" smtClean="0"/>
              <a:t>drafitra</a:t>
            </a:r>
            <a:r>
              <a:rPr lang="en-US" dirty="0" smtClean="0"/>
              <a:t> ho @ </a:t>
            </a:r>
            <a:r>
              <a:rPr lang="en-US" dirty="0" err="1" smtClean="0"/>
              <a:t>fiainany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43012" name="Rectangle 4"/>
          <p:cNvSpPr>
            <a:spLocks noChangeArrowheads="1"/>
          </p:cNvSpPr>
          <p:nvPr/>
        </p:nvSpPr>
        <p:spPr bwMode="auto">
          <a:xfrm>
            <a:off x="1752600" y="4724400"/>
            <a:ext cx="6858000" cy="175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accent1"/>
              </a:buClr>
              <a:buFontTx/>
              <a:buChar char="•"/>
            </a:pPr>
            <a:r>
              <a:rPr lang="en-US" sz="32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Hanofana</a:t>
            </a:r>
            <a:r>
              <a:rPr lang="en-US" sz="32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32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ireo</a:t>
            </a:r>
            <a:r>
              <a:rPr lang="en-US" sz="32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32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Mpisavalalana</a:t>
            </a:r>
            <a:r>
              <a:rPr lang="en-US" sz="32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ho @ </a:t>
            </a:r>
            <a:r>
              <a:rPr lang="en-US" sz="32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asa</a:t>
            </a:r>
            <a:r>
              <a:rPr lang="en-US" sz="32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32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fanompoana</a:t>
            </a:r>
            <a:r>
              <a:rPr lang="en-US" sz="32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32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Kristiana</a:t>
            </a:r>
            <a:r>
              <a:rPr lang="en-US" sz="32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.</a:t>
            </a:r>
            <a:endParaRPr lang="en-US" sz="3200" dirty="0">
              <a:effectLst>
                <a:outerShdw blurRad="38100" dist="38100" dir="2700000" algn="tl">
                  <a:srgbClr val="808080"/>
                </a:outerShdw>
              </a:effectLst>
              <a:latin typeface="Tahoma" pitchFamily="34" charset="0"/>
            </a:endParaRPr>
          </a:p>
        </p:txBody>
      </p:sp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8001000" cy="1143000"/>
          </a:xfrm>
        </p:spPr>
        <p:txBody>
          <a:bodyPr/>
          <a:lstStyle/>
          <a:p>
            <a:r>
              <a:rPr lang="en-US" dirty="0" err="1" smtClean="0"/>
              <a:t>Zava-kendren’ny</a:t>
            </a:r>
            <a:r>
              <a:rPr lang="en-US" dirty="0" smtClean="0"/>
              <a:t> </a:t>
            </a:r>
            <a:r>
              <a:rPr lang="en-US" dirty="0" err="1" smtClean="0"/>
              <a:t>fitarihana</a:t>
            </a:r>
            <a:r>
              <a:rPr lang="en-US" dirty="0" smtClean="0"/>
              <a:t> </a:t>
            </a:r>
            <a:r>
              <a:rPr lang="en-US" dirty="0" err="1" smtClean="0"/>
              <a:t>Mpisavalalana</a:t>
            </a:r>
            <a:endParaRPr lang="en-US" dirty="0"/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76400"/>
            <a:ext cx="8305800" cy="24384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dirty="0" err="1" smtClean="0"/>
              <a:t>Hiasa</a:t>
            </a:r>
            <a:r>
              <a:rPr lang="en-US" dirty="0" smtClean="0"/>
              <a:t> ho @ </a:t>
            </a:r>
            <a:r>
              <a:rPr lang="en-US" dirty="0" err="1" smtClean="0"/>
              <a:t>famonjena</a:t>
            </a:r>
            <a:r>
              <a:rPr lang="en-US" dirty="0" smtClean="0"/>
              <a:t> </a:t>
            </a:r>
            <a:r>
              <a:rPr lang="en-US" dirty="0" err="1" smtClean="0"/>
              <a:t>ny</a:t>
            </a:r>
            <a:r>
              <a:rPr lang="en-US" dirty="0" smtClean="0"/>
              <a:t> </a:t>
            </a:r>
            <a:r>
              <a:rPr lang="en-US" dirty="0" err="1" smtClean="0"/>
              <a:t>Mpisavalalana</a:t>
            </a:r>
            <a:r>
              <a:rPr lang="en-US" dirty="0" smtClean="0"/>
              <a:t> </a:t>
            </a:r>
            <a:r>
              <a:rPr lang="en-US" dirty="0" err="1" smtClean="0"/>
              <a:t>tsirairay</a:t>
            </a:r>
            <a:r>
              <a:rPr lang="en-US" dirty="0" smtClean="0"/>
              <a:t>.</a:t>
            </a:r>
            <a:endParaRPr lang="en-US" dirty="0"/>
          </a:p>
          <a:p>
            <a:pPr>
              <a:lnSpc>
                <a:spcPct val="90000"/>
              </a:lnSpc>
            </a:pPr>
            <a:r>
              <a:rPr lang="en-US" dirty="0" err="1" smtClean="0"/>
              <a:t>Hanampy</a:t>
            </a:r>
            <a:r>
              <a:rPr lang="en-US" dirty="0" smtClean="0"/>
              <a:t> @ </a:t>
            </a:r>
            <a:r>
              <a:rPr lang="en-US" dirty="0" err="1" smtClean="0"/>
              <a:t>fampivelarana</a:t>
            </a:r>
            <a:r>
              <a:rPr lang="en-US" dirty="0" smtClean="0"/>
              <a:t> </a:t>
            </a:r>
            <a:r>
              <a:rPr lang="en-US" dirty="0" err="1" smtClean="0"/>
              <a:t>ny</a:t>
            </a:r>
            <a:r>
              <a:rPr lang="en-US" dirty="0" smtClean="0"/>
              <a:t> </a:t>
            </a:r>
            <a:r>
              <a:rPr lang="en-US" dirty="0" err="1" smtClean="0"/>
              <a:t>fankasitrahan’ny</a:t>
            </a:r>
            <a:r>
              <a:rPr lang="en-US" dirty="0" smtClean="0"/>
              <a:t> </a:t>
            </a:r>
            <a:r>
              <a:rPr lang="en-US" dirty="0" err="1" smtClean="0"/>
              <a:t>Mpisavalalana</a:t>
            </a:r>
            <a:r>
              <a:rPr lang="en-US" dirty="0" smtClean="0"/>
              <a:t> </a:t>
            </a:r>
            <a:r>
              <a:rPr lang="en-US" dirty="0" err="1" smtClean="0"/>
              <a:t>ny</a:t>
            </a:r>
            <a:r>
              <a:rPr lang="en-US" dirty="0" smtClean="0"/>
              <a:t> </a:t>
            </a:r>
            <a:r>
              <a:rPr lang="en-US" dirty="0" err="1" smtClean="0"/>
              <a:t>natiora</a:t>
            </a:r>
            <a:r>
              <a:rPr lang="en-US" dirty="0" smtClean="0"/>
              <a:t> </a:t>
            </a:r>
            <a:r>
              <a:rPr lang="en-US" dirty="0" err="1" smtClean="0"/>
              <a:t>sy</a:t>
            </a:r>
            <a:r>
              <a:rPr lang="en-US" dirty="0" smtClean="0"/>
              <a:t> </a:t>
            </a:r>
            <a:r>
              <a:rPr lang="en-US" dirty="0" err="1" smtClean="0"/>
              <a:t>ny</a:t>
            </a:r>
            <a:r>
              <a:rPr lang="en-US" dirty="0" smtClean="0"/>
              <a:t> </a:t>
            </a:r>
            <a:r>
              <a:rPr lang="en-US" dirty="0" err="1" smtClean="0"/>
              <a:t>fikarakarana</a:t>
            </a:r>
            <a:r>
              <a:rPr lang="en-US" dirty="0" smtClean="0"/>
              <a:t> </a:t>
            </a:r>
            <a:r>
              <a:rPr lang="en-US" dirty="0" err="1" smtClean="0"/>
              <a:t>ny</a:t>
            </a:r>
            <a:r>
              <a:rPr lang="en-US" dirty="0" smtClean="0"/>
              <a:t> </a:t>
            </a:r>
            <a:r>
              <a:rPr lang="en-US" dirty="0" err="1" smtClean="0"/>
              <a:t>tontolo</a:t>
            </a:r>
            <a:r>
              <a:rPr lang="en-US" dirty="0" smtClean="0"/>
              <a:t> </a:t>
            </a:r>
            <a:r>
              <a:rPr lang="en-US" dirty="0" err="1" smtClean="0"/>
              <a:t>iainana</a:t>
            </a:r>
            <a:endParaRPr lang="en-US" dirty="0"/>
          </a:p>
        </p:txBody>
      </p:sp>
      <p:sp>
        <p:nvSpPr>
          <p:cNvPr id="58372" name="Rectangle 4"/>
          <p:cNvSpPr>
            <a:spLocks noChangeArrowheads="1"/>
          </p:cNvSpPr>
          <p:nvPr/>
        </p:nvSpPr>
        <p:spPr bwMode="auto">
          <a:xfrm>
            <a:off x="1676400" y="4059238"/>
            <a:ext cx="6781800" cy="182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FontTx/>
              <a:buChar char="•"/>
            </a:pPr>
            <a:r>
              <a:rPr lang="en-US" sz="32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Hampianatra</a:t>
            </a:r>
            <a:r>
              <a:rPr lang="en-US" sz="32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32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ireo</a:t>
            </a:r>
            <a:r>
              <a:rPr lang="en-US" sz="32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32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Mpisavalalana</a:t>
            </a:r>
            <a:r>
              <a:rPr lang="en-US" sz="32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32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fahaiza-manao</a:t>
            </a:r>
            <a:r>
              <a:rPr lang="en-US" sz="32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32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manokana</a:t>
            </a:r>
            <a:r>
              <a:rPr lang="en-US" sz="32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32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sy</a:t>
            </a:r>
            <a:r>
              <a:rPr lang="en-US" sz="32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32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fialam-boly</a:t>
            </a:r>
            <a:r>
              <a:rPr lang="en-US" sz="32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32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izay</a:t>
            </a:r>
            <a:r>
              <a:rPr lang="en-US" sz="32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32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hahatonga</a:t>
            </a:r>
            <a:r>
              <a:rPr lang="en-US" sz="32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32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ny</a:t>
            </a:r>
            <a:r>
              <a:rPr lang="en-US" sz="32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32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fiainany</a:t>
            </a:r>
            <a:r>
              <a:rPr lang="en-US" sz="32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32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hisy</a:t>
            </a:r>
            <a:r>
              <a:rPr lang="en-US" sz="32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32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dikany</a:t>
            </a:r>
            <a:r>
              <a:rPr lang="en-US" sz="32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32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sy</a:t>
            </a:r>
            <a:r>
              <a:rPr lang="en-US" sz="32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32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hampiasa</a:t>
            </a:r>
            <a:r>
              <a:rPr lang="en-US" sz="32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32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ny</a:t>
            </a:r>
            <a:r>
              <a:rPr lang="en-US" sz="32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32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fotoanany</a:t>
            </a:r>
            <a:r>
              <a:rPr lang="en-US" sz="32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@ </a:t>
            </a:r>
            <a:r>
              <a:rPr lang="en-US" sz="32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zavatra</a:t>
            </a:r>
            <a:r>
              <a:rPr lang="en-US" sz="32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32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mahasoa</a:t>
            </a:r>
            <a:r>
              <a:rPr lang="en-US" sz="32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.</a:t>
            </a:r>
            <a:endParaRPr lang="en-US" sz="3200" dirty="0">
              <a:effectLst>
                <a:outerShdw blurRad="38100" dist="38100" dir="2700000" algn="tl">
                  <a:srgbClr val="808080"/>
                </a:outerShdw>
              </a:effectLst>
              <a:latin typeface="Tahoma" pitchFamily="34" charset="0"/>
            </a:endParaRPr>
          </a:p>
        </p:txBody>
      </p:sp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8001000" cy="1143000"/>
          </a:xfrm>
        </p:spPr>
        <p:txBody>
          <a:bodyPr/>
          <a:lstStyle/>
          <a:p>
            <a:r>
              <a:rPr lang="en-US" dirty="0" err="1" smtClean="0"/>
              <a:t>Zava-kendren’ny</a:t>
            </a:r>
            <a:r>
              <a:rPr lang="en-US" dirty="0" smtClean="0"/>
              <a:t> </a:t>
            </a:r>
            <a:r>
              <a:rPr lang="en-US" dirty="0" err="1" smtClean="0"/>
              <a:t>fitarihana</a:t>
            </a:r>
            <a:r>
              <a:rPr lang="en-US" dirty="0" smtClean="0"/>
              <a:t> </a:t>
            </a:r>
            <a:r>
              <a:rPr lang="en-US" dirty="0" err="1" smtClean="0"/>
              <a:t>Mpisavalalana</a:t>
            </a:r>
            <a:endParaRPr lang="en-US" dirty="0"/>
          </a:p>
        </p:txBody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76400"/>
            <a:ext cx="7772400" cy="1752600"/>
          </a:xfrm>
        </p:spPr>
        <p:txBody>
          <a:bodyPr/>
          <a:lstStyle/>
          <a:p>
            <a:r>
              <a:rPr lang="en-US" dirty="0" err="1" smtClean="0"/>
              <a:t>Hanampy</a:t>
            </a:r>
            <a:r>
              <a:rPr lang="en-US" dirty="0" smtClean="0"/>
              <a:t> </a:t>
            </a:r>
            <a:r>
              <a:rPr lang="en-US" dirty="0" err="1" smtClean="0"/>
              <a:t>ireo</a:t>
            </a:r>
            <a:r>
              <a:rPr lang="en-US" dirty="0" smtClean="0"/>
              <a:t> </a:t>
            </a:r>
            <a:r>
              <a:rPr lang="en-US" dirty="0" err="1" smtClean="0"/>
              <a:t>Mpisavalalana</a:t>
            </a:r>
            <a:r>
              <a:rPr lang="en-US" dirty="0" smtClean="0"/>
              <a:t> ho </a:t>
            </a:r>
            <a:r>
              <a:rPr lang="en-US" dirty="0" err="1" smtClean="0"/>
              <a:t>tomady</a:t>
            </a:r>
            <a:r>
              <a:rPr lang="en-US" dirty="0" smtClean="0"/>
              <a:t> </a:t>
            </a:r>
            <a:r>
              <a:rPr lang="en-US" dirty="0" err="1" smtClean="0"/>
              <a:t>ara-batana</a:t>
            </a:r>
            <a:r>
              <a:rPr lang="en-US" dirty="0" smtClean="0"/>
              <a:t>.</a:t>
            </a:r>
            <a:endParaRPr lang="en-US" dirty="0"/>
          </a:p>
          <a:p>
            <a:r>
              <a:rPr lang="en-US" dirty="0" err="1" smtClean="0"/>
              <a:t>Hanome</a:t>
            </a:r>
            <a:r>
              <a:rPr lang="en-US" dirty="0" smtClean="0"/>
              <a:t> </a:t>
            </a:r>
            <a:r>
              <a:rPr lang="en-US" dirty="0" err="1" smtClean="0"/>
              <a:t>lafintsarany</a:t>
            </a:r>
            <a:r>
              <a:rPr lang="en-US" dirty="0" smtClean="0"/>
              <a:t> </a:t>
            </a:r>
            <a:r>
              <a:rPr lang="en-US" dirty="0" err="1" smtClean="0"/>
              <a:t>fanararaotra</a:t>
            </a:r>
            <a:r>
              <a:rPr lang="en-US" dirty="0" smtClean="0"/>
              <a:t> </a:t>
            </a:r>
            <a:r>
              <a:rPr lang="en-US" dirty="0" err="1" smtClean="0"/>
              <a:t>hampivelarana</a:t>
            </a:r>
            <a:r>
              <a:rPr lang="en-US" dirty="0" smtClean="0"/>
              <a:t> </a:t>
            </a:r>
            <a:r>
              <a:rPr lang="en-US" dirty="0" err="1" smtClean="0"/>
              <a:t>ny</a:t>
            </a:r>
            <a:r>
              <a:rPr lang="en-US" dirty="0" smtClean="0"/>
              <a:t> </a:t>
            </a:r>
            <a:r>
              <a:rPr lang="en-US" dirty="0" err="1" smtClean="0"/>
              <a:t>fahaiza-mitarika</a:t>
            </a:r>
            <a:endParaRPr lang="en-US" dirty="0"/>
          </a:p>
        </p:txBody>
      </p:sp>
      <p:sp>
        <p:nvSpPr>
          <p:cNvPr id="59396" name="Rectangle 4"/>
          <p:cNvSpPr>
            <a:spLocks noChangeArrowheads="1"/>
          </p:cNvSpPr>
          <p:nvPr/>
        </p:nvSpPr>
        <p:spPr bwMode="auto">
          <a:xfrm>
            <a:off x="1905000" y="4267200"/>
            <a:ext cx="6934200" cy="259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accent1"/>
              </a:buClr>
              <a:buFontTx/>
              <a:buChar char="•"/>
            </a:pPr>
            <a:r>
              <a:rPr lang="en-US" sz="32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Hanampy</a:t>
            </a:r>
            <a:r>
              <a:rPr lang="en-US" sz="32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32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ny</a:t>
            </a:r>
            <a:r>
              <a:rPr lang="en-US" sz="32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32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Mpisavalalana</a:t>
            </a:r>
            <a:r>
              <a:rPr lang="en-US" sz="32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@ </a:t>
            </a:r>
            <a:r>
              <a:rPr lang="en-US" sz="32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fampivelarana</a:t>
            </a:r>
            <a:r>
              <a:rPr lang="en-US" sz="32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32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ny</a:t>
            </a:r>
            <a:r>
              <a:rPr lang="en-US" sz="32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32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fampifandanjana</a:t>
            </a:r>
            <a:r>
              <a:rPr lang="en-US" sz="32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32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ny</a:t>
            </a:r>
            <a:r>
              <a:rPr lang="en-US" sz="32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32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ara-batana</a:t>
            </a:r>
            <a:r>
              <a:rPr lang="en-US" sz="32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, </a:t>
            </a:r>
            <a:r>
              <a:rPr lang="en-US" sz="32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ara-tsaina</a:t>
            </a:r>
            <a:r>
              <a:rPr lang="en-US" sz="32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, </a:t>
            </a:r>
            <a:r>
              <a:rPr lang="en-US" sz="32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ara-piaraha-monina</a:t>
            </a:r>
            <a:r>
              <a:rPr lang="en-US" sz="32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32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sy</a:t>
            </a:r>
            <a:r>
              <a:rPr lang="en-US" sz="32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32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ny</a:t>
            </a:r>
            <a:r>
              <a:rPr lang="en-US" sz="32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32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ara-panahy</a:t>
            </a:r>
            <a:endParaRPr lang="en-US" sz="3200" dirty="0">
              <a:effectLst>
                <a:outerShdw blurRad="38100" dist="38100" dir="2700000" algn="tl">
                  <a:srgbClr val="808080"/>
                </a:outerShdw>
              </a:effectLst>
              <a:latin typeface="Tahoma" pitchFamily="34" charset="0"/>
            </a:endParaRPr>
          </a:p>
        </p:txBody>
      </p:sp>
    </p:spTree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6" name="Rectangle 6"/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8001000" cy="1143000"/>
          </a:xfrm>
        </p:spPr>
        <p:txBody>
          <a:bodyPr/>
          <a:lstStyle/>
          <a:p>
            <a:r>
              <a:rPr lang="en-US" dirty="0" err="1" smtClean="0"/>
              <a:t>Tantaran’ny</a:t>
            </a:r>
            <a:r>
              <a:rPr lang="en-US" dirty="0" smtClean="0"/>
              <a:t> </a:t>
            </a:r>
            <a:r>
              <a:rPr lang="en-US" dirty="0" err="1" smtClean="0"/>
              <a:t>Mpisavalalana</a:t>
            </a:r>
            <a:r>
              <a:rPr lang="en-US" dirty="0" smtClean="0"/>
              <a:t> </a:t>
            </a:r>
            <a:r>
              <a:rPr lang="en-US" dirty="0" err="1" smtClean="0"/>
              <a:t>tao</a:t>
            </a:r>
            <a:r>
              <a:rPr lang="en-US" dirty="0" smtClean="0"/>
              <a:t> </a:t>
            </a:r>
            <a:r>
              <a:rPr lang="en-US" dirty="0" err="1" smtClean="0"/>
              <a:t>Amerika</a:t>
            </a:r>
            <a:r>
              <a:rPr lang="en-US" dirty="0" smtClean="0"/>
              <a:t> </a:t>
            </a:r>
            <a:r>
              <a:rPr lang="en-US" dirty="0" err="1"/>
              <a:t>A</a:t>
            </a:r>
            <a:r>
              <a:rPr lang="en-US" dirty="0" err="1" smtClean="0"/>
              <a:t>varatra</a:t>
            </a:r>
            <a:endParaRPr lang="en-US" dirty="0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685800" y="1676400"/>
            <a:ext cx="8001000" cy="23622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800" i="1" dirty="0" smtClean="0">
                <a:latin typeface="Arial" charset="0"/>
                <a:cs typeface="Times New Roman" pitchFamily="18" charset="0"/>
              </a:rPr>
              <a:t>1907:</a:t>
            </a:r>
            <a:r>
              <a:rPr lang="en-US" sz="2400" dirty="0" smtClean="0">
                <a:latin typeface="Arial" charset="0"/>
                <a:cs typeface="Arial" charset="0"/>
              </a:rPr>
              <a:t>Nalamina </a:t>
            </a:r>
            <a:r>
              <a:rPr lang="en-US" sz="2400" dirty="0" err="1" smtClean="0">
                <a:latin typeface="Arial" charset="0"/>
                <a:cs typeface="Arial" charset="0"/>
              </a:rPr>
              <a:t>ny</a:t>
            </a:r>
            <a:r>
              <a:rPr lang="en-US" sz="2400" dirty="0" smtClean="0">
                <a:latin typeface="Arial" charset="0"/>
                <a:cs typeface="Arial" charset="0"/>
              </a:rPr>
              <a:t> </a:t>
            </a:r>
            <a:r>
              <a:rPr lang="en-US" sz="2400" dirty="0" err="1" smtClean="0">
                <a:latin typeface="Arial" charset="0"/>
                <a:cs typeface="Arial" charset="0"/>
              </a:rPr>
              <a:t>fikambanana</a:t>
            </a:r>
            <a:r>
              <a:rPr lang="en-US" sz="2400" dirty="0" smtClean="0">
                <a:latin typeface="Arial" charset="0"/>
                <a:cs typeface="Arial" charset="0"/>
              </a:rPr>
              <a:t> MV</a:t>
            </a:r>
            <a:endParaRPr lang="en-US" sz="2400" dirty="0">
              <a:latin typeface="Arial" charset="0"/>
              <a:cs typeface="Arial" charset="0"/>
            </a:endParaRPr>
          </a:p>
          <a:p>
            <a:pPr>
              <a:lnSpc>
                <a:spcPct val="90000"/>
              </a:lnSpc>
            </a:pPr>
            <a:r>
              <a:rPr lang="en-US" sz="2800" i="1" dirty="0" smtClean="0">
                <a:latin typeface="Arial" charset="0"/>
                <a:cs typeface="Arial" charset="0"/>
              </a:rPr>
              <a:t>1922:</a:t>
            </a:r>
            <a:r>
              <a:rPr lang="en-US" sz="2400" dirty="0" smtClean="0">
                <a:latin typeface="Arial" charset="0"/>
                <a:cs typeface="Arial" charset="0"/>
              </a:rPr>
              <a:t>JMV (</a:t>
            </a:r>
            <a:r>
              <a:rPr lang="en-US" sz="2400" dirty="0" err="1" smtClean="0">
                <a:latin typeface="Arial" charset="0"/>
                <a:cs typeface="Arial" charset="0"/>
              </a:rPr>
              <a:t>Tanora</a:t>
            </a:r>
            <a:r>
              <a:rPr lang="en-US" sz="2400" dirty="0" smtClean="0">
                <a:latin typeface="Arial" charset="0"/>
                <a:cs typeface="Arial" charset="0"/>
              </a:rPr>
              <a:t> </a:t>
            </a:r>
            <a:r>
              <a:rPr lang="en-US" sz="2400" dirty="0" err="1" smtClean="0">
                <a:latin typeface="Arial" charset="0"/>
                <a:cs typeface="Arial" charset="0"/>
              </a:rPr>
              <a:t>Zandriny</a:t>
            </a:r>
            <a:r>
              <a:rPr lang="en-US" sz="2400" dirty="0" smtClean="0">
                <a:latin typeface="Arial" charset="0"/>
                <a:cs typeface="Arial" charset="0"/>
              </a:rPr>
              <a:t>) </a:t>
            </a:r>
            <a:r>
              <a:rPr lang="en-US" sz="2400" dirty="0" err="1" smtClean="0">
                <a:latin typeface="Arial" charset="0"/>
                <a:cs typeface="Arial" charset="0"/>
              </a:rPr>
              <a:t>Nampidirina</a:t>
            </a:r>
            <a:r>
              <a:rPr lang="en-US" sz="2400" dirty="0" smtClean="0">
                <a:latin typeface="Arial" charset="0"/>
                <a:cs typeface="Arial" charset="0"/>
              </a:rPr>
              <a:t> </a:t>
            </a:r>
            <a:r>
              <a:rPr lang="en-US" sz="2400" dirty="0" err="1" smtClean="0">
                <a:latin typeface="Arial" charset="0"/>
                <a:cs typeface="Arial" charset="0"/>
              </a:rPr>
              <a:t>ny</a:t>
            </a:r>
            <a:r>
              <a:rPr lang="en-US" sz="2400" dirty="0" smtClean="0">
                <a:latin typeface="Arial" charset="0"/>
                <a:cs typeface="Arial" charset="0"/>
              </a:rPr>
              <a:t> </a:t>
            </a:r>
            <a:r>
              <a:rPr lang="en-US" sz="2400" dirty="0" err="1" smtClean="0">
                <a:latin typeface="Arial" charset="0"/>
                <a:cs typeface="Arial" charset="0"/>
              </a:rPr>
              <a:t>kilasim-pandrosoana</a:t>
            </a:r>
            <a:r>
              <a:rPr lang="en-US" sz="2400" dirty="0" smtClean="0">
                <a:latin typeface="Arial" charset="0"/>
                <a:cs typeface="Arial" charset="0"/>
              </a:rPr>
              <a:t> – </a:t>
            </a:r>
            <a:r>
              <a:rPr lang="en-US" sz="2400" dirty="0" err="1" smtClean="0">
                <a:latin typeface="Arial" charset="0"/>
                <a:cs typeface="Arial" charset="0"/>
              </a:rPr>
              <a:t>Namana</a:t>
            </a:r>
            <a:r>
              <a:rPr lang="en-US" sz="2400" dirty="0" smtClean="0">
                <a:latin typeface="Arial" charset="0"/>
                <a:cs typeface="Arial" charset="0"/>
              </a:rPr>
              <a:t> </a:t>
            </a:r>
            <a:r>
              <a:rPr lang="en-US" sz="2400" dirty="0" err="1" smtClean="0">
                <a:latin typeface="Arial" charset="0"/>
                <a:cs typeface="Arial" charset="0"/>
              </a:rPr>
              <a:t>sy</a:t>
            </a:r>
            <a:r>
              <a:rPr lang="en-US" sz="2400" dirty="0" smtClean="0">
                <a:latin typeface="Arial" charset="0"/>
                <a:cs typeface="Arial" charset="0"/>
              </a:rPr>
              <a:t> </a:t>
            </a:r>
            <a:r>
              <a:rPr lang="en-US" sz="2400" dirty="0" err="1" smtClean="0">
                <a:latin typeface="Arial" charset="0"/>
                <a:cs typeface="Arial" charset="0"/>
              </a:rPr>
              <a:t>Sakaiza</a:t>
            </a:r>
            <a:r>
              <a:rPr lang="en-US" sz="2400" dirty="0" smtClean="0">
                <a:latin typeface="Arial" charset="0"/>
                <a:cs typeface="Arial" charset="0"/>
              </a:rPr>
              <a:t> (10 </a:t>
            </a:r>
            <a:r>
              <a:rPr lang="en-US" sz="2400" dirty="0">
                <a:latin typeface="Arial" charset="0"/>
                <a:cs typeface="Arial" charset="0"/>
              </a:rPr>
              <a:t>&amp; 11 </a:t>
            </a:r>
            <a:r>
              <a:rPr lang="en-US" sz="2400" dirty="0" err="1" smtClean="0">
                <a:latin typeface="Arial" charset="0"/>
                <a:cs typeface="Arial" charset="0"/>
              </a:rPr>
              <a:t>taona</a:t>
            </a:r>
            <a:r>
              <a:rPr lang="en-US" sz="2400" dirty="0" smtClean="0">
                <a:latin typeface="Arial" charset="0"/>
                <a:cs typeface="Arial" charset="0"/>
              </a:rPr>
              <a:t> </a:t>
            </a:r>
            <a:r>
              <a:rPr lang="en-US" sz="2400" dirty="0" err="1" smtClean="0">
                <a:latin typeface="Arial" charset="0"/>
                <a:cs typeface="Arial" charset="0"/>
              </a:rPr>
              <a:t>na</a:t>
            </a:r>
            <a:r>
              <a:rPr lang="en-US" sz="2400" dirty="0" smtClean="0">
                <a:latin typeface="Arial" charset="0"/>
                <a:cs typeface="Arial" charset="0"/>
              </a:rPr>
              <a:t> T5 </a:t>
            </a:r>
            <a:r>
              <a:rPr lang="en-US" sz="2400" dirty="0">
                <a:latin typeface="Arial" charset="0"/>
                <a:cs typeface="Arial" charset="0"/>
              </a:rPr>
              <a:t>&amp; </a:t>
            </a:r>
            <a:r>
              <a:rPr lang="en-US" sz="2400" dirty="0" smtClean="0">
                <a:latin typeface="Arial" charset="0"/>
                <a:cs typeface="Arial" charset="0"/>
              </a:rPr>
              <a:t>T6</a:t>
            </a:r>
            <a:r>
              <a:rPr lang="en-US" sz="2400" dirty="0">
                <a:latin typeface="Arial" charset="0"/>
                <a:cs typeface="Arial" charset="0"/>
              </a:rPr>
              <a:t>) </a:t>
            </a:r>
            <a:r>
              <a:rPr lang="en-US" sz="2400" dirty="0" err="1" smtClean="0">
                <a:latin typeface="Arial" charset="0"/>
                <a:cs typeface="Arial" charset="0"/>
              </a:rPr>
              <a:t>ary</a:t>
            </a:r>
            <a:r>
              <a:rPr lang="en-US" sz="2400" dirty="0" smtClean="0">
                <a:latin typeface="Arial" charset="0"/>
                <a:cs typeface="Arial" charset="0"/>
              </a:rPr>
              <a:t> </a:t>
            </a:r>
            <a:r>
              <a:rPr lang="en-US" sz="2400" dirty="0" err="1" smtClean="0">
                <a:latin typeface="Arial" charset="0"/>
                <a:cs typeface="Arial" charset="0"/>
              </a:rPr>
              <a:t>koa</a:t>
            </a:r>
            <a:r>
              <a:rPr lang="en-US" sz="2400" dirty="0" smtClean="0">
                <a:latin typeface="Arial" charset="0"/>
                <a:cs typeface="Arial" charset="0"/>
              </a:rPr>
              <a:t> </a:t>
            </a:r>
            <a:r>
              <a:rPr lang="en-US" sz="2400" dirty="0" err="1" smtClean="0">
                <a:latin typeface="Arial" charset="0"/>
                <a:cs typeface="Arial" charset="0"/>
              </a:rPr>
              <a:t>ny</a:t>
            </a:r>
            <a:r>
              <a:rPr lang="en-US" sz="2400" dirty="0" smtClean="0">
                <a:latin typeface="Arial" charset="0"/>
                <a:cs typeface="Arial" charset="0"/>
              </a:rPr>
              <a:t> Comrade </a:t>
            </a:r>
            <a:r>
              <a:rPr lang="en-US" sz="2400" dirty="0">
                <a:latin typeface="Arial" charset="0"/>
                <a:cs typeface="Arial" charset="0"/>
              </a:rPr>
              <a:t>&amp; Master </a:t>
            </a:r>
            <a:r>
              <a:rPr lang="en-US" sz="2400" dirty="0" smtClean="0">
                <a:latin typeface="Arial" charset="0"/>
                <a:cs typeface="Arial" charset="0"/>
              </a:rPr>
              <a:t>Comrade (</a:t>
            </a:r>
            <a:r>
              <a:rPr lang="en-US" sz="2400" dirty="0" err="1" smtClean="0">
                <a:latin typeface="Arial" charset="0"/>
                <a:cs typeface="Arial" charset="0"/>
              </a:rPr>
              <a:t>Mpitarika</a:t>
            </a:r>
            <a:r>
              <a:rPr lang="en-US" sz="2400" dirty="0" smtClean="0">
                <a:latin typeface="Arial" charset="0"/>
                <a:cs typeface="Arial" charset="0"/>
              </a:rPr>
              <a:t> &amp; </a:t>
            </a:r>
            <a:r>
              <a:rPr lang="en-US" sz="2400" dirty="0" err="1" smtClean="0">
                <a:latin typeface="Arial" charset="0"/>
                <a:cs typeface="Arial" charset="0"/>
              </a:rPr>
              <a:t>Filoha</a:t>
            </a:r>
            <a:r>
              <a:rPr lang="en-US" sz="2400" dirty="0" smtClean="0">
                <a:latin typeface="Arial" charset="0"/>
                <a:cs typeface="Arial" charset="0"/>
              </a:rPr>
              <a:t> </a:t>
            </a:r>
            <a:r>
              <a:rPr lang="en-US" sz="2400" dirty="0" err="1" smtClean="0">
                <a:latin typeface="Arial" charset="0"/>
                <a:cs typeface="Arial" charset="0"/>
              </a:rPr>
              <a:t>Mpitarika</a:t>
            </a:r>
            <a:r>
              <a:rPr lang="en-US" sz="2400" dirty="0" smtClean="0">
                <a:latin typeface="Arial" charset="0"/>
                <a:cs typeface="Arial" charset="0"/>
              </a:rPr>
              <a:t> </a:t>
            </a:r>
            <a:r>
              <a:rPr lang="en-US" sz="2400" dirty="0" err="1" smtClean="0">
                <a:latin typeface="Arial" charset="0"/>
                <a:cs typeface="Arial" charset="0"/>
              </a:rPr>
              <a:t>teo</a:t>
            </a:r>
            <a:r>
              <a:rPr lang="en-US" sz="2400" dirty="0" smtClean="0">
                <a:latin typeface="Arial" charset="0"/>
                <a:cs typeface="Arial" charset="0"/>
              </a:rPr>
              <a:t> aloha)</a:t>
            </a:r>
            <a:endParaRPr lang="en-US" sz="2400" dirty="0">
              <a:latin typeface="Arial" charset="0"/>
              <a:cs typeface="Times New Roman" pitchFamily="18" charset="0"/>
            </a:endParaRPr>
          </a:p>
        </p:txBody>
      </p:sp>
      <p:sp>
        <p:nvSpPr>
          <p:cNvPr id="5128" name="Rectangle 8"/>
          <p:cNvSpPr>
            <a:spLocks noChangeArrowheads="1"/>
          </p:cNvSpPr>
          <p:nvPr/>
        </p:nvSpPr>
        <p:spPr bwMode="auto">
          <a:xfrm>
            <a:off x="1524000" y="4073525"/>
            <a:ext cx="6934200" cy="1260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FontTx/>
              <a:buChar char="•"/>
            </a:pPr>
            <a:r>
              <a:rPr lang="en-US" sz="2800" i="1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Arial" charset="0"/>
                <a:cs typeface="Arial" charset="0"/>
              </a:rPr>
              <a:t>1929: </a:t>
            </a:r>
            <a:r>
              <a:rPr lang="en-US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Arial" charset="0"/>
                <a:cs typeface="Arial" charset="0"/>
              </a:rPr>
              <a:t>“</a:t>
            </a:r>
            <a:r>
              <a:rPr lang="en-US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Arial" charset="0"/>
                <a:cs typeface="Arial" charset="0"/>
              </a:rPr>
              <a:t>Mpisavalalana</a:t>
            </a:r>
            <a:r>
              <a:rPr lang="en-US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Arial" charset="0"/>
                <a:cs typeface="Arial" charset="0"/>
              </a:rPr>
              <a:t>" </a:t>
            </a:r>
            <a:r>
              <a:rPr lang="en-US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Arial" charset="0"/>
                <a:cs typeface="Arial" charset="0"/>
              </a:rPr>
              <a:t>nampiasaina</a:t>
            </a:r>
            <a:r>
              <a:rPr lang="en-US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Arial" charset="0"/>
                <a:cs typeface="Arial" charset="0"/>
              </a:rPr>
              <a:t> </a:t>
            </a:r>
            <a:r>
              <a:rPr lang="en-US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Arial" charset="0"/>
                <a:cs typeface="Arial" charset="0"/>
              </a:rPr>
              <a:t>voalohany</a:t>
            </a:r>
            <a:r>
              <a:rPr lang="en-US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Arial" charset="0"/>
                <a:cs typeface="Arial" charset="0"/>
              </a:rPr>
              <a:t> </a:t>
            </a:r>
            <a:r>
              <a:rPr lang="en-US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Arial" charset="0"/>
                <a:cs typeface="Arial" charset="0"/>
              </a:rPr>
              <a:t>io</a:t>
            </a:r>
            <a:r>
              <a:rPr lang="en-US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Arial" charset="0"/>
                <a:cs typeface="Arial" charset="0"/>
              </a:rPr>
              <a:t> </a:t>
            </a:r>
            <a:r>
              <a:rPr lang="en-US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Arial" charset="0"/>
                <a:cs typeface="Arial" charset="0"/>
              </a:rPr>
              <a:t>anarana</a:t>
            </a:r>
            <a:r>
              <a:rPr lang="en-US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Arial" charset="0"/>
                <a:cs typeface="Arial" charset="0"/>
              </a:rPr>
              <a:t> </a:t>
            </a:r>
            <a:r>
              <a:rPr lang="en-US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Arial" charset="0"/>
                <a:cs typeface="Arial" charset="0"/>
              </a:rPr>
              <a:t>io</a:t>
            </a:r>
            <a:r>
              <a:rPr lang="en-US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Arial" charset="0"/>
                <a:cs typeface="Arial" charset="0"/>
              </a:rPr>
              <a:t> </a:t>
            </a:r>
            <a:r>
              <a:rPr lang="en-US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Arial" charset="0"/>
                <a:cs typeface="Arial" charset="0"/>
              </a:rPr>
              <a:t>tamin’ny</a:t>
            </a:r>
            <a:r>
              <a:rPr lang="en-US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Arial" charset="0"/>
                <a:cs typeface="Arial" charset="0"/>
              </a:rPr>
              <a:t> </a:t>
            </a:r>
            <a:r>
              <a:rPr lang="en-US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Arial" charset="0"/>
                <a:cs typeface="Arial" charset="0"/>
              </a:rPr>
              <a:t>lasy</a:t>
            </a:r>
            <a:r>
              <a:rPr lang="en-US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Arial" charset="0"/>
                <a:cs typeface="Arial" charset="0"/>
              </a:rPr>
              <a:t> </a:t>
            </a:r>
            <a:r>
              <a:rPr lang="en-US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Arial" charset="0"/>
                <a:cs typeface="Arial" charset="0"/>
              </a:rPr>
              <a:t>tao</a:t>
            </a:r>
            <a:r>
              <a:rPr lang="en-US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Arial" charset="0"/>
                <a:cs typeface="Arial" charset="0"/>
              </a:rPr>
              <a:t> </a:t>
            </a:r>
            <a:r>
              <a:rPr lang="en-US" dirty="0">
                <a:effectLst>
                  <a:outerShdw blurRad="38100" dist="38100" dir="2700000" algn="tl">
                    <a:srgbClr val="808080"/>
                  </a:outerShdw>
                </a:effectLst>
                <a:latin typeface="Arial" charset="0"/>
                <a:cs typeface="Arial" charset="0"/>
              </a:rPr>
              <a:t>Southeastern California</a:t>
            </a:r>
          </a:p>
        </p:txBody>
      </p:sp>
      <p:sp>
        <p:nvSpPr>
          <p:cNvPr id="5129" name="Rectangle 9"/>
          <p:cNvSpPr>
            <a:spLocks noChangeArrowheads="1"/>
          </p:cNvSpPr>
          <p:nvPr/>
        </p:nvSpPr>
        <p:spPr bwMode="auto">
          <a:xfrm>
            <a:off x="1600200" y="5562600"/>
            <a:ext cx="6858000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FontTx/>
              <a:buChar char="•"/>
            </a:pPr>
            <a:r>
              <a:rPr lang="en-US" sz="2800" i="1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Arial" charset="0"/>
                <a:cs typeface="Arial" charset="0"/>
              </a:rPr>
              <a:t>1931:</a:t>
            </a:r>
            <a:r>
              <a:rPr lang="en-US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Arial" charset="0"/>
                <a:cs typeface="Times New Roman" pitchFamily="18" charset="0"/>
              </a:rPr>
              <a:t> </a:t>
            </a:r>
            <a:r>
              <a:rPr lang="en-US" dirty="0">
                <a:effectLst>
                  <a:outerShdw blurRad="38100" dist="38100" dir="2700000" algn="tl">
                    <a:srgbClr val="808080"/>
                  </a:outerShdw>
                </a:effectLst>
                <a:latin typeface="Arial" charset="0"/>
                <a:cs typeface="Times New Roman" pitchFamily="18" charset="0"/>
              </a:rPr>
              <a:t>Master Comrade </a:t>
            </a:r>
            <a:r>
              <a:rPr lang="en-US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Arial" charset="0"/>
                <a:cs typeface="Times New Roman" pitchFamily="18" charset="0"/>
              </a:rPr>
              <a:t>Investiture (</a:t>
            </a:r>
            <a:r>
              <a:rPr lang="en-US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Arial" charset="0"/>
                <a:cs typeface="Times New Roman" pitchFamily="18" charset="0"/>
              </a:rPr>
              <a:t>Filoha</a:t>
            </a:r>
            <a:r>
              <a:rPr lang="en-US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Arial" charset="0"/>
                <a:cs typeface="Times New Roman" pitchFamily="18" charset="0"/>
              </a:rPr>
              <a:t> </a:t>
            </a:r>
            <a:r>
              <a:rPr lang="en-US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Arial" charset="0"/>
                <a:cs typeface="Times New Roman" pitchFamily="18" charset="0"/>
              </a:rPr>
              <a:t>Mpitarika</a:t>
            </a:r>
            <a:r>
              <a:rPr lang="en-US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Arial" charset="0"/>
                <a:cs typeface="Times New Roman" pitchFamily="18" charset="0"/>
              </a:rPr>
              <a:t> </a:t>
            </a:r>
            <a:r>
              <a:rPr lang="en-US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Arial" charset="0"/>
                <a:cs typeface="Times New Roman" pitchFamily="18" charset="0"/>
              </a:rPr>
              <a:t>voalohany</a:t>
            </a:r>
            <a:r>
              <a:rPr lang="en-US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Arial" charset="0"/>
                <a:cs typeface="Times New Roman" pitchFamily="18" charset="0"/>
              </a:rPr>
              <a:t>)</a:t>
            </a:r>
            <a:endParaRPr lang="en-US" dirty="0">
              <a:effectLst>
                <a:outerShdw blurRad="38100" dist="38100" dir="2700000" algn="tl">
                  <a:srgbClr val="808080"/>
                </a:outerShdw>
              </a:effectLst>
              <a:latin typeface="Arial" charset="0"/>
              <a:cs typeface="Times New Roman" pitchFamily="18" charset="0"/>
            </a:endParaRPr>
          </a:p>
        </p:txBody>
      </p:sp>
    </p:spTree>
  </p:cSld>
  <p:clrMapOvr>
    <a:masterClrMapping/>
  </p:clrMapOvr>
  <p:transition spd="med"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1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1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1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1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1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1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500"/>
                            </p:stCondLst>
                            <p:childTnLst>
                              <p:par>
                                <p:cTn id="20" presetID="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1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1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7" grpId="0" build="p" bldLvl="3" autoUpdateAnimBg="0" advAuto="0"/>
      <p:bldP spid="5128" grpId="0" build="p" bldLvl="2" autoUpdateAnimBg="0" advAuto="1000"/>
      <p:bldP spid="5129" grpId="0" build="p" bldLvl="2" autoUpdateAnimBg="0" advAuto="100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8001000" cy="1143000"/>
          </a:xfrm>
        </p:spPr>
        <p:txBody>
          <a:bodyPr/>
          <a:lstStyle/>
          <a:p>
            <a:r>
              <a:rPr lang="en-US" dirty="0" err="1" smtClean="0"/>
              <a:t>Tantaran’ny</a:t>
            </a:r>
            <a:r>
              <a:rPr lang="en-US" dirty="0" smtClean="0"/>
              <a:t> </a:t>
            </a:r>
            <a:r>
              <a:rPr lang="en-US" dirty="0" err="1" smtClean="0"/>
              <a:t>Mpisavalalana</a:t>
            </a:r>
            <a:r>
              <a:rPr lang="en-US" dirty="0" smtClean="0"/>
              <a:t> </a:t>
            </a:r>
            <a:r>
              <a:rPr lang="en-US" dirty="0" err="1" smtClean="0"/>
              <a:t>tao</a:t>
            </a:r>
            <a:r>
              <a:rPr lang="en-US" dirty="0" smtClean="0"/>
              <a:t> </a:t>
            </a:r>
            <a:r>
              <a:rPr lang="en-US" dirty="0" err="1" smtClean="0"/>
              <a:t>Amerika</a:t>
            </a:r>
            <a:r>
              <a:rPr lang="en-US" dirty="0" smtClean="0"/>
              <a:t> </a:t>
            </a:r>
            <a:r>
              <a:rPr lang="en-US" dirty="0" err="1" smtClean="0"/>
              <a:t>Avaratra</a:t>
            </a:r>
            <a:endParaRPr lang="en-US" dirty="0"/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76400"/>
            <a:ext cx="8077200" cy="26670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800" i="1" dirty="0" smtClean="0">
                <a:latin typeface="Arial" charset="0"/>
                <a:cs typeface="Arial" charset="0"/>
              </a:rPr>
              <a:t>1946:</a:t>
            </a:r>
            <a:r>
              <a:rPr lang="en-US" sz="2400" dirty="0" smtClean="0">
                <a:latin typeface="Arial" charset="0"/>
                <a:cs typeface="Arial" charset="0"/>
              </a:rPr>
              <a:t>Klioban’ny </a:t>
            </a:r>
            <a:r>
              <a:rPr lang="en-US" sz="2400" dirty="0" err="1" smtClean="0">
                <a:latin typeface="Arial" charset="0"/>
                <a:cs typeface="Arial" charset="0"/>
              </a:rPr>
              <a:t>Mpisavalalana</a:t>
            </a:r>
            <a:r>
              <a:rPr lang="en-US" sz="2400" dirty="0" smtClean="0">
                <a:latin typeface="Arial" charset="0"/>
                <a:cs typeface="Arial" charset="0"/>
              </a:rPr>
              <a:t> </a:t>
            </a:r>
            <a:r>
              <a:rPr lang="en-US" sz="2400" dirty="0" err="1" smtClean="0">
                <a:latin typeface="Arial" charset="0"/>
                <a:cs typeface="Arial" charset="0"/>
              </a:rPr>
              <a:t>voalohany</a:t>
            </a:r>
            <a:r>
              <a:rPr lang="en-US" sz="2400" dirty="0" smtClean="0">
                <a:latin typeface="Arial" charset="0"/>
                <a:cs typeface="Arial" charset="0"/>
              </a:rPr>
              <a:t> </a:t>
            </a:r>
            <a:r>
              <a:rPr lang="en-US" sz="2400" dirty="0" err="1" smtClean="0">
                <a:latin typeface="Arial" charset="0"/>
                <a:cs typeface="Arial" charset="0"/>
              </a:rPr>
              <a:t>notohanan’ny</a:t>
            </a:r>
            <a:r>
              <a:rPr lang="en-US" sz="2400" dirty="0" smtClean="0">
                <a:latin typeface="Arial" charset="0"/>
                <a:cs typeface="Arial" charset="0"/>
              </a:rPr>
              <a:t> </a:t>
            </a:r>
            <a:r>
              <a:rPr lang="en-US" sz="2400" dirty="0" err="1">
                <a:latin typeface="Arial" charset="0"/>
                <a:cs typeface="Arial" charset="0"/>
              </a:rPr>
              <a:t>F</a:t>
            </a:r>
            <a:r>
              <a:rPr lang="en-US" sz="2400" dirty="0" err="1" smtClean="0">
                <a:latin typeface="Arial" charset="0"/>
                <a:cs typeface="Arial" charset="0"/>
              </a:rPr>
              <a:t>ederasiona</a:t>
            </a:r>
            <a:r>
              <a:rPr lang="en-US" sz="2400" dirty="0" smtClean="0">
                <a:latin typeface="Arial" charset="0"/>
                <a:cs typeface="Arial" charset="0"/>
              </a:rPr>
              <a:t> (</a:t>
            </a:r>
            <a:r>
              <a:rPr lang="en-US" sz="2400" dirty="0">
                <a:latin typeface="Arial" charset="0"/>
                <a:cs typeface="Arial" charset="0"/>
              </a:rPr>
              <a:t>Riverside, California) </a:t>
            </a:r>
            <a:r>
              <a:rPr lang="en-US" sz="2400" dirty="0" err="1" smtClean="0">
                <a:latin typeface="Arial" charset="0"/>
                <a:cs typeface="Arial" charset="0"/>
              </a:rPr>
              <a:t>Namboarin’i</a:t>
            </a:r>
            <a:r>
              <a:rPr lang="en-US" sz="2400" dirty="0" smtClean="0">
                <a:latin typeface="Arial" charset="0"/>
                <a:cs typeface="Arial" charset="0"/>
              </a:rPr>
              <a:t> </a:t>
            </a:r>
            <a:r>
              <a:rPr lang="en-US" sz="2400" dirty="0">
                <a:latin typeface="Arial" charset="0"/>
                <a:cs typeface="Arial" charset="0"/>
              </a:rPr>
              <a:t>John H. Hancock </a:t>
            </a:r>
            <a:r>
              <a:rPr lang="en-US" sz="2400" dirty="0" err="1" smtClean="0">
                <a:latin typeface="Arial" charset="0"/>
                <a:cs typeface="Arial" charset="0"/>
              </a:rPr>
              <a:t>ny</a:t>
            </a:r>
            <a:r>
              <a:rPr lang="en-US" sz="2400" dirty="0" smtClean="0">
                <a:latin typeface="Arial" charset="0"/>
                <a:cs typeface="Arial" charset="0"/>
              </a:rPr>
              <a:t> </a:t>
            </a:r>
            <a:r>
              <a:rPr lang="en-US" sz="2400" dirty="0" err="1" smtClean="0">
                <a:latin typeface="Arial" charset="0"/>
                <a:cs typeface="Arial" charset="0"/>
              </a:rPr>
              <a:t>mari-pamantarana</a:t>
            </a:r>
            <a:r>
              <a:rPr lang="en-US" sz="2400" dirty="0" smtClean="0">
                <a:latin typeface="Arial" charset="0"/>
                <a:cs typeface="Arial" charset="0"/>
              </a:rPr>
              <a:t> </a:t>
            </a:r>
            <a:r>
              <a:rPr lang="en-US" sz="2400" dirty="0" err="1" smtClean="0">
                <a:latin typeface="Arial" charset="0"/>
                <a:cs typeface="Arial" charset="0"/>
              </a:rPr>
              <a:t>ny</a:t>
            </a:r>
            <a:r>
              <a:rPr lang="en-US" sz="2400" dirty="0" smtClean="0">
                <a:latin typeface="Arial" charset="0"/>
                <a:cs typeface="Arial" charset="0"/>
              </a:rPr>
              <a:t> </a:t>
            </a:r>
            <a:r>
              <a:rPr lang="en-US" sz="2400" dirty="0" err="1" smtClean="0">
                <a:latin typeface="Arial" charset="0"/>
                <a:cs typeface="Arial" charset="0"/>
              </a:rPr>
              <a:t>Klioban’ny</a:t>
            </a:r>
            <a:r>
              <a:rPr lang="en-US" sz="2400" dirty="0" smtClean="0">
                <a:latin typeface="Arial" charset="0"/>
                <a:cs typeface="Arial" charset="0"/>
              </a:rPr>
              <a:t> </a:t>
            </a:r>
            <a:r>
              <a:rPr lang="en-US" sz="2400" dirty="0" err="1" smtClean="0">
                <a:latin typeface="Arial" charset="0"/>
                <a:cs typeface="Arial" charset="0"/>
              </a:rPr>
              <a:t>Mpisavalalana</a:t>
            </a:r>
            <a:endParaRPr lang="en-US" sz="2400" dirty="0">
              <a:latin typeface="Arial" charset="0"/>
              <a:cs typeface="Arial" charset="0"/>
            </a:endParaRPr>
          </a:p>
          <a:p>
            <a:pPr>
              <a:lnSpc>
                <a:spcPct val="90000"/>
              </a:lnSpc>
            </a:pPr>
            <a:r>
              <a:rPr lang="en-US" sz="2800" i="1" dirty="0" smtClean="0">
                <a:latin typeface="Arial" charset="0"/>
                <a:cs typeface="Arial" charset="0"/>
              </a:rPr>
              <a:t>1949: </a:t>
            </a:r>
            <a:r>
              <a:rPr lang="en-US" sz="2800" i="1" dirty="0" err="1" smtClean="0">
                <a:latin typeface="Arial" charset="0"/>
                <a:cs typeface="Arial" charset="0"/>
              </a:rPr>
              <a:t>Nanoratra</a:t>
            </a:r>
            <a:r>
              <a:rPr lang="en-US" sz="2800" i="1" dirty="0" smtClean="0">
                <a:latin typeface="Arial" charset="0"/>
                <a:cs typeface="Arial" charset="0"/>
              </a:rPr>
              <a:t> </a:t>
            </a:r>
            <a:r>
              <a:rPr lang="en-US" sz="2800" i="1" dirty="0" err="1" smtClean="0">
                <a:latin typeface="Arial" charset="0"/>
                <a:cs typeface="Arial" charset="0"/>
              </a:rPr>
              <a:t>ny</a:t>
            </a:r>
            <a:r>
              <a:rPr lang="en-US" sz="2800" i="1" dirty="0" smtClean="0">
                <a:latin typeface="Arial" charset="0"/>
                <a:cs typeface="Arial" charset="0"/>
              </a:rPr>
              <a:t> </a:t>
            </a:r>
            <a:r>
              <a:rPr lang="en-US" sz="2800" i="1" dirty="0" err="1" smtClean="0">
                <a:latin typeface="Arial" charset="0"/>
                <a:cs typeface="Arial" charset="0"/>
              </a:rPr>
              <a:t>hira</a:t>
            </a:r>
            <a:r>
              <a:rPr lang="en-US" sz="2800" i="1" dirty="0" smtClean="0">
                <a:latin typeface="Arial" charset="0"/>
                <a:cs typeface="Arial" charset="0"/>
              </a:rPr>
              <a:t> </a:t>
            </a:r>
            <a:r>
              <a:rPr lang="en-US" sz="2800" i="1" dirty="0" err="1" smtClean="0">
                <a:latin typeface="Arial" charset="0"/>
                <a:cs typeface="Arial" charset="0"/>
              </a:rPr>
              <a:t>fanevan’ny</a:t>
            </a:r>
            <a:r>
              <a:rPr lang="en-US" sz="2800" i="1" dirty="0" smtClean="0">
                <a:latin typeface="Arial" charset="0"/>
                <a:cs typeface="Arial" charset="0"/>
              </a:rPr>
              <a:t> </a:t>
            </a:r>
            <a:r>
              <a:rPr lang="en-US" sz="2800" i="1" dirty="0" err="1" smtClean="0">
                <a:latin typeface="Arial" charset="0"/>
                <a:cs typeface="Arial" charset="0"/>
              </a:rPr>
              <a:t>Mpisavalalana</a:t>
            </a:r>
            <a:r>
              <a:rPr lang="en-US" sz="2800" i="1" dirty="0" smtClean="0">
                <a:latin typeface="Arial" charset="0"/>
                <a:cs typeface="Arial" charset="0"/>
              </a:rPr>
              <a:t> I </a:t>
            </a:r>
            <a:r>
              <a:rPr lang="en-US" sz="2400" dirty="0" smtClean="0">
                <a:latin typeface="Arial" charset="0"/>
                <a:cs typeface="Arial" charset="0"/>
              </a:rPr>
              <a:t>Henry </a:t>
            </a:r>
            <a:r>
              <a:rPr lang="en-US" sz="2400" dirty="0">
                <a:latin typeface="Arial" charset="0"/>
                <a:cs typeface="Arial" charset="0"/>
              </a:rPr>
              <a:t>Bergh </a:t>
            </a:r>
            <a:br>
              <a:rPr lang="en-US" sz="2400" dirty="0">
                <a:latin typeface="Arial" charset="0"/>
                <a:cs typeface="Arial" charset="0"/>
              </a:rPr>
            </a:br>
            <a:r>
              <a:rPr lang="en-US" sz="2400" dirty="0" smtClean="0">
                <a:latin typeface="Arial" charset="0"/>
                <a:cs typeface="Arial" charset="0"/>
              </a:rPr>
              <a:t>(</a:t>
            </a:r>
            <a:r>
              <a:rPr lang="en-US" sz="2400" dirty="0" err="1" smtClean="0">
                <a:latin typeface="Arial" charset="0"/>
                <a:cs typeface="Arial" charset="0"/>
              </a:rPr>
              <a:t>tsy</a:t>
            </a:r>
            <a:r>
              <a:rPr lang="en-US" sz="2400" dirty="0" smtClean="0">
                <a:latin typeface="Arial" charset="0"/>
                <a:cs typeface="Arial" charset="0"/>
              </a:rPr>
              <a:t> </a:t>
            </a:r>
            <a:r>
              <a:rPr lang="en-US" sz="2400" dirty="0" err="1" smtClean="0">
                <a:latin typeface="Arial" charset="0"/>
                <a:cs typeface="Arial" charset="0"/>
              </a:rPr>
              <a:t>azo</a:t>
            </a:r>
            <a:r>
              <a:rPr lang="en-US" sz="2400" dirty="0" smtClean="0">
                <a:latin typeface="Arial" charset="0"/>
                <a:cs typeface="Arial" charset="0"/>
              </a:rPr>
              <a:t> </a:t>
            </a:r>
            <a:r>
              <a:rPr lang="en-US" sz="2400" dirty="0" err="1" smtClean="0">
                <a:latin typeface="Arial" charset="0"/>
                <a:cs typeface="Arial" charset="0"/>
              </a:rPr>
              <a:t>adika</a:t>
            </a:r>
            <a:r>
              <a:rPr lang="en-US" sz="2400" dirty="0" smtClean="0">
                <a:latin typeface="Arial" charset="0"/>
                <a:cs typeface="Arial" charset="0"/>
              </a:rPr>
              <a:t> </a:t>
            </a:r>
            <a:r>
              <a:rPr lang="en-US" sz="2400" dirty="0" err="1" smtClean="0">
                <a:latin typeface="Arial" charset="0"/>
                <a:cs typeface="Arial" charset="0"/>
              </a:rPr>
              <a:t>na</a:t>
            </a:r>
            <a:r>
              <a:rPr lang="en-US" sz="2400" dirty="0" smtClean="0">
                <a:latin typeface="Arial" charset="0"/>
                <a:cs typeface="Arial" charset="0"/>
              </a:rPr>
              <a:t> </a:t>
            </a:r>
            <a:r>
              <a:rPr lang="en-US" sz="2400" dirty="0" err="1" smtClean="0">
                <a:latin typeface="Arial" charset="0"/>
                <a:cs typeface="Arial" charset="0"/>
              </a:rPr>
              <a:t>alain-tahaka</a:t>
            </a:r>
            <a:r>
              <a:rPr lang="en-US" sz="2400" dirty="0" smtClean="0">
                <a:latin typeface="Arial" charset="0"/>
                <a:cs typeface="Arial" charset="0"/>
              </a:rPr>
              <a:t> </a:t>
            </a:r>
            <a:r>
              <a:rPr lang="en-US" sz="2400" dirty="0" err="1" smtClean="0">
                <a:latin typeface="Arial" charset="0"/>
                <a:cs typeface="Arial" charset="0"/>
              </a:rPr>
              <a:t>raha</a:t>
            </a:r>
            <a:r>
              <a:rPr lang="en-US" sz="2400" dirty="0" smtClean="0">
                <a:latin typeface="Arial" charset="0"/>
                <a:cs typeface="Arial" charset="0"/>
              </a:rPr>
              <a:t> </a:t>
            </a:r>
            <a:r>
              <a:rPr lang="en-US" sz="2400" dirty="0" err="1" smtClean="0">
                <a:latin typeface="Arial" charset="0"/>
                <a:cs typeface="Arial" charset="0"/>
              </a:rPr>
              <a:t>tsy</a:t>
            </a:r>
            <a:r>
              <a:rPr lang="en-US" sz="2400" dirty="0" smtClean="0">
                <a:latin typeface="Arial" charset="0"/>
                <a:cs typeface="Arial" charset="0"/>
              </a:rPr>
              <a:t> t@ </a:t>
            </a:r>
            <a:r>
              <a:rPr lang="en-US" sz="2400" dirty="0">
                <a:latin typeface="Arial" charset="0"/>
                <a:cs typeface="Arial" charset="0"/>
              </a:rPr>
              <a:t>1952)</a:t>
            </a:r>
            <a:endParaRPr lang="en-US" sz="2400" dirty="0">
              <a:latin typeface="Arial" charset="0"/>
              <a:cs typeface="Times New Roman" pitchFamily="18" charset="0"/>
            </a:endParaRPr>
          </a:p>
        </p:txBody>
      </p:sp>
      <p:sp>
        <p:nvSpPr>
          <p:cNvPr id="53252" name="Rectangle 4"/>
          <p:cNvSpPr>
            <a:spLocks noChangeArrowheads="1"/>
          </p:cNvSpPr>
          <p:nvPr/>
        </p:nvSpPr>
        <p:spPr bwMode="auto">
          <a:xfrm>
            <a:off x="1600200" y="4398963"/>
            <a:ext cx="7170738" cy="2001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FontTx/>
              <a:buChar char="•"/>
            </a:pPr>
            <a:r>
              <a:rPr lang="en-US" sz="2800" i="1" dirty="0">
                <a:effectLst>
                  <a:outerShdw blurRad="38100" dist="38100" dir="2700000" algn="tl">
                    <a:srgbClr val="808080"/>
                  </a:outerShdw>
                </a:effectLst>
                <a:latin typeface="Arial" charset="0"/>
                <a:cs typeface="Arial" charset="0"/>
              </a:rPr>
              <a:t>1951</a:t>
            </a: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FontTx/>
              <a:buChar char="–"/>
            </a:pPr>
            <a:r>
              <a:rPr lang="en-US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Arial" charset="0"/>
                <a:cs typeface="Arial" charset="0"/>
              </a:rPr>
              <a:t>Foaran’ny</a:t>
            </a:r>
            <a:r>
              <a:rPr lang="en-US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Arial" charset="0"/>
                <a:cs typeface="Arial" charset="0"/>
              </a:rPr>
              <a:t> </a:t>
            </a:r>
            <a:r>
              <a:rPr lang="en-US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Arial" charset="0"/>
                <a:cs typeface="Arial" charset="0"/>
              </a:rPr>
              <a:t>Mpisavalalana</a:t>
            </a:r>
            <a:r>
              <a:rPr lang="en-US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Arial" charset="0"/>
                <a:cs typeface="Arial" charset="0"/>
              </a:rPr>
              <a:t> </a:t>
            </a:r>
            <a:r>
              <a:rPr lang="en-US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Arial" charset="0"/>
                <a:cs typeface="Arial" charset="0"/>
              </a:rPr>
              <a:t>voalohany</a:t>
            </a:r>
            <a:r>
              <a:rPr lang="en-US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Arial" charset="0"/>
                <a:cs typeface="Arial" charset="0"/>
              </a:rPr>
              <a:t>,</a:t>
            </a:r>
            <a:r>
              <a:rPr lang="en-US" dirty="0">
                <a:effectLst>
                  <a:outerShdw blurRad="38100" dist="38100" dir="2700000" algn="tl">
                    <a:srgbClr val="808080"/>
                  </a:outerShdw>
                </a:effectLst>
                <a:latin typeface="Arial" charset="0"/>
                <a:cs typeface="Arial" charset="0"/>
              </a:rPr>
              <a:t/>
            </a:r>
            <a:br>
              <a:rPr lang="en-US" dirty="0">
                <a:effectLst>
                  <a:outerShdw blurRad="38100" dist="38100" dir="2700000" algn="tl">
                    <a:srgbClr val="808080"/>
                  </a:outerShdw>
                </a:effectLst>
                <a:latin typeface="Arial" charset="0"/>
                <a:cs typeface="Arial" charset="0"/>
              </a:rPr>
            </a:br>
            <a:r>
              <a:rPr lang="en-US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Arial" charset="0"/>
                <a:cs typeface="Arial" charset="0"/>
              </a:rPr>
              <a:t>23 September, </a:t>
            </a:r>
            <a:r>
              <a:rPr lang="en-US" dirty="0">
                <a:effectLst>
                  <a:outerShdw blurRad="38100" dist="38100" dir="2700000" algn="tl">
                    <a:srgbClr val="808080"/>
                  </a:outerShdw>
                </a:effectLst>
                <a:latin typeface="Arial" charset="0"/>
                <a:cs typeface="Arial" charset="0"/>
              </a:rPr>
              <a:t>Dinuba, California </a:t>
            </a: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FontTx/>
              <a:buChar char="–"/>
            </a:pPr>
            <a:r>
              <a:rPr lang="en-US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Arial" charset="0"/>
                <a:cs typeface="Arial" charset="0"/>
              </a:rPr>
              <a:t>Novaina</a:t>
            </a:r>
            <a:r>
              <a:rPr lang="en-US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Arial" charset="0"/>
                <a:cs typeface="Arial" charset="0"/>
              </a:rPr>
              <a:t> ho Master Guide </a:t>
            </a:r>
            <a:r>
              <a:rPr lang="en-US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Arial" charset="0"/>
                <a:cs typeface="Arial" charset="0"/>
              </a:rPr>
              <a:t>ny</a:t>
            </a:r>
            <a:r>
              <a:rPr lang="en-US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Arial" charset="0"/>
                <a:cs typeface="Arial" charset="0"/>
              </a:rPr>
              <a:t> Master Comrade</a:t>
            </a:r>
            <a:endParaRPr lang="en-US" dirty="0">
              <a:effectLst>
                <a:outerShdw blurRad="38100" dist="38100" dir="2700000" algn="tl">
                  <a:srgbClr val="808080"/>
                </a:outerShdw>
              </a:effectLst>
              <a:latin typeface="Arial" charset="0"/>
              <a:cs typeface="Times New Roman" pitchFamily="18" charset="0"/>
            </a:endParaRP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FontTx/>
              <a:buChar char="–"/>
            </a:pPr>
            <a:r>
              <a:rPr lang="en-US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Arial" charset="0"/>
                <a:cs typeface="Arial" charset="0"/>
              </a:rPr>
              <a:t>Navoaka</a:t>
            </a:r>
            <a:r>
              <a:rPr lang="en-US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Arial" charset="0"/>
                <a:cs typeface="Arial" charset="0"/>
              </a:rPr>
              <a:t> </a:t>
            </a:r>
            <a:r>
              <a:rPr lang="en-US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Arial" charset="0"/>
                <a:cs typeface="Arial" charset="0"/>
              </a:rPr>
              <a:t>ny</a:t>
            </a:r>
            <a:r>
              <a:rPr lang="en-US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Arial" charset="0"/>
                <a:cs typeface="Arial" charset="0"/>
              </a:rPr>
              <a:t> </a:t>
            </a:r>
            <a:r>
              <a:rPr lang="en-US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Arial" charset="0"/>
                <a:cs typeface="Arial" charset="0"/>
              </a:rPr>
              <a:t>boky</a:t>
            </a:r>
            <a:r>
              <a:rPr lang="en-US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Arial" charset="0"/>
                <a:cs typeface="Arial" charset="0"/>
              </a:rPr>
              <a:t> </a:t>
            </a:r>
            <a:r>
              <a:rPr lang="en-US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Arial" charset="0"/>
                <a:cs typeface="Arial" charset="0"/>
              </a:rPr>
              <a:t>tari-dalana</a:t>
            </a:r>
            <a:r>
              <a:rPr lang="en-US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Arial" charset="0"/>
                <a:cs typeface="Arial" charset="0"/>
              </a:rPr>
              <a:t> (Staff Manual)</a:t>
            </a:r>
            <a:endParaRPr lang="en-US" dirty="0">
              <a:effectLst>
                <a:outerShdw blurRad="38100" dist="38100" dir="2700000" algn="tl">
                  <a:srgbClr val="808080"/>
                </a:outerShdw>
              </a:effectLst>
              <a:latin typeface="Arial" charset="0"/>
              <a:cs typeface="Arial" charset="0"/>
            </a:endParaRPr>
          </a:p>
        </p:txBody>
      </p:sp>
    </p:spTree>
  </p:cSld>
  <p:clrMapOvr>
    <a:masterClrMapping/>
  </p:clrMapOvr>
  <p:transition spd="med"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32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32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32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32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32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32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32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32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32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32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32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32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251" grpId="0" build="p" bldLvl="2" autoUpdateAnimBg="0"/>
      <p:bldP spid="53252" grpId="0" build="p" bldLvl="2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3074"/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8001000" cy="1143000"/>
          </a:xfrm>
        </p:spPr>
        <p:txBody>
          <a:bodyPr/>
          <a:lstStyle/>
          <a:p>
            <a:r>
              <a:rPr lang="en-US" dirty="0" err="1" smtClean="0"/>
              <a:t>Tantaran’ny</a:t>
            </a:r>
            <a:r>
              <a:rPr lang="en-US" dirty="0" smtClean="0"/>
              <a:t> </a:t>
            </a:r>
            <a:r>
              <a:rPr lang="en-US" dirty="0" err="1" smtClean="0"/>
              <a:t>Mpisavalalana</a:t>
            </a:r>
            <a:r>
              <a:rPr lang="en-US" dirty="0" smtClean="0"/>
              <a:t> </a:t>
            </a:r>
            <a:r>
              <a:rPr lang="en-US" dirty="0" err="1" smtClean="0"/>
              <a:t>tao</a:t>
            </a:r>
            <a:r>
              <a:rPr lang="en-US" dirty="0" smtClean="0"/>
              <a:t> </a:t>
            </a:r>
            <a:r>
              <a:rPr lang="en-US" dirty="0" err="1" smtClean="0"/>
              <a:t>Amerika</a:t>
            </a:r>
            <a:r>
              <a:rPr lang="en-US" dirty="0" smtClean="0"/>
              <a:t> </a:t>
            </a:r>
            <a:r>
              <a:rPr lang="en-US" dirty="0" err="1" smtClean="0"/>
              <a:t>Avaratra</a:t>
            </a:r>
            <a:endParaRPr lang="en-US" dirty="0"/>
          </a:p>
        </p:txBody>
      </p:sp>
      <p:sp>
        <p:nvSpPr>
          <p:cNvPr id="54275" name="Rectangle 3075"/>
          <p:cNvSpPr>
            <a:spLocks noGrp="1" noChangeArrowheads="1"/>
          </p:cNvSpPr>
          <p:nvPr>
            <p:ph type="body" idx="1"/>
          </p:nvPr>
        </p:nvSpPr>
        <p:spPr>
          <a:xfrm>
            <a:off x="685800" y="1676400"/>
            <a:ext cx="7924800" cy="27432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800" i="1" dirty="0">
                <a:latin typeface="Arial" charset="0"/>
                <a:cs typeface="Arial" charset="0"/>
              </a:rPr>
              <a:t>1979</a:t>
            </a:r>
          </a:p>
          <a:p>
            <a:pPr lvl="1">
              <a:lnSpc>
                <a:spcPct val="90000"/>
              </a:lnSpc>
            </a:pPr>
            <a:r>
              <a:rPr lang="en-US" sz="2400" dirty="0" err="1" smtClean="0">
                <a:latin typeface="Arial" charset="0"/>
                <a:cs typeface="Arial" charset="0"/>
              </a:rPr>
              <a:t>Novaina</a:t>
            </a:r>
            <a:r>
              <a:rPr lang="en-US" sz="2400" dirty="0" smtClean="0">
                <a:latin typeface="Arial" charset="0"/>
                <a:cs typeface="Arial" charset="0"/>
              </a:rPr>
              <a:t> ho JA </a:t>
            </a:r>
            <a:r>
              <a:rPr lang="en-US" sz="2400" dirty="0" err="1" smtClean="0">
                <a:latin typeface="Arial" charset="0"/>
                <a:cs typeface="Arial" charset="0"/>
              </a:rPr>
              <a:t>ny</a:t>
            </a:r>
            <a:r>
              <a:rPr lang="en-US" sz="2400" dirty="0" smtClean="0">
                <a:latin typeface="Arial" charset="0"/>
                <a:cs typeface="Arial" charset="0"/>
              </a:rPr>
              <a:t> MV (</a:t>
            </a:r>
            <a:r>
              <a:rPr lang="en-US" sz="2400" dirty="0" err="1" smtClean="0">
                <a:latin typeface="Arial" charset="0"/>
                <a:cs typeface="Arial" charset="0"/>
              </a:rPr>
              <a:t>Missionaire</a:t>
            </a:r>
            <a:r>
              <a:rPr lang="en-US" sz="2400" dirty="0" smtClean="0">
                <a:latin typeface="Arial" charset="0"/>
                <a:cs typeface="Arial" charset="0"/>
              </a:rPr>
              <a:t> </a:t>
            </a:r>
            <a:r>
              <a:rPr lang="en-US" sz="2400" dirty="0" err="1" smtClean="0">
                <a:latin typeface="Arial" charset="0"/>
                <a:cs typeface="Arial" charset="0"/>
              </a:rPr>
              <a:t>Volontaire</a:t>
            </a:r>
            <a:r>
              <a:rPr lang="en-US" sz="2400" dirty="0" smtClean="0">
                <a:latin typeface="Arial" charset="0"/>
                <a:cs typeface="Arial" charset="0"/>
              </a:rPr>
              <a:t> </a:t>
            </a:r>
            <a:r>
              <a:rPr lang="en-US" sz="2400" dirty="0">
                <a:latin typeface="Arial" charset="0"/>
                <a:cs typeface="Arial" charset="0"/>
              </a:rPr>
              <a:t>--&gt; </a:t>
            </a:r>
            <a:r>
              <a:rPr lang="en-US" sz="2400" dirty="0" err="1" smtClean="0">
                <a:latin typeface="Arial" charset="0"/>
                <a:cs typeface="Arial" charset="0"/>
              </a:rPr>
              <a:t>Jeunesse</a:t>
            </a:r>
            <a:r>
              <a:rPr lang="en-US" sz="2400" dirty="0" smtClean="0">
                <a:latin typeface="Arial" charset="0"/>
                <a:cs typeface="Arial" charset="0"/>
              </a:rPr>
              <a:t> </a:t>
            </a:r>
            <a:r>
              <a:rPr lang="en-US" sz="2400" dirty="0" err="1" smtClean="0">
                <a:latin typeface="Arial" charset="0"/>
                <a:cs typeface="Arial" charset="0"/>
              </a:rPr>
              <a:t>advantistae</a:t>
            </a:r>
            <a:r>
              <a:rPr lang="en-US" sz="2400" dirty="0" smtClean="0">
                <a:latin typeface="Arial" charset="0"/>
                <a:cs typeface="Arial" charset="0"/>
              </a:rPr>
              <a:t>)</a:t>
            </a:r>
            <a:endParaRPr lang="en-US" sz="2400" dirty="0">
              <a:latin typeface="Arial" charset="0"/>
              <a:cs typeface="Times New Roman" pitchFamily="18" charset="0"/>
            </a:endParaRPr>
          </a:p>
          <a:p>
            <a:pPr lvl="1">
              <a:lnSpc>
                <a:spcPct val="90000"/>
              </a:lnSpc>
            </a:pPr>
            <a:r>
              <a:rPr lang="en-US" sz="2400" dirty="0" err="1" smtClean="0">
                <a:latin typeface="Arial" charset="0"/>
                <a:cs typeface="Arial" charset="0"/>
              </a:rPr>
              <a:t>Ny</a:t>
            </a:r>
            <a:r>
              <a:rPr lang="en-US" sz="2400" dirty="0" smtClean="0">
                <a:latin typeface="Arial" charset="0"/>
                <a:cs typeface="Arial" charset="0"/>
              </a:rPr>
              <a:t> MVJ </a:t>
            </a:r>
            <a:r>
              <a:rPr lang="en-US" sz="2400" dirty="0" err="1" smtClean="0">
                <a:latin typeface="Arial" charset="0"/>
                <a:cs typeface="Arial" charset="0"/>
              </a:rPr>
              <a:t>lasa</a:t>
            </a:r>
            <a:r>
              <a:rPr lang="en-US" sz="2400" dirty="0" smtClean="0">
                <a:latin typeface="Arial" charset="0"/>
                <a:cs typeface="Arial" charset="0"/>
              </a:rPr>
              <a:t> JAJ (</a:t>
            </a:r>
            <a:r>
              <a:rPr lang="en-US" sz="2400" dirty="0" err="1" smtClean="0">
                <a:latin typeface="Arial" charset="0"/>
                <a:cs typeface="Arial" charset="0"/>
              </a:rPr>
              <a:t>Missionaire</a:t>
            </a:r>
            <a:r>
              <a:rPr lang="en-US" sz="2400" dirty="0" smtClean="0">
                <a:latin typeface="Arial" charset="0"/>
                <a:cs typeface="Arial" charset="0"/>
              </a:rPr>
              <a:t> </a:t>
            </a:r>
            <a:r>
              <a:rPr lang="en-US" sz="2400" dirty="0" err="1" smtClean="0">
                <a:latin typeface="Arial" charset="0"/>
                <a:cs typeface="Arial" charset="0"/>
              </a:rPr>
              <a:t>Volontaire</a:t>
            </a:r>
            <a:r>
              <a:rPr lang="en-US" sz="2400" dirty="0" smtClean="0">
                <a:latin typeface="Arial" charset="0"/>
                <a:cs typeface="Arial" charset="0"/>
              </a:rPr>
              <a:t> Junior </a:t>
            </a:r>
            <a:r>
              <a:rPr lang="en-US" sz="2400" dirty="0">
                <a:latin typeface="Arial" charset="0"/>
                <a:cs typeface="Arial" charset="0"/>
              </a:rPr>
              <a:t>--&gt; </a:t>
            </a:r>
            <a:r>
              <a:rPr lang="en-US" sz="2400" dirty="0" err="1" smtClean="0">
                <a:latin typeface="Arial" charset="0"/>
                <a:cs typeface="Arial" charset="0"/>
              </a:rPr>
              <a:t>Jeunesse</a:t>
            </a:r>
            <a:r>
              <a:rPr lang="en-US" sz="2400" dirty="0" smtClean="0">
                <a:latin typeface="Arial" charset="0"/>
                <a:cs typeface="Arial" charset="0"/>
              </a:rPr>
              <a:t> </a:t>
            </a:r>
            <a:r>
              <a:rPr lang="en-US" sz="2400" dirty="0" err="1" smtClean="0">
                <a:latin typeface="Arial" charset="0"/>
                <a:cs typeface="Arial" charset="0"/>
              </a:rPr>
              <a:t>advantista</a:t>
            </a:r>
            <a:r>
              <a:rPr lang="en-US" sz="2400" dirty="0" smtClean="0">
                <a:latin typeface="Arial" charset="0"/>
                <a:cs typeface="Arial" charset="0"/>
              </a:rPr>
              <a:t> Junior- </a:t>
            </a:r>
            <a:r>
              <a:rPr lang="en-US" sz="2400" dirty="0" err="1" smtClean="0">
                <a:latin typeface="Arial" charset="0"/>
                <a:cs typeface="Arial" charset="0"/>
              </a:rPr>
              <a:t>Tanora</a:t>
            </a:r>
            <a:r>
              <a:rPr lang="en-US" sz="2400" dirty="0" smtClean="0">
                <a:latin typeface="Arial" charset="0"/>
                <a:cs typeface="Arial" charset="0"/>
              </a:rPr>
              <a:t> </a:t>
            </a:r>
            <a:r>
              <a:rPr lang="en-US" sz="2400" dirty="0" err="1" smtClean="0">
                <a:latin typeface="Arial" charset="0"/>
                <a:cs typeface="Arial" charset="0"/>
              </a:rPr>
              <a:t>Zandriny</a:t>
            </a:r>
            <a:endParaRPr lang="en-US" sz="2400" dirty="0">
              <a:latin typeface="Arial" charset="0"/>
              <a:cs typeface="Arial" charset="0"/>
            </a:endParaRPr>
          </a:p>
          <a:p>
            <a:pPr lvl="1">
              <a:lnSpc>
                <a:spcPct val="90000"/>
              </a:lnSpc>
            </a:pPr>
            <a:r>
              <a:rPr lang="en-US" sz="2400" dirty="0" err="1" smtClean="0">
                <a:latin typeface="Arial" charset="0"/>
                <a:cs typeface="Arial" charset="0"/>
              </a:rPr>
              <a:t>Lasa</a:t>
            </a:r>
            <a:r>
              <a:rPr lang="en-US" sz="2400" dirty="0" smtClean="0">
                <a:latin typeface="Arial" charset="0"/>
                <a:cs typeface="Arial" charset="0"/>
              </a:rPr>
              <a:t> ho </a:t>
            </a:r>
            <a:r>
              <a:rPr lang="en-US" sz="2400" dirty="0" err="1" smtClean="0">
                <a:latin typeface="Arial" charset="0"/>
                <a:cs typeface="Arial" charset="0"/>
              </a:rPr>
              <a:t>Mpisantatra</a:t>
            </a:r>
            <a:r>
              <a:rPr lang="en-US" sz="2400" dirty="0" smtClean="0">
                <a:latin typeface="Arial" charset="0"/>
                <a:cs typeface="Arial" charset="0"/>
              </a:rPr>
              <a:t> </a:t>
            </a:r>
            <a:r>
              <a:rPr lang="en-US" sz="2400" dirty="0" err="1" smtClean="0">
                <a:latin typeface="Arial" charset="0"/>
                <a:cs typeface="Arial" charset="0"/>
              </a:rPr>
              <a:t>ny</a:t>
            </a:r>
            <a:r>
              <a:rPr lang="en-US" sz="2400" dirty="0" smtClean="0">
                <a:latin typeface="Arial" charset="0"/>
                <a:cs typeface="Arial" charset="0"/>
              </a:rPr>
              <a:t> Pre-MVJ</a:t>
            </a:r>
            <a:r>
              <a:rPr lang="en-US" sz="2400" dirty="0">
                <a:latin typeface="Arial" charset="0"/>
                <a:cs typeface="Arial" charset="0"/>
              </a:rPr>
              <a:t> </a:t>
            </a:r>
            <a:r>
              <a:rPr lang="en-US" sz="2400" dirty="0" smtClean="0">
                <a:latin typeface="Arial" charset="0"/>
                <a:cs typeface="Arial" charset="0"/>
              </a:rPr>
              <a:t>(4 </a:t>
            </a:r>
            <a:r>
              <a:rPr lang="en-US" sz="2400" dirty="0" err="1" smtClean="0">
                <a:latin typeface="Arial" charset="0"/>
                <a:cs typeface="Arial" charset="0"/>
              </a:rPr>
              <a:t>taona</a:t>
            </a:r>
            <a:r>
              <a:rPr lang="en-US" sz="2400" dirty="0" smtClean="0">
                <a:latin typeface="Arial" charset="0"/>
                <a:cs typeface="Arial" charset="0"/>
              </a:rPr>
              <a:t> </a:t>
            </a:r>
            <a:r>
              <a:rPr lang="en-US" sz="2400" dirty="0">
                <a:latin typeface="Arial" charset="0"/>
                <a:cs typeface="Arial" charset="0"/>
              </a:rPr>
              <a:t>- </a:t>
            </a:r>
            <a:r>
              <a:rPr lang="en-US" sz="2400" dirty="0" smtClean="0">
                <a:latin typeface="Arial" charset="0"/>
                <a:cs typeface="Arial" charset="0"/>
              </a:rPr>
              <a:t> T4)</a:t>
            </a:r>
            <a:endParaRPr lang="en-US" sz="2400" dirty="0">
              <a:latin typeface="Arial" charset="0"/>
              <a:cs typeface="Times New Roman" pitchFamily="18" charset="0"/>
            </a:endParaRPr>
          </a:p>
        </p:txBody>
      </p:sp>
      <p:sp>
        <p:nvSpPr>
          <p:cNvPr id="54276" name="Rectangle 3076"/>
          <p:cNvSpPr>
            <a:spLocks noChangeArrowheads="1"/>
          </p:cNvSpPr>
          <p:nvPr/>
        </p:nvSpPr>
        <p:spPr bwMode="auto">
          <a:xfrm>
            <a:off x="1676400" y="4267200"/>
            <a:ext cx="70104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FontTx/>
              <a:buChar char="•"/>
            </a:pPr>
            <a:r>
              <a:rPr lang="en-US" sz="2800" i="1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Arial" charset="0"/>
                <a:cs typeface="Arial" charset="0"/>
              </a:rPr>
              <a:t>1982:- </a:t>
            </a:r>
            <a:r>
              <a:rPr lang="en-US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Arial" charset="0"/>
                <a:cs typeface="Arial" charset="0"/>
              </a:rPr>
              <a:t>Mpisavalalana</a:t>
            </a:r>
            <a:r>
              <a:rPr lang="en-US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Arial" charset="0"/>
                <a:cs typeface="Arial" charset="0"/>
              </a:rPr>
              <a:t> </a:t>
            </a:r>
            <a:r>
              <a:rPr lang="en-US" dirty="0">
                <a:effectLst>
                  <a:outerShdw blurRad="38100" dist="38100" dir="2700000" algn="tl">
                    <a:srgbClr val="808080"/>
                  </a:outerShdw>
                </a:effectLst>
                <a:latin typeface="Arial" charset="0"/>
                <a:cs typeface="Arial" charset="0"/>
              </a:rPr>
              <a:t>World </a:t>
            </a:r>
            <a:r>
              <a:rPr lang="en-US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Arial" charset="0"/>
                <a:cs typeface="Arial" charset="0"/>
              </a:rPr>
              <a:t>vaovao</a:t>
            </a:r>
            <a:r>
              <a:rPr lang="en-US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Arial" charset="0"/>
                <a:cs typeface="Arial" charset="0"/>
              </a:rPr>
              <a:t> no </a:t>
            </a:r>
            <a:r>
              <a:rPr lang="en-US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Arial" charset="0"/>
                <a:cs typeface="Arial" charset="0"/>
              </a:rPr>
              <a:t>nasolo</a:t>
            </a:r>
            <a:r>
              <a:rPr lang="en-US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Arial" charset="0"/>
                <a:cs typeface="Arial" charset="0"/>
              </a:rPr>
              <a:t> </a:t>
            </a:r>
            <a:r>
              <a:rPr lang="en-US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Arial" charset="0"/>
                <a:cs typeface="Arial" charset="0"/>
              </a:rPr>
              <a:t>ny</a:t>
            </a:r>
            <a:r>
              <a:rPr lang="en-US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Arial" charset="0"/>
                <a:cs typeface="Arial" charset="0"/>
              </a:rPr>
              <a:t> MV </a:t>
            </a:r>
            <a:r>
              <a:rPr lang="en-US" dirty="0">
                <a:effectLst>
                  <a:outerShdw blurRad="38100" dist="38100" dir="2700000" algn="tl">
                    <a:srgbClr val="808080"/>
                  </a:outerShdw>
                </a:effectLst>
                <a:latin typeface="Arial" charset="0"/>
                <a:cs typeface="Arial" charset="0"/>
              </a:rPr>
              <a:t>World</a:t>
            </a: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FontTx/>
              <a:buChar char="–"/>
            </a:pPr>
            <a:r>
              <a:rPr lang="en-US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Arial" charset="0"/>
                <a:cs typeface="Arial" charset="0"/>
              </a:rPr>
              <a:t>Nampiana</a:t>
            </a:r>
            <a:r>
              <a:rPr lang="en-US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Arial" charset="0"/>
                <a:cs typeface="Arial" charset="0"/>
              </a:rPr>
              <a:t> </a:t>
            </a:r>
            <a:r>
              <a:rPr lang="en-US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Arial" charset="0"/>
                <a:cs typeface="Arial" charset="0"/>
              </a:rPr>
              <a:t>ny</a:t>
            </a:r>
            <a:r>
              <a:rPr lang="en-US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Arial" charset="0"/>
                <a:cs typeface="Arial" charset="0"/>
              </a:rPr>
              <a:t> </a:t>
            </a:r>
            <a:r>
              <a:rPr lang="en-US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Arial" charset="0"/>
                <a:cs typeface="Arial" charset="0"/>
              </a:rPr>
              <a:t>kilasin’ny</a:t>
            </a:r>
            <a:r>
              <a:rPr lang="en-US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Arial" charset="0"/>
                <a:cs typeface="Arial" charset="0"/>
              </a:rPr>
              <a:t> </a:t>
            </a:r>
            <a:r>
              <a:rPr lang="en-US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Arial" charset="0"/>
                <a:cs typeface="Arial" charset="0"/>
              </a:rPr>
              <a:t>Mpandeha</a:t>
            </a:r>
            <a:r>
              <a:rPr lang="en-US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Arial" charset="0"/>
                <a:cs typeface="Arial" charset="0"/>
              </a:rPr>
              <a:t> </a:t>
            </a:r>
            <a:r>
              <a:rPr lang="en-US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Arial" charset="0"/>
                <a:cs typeface="Arial" charset="0"/>
              </a:rPr>
              <a:t>lavitra</a:t>
            </a:r>
            <a:r>
              <a:rPr lang="en-US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Arial" charset="0"/>
                <a:cs typeface="Arial" charset="0"/>
              </a:rPr>
              <a:t> (14 </a:t>
            </a:r>
            <a:r>
              <a:rPr lang="en-US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Arial" charset="0"/>
                <a:cs typeface="Arial" charset="0"/>
              </a:rPr>
              <a:t>taona</a:t>
            </a:r>
            <a:r>
              <a:rPr lang="en-US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Arial" charset="0"/>
                <a:cs typeface="Arial" charset="0"/>
              </a:rPr>
              <a:t> </a:t>
            </a:r>
            <a:r>
              <a:rPr lang="en-US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Arial" charset="0"/>
                <a:cs typeface="Arial" charset="0"/>
              </a:rPr>
              <a:t>na</a:t>
            </a:r>
            <a:r>
              <a:rPr lang="en-US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Arial" charset="0"/>
                <a:cs typeface="Arial" charset="0"/>
              </a:rPr>
              <a:t> T9</a:t>
            </a:r>
            <a:r>
              <a:rPr lang="en-US" dirty="0">
                <a:effectLst>
                  <a:outerShdw blurRad="38100" dist="38100" dir="2700000" algn="tl">
                    <a:srgbClr val="808080"/>
                  </a:outerShdw>
                </a:effectLst>
                <a:latin typeface="Arial" charset="0"/>
                <a:cs typeface="Arial" charset="0"/>
              </a:rPr>
              <a:t>) </a:t>
            </a:r>
            <a:r>
              <a:rPr lang="en-US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Arial" charset="0"/>
                <a:cs typeface="Arial" charset="0"/>
              </a:rPr>
              <a:t>–</a:t>
            </a:r>
            <a:r>
              <a:rPr lang="en-US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Arial" charset="0"/>
                <a:cs typeface="Arial" charset="0"/>
              </a:rPr>
              <a:t>ao</a:t>
            </a:r>
            <a:r>
              <a:rPr lang="en-US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Arial" charset="0"/>
                <a:cs typeface="Arial" charset="0"/>
              </a:rPr>
              <a:t> </a:t>
            </a:r>
            <a:r>
              <a:rPr lang="en-US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Arial" charset="0"/>
                <a:cs typeface="Arial" charset="0"/>
              </a:rPr>
              <a:t>anelanelan’ny</a:t>
            </a:r>
            <a:r>
              <a:rPr lang="en-US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Arial" charset="0"/>
                <a:cs typeface="Arial" charset="0"/>
              </a:rPr>
              <a:t> </a:t>
            </a:r>
            <a:r>
              <a:rPr lang="en-US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Arial" charset="0"/>
                <a:cs typeface="Arial" charset="0"/>
              </a:rPr>
              <a:t>Mpamaky</a:t>
            </a:r>
            <a:r>
              <a:rPr lang="en-US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Arial" charset="0"/>
                <a:cs typeface="Arial" charset="0"/>
              </a:rPr>
              <a:t> lay </a:t>
            </a:r>
            <a:r>
              <a:rPr lang="en-US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Arial" charset="0"/>
                <a:cs typeface="Arial" charset="0"/>
              </a:rPr>
              <a:t>sy</a:t>
            </a:r>
            <a:r>
              <a:rPr lang="en-US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Arial" charset="0"/>
                <a:cs typeface="Arial" charset="0"/>
              </a:rPr>
              <a:t> </a:t>
            </a:r>
            <a:r>
              <a:rPr lang="en-US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Arial" charset="0"/>
                <a:cs typeface="Arial" charset="0"/>
              </a:rPr>
              <a:t>ny</a:t>
            </a:r>
            <a:r>
              <a:rPr lang="en-US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Arial" charset="0"/>
                <a:cs typeface="Arial" charset="0"/>
              </a:rPr>
              <a:t> </a:t>
            </a:r>
            <a:r>
              <a:rPr lang="en-US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Arial" charset="0"/>
                <a:cs typeface="Arial" charset="0"/>
              </a:rPr>
              <a:t>mpitarika</a:t>
            </a:r>
            <a:endParaRPr lang="en-US" dirty="0" smtClean="0">
              <a:effectLst>
                <a:outerShdw blurRad="38100" dist="38100" dir="2700000" algn="tl">
                  <a:srgbClr val="808080"/>
                </a:outerShdw>
              </a:effectLst>
              <a:latin typeface="Arial" charset="0"/>
              <a:cs typeface="Arial" charset="0"/>
            </a:endParaRP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FontTx/>
              <a:buChar char="–"/>
            </a:pPr>
            <a:r>
              <a:rPr lang="en-US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Arial" charset="0"/>
                <a:cs typeface="Arial" charset="0"/>
              </a:rPr>
              <a:t>Nohavaozina</a:t>
            </a:r>
            <a:r>
              <a:rPr lang="en-US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Arial" charset="0"/>
                <a:cs typeface="Arial" charset="0"/>
              </a:rPr>
              <a:t> </a:t>
            </a:r>
            <a:r>
              <a:rPr lang="en-US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Arial" charset="0"/>
                <a:cs typeface="Arial" charset="0"/>
              </a:rPr>
              <a:t>ny</a:t>
            </a:r>
            <a:r>
              <a:rPr lang="en-US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Arial" charset="0"/>
                <a:cs typeface="Arial" charset="0"/>
              </a:rPr>
              <a:t> </a:t>
            </a:r>
            <a:r>
              <a:rPr lang="en-US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Arial" charset="0"/>
                <a:cs typeface="Arial" charset="0"/>
              </a:rPr>
              <a:t>fanamiana</a:t>
            </a:r>
            <a:endParaRPr lang="en-US" dirty="0">
              <a:effectLst>
                <a:outerShdw blurRad="38100" dist="38100" dir="2700000" algn="tl">
                  <a:srgbClr val="808080"/>
                </a:outerShdw>
              </a:effectLst>
              <a:latin typeface="Arial" charset="0"/>
              <a:cs typeface="Times New Roman" pitchFamily="18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FontTx/>
              <a:buChar char="•"/>
            </a:pPr>
            <a:endParaRPr lang="en-US" sz="2800" dirty="0">
              <a:effectLst>
                <a:outerShdw blurRad="38100" dist="38100" dir="2700000" algn="tl">
                  <a:srgbClr val="808080"/>
                </a:outerShdw>
              </a:effectLst>
              <a:latin typeface="Tahoma" pitchFamily="34" charset="0"/>
            </a:endParaRPr>
          </a:p>
        </p:txBody>
      </p:sp>
    </p:spTree>
  </p:cSld>
  <p:clrMapOvr>
    <a:masterClrMapping/>
  </p:clrMapOvr>
  <p:transition spd="med"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4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4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42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42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42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42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42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42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42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42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42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42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42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42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275" grpId="0" build="p" bldLvl="2" autoUpdateAnimBg="0"/>
      <p:bldP spid="54276" grpId="0" build="p" bldLvl="2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8001000" cy="1143000"/>
          </a:xfrm>
        </p:spPr>
        <p:txBody>
          <a:bodyPr/>
          <a:lstStyle/>
          <a:p>
            <a:r>
              <a:rPr lang="en-US" dirty="0" err="1" smtClean="0"/>
              <a:t>Tantaran’ny</a:t>
            </a:r>
            <a:r>
              <a:rPr lang="en-US" dirty="0" smtClean="0"/>
              <a:t> </a:t>
            </a:r>
            <a:r>
              <a:rPr lang="en-US" dirty="0" err="1" smtClean="0"/>
              <a:t>Mpisavalalana</a:t>
            </a:r>
            <a:r>
              <a:rPr lang="en-US" dirty="0" smtClean="0"/>
              <a:t> </a:t>
            </a:r>
            <a:r>
              <a:rPr lang="en-US" dirty="0" err="1" smtClean="0"/>
              <a:t>tao</a:t>
            </a:r>
            <a:r>
              <a:rPr lang="en-US" dirty="0" smtClean="0"/>
              <a:t> </a:t>
            </a:r>
            <a:r>
              <a:rPr lang="en-US" dirty="0" err="1" smtClean="0"/>
              <a:t>Amerika</a:t>
            </a:r>
            <a:r>
              <a:rPr lang="en-US" dirty="0" smtClean="0"/>
              <a:t> </a:t>
            </a:r>
            <a:r>
              <a:rPr lang="en-US" dirty="0" err="1" smtClean="0"/>
              <a:t>Avaratra</a:t>
            </a:r>
            <a:endParaRPr lang="en-US" dirty="0"/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76400"/>
            <a:ext cx="8001000" cy="27432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800" dirty="0" smtClean="0">
                <a:latin typeface="Arial" charset="0"/>
                <a:cs typeface="Arial" charset="0"/>
              </a:rPr>
              <a:t>1985:</a:t>
            </a:r>
            <a:r>
              <a:rPr lang="en-US" sz="2400" dirty="0" smtClean="0">
                <a:latin typeface="Arial" charset="0"/>
                <a:cs typeface="Arial" charset="0"/>
              </a:rPr>
              <a:t> </a:t>
            </a:r>
            <a:r>
              <a:rPr lang="en-US" sz="2400" dirty="0" err="1" smtClean="0">
                <a:latin typeface="Arial" charset="0"/>
                <a:cs typeface="Arial" charset="0"/>
              </a:rPr>
              <a:t>Camporee</a:t>
            </a:r>
            <a:r>
              <a:rPr lang="en-US" sz="2400" dirty="0" smtClean="0">
                <a:latin typeface="Arial" charset="0"/>
                <a:cs typeface="Arial" charset="0"/>
              </a:rPr>
              <a:t> </a:t>
            </a:r>
            <a:r>
              <a:rPr lang="en-US" sz="2400" dirty="0" err="1" smtClean="0">
                <a:latin typeface="Arial" charset="0"/>
                <a:cs typeface="Arial" charset="0"/>
              </a:rPr>
              <a:t>voalohany</a:t>
            </a:r>
            <a:r>
              <a:rPr lang="en-US" sz="2400" dirty="0" smtClean="0">
                <a:latin typeface="Arial" charset="0"/>
                <a:cs typeface="Arial" charset="0"/>
              </a:rPr>
              <a:t> </a:t>
            </a:r>
            <a:r>
              <a:rPr lang="en-US" sz="2400" dirty="0" err="1" smtClean="0">
                <a:latin typeface="Arial" charset="0"/>
                <a:cs typeface="Arial" charset="0"/>
              </a:rPr>
              <a:t>natao’ny</a:t>
            </a:r>
            <a:r>
              <a:rPr lang="en-US" sz="2400" dirty="0" smtClean="0">
                <a:latin typeface="Arial" charset="0"/>
                <a:cs typeface="Arial" charset="0"/>
              </a:rPr>
              <a:t> NAD, </a:t>
            </a:r>
            <a:r>
              <a:rPr lang="en-US" sz="2400" dirty="0">
                <a:latin typeface="Arial" charset="0"/>
                <a:cs typeface="Arial" charset="0"/>
              </a:rPr>
              <a:t>Camp Hale, Colorado</a:t>
            </a:r>
            <a:endParaRPr lang="en-US" sz="2400" dirty="0">
              <a:latin typeface="Arial" charset="0"/>
              <a:cs typeface="Times New Roman" pitchFamily="18" charset="0"/>
            </a:endParaRPr>
          </a:p>
          <a:p>
            <a:pPr>
              <a:lnSpc>
                <a:spcPct val="90000"/>
              </a:lnSpc>
            </a:pPr>
            <a:r>
              <a:rPr lang="en-US" sz="2800" dirty="0" smtClean="0">
                <a:latin typeface="Arial" charset="0"/>
                <a:cs typeface="Arial" charset="0"/>
              </a:rPr>
              <a:t>1995: </a:t>
            </a:r>
            <a:r>
              <a:rPr lang="en-US" sz="2800" dirty="0" err="1" smtClean="0">
                <a:latin typeface="Arial" charset="0"/>
                <a:cs typeface="Arial" charset="0"/>
              </a:rPr>
              <a:t>Najoro</a:t>
            </a:r>
            <a:r>
              <a:rPr lang="en-US" sz="2800" dirty="0" smtClean="0">
                <a:latin typeface="Arial" charset="0"/>
                <a:cs typeface="Arial" charset="0"/>
              </a:rPr>
              <a:t> </a:t>
            </a:r>
            <a:r>
              <a:rPr lang="en-US" sz="2800" dirty="0" err="1" smtClean="0">
                <a:latin typeface="Arial" charset="0"/>
                <a:cs typeface="Arial" charset="0"/>
              </a:rPr>
              <a:t>ny</a:t>
            </a:r>
            <a:r>
              <a:rPr lang="en-US" sz="2800" dirty="0" smtClean="0">
                <a:latin typeface="Arial" charset="0"/>
                <a:cs typeface="Arial" charset="0"/>
              </a:rPr>
              <a:t> </a:t>
            </a:r>
            <a:r>
              <a:rPr lang="en-US" sz="2800" dirty="0" err="1" smtClean="0">
                <a:latin typeface="Arial" charset="0"/>
                <a:cs typeface="Arial" charset="0"/>
              </a:rPr>
              <a:t>programam-piofanana</a:t>
            </a:r>
            <a:r>
              <a:rPr lang="en-US" sz="2800" dirty="0" smtClean="0">
                <a:latin typeface="Arial" charset="0"/>
                <a:cs typeface="Arial" charset="0"/>
              </a:rPr>
              <a:t> (Training ho </a:t>
            </a:r>
            <a:r>
              <a:rPr lang="en-US" sz="2800" dirty="0" err="1" smtClean="0">
                <a:latin typeface="Arial" charset="0"/>
                <a:cs typeface="Arial" charset="0"/>
              </a:rPr>
              <a:t>an’ny</a:t>
            </a:r>
            <a:r>
              <a:rPr lang="en-US" sz="2800" dirty="0" smtClean="0">
                <a:latin typeface="Arial" charset="0"/>
                <a:cs typeface="Arial" charset="0"/>
              </a:rPr>
              <a:t> </a:t>
            </a:r>
            <a:r>
              <a:rPr lang="en-US" sz="2800" dirty="0" err="1" smtClean="0">
                <a:latin typeface="Arial" charset="0"/>
                <a:cs typeface="Arial" charset="0"/>
              </a:rPr>
              <a:t>mpianatra</a:t>
            </a:r>
            <a:r>
              <a:rPr lang="en-US" sz="2800" dirty="0" smtClean="0">
                <a:latin typeface="Arial" charset="0"/>
                <a:cs typeface="Arial" charset="0"/>
              </a:rPr>
              <a:t> any @ </a:t>
            </a:r>
            <a:r>
              <a:rPr lang="en-US" sz="2800" dirty="0" err="1" smtClean="0">
                <a:latin typeface="Arial" charset="0"/>
                <a:cs typeface="Arial" charset="0"/>
              </a:rPr>
              <a:t>ambaratonga</a:t>
            </a:r>
            <a:r>
              <a:rPr lang="en-US" sz="2800" dirty="0" smtClean="0">
                <a:latin typeface="Arial" charset="0"/>
                <a:cs typeface="Arial" charset="0"/>
              </a:rPr>
              <a:t> </a:t>
            </a:r>
            <a:r>
              <a:rPr lang="en-US" sz="2800" dirty="0" err="1" smtClean="0">
                <a:latin typeface="Arial" charset="0"/>
                <a:cs typeface="Arial" charset="0"/>
              </a:rPr>
              <a:t>fahatelo</a:t>
            </a:r>
            <a:r>
              <a:rPr lang="en-US" sz="2400" dirty="0" smtClean="0">
                <a:latin typeface="Arial" charset="0"/>
                <a:cs typeface="Arial" charset="0"/>
              </a:rPr>
              <a:t> (T </a:t>
            </a:r>
            <a:r>
              <a:rPr lang="en-US" sz="2400" dirty="0">
                <a:latin typeface="Arial" charset="0"/>
                <a:cs typeface="Arial" charset="0"/>
              </a:rPr>
              <a:t>9-12</a:t>
            </a:r>
            <a:r>
              <a:rPr lang="en-US" sz="2400" dirty="0" smtClean="0">
                <a:latin typeface="Arial" charset="0"/>
                <a:cs typeface="Arial" charset="0"/>
              </a:rPr>
              <a:t>)</a:t>
            </a:r>
          </a:p>
        </p:txBody>
      </p:sp>
      <p:sp>
        <p:nvSpPr>
          <p:cNvPr id="55300" name="Rectangle 4"/>
          <p:cNvSpPr>
            <a:spLocks noChangeArrowheads="1"/>
          </p:cNvSpPr>
          <p:nvPr/>
        </p:nvSpPr>
        <p:spPr bwMode="auto">
          <a:xfrm>
            <a:off x="1981200" y="4398963"/>
            <a:ext cx="6705600" cy="175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FontTx/>
              <a:buChar char="•"/>
            </a:pPr>
            <a:r>
              <a:rPr lang="en-US" sz="2800" i="1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Arial" charset="0"/>
                <a:cs typeface="Arial" charset="0"/>
              </a:rPr>
              <a:t>1998</a:t>
            </a:r>
            <a:endParaRPr lang="en-US" sz="2800" i="1" dirty="0">
              <a:effectLst>
                <a:outerShdw blurRad="38100" dist="38100" dir="2700000" algn="tl">
                  <a:srgbClr val="808080"/>
                </a:outerShdw>
              </a:effectLst>
              <a:latin typeface="Arial" charset="0"/>
              <a:cs typeface="Arial" charset="0"/>
            </a:endParaRP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FontTx/>
              <a:buChar char="–"/>
            </a:pPr>
            <a:r>
              <a:rPr lang="en-US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Arial" charset="0"/>
                <a:cs typeface="Arial" charset="0"/>
              </a:rPr>
              <a:t>Fikaonan-doha</a:t>
            </a:r>
            <a:r>
              <a:rPr lang="en-US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Arial" charset="0"/>
                <a:cs typeface="Arial" charset="0"/>
              </a:rPr>
              <a:t> (convention) </a:t>
            </a:r>
            <a:r>
              <a:rPr lang="en-US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Arial" charset="0"/>
                <a:cs typeface="Arial" charset="0"/>
              </a:rPr>
              <a:t>voalohan’ny</a:t>
            </a:r>
            <a:r>
              <a:rPr lang="en-US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Arial" charset="0"/>
                <a:cs typeface="Arial" charset="0"/>
              </a:rPr>
              <a:t> </a:t>
            </a:r>
            <a:r>
              <a:rPr lang="en-US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Arial" charset="0"/>
                <a:cs typeface="Arial" charset="0"/>
              </a:rPr>
              <a:t>Filoha</a:t>
            </a:r>
            <a:r>
              <a:rPr lang="en-US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Arial" charset="0"/>
                <a:cs typeface="Arial" charset="0"/>
              </a:rPr>
              <a:t> </a:t>
            </a:r>
            <a:r>
              <a:rPr lang="en-US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Arial" charset="0"/>
                <a:cs typeface="Arial" charset="0"/>
              </a:rPr>
              <a:t>Mpitarika</a:t>
            </a:r>
            <a:r>
              <a:rPr lang="en-US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Arial" charset="0"/>
                <a:cs typeface="Arial" charset="0"/>
              </a:rPr>
              <a:t>, Los </a:t>
            </a:r>
            <a:r>
              <a:rPr lang="en-US" dirty="0">
                <a:effectLst>
                  <a:outerShdw blurRad="38100" dist="38100" dir="2700000" algn="tl">
                    <a:srgbClr val="808080"/>
                  </a:outerShdw>
                </a:effectLst>
                <a:latin typeface="Arial" charset="0"/>
                <a:cs typeface="Arial" charset="0"/>
              </a:rPr>
              <a:t>Angeles, CA</a:t>
            </a:r>
            <a:endParaRPr lang="en-US" dirty="0">
              <a:effectLst>
                <a:outerShdw blurRad="38100" dist="38100" dir="2700000" algn="tl">
                  <a:srgbClr val="808080"/>
                </a:outerShdw>
              </a:effectLst>
              <a:latin typeface="Tahoma" pitchFamily="34" charset="0"/>
            </a:endParaRPr>
          </a:p>
        </p:txBody>
      </p:sp>
    </p:spTree>
  </p:cSld>
  <p:clrMapOvr>
    <a:masterClrMapping/>
  </p:clrMapOvr>
  <p:transition spd="med"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52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52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52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52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53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53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53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53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299" grpId="0" build="p" bldLvl="2" autoUpdateAnimBg="0"/>
      <p:bldP spid="55300" grpId="0" build="p" bldLvl="2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8001000" cy="1143000"/>
          </a:xfrm>
        </p:spPr>
        <p:txBody>
          <a:bodyPr/>
          <a:lstStyle/>
          <a:p>
            <a:r>
              <a:rPr lang="en-US" dirty="0" err="1" smtClean="0"/>
              <a:t>Tantaran’ny</a:t>
            </a:r>
            <a:r>
              <a:rPr lang="en-US" dirty="0" smtClean="0"/>
              <a:t> </a:t>
            </a:r>
            <a:r>
              <a:rPr lang="en-US" dirty="0" err="1" smtClean="0"/>
              <a:t>Mpisavalalana</a:t>
            </a:r>
            <a:r>
              <a:rPr lang="en-US" dirty="0" smtClean="0"/>
              <a:t> </a:t>
            </a:r>
            <a:r>
              <a:rPr lang="en-US" dirty="0" err="1" smtClean="0"/>
              <a:t>tao</a:t>
            </a:r>
            <a:r>
              <a:rPr lang="en-US" dirty="0" smtClean="0"/>
              <a:t> </a:t>
            </a:r>
            <a:r>
              <a:rPr lang="en-US" dirty="0" err="1" smtClean="0"/>
              <a:t>Amerika</a:t>
            </a:r>
            <a:r>
              <a:rPr lang="en-US" dirty="0" smtClean="0"/>
              <a:t> </a:t>
            </a:r>
            <a:r>
              <a:rPr lang="en-US" dirty="0" err="1" smtClean="0"/>
              <a:t>Avaratra</a:t>
            </a:r>
            <a:endParaRPr lang="en-US" dirty="0"/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76400"/>
            <a:ext cx="7772400" cy="28956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800" dirty="0">
                <a:latin typeface="Arial" charset="0"/>
                <a:cs typeface="Arial" charset="0"/>
              </a:rPr>
              <a:t>1999</a:t>
            </a:r>
          </a:p>
          <a:p>
            <a:pPr lvl="1">
              <a:lnSpc>
                <a:spcPct val="90000"/>
              </a:lnSpc>
            </a:pPr>
            <a:r>
              <a:rPr lang="en-US" sz="2400" dirty="0" err="1" smtClean="0">
                <a:latin typeface="Arial" charset="0"/>
                <a:cs typeface="Arial" charset="0"/>
              </a:rPr>
              <a:t>Napetraka</a:t>
            </a:r>
            <a:r>
              <a:rPr lang="en-US" sz="2400" dirty="0" smtClean="0">
                <a:latin typeface="Arial" charset="0"/>
                <a:cs typeface="Arial" charset="0"/>
              </a:rPr>
              <a:t> </a:t>
            </a:r>
            <a:r>
              <a:rPr lang="en-US" sz="2400" dirty="0" err="1" smtClean="0">
                <a:latin typeface="Arial" charset="0"/>
                <a:cs typeface="Arial" charset="0"/>
              </a:rPr>
              <a:t>ny</a:t>
            </a:r>
            <a:r>
              <a:rPr lang="en-US" sz="2400" dirty="0" smtClean="0">
                <a:latin typeface="Arial" charset="0"/>
                <a:cs typeface="Arial" charset="0"/>
              </a:rPr>
              <a:t> </a:t>
            </a:r>
            <a:r>
              <a:rPr lang="en-US" sz="2400" dirty="0" err="1" smtClean="0">
                <a:latin typeface="Arial" charset="0"/>
                <a:cs typeface="Arial" charset="0"/>
              </a:rPr>
              <a:t>tranokalam-pifandraisana</a:t>
            </a:r>
            <a:endParaRPr lang="en-US" sz="2400" dirty="0">
              <a:latin typeface="Arial" charset="0"/>
              <a:cs typeface="Arial" charset="0"/>
            </a:endParaRPr>
          </a:p>
          <a:p>
            <a:pPr lvl="1">
              <a:lnSpc>
                <a:spcPct val="90000"/>
              </a:lnSpc>
            </a:pPr>
            <a:r>
              <a:rPr lang="en-US" sz="2400" dirty="0">
                <a:latin typeface="Arial" charset="0"/>
                <a:cs typeface="Arial" charset="0"/>
              </a:rPr>
              <a:t>“Discover the Power” International </a:t>
            </a:r>
            <a:r>
              <a:rPr lang="en-US" sz="2400" dirty="0" err="1">
                <a:latin typeface="Arial" charset="0"/>
                <a:cs typeface="Arial" charset="0"/>
              </a:rPr>
              <a:t>Camporee</a:t>
            </a:r>
            <a:r>
              <a:rPr lang="en-US" sz="2400" dirty="0">
                <a:latin typeface="Arial" charset="0"/>
                <a:cs typeface="Arial" charset="0"/>
              </a:rPr>
              <a:t> in Oshkosh WI</a:t>
            </a:r>
            <a:endParaRPr lang="en-US" sz="2400" dirty="0">
              <a:latin typeface="Arial" charset="0"/>
              <a:cs typeface="Times New Roman" pitchFamily="18" charset="0"/>
            </a:endParaRPr>
          </a:p>
          <a:p>
            <a:pPr>
              <a:lnSpc>
                <a:spcPct val="90000"/>
              </a:lnSpc>
            </a:pPr>
            <a:r>
              <a:rPr lang="en-US" sz="2800" dirty="0">
                <a:latin typeface="Arial" charset="0"/>
                <a:cs typeface="Arial" charset="0"/>
              </a:rPr>
              <a:t>2000</a:t>
            </a:r>
          </a:p>
          <a:p>
            <a:pPr lvl="1">
              <a:lnSpc>
                <a:spcPct val="90000"/>
              </a:lnSpc>
            </a:pPr>
            <a:r>
              <a:rPr lang="en-US" sz="2400" dirty="0" err="1" smtClean="0">
                <a:latin typeface="Arial" charset="0"/>
                <a:cs typeface="Arial" charset="0"/>
              </a:rPr>
              <a:t>Niova</a:t>
            </a:r>
            <a:r>
              <a:rPr lang="en-US" sz="2400" dirty="0" smtClean="0">
                <a:latin typeface="Arial" charset="0"/>
                <a:cs typeface="Arial" charset="0"/>
              </a:rPr>
              <a:t> </a:t>
            </a:r>
            <a:r>
              <a:rPr lang="en-US" sz="2400" dirty="0" err="1" smtClean="0">
                <a:latin typeface="Arial" charset="0"/>
                <a:cs typeface="Arial" charset="0"/>
              </a:rPr>
              <a:t>ny</a:t>
            </a:r>
            <a:r>
              <a:rPr lang="en-US" sz="2400" dirty="0" smtClean="0">
                <a:latin typeface="Arial" charset="0"/>
                <a:cs typeface="Arial" charset="0"/>
              </a:rPr>
              <a:t> </a:t>
            </a:r>
            <a:r>
              <a:rPr lang="en-US" sz="2400" dirty="0" err="1" smtClean="0">
                <a:latin typeface="Arial" charset="0"/>
                <a:cs typeface="Arial" charset="0"/>
              </a:rPr>
              <a:t>fanamiana</a:t>
            </a:r>
            <a:r>
              <a:rPr lang="en-US" sz="2400" dirty="0" smtClean="0">
                <a:latin typeface="Arial" charset="0"/>
                <a:cs typeface="Arial" charset="0"/>
              </a:rPr>
              <a:t> NAD</a:t>
            </a:r>
            <a:endParaRPr lang="en-US" sz="2400" dirty="0">
              <a:latin typeface="Arial" charset="0"/>
              <a:cs typeface="Times New Roman" pitchFamily="18" charset="0"/>
            </a:endParaRPr>
          </a:p>
        </p:txBody>
      </p:sp>
      <p:sp>
        <p:nvSpPr>
          <p:cNvPr id="56324" name="Rectangle 4"/>
          <p:cNvSpPr>
            <a:spLocks noChangeArrowheads="1"/>
          </p:cNvSpPr>
          <p:nvPr/>
        </p:nvSpPr>
        <p:spPr bwMode="auto">
          <a:xfrm>
            <a:off x="1828800" y="4475163"/>
            <a:ext cx="6629400" cy="167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FontTx/>
              <a:buChar char="•"/>
            </a:pPr>
            <a:r>
              <a:rPr lang="en-US" sz="2800" i="1" dirty="0">
                <a:effectLst>
                  <a:outerShdw blurRad="38100" dist="38100" dir="2700000" algn="tl">
                    <a:srgbClr val="808080"/>
                  </a:outerShdw>
                </a:effectLst>
                <a:latin typeface="Arial" charset="0"/>
                <a:cs typeface="Arial" charset="0"/>
              </a:rPr>
              <a:t>2001</a:t>
            </a: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FontTx/>
              <a:buChar char="–"/>
            </a:pPr>
            <a:r>
              <a:rPr lang="en-US" dirty="0" err="1" smtClean="0"/>
              <a:t>Nohavaozina</a:t>
            </a:r>
            <a:r>
              <a:rPr lang="en-US" dirty="0" smtClean="0"/>
              <a:t> </a:t>
            </a:r>
            <a:r>
              <a:rPr lang="en-US" dirty="0" err="1" smtClean="0"/>
              <a:t>ny</a:t>
            </a:r>
            <a:r>
              <a:rPr lang="en-US" dirty="0" smtClean="0"/>
              <a:t> </a:t>
            </a:r>
            <a:r>
              <a:rPr lang="en-US" dirty="0" err="1" smtClean="0"/>
              <a:t>boky</a:t>
            </a:r>
            <a:r>
              <a:rPr lang="en-US" dirty="0" smtClean="0"/>
              <a:t> ho </a:t>
            </a:r>
            <a:r>
              <a:rPr lang="en-US" dirty="0" err="1" smtClean="0"/>
              <a:t>an’ny</a:t>
            </a:r>
            <a:r>
              <a:rPr lang="en-US" dirty="0" smtClean="0"/>
              <a:t> </a:t>
            </a:r>
            <a:r>
              <a:rPr lang="en-US" dirty="0" err="1" smtClean="0"/>
              <a:t>Asa</a:t>
            </a:r>
            <a:r>
              <a:rPr lang="en-US" dirty="0" smtClean="0"/>
              <a:t> </a:t>
            </a:r>
            <a:r>
              <a:rPr lang="en-US" dirty="0" err="1" smtClean="0"/>
              <a:t>manavanan’nyMpisavalalana</a:t>
            </a:r>
            <a:r>
              <a:rPr lang="en-US" dirty="0" smtClean="0"/>
              <a:t> ho </a:t>
            </a:r>
            <a:r>
              <a:rPr lang="en-US" dirty="0" err="1" smtClean="0"/>
              <a:t>iraisam</a:t>
            </a:r>
            <a:r>
              <a:rPr lang="en-US" dirty="0" smtClean="0"/>
              <a:t>- </a:t>
            </a:r>
            <a:r>
              <a:rPr lang="en-US" dirty="0" err="1" smtClean="0"/>
              <a:t>pirenena</a:t>
            </a:r>
            <a:endParaRPr lang="en-US" dirty="0">
              <a:effectLst>
                <a:outerShdw blurRad="38100" dist="38100" dir="2700000" algn="tl">
                  <a:srgbClr val="808080"/>
                </a:outerShdw>
              </a:effectLst>
              <a:latin typeface="Tahoma" pitchFamily="34" charset="0"/>
            </a:endParaRPr>
          </a:p>
        </p:txBody>
      </p:sp>
    </p:spTree>
  </p:cSld>
  <p:clrMapOvr>
    <a:masterClrMapping/>
  </p:clrMapOvr>
  <p:transition spd="med"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63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63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63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63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63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63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63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63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63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63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63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63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23" grpId="0" build="p" bldLvl="2" autoUpdateAnimBg="0"/>
      <p:bldP spid="56324" grpId="0" build="p" bldLvl="2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1026"/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8001000" cy="1143000"/>
          </a:xfrm>
        </p:spPr>
        <p:txBody>
          <a:bodyPr/>
          <a:lstStyle/>
          <a:p>
            <a:r>
              <a:rPr lang="en-US" dirty="0" err="1" smtClean="0"/>
              <a:t>Tantaran’ny</a:t>
            </a:r>
            <a:r>
              <a:rPr lang="en-US" dirty="0" smtClean="0"/>
              <a:t> </a:t>
            </a:r>
            <a:r>
              <a:rPr lang="en-US" dirty="0" err="1" smtClean="0"/>
              <a:t>Mpisavalalana</a:t>
            </a:r>
            <a:r>
              <a:rPr lang="en-US" dirty="0" smtClean="0"/>
              <a:t> </a:t>
            </a:r>
            <a:r>
              <a:rPr lang="en-US" dirty="0" err="1" smtClean="0"/>
              <a:t>tao</a:t>
            </a:r>
            <a:r>
              <a:rPr lang="en-US" dirty="0" smtClean="0"/>
              <a:t> </a:t>
            </a:r>
            <a:r>
              <a:rPr lang="en-US" dirty="0" err="1" smtClean="0"/>
              <a:t>Amerika</a:t>
            </a:r>
            <a:r>
              <a:rPr lang="en-US" dirty="0" smtClean="0"/>
              <a:t> </a:t>
            </a:r>
            <a:r>
              <a:rPr lang="en-US" dirty="0" err="1" smtClean="0"/>
              <a:t>Avaratra</a:t>
            </a:r>
            <a:endParaRPr lang="en-US" dirty="0"/>
          </a:p>
        </p:txBody>
      </p:sp>
      <p:sp>
        <p:nvSpPr>
          <p:cNvPr id="57347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685800" y="1676400"/>
            <a:ext cx="7772400" cy="24384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800" dirty="0" smtClean="0">
                <a:latin typeface="Arial" charset="0"/>
                <a:cs typeface="Arial" charset="0"/>
              </a:rPr>
              <a:t>T@1950 </a:t>
            </a:r>
            <a:r>
              <a:rPr lang="en-US" sz="2800" dirty="0" err="1" smtClean="0">
                <a:latin typeface="Arial" charset="0"/>
                <a:cs typeface="Arial" charset="0"/>
              </a:rPr>
              <a:t>dia</a:t>
            </a:r>
            <a:r>
              <a:rPr lang="en-US" sz="2800" dirty="0" smtClean="0">
                <a:latin typeface="Arial" charset="0"/>
                <a:cs typeface="Arial" charset="0"/>
              </a:rPr>
              <a:t> </a:t>
            </a:r>
            <a:r>
              <a:rPr lang="en-US" sz="2800" dirty="0" err="1" smtClean="0">
                <a:latin typeface="Arial" charset="0"/>
                <a:cs typeface="Arial" charset="0"/>
              </a:rPr>
              <a:t>nisy</a:t>
            </a:r>
            <a:r>
              <a:rPr lang="en-US" sz="2800" dirty="0" smtClean="0">
                <a:latin typeface="Arial" charset="0"/>
                <a:cs typeface="Arial" charset="0"/>
              </a:rPr>
              <a:t> </a:t>
            </a:r>
            <a:r>
              <a:rPr lang="en-US" sz="2800" dirty="0" err="1" smtClean="0">
                <a:latin typeface="Arial" charset="0"/>
                <a:cs typeface="Arial" charset="0"/>
              </a:rPr>
              <a:t>klioba</a:t>
            </a:r>
            <a:r>
              <a:rPr lang="en-US" sz="2800" dirty="0" smtClean="0">
                <a:latin typeface="Arial" charset="0"/>
                <a:cs typeface="Arial" charset="0"/>
              </a:rPr>
              <a:t> </a:t>
            </a:r>
            <a:r>
              <a:rPr lang="en-US" sz="2800" dirty="0" err="1" smtClean="0">
                <a:latin typeface="Arial" charset="0"/>
                <a:cs typeface="Arial" charset="0"/>
              </a:rPr>
              <a:t>navitrika</a:t>
            </a:r>
            <a:r>
              <a:rPr lang="en-US" sz="2800" dirty="0" smtClean="0">
                <a:latin typeface="Arial" charset="0"/>
                <a:cs typeface="Arial" charset="0"/>
              </a:rPr>
              <a:t> </a:t>
            </a:r>
            <a:r>
              <a:rPr lang="en-US" sz="2800" dirty="0" err="1" smtClean="0">
                <a:latin typeface="Arial" charset="0"/>
                <a:cs typeface="Arial" charset="0"/>
              </a:rPr>
              <a:t>tao</a:t>
            </a:r>
            <a:r>
              <a:rPr lang="en-US" sz="2800" dirty="0" smtClean="0">
                <a:latin typeface="Arial" charset="0"/>
                <a:cs typeface="Arial" charset="0"/>
              </a:rPr>
              <a:t>:</a:t>
            </a:r>
            <a:endParaRPr lang="en-US" sz="2800" dirty="0">
              <a:latin typeface="Arial" charset="0"/>
              <a:cs typeface="Arial" charset="0"/>
            </a:endParaRPr>
          </a:p>
          <a:p>
            <a:pPr lvl="1">
              <a:lnSpc>
                <a:spcPct val="90000"/>
              </a:lnSpc>
            </a:pPr>
            <a:r>
              <a:rPr lang="en-US" sz="2400" dirty="0">
                <a:latin typeface="Arial" charset="0"/>
                <a:cs typeface="Arial" charset="0"/>
              </a:rPr>
              <a:t>Walnut Creek</a:t>
            </a:r>
          </a:p>
          <a:p>
            <a:pPr lvl="1">
              <a:lnSpc>
                <a:spcPct val="90000"/>
              </a:lnSpc>
            </a:pPr>
            <a:r>
              <a:rPr lang="en-US" sz="2400" dirty="0">
                <a:latin typeface="Arial" charset="0"/>
                <a:cs typeface="Arial" charset="0"/>
              </a:rPr>
              <a:t>Richmond</a:t>
            </a:r>
          </a:p>
          <a:p>
            <a:pPr lvl="1">
              <a:lnSpc>
                <a:spcPct val="90000"/>
              </a:lnSpc>
            </a:pPr>
            <a:r>
              <a:rPr lang="en-US" sz="2400" dirty="0">
                <a:latin typeface="Arial" charset="0"/>
                <a:cs typeface="Times New Roman" pitchFamily="18" charset="0"/>
              </a:rPr>
              <a:t>Martinez</a:t>
            </a:r>
          </a:p>
          <a:p>
            <a:pPr lvl="1">
              <a:lnSpc>
                <a:spcPct val="90000"/>
              </a:lnSpc>
            </a:pPr>
            <a:r>
              <a:rPr lang="en-US" sz="2400" dirty="0">
                <a:latin typeface="Arial" charset="0"/>
                <a:cs typeface="Times New Roman" pitchFamily="18" charset="0"/>
              </a:rPr>
              <a:t>Deer Park</a:t>
            </a:r>
          </a:p>
          <a:p>
            <a:pPr lvl="1">
              <a:lnSpc>
                <a:spcPct val="90000"/>
              </a:lnSpc>
            </a:pPr>
            <a:r>
              <a:rPr lang="en-US" sz="2400" dirty="0">
                <a:latin typeface="Arial" charset="0"/>
                <a:cs typeface="Times New Roman" pitchFamily="18" charset="0"/>
              </a:rPr>
              <a:t>Camino</a:t>
            </a:r>
          </a:p>
        </p:txBody>
      </p:sp>
      <p:sp>
        <p:nvSpPr>
          <p:cNvPr id="57348" name="Rectangle 1028"/>
          <p:cNvSpPr>
            <a:spLocks noChangeArrowheads="1"/>
          </p:cNvSpPr>
          <p:nvPr/>
        </p:nvSpPr>
        <p:spPr bwMode="auto">
          <a:xfrm>
            <a:off x="2590800" y="3886200"/>
            <a:ext cx="6629400" cy="236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FontTx/>
              <a:buChar char="•"/>
            </a:pPr>
            <a:r>
              <a:rPr lang="en-US" sz="28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Arial" charset="0"/>
                <a:cs typeface="Arial" charset="0"/>
              </a:rPr>
              <a:t>Nanomana</a:t>
            </a:r>
            <a:r>
              <a:rPr lang="en-US" sz="28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Arial" charset="0"/>
                <a:cs typeface="Arial" charset="0"/>
              </a:rPr>
              <a:t> </a:t>
            </a:r>
            <a:r>
              <a:rPr lang="en-US" sz="28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Arial" charset="0"/>
                <a:cs typeface="Arial" charset="0"/>
              </a:rPr>
              <a:t>ny</a:t>
            </a:r>
            <a:r>
              <a:rPr lang="en-US" sz="28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Arial" charset="0"/>
                <a:cs typeface="Arial" charset="0"/>
              </a:rPr>
              <a:t> Manuel </a:t>
            </a:r>
            <a:r>
              <a:rPr lang="en-US" sz="28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Arial" charset="0"/>
                <a:cs typeface="Arial" charset="0"/>
              </a:rPr>
              <a:t>na</a:t>
            </a:r>
            <a:r>
              <a:rPr lang="en-US" sz="28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Arial" charset="0"/>
                <a:cs typeface="Arial" charset="0"/>
              </a:rPr>
              <a:t> DRILL </a:t>
            </a:r>
            <a:r>
              <a:rPr lang="en-US" sz="28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Arial" charset="0"/>
                <a:cs typeface="Arial" charset="0"/>
              </a:rPr>
              <a:t>voalohany</a:t>
            </a:r>
            <a:r>
              <a:rPr lang="en-US" sz="28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Arial" charset="0"/>
                <a:cs typeface="Arial" charset="0"/>
              </a:rPr>
              <a:t> </a:t>
            </a:r>
            <a:r>
              <a:rPr lang="en-US" sz="28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Arial" charset="0"/>
                <a:cs typeface="Arial" charset="0"/>
              </a:rPr>
              <a:t>ny</a:t>
            </a:r>
            <a:r>
              <a:rPr lang="en-US" sz="28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Arial" charset="0"/>
                <a:cs typeface="Arial" charset="0"/>
              </a:rPr>
              <a:t> Pacific </a:t>
            </a:r>
            <a:r>
              <a:rPr lang="en-US" sz="2800" dirty="0">
                <a:effectLst>
                  <a:outerShdw blurRad="38100" dist="38100" dir="2700000" algn="tl">
                    <a:srgbClr val="808080"/>
                  </a:outerShdw>
                </a:effectLst>
                <a:latin typeface="Arial" charset="0"/>
                <a:cs typeface="Arial" charset="0"/>
              </a:rPr>
              <a:t>Union </a:t>
            </a:r>
            <a:r>
              <a:rPr lang="en-US" sz="28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Arial" charset="0"/>
                <a:cs typeface="Arial" charset="0"/>
              </a:rPr>
              <a:t>Conference</a:t>
            </a:r>
            <a:endParaRPr lang="en-US" sz="2800" dirty="0">
              <a:effectLst>
                <a:outerShdw blurRad="38100" dist="38100" dir="2700000" algn="tl">
                  <a:srgbClr val="808080"/>
                </a:outerShdw>
              </a:effectLst>
              <a:latin typeface="Arial" charset="0"/>
              <a:cs typeface="Arial" charset="0"/>
            </a:endParaRP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FontTx/>
              <a:buChar char="–"/>
            </a:pPr>
            <a:r>
              <a:rPr lang="en-US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Arial" charset="0"/>
                <a:cs typeface="Arial" charset="0"/>
              </a:rPr>
              <a:t>Ireo</a:t>
            </a:r>
            <a:r>
              <a:rPr lang="en-US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Arial" charset="0"/>
                <a:cs typeface="Arial" charset="0"/>
              </a:rPr>
              <a:t> </a:t>
            </a:r>
            <a:r>
              <a:rPr lang="en-US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Arial" charset="0"/>
                <a:cs typeface="Arial" charset="0"/>
              </a:rPr>
              <a:t>mpikambana</a:t>
            </a:r>
            <a:r>
              <a:rPr lang="en-US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Arial" charset="0"/>
                <a:cs typeface="Arial" charset="0"/>
              </a:rPr>
              <a:t> </a:t>
            </a:r>
            <a:r>
              <a:rPr lang="en-US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Arial" charset="0"/>
                <a:cs typeface="Arial" charset="0"/>
              </a:rPr>
              <a:t>tao</a:t>
            </a:r>
            <a:r>
              <a:rPr lang="en-US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Arial" charset="0"/>
                <a:cs typeface="Arial" charset="0"/>
              </a:rPr>
              <a:t> @ </a:t>
            </a:r>
            <a:r>
              <a:rPr lang="en-US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Arial" charset="0"/>
                <a:cs typeface="Arial" charset="0"/>
              </a:rPr>
              <a:t>komity</a:t>
            </a:r>
            <a:r>
              <a:rPr lang="en-US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Arial" charset="0"/>
                <a:cs typeface="Arial" charset="0"/>
              </a:rPr>
              <a:t>:</a:t>
            </a:r>
            <a:endParaRPr lang="en-US" dirty="0">
              <a:effectLst>
                <a:outerShdw blurRad="38100" dist="38100" dir="2700000" algn="tl">
                  <a:srgbClr val="808080"/>
                </a:outerShdw>
              </a:effectLst>
              <a:latin typeface="Arial" charset="0"/>
              <a:cs typeface="Arial" charset="0"/>
            </a:endParaRPr>
          </a:p>
          <a:p>
            <a:pPr marL="1143000" lvl="2" indent="-228600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FontTx/>
              <a:buChar char="•"/>
            </a:pPr>
            <a:r>
              <a:rPr lang="en-US" sz="2000" dirty="0">
                <a:effectLst>
                  <a:outerShdw blurRad="38100" dist="38100" dir="2700000" algn="tl">
                    <a:srgbClr val="808080"/>
                  </a:outerShdw>
                </a:effectLst>
                <a:latin typeface="Arial" charset="0"/>
                <a:cs typeface="Times New Roman" pitchFamily="18" charset="0"/>
              </a:rPr>
              <a:t>Clark Smith</a:t>
            </a:r>
          </a:p>
          <a:p>
            <a:pPr marL="1143000" lvl="2" indent="-228600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FontTx/>
              <a:buChar char="•"/>
            </a:pPr>
            <a:r>
              <a:rPr lang="en-US" sz="2000" dirty="0">
                <a:effectLst>
                  <a:outerShdw blurRad="38100" dist="38100" dir="2700000" algn="tl">
                    <a:srgbClr val="808080"/>
                  </a:outerShdw>
                </a:effectLst>
                <a:latin typeface="Arial" charset="0"/>
                <a:cs typeface="Times New Roman" pitchFamily="18" charset="0"/>
              </a:rPr>
              <a:t>Henry Bergh</a:t>
            </a:r>
          </a:p>
          <a:p>
            <a:pPr marL="1143000" lvl="2" indent="-228600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FontTx/>
              <a:buChar char="•"/>
            </a:pPr>
            <a:r>
              <a:rPr lang="en-US" sz="2000" dirty="0">
                <a:effectLst>
                  <a:outerShdw blurRad="38100" dist="38100" dir="2700000" algn="tl">
                    <a:srgbClr val="808080"/>
                  </a:outerShdw>
                </a:effectLst>
                <a:latin typeface="Arial" charset="0"/>
                <a:cs typeface="Times New Roman" pitchFamily="18" charset="0"/>
              </a:rPr>
              <a:t>Glenn </a:t>
            </a:r>
            <a:r>
              <a:rPr lang="en-US" sz="2000" dirty="0" err="1">
                <a:effectLst>
                  <a:outerShdw blurRad="38100" dist="38100" dir="2700000" algn="tl">
                    <a:srgbClr val="808080"/>
                  </a:outerShdw>
                </a:effectLst>
                <a:latin typeface="Arial" charset="0"/>
                <a:cs typeface="Times New Roman" pitchFamily="18" charset="0"/>
              </a:rPr>
              <a:t>Fillman</a:t>
            </a:r>
            <a:r>
              <a:rPr lang="en-US" sz="2000" dirty="0">
                <a:effectLst>
                  <a:outerShdw blurRad="38100" dist="38100" dir="2700000" algn="tl">
                    <a:srgbClr val="808080"/>
                  </a:outerShdw>
                </a:effectLst>
                <a:latin typeface="Arial" charset="0"/>
                <a:cs typeface="Times New Roman" pitchFamily="18" charset="0"/>
              </a:rPr>
              <a:t> (NCC MV Director)</a:t>
            </a:r>
          </a:p>
        </p:txBody>
      </p:sp>
    </p:spTree>
  </p:cSld>
  <p:clrMapOvr>
    <a:masterClrMapping/>
  </p:clrMapOvr>
  <p:transition spd="med"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73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73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73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73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73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73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73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73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73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73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73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73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73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73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573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573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573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573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573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573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573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573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347" grpId="0" build="p" bldLvl="2" autoUpdateAnimBg="0"/>
      <p:bldP spid="57348" grpId="0" build="p" bldLvl="3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855" name="Rectangle 7"/>
          <p:cNvSpPr>
            <a:spLocks noChangeArrowheads="1"/>
          </p:cNvSpPr>
          <p:nvPr/>
        </p:nvSpPr>
        <p:spPr bwMode="auto">
          <a:xfrm>
            <a:off x="0" y="0"/>
            <a:ext cx="9601200" cy="6858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</p:spTree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533400"/>
            <a:ext cx="7772400" cy="1143000"/>
          </a:xfrm>
        </p:spPr>
        <p:txBody>
          <a:bodyPr/>
          <a:lstStyle/>
          <a:p>
            <a:pPr algn="ctr"/>
            <a:r>
              <a:rPr lang="en-US" dirty="0" smtClean="0"/>
              <a:t>FIZARANA #2</a:t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endParaRPr lang="en-US" sz="2500" dirty="0"/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590800" y="2667000"/>
            <a:ext cx="6400800" cy="2971800"/>
          </a:xfrm>
        </p:spPr>
        <p:txBody>
          <a:bodyPr/>
          <a:lstStyle/>
          <a:p>
            <a:r>
              <a:rPr lang="en-US" sz="3200" b="1" dirty="0" smtClean="0"/>
              <a:t>MAHATAKATRA IREO MPISAVALALANA (60 </a:t>
            </a:r>
            <a:r>
              <a:rPr lang="en-US" sz="3200" b="1" dirty="0" err="1" smtClean="0"/>
              <a:t>mn</a:t>
            </a:r>
            <a:r>
              <a:rPr lang="en-US" sz="3200" b="1" dirty="0" smtClean="0"/>
              <a:t>)</a:t>
            </a:r>
            <a:endParaRPr lang="fr-FR" sz="3200" b="1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i="1" dirty="0" err="1" smtClean="0"/>
              <a:t>Zava-kendrena</a:t>
            </a:r>
            <a:r>
              <a:rPr lang="fr-FR" dirty="0" smtClean="0"/>
              <a:t/>
            </a:r>
            <a:br>
              <a:rPr lang="fr-FR" dirty="0" smtClean="0"/>
            </a:b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 err="1" smtClean="0"/>
              <a:t>Hampivelatra</a:t>
            </a:r>
            <a:r>
              <a:rPr lang="en-US" i="1" dirty="0" smtClean="0"/>
              <a:t> </a:t>
            </a:r>
            <a:r>
              <a:rPr lang="en-US" i="1" dirty="0" err="1" smtClean="0"/>
              <a:t>ny</a:t>
            </a:r>
            <a:r>
              <a:rPr lang="en-US" i="1" dirty="0" smtClean="0"/>
              <a:t> </a:t>
            </a:r>
            <a:r>
              <a:rPr lang="en-US" i="1" dirty="0" err="1" smtClean="0"/>
              <a:t>fahatakarana</a:t>
            </a:r>
            <a:r>
              <a:rPr lang="en-US" i="1" dirty="0" smtClean="0"/>
              <a:t> </a:t>
            </a:r>
            <a:r>
              <a:rPr lang="en-US" i="1" dirty="0" err="1" smtClean="0"/>
              <a:t>ireo</a:t>
            </a:r>
            <a:r>
              <a:rPr lang="en-US" i="1" dirty="0" smtClean="0"/>
              <a:t> </a:t>
            </a:r>
            <a:r>
              <a:rPr lang="en-US" i="1" dirty="0" err="1" smtClean="0"/>
              <a:t>filàn’ny</a:t>
            </a:r>
            <a:r>
              <a:rPr lang="en-US" i="1" dirty="0" smtClean="0"/>
              <a:t> </a:t>
            </a:r>
            <a:r>
              <a:rPr lang="en-US" i="1" dirty="0" err="1" smtClean="0"/>
              <a:t>Mpisavalalana</a:t>
            </a:r>
            <a:r>
              <a:rPr lang="en-US" i="1" dirty="0" smtClean="0"/>
              <a:t> </a:t>
            </a:r>
            <a:r>
              <a:rPr lang="en-US" i="1" dirty="0" err="1" smtClean="0"/>
              <a:t>ary</a:t>
            </a:r>
            <a:r>
              <a:rPr lang="en-US" i="1" dirty="0" smtClean="0"/>
              <a:t> </a:t>
            </a:r>
            <a:r>
              <a:rPr lang="en-US" i="1" dirty="0" err="1" smtClean="0"/>
              <a:t>hianatra</a:t>
            </a:r>
            <a:r>
              <a:rPr lang="en-US" i="1" dirty="0" smtClean="0"/>
              <a:t> </a:t>
            </a:r>
            <a:r>
              <a:rPr lang="en-US" i="1" dirty="0" err="1" smtClean="0"/>
              <a:t>ny</a:t>
            </a:r>
            <a:r>
              <a:rPr lang="en-US" i="1" dirty="0" smtClean="0"/>
              <a:t> </a:t>
            </a:r>
            <a:r>
              <a:rPr lang="en-US" i="1" dirty="0" err="1" smtClean="0"/>
              <a:t>fomba</a:t>
            </a:r>
            <a:r>
              <a:rPr lang="en-US" i="1" dirty="0" smtClean="0"/>
              <a:t> </a:t>
            </a:r>
            <a:r>
              <a:rPr lang="en-US" i="1" dirty="0" err="1" smtClean="0"/>
              <a:t>hifandraisana</a:t>
            </a:r>
            <a:r>
              <a:rPr lang="en-US" i="1" dirty="0" smtClean="0"/>
              <a:t> </a:t>
            </a:r>
            <a:r>
              <a:rPr lang="en-US" i="1" dirty="0" err="1" smtClean="0"/>
              <a:t>amim-pahombiazana</a:t>
            </a:r>
            <a:r>
              <a:rPr lang="en-US" i="1" dirty="0" smtClean="0"/>
              <a:t> </a:t>
            </a:r>
            <a:r>
              <a:rPr lang="en-US" i="1" dirty="0" err="1" smtClean="0"/>
              <a:t>azy</a:t>
            </a:r>
            <a:r>
              <a:rPr lang="en-US" i="1" dirty="0" smtClean="0"/>
              <a:t> </a:t>
            </a:r>
            <a:r>
              <a:rPr lang="en-US" i="1" dirty="0" err="1" smtClean="0"/>
              <a:t>ireo</a:t>
            </a:r>
            <a:r>
              <a:rPr lang="en-US" i="1" dirty="0" smtClean="0"/>
              <a:t>.</a:t>
            </a:r>
          </a:p>
          <a:p>
            <a:pPr>
              <a:buNone/>
            </a:pPr>
            <a:r>
              <a:rPr lang="en-US" b="1" i="1" dirty="0" err="1" smtClean="0"/>
              <a:t>Fanazavana</a:t>
            </a:r>
            <a:endParaRPr lang="fr-FR" dirty="0" smtClean="0"/>
          </a:p>
          <a:p>
            <a:pPr>
              <a:buNone/>
            </a:pPr>
            <a:r>
              <a:rPr lang="en-US" i="1" dirty="0" err="1" smtClean="0"/>
              <a:t>Takiana</a:t>
            </a:r>
            <a:r>
              <a:rPr lang="en-US" i="1" dirty="0" smtClean="0"/>
              <a:t> </a:t>
            </a:r>
            <a:r>
              <a:rPr lang="en-US" i="1" dirty="0" err="1" smtClean="0"/>
              <a:t>amin’ireo</a:t>
            </a:r>
            <a:r>
              <a:rPr lang="en-US" i="1" dirty="0" smtClean="0"/>
              <a:t> </a:t>
            </a:r>
            <a:r>
              <a:rPr lang="en-US" i="1" dirty="0" err="1" smtClean="0"/>
              <a:t>mpandray</a:t>
            </a:r>
            <a:r>
              <a:rPr lang="en-US" i="1" dirty="0" smtClean="0"/>
              <a:t> </a:t>
            </a:r>
            <a:r>
              <a:rPr lang="en-US" i="1" dirty="0" err="1" smtClean="0"/>
              <a:t>anjara</a:t>
            </a:r>
            <a:r>
              <a:rPr lang="en-US" i="1" dirty="0" smtClean="0"/>
              <a:t> </a:t>
            </a:r>
            <a:r>
              <a:rPr lang="en-US" i="1" dirty="0" err="1" smtClean="0"/>
              <a:t>ny</a:t>
            </a:r>
            <a:r>
              <a:rPr lang="en-US" i="1" dirty="0" smtClean="0"/>
              <a:t> </a:t>
            </a:r>
            <a:r>
              <a:rPr lang="en-US" i="1" dirty="0" err="1" smtClean="0"/>
              <a:t>hahatakatra</a:t>
            </a:r>
            <a:r>
              <a:rPr lang="en-US" i="1" dirty="0" smtClean="0"/>
              <a:t> </a:t>
            </a:r>
            <a:r>
              <a:rPr lang="en-US" i="1" dirty="0" err="1" smtClean="0"/>
              <a:t>sy</a:t>
            </a:r>
            <a:r>
              <a:rPr lang="en-US" i="1" dirty="0" smtClean="0"/>
              <a:t> </a:t>
            </a:r>
            <a:r>
              <a:rPr lang="en-US" i="1" dirty="0" err="1" smtClean="0"/>
              <a:t>hifanakalo</a:t>
            </a:r>
            <a:r>
              <a:rPr lang="en-US" i="1" dirty="0" smtClean="0"/>
              <a:t> </a:t>
            </a:r>
            <a:r>
              <a:rPr lang="en-US" i="1" dirty="0" err="1" smtClean="0"/>
              <a:t>hevitra</a:t>
            </a:r>
            <a:r>
              <a:rPr lang="en-US" i="1" dirty="0" smtClean="0"/>
              <a:t> </a:t>
            </a:r>
            <a:r>
              <a:rPr lang="en-US" i="1" dirty="0" err="1" smtClean="0"/>
              <a:t>ireto</a:t>
            </a:r>
            <a:r>
              <a:rPr lang="en-US" i="1" dirty="0" smtClean="0"/>
              <a:t> </a:t>
            </a:r>
            <a:r>
              <a:rPr lang="en-US" i="1" dirty="0" err="1" smtClean="0"/>
              <a:t>zavatra</a:t>
            </a:r>
            <a:r>
              <a:rPr lang="en-US" i="1" dirty="0" smtClean="0"/>
              <a:t> </a:t>
            </a:r>
            <a:r>
              <a:rPr lang="en-US" i="1" dirty="0" err="1" smtClean="0"/>
              <a:t>manaraka</a:t>
            </a:r>
            <a:r>
              <a:rPr lang="en-US" i="1" dirty="0" smtClean="0"/>
              <a:t> </a:t>
            </a:r>
            <a:r>
              <a:rPr lang="en-US" i="1" dirty="0" err="1" smtClean="0"/>
              <a:t>ireto</a:t>
            </a:r>
            <a:r>
              <a:rPr lang="en-US" i="1" dirty="0" smtClean="0"/>
              <a:t>.</a:t>
            </a:r>
            <a:endParaRPr lang="fr-FR" dirty="0" smtClean="0"/>
          </a:p>
          <a:p>
            <a:endParaRPr lang="fr-FR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04800" y="1295400"/>
            <a:ext cx="8839200" cy="4876800"/>
          </a:xfrm>
        </p:spPr>
        <p:txBody>
          <a:bodyPr/>
          <a:lstStyle/>
          <a:p>
            <a:pPr lvl="0">
              <a:buNone/>
            </a:pPr>
            <a:r>
              <a:rPr lang="en-US" i="1" dirty="0" smtClean="0"/>
              <a:t>1.Fivelaran’ny </a:t>
            </a:r>
            <a:r>
              <a:rPr lang="en-US" i="1" dirty="0" err="1" smtClean="0"/>
              <a:t>toetran’ny</a:t>
            </a:r>
            <a:r>
              <a:rPr lang="en-US" i="1" dirty="0" smtClean="0"/>
              <a:t> </a:t>
            </a:r>
            <a:r>
              <a:rPr lang="en-US" i="1" dirty="0" err="1" smtClean="0"/>
              <a:t>Mpisavalalana</a:t>
            </a:r>
            <a:r>
              <a:rPr lang="en-US" i="1" dirty="0" smtClean="0"/>
              <a:t>.(30mn)</a:t>
            </a:r>
            <a:endParaRPr lang="fr-FR" dirty="0" smtClean="0"/>
          </a:p>
          <a:p>
            <a:pPr lvl="1"/>
            <a:r>
              <a:rPr lang="en-US" i="1" dirty="0" err="1" smtClean="0"/>
              <a:t>Tokony</a:t>
            </a:r>
            <a:r>
              <a:rPr lang="en-US" i="1" dirty="0" smtClean="0"/>
              <a:t> ho </a:t>
            </a:r>
            <a:r>
              <a:rPr lang="en-US" i="1" dirty="0" err="1" smtClean="0"/>
              <a:t>jerena</a:t>
            </a:r>
            <a:r>
              <a:rPr lang="en-US" i="1" dirty="0" smtClean="0"/>
              <a:t> </a:t>
            </a:r>
            <a:r>
              <a:rPr lang="en-US" i="1" dirty="0" err="1" smtClean="0"/>
              <a:t>manokana</a:t>
            </a:r>
            <a:r>
              <a:rPr lang="en-US" i="1" dirty="0" smtClean="0"/>
              <a:t> </a:t>
            </a:r>
            <a:r>
              <a:rPr lang="en-US" i="1" dirty="0" err="1" smtClean="0"/>
              <a:t>ireo</a:t>
            </a:r>
            <a:r>
              <a:rPr lang="en-US" i="1" dirty="0" smtClean="0"/>
              <a:t> </a:t>
            </a:r>
            <a:r>
              <a:rPr lang="en-US" i="1" dirty="0" err="1" smtClean="0"/>
              <a:t>filàna</a:t>
            </a:r>
            <a:r>
              <a:rPr lang="en-US" i="1" dirty="0" smtClean="0"/>
              <a:t> </a:t>
            </a:r>
            <a:r>
              <a:rPr lang="en-US" i="1" dirty="0" err="1" smtClean="0"/>
              <a:t>samihafa</a:t>
            </a:r>
            <a:r>
              <a:rPr lang="en-US" i="1" dirty="0" smtClean="0"/>
              <a:t> </a:t>
            </a:r>
            <a:r>
              <a:rPr lang="en-US" i="1" dirty="0" err="1" smtClean="0"/>
              <a:t>izay</a:t>
            </a:r>
            <a:r>
              <a:rPr lang="en-US" i="1" dirty="0" smtClean="0"/>
              <a:t> </a:t>
            </a:r>
            <a:r>
              <a:rPr lang="en-US" i="1" dirty="0" err="1" smtClean="0"/>
              <a:t>mivoaka</a:t>
            </a:r>
            <a:r>
              <a:rPr lang="en-US" i="1" dirty="0" smtClean="0"/>
              <a:t> </a:t>
            </a:r>
            <a:r>
              <a:rPr lang="en-US" i="1" dirty="0" err="1" smtClean="0"/>
              <a:t>avy</a:t>
            </a:r>
            <a:r>
              <a:rPr lang="en-US" i="1" dirty="0" smtClean="0"/>
              <a:t> </a:t>
            </a:r>
            <a:r>
              <a:rPr lang="en-US" i="1" dirty="0" err="1" smtClean="0"/>
              <a:t>amin’ireto</a:t>
            </a:r>
            <a:r>
              <a:rPr lang="en-US" i="1" dirty="0" smtClean="0"/>
              <a:t> </a:t>
            </a:r>
            <a:r>
              <a:rPr lang="en-US" i="1" dirty="0" err="1" smtClean="0"/>
              <a:t>vani-potoana</a:t>
            </a:r>
            <a:r>
              <a:rPr lang="en-US" i="1" dirty="0" smtClean="0"/>
              <a:t> </a:t>
            </a:r>
            <a:r>
              <a:rPr lang="en-US" i="1" dirty="0" err="1" smtClean="0"/>
              <a:t>hitomboan’ny</a:t>
            </a:r>
            <a:r>
              <a:rPr lang="en-US" i="1" dirty="0" smtClean="0"/>
              <a:t> </a:t>
            </a:r>
            <a:r>
              <a:rPr lang="en-US" i="1" dirty="0" err="1" smtClean="0"/>
              <a:t>tsirairay</a:t>
            </a:r>
            <a:r>
              <a:rPr lang="en-US" i="1" dirty="0" smtClean="0"/>
              <a:t>.</a:t>
            </a:r>
            <a:endParaRPr lang="fr-FR" dirty="0" smtClean="0"/>
          </a:p>
          <a:p>
            <a:pPr lvl="2"/>
            <a:r>
              <a:rPr lang="en-US" i="1" dirty="0" smtClean="0"/>
              <a:t>9-12 </a:t>
            </a:r>
            <a:r>
              <a:rPr lang="en-US" i="1" dirty="0" err="1" smtClean="0"/>
              <a:t>taona</a:t>
            </a:r>
            <a:endParaRPr lang="fr-FR" dirty="0" smtClean="0"/>
          </a:p>
          <a:p>
            <a:pPr lvl="2"/>
            <a:r>
              <a:rPr lang="en-US" i="1" dirty="0" smtClean="0"/>
              <a:t>13-15 </a:t>
            </a:r>
            <a:r>
              <a:rPr lang="en-US" i="1" dirty="0" err="1" smtClean="0"/>
              <a:t>Taona</a:t>
            </a:r>
            <a:endParaRPr lang="fr-FR" dirty="0" smtClean="0"/>
          </a:p>
          <a:p>
            <a:pPr lvl="2"/>
            <a:r>
              <a:rPr lang="en-US" i="1" dirty="0" smtClean="0"/>
              <a:t>16-17 </a:t>
            </a:r>
            <a:r>
              <a:rPr lang="en-US" i="1" dirty="0" err="1" smtClean="0"/>
              <a:t>taona</a:t>
            </a:r>
            <a:endParaRPr lang="fr-FR" dirty="0" smtClean="0"/>
          </a:p>
          <a:p>
            <a:pPr lvl="1"/>
            <a:r>
              <a:rPr lang="en-US" i="1" dirty="0" err="1" smtClean="0"/>
              <a:t>Ireo</a:t>
            </a:r>
            <a:r>
              <a:rPr lang="en-US" i="1" dirty="0" smtClean="0"/>
              <a:t> </a:t>
            </a:r>
            <a:r>
              <a:rPr lang="en-US" i="1" dirty="0" err="1" smtClean="0"/>
              <a:t>fomba</a:t>
            </a:r>
            <a:r>
              <a:rPr lang="en-US" i="1" dirty="0" smtClean="0"/>
              <a:t> </a:t>
            </a:r>
            <a:r>
              <a:rPr lang="en-US" i="1" dirty="0" err="1" smtClean="0"/>
              <a:t>ifandraisana</a:t>
            </a:r>
            <a:r>
              <a:rPr lang="en-US" i="1" dirty="0" smtClean="0"/>
              <a:t> </a:t>
            </a:r>
            <a:r>
              <a:rPr lang="en-US" i="1" dirty="0" err="1" smtClean="0"/>
              <a:t>arak</a:t>
            </a:r>
            <a:r>
              <a:rPr lang="en-US" i="1" dirty="0" smtClean="0"/>
              <a:t> any </a:t>
            </a:r>
            <a:r>
              <a:rPr lang="en-US" i="1" dirty="0" err="1" smtClean="0"/>
              <a:t>tokony</a:t>
            </a:r>
            <a:r>
              <a:rPr lang="en-US" i="1" dirty="0" smtClean="0"/>
              <a:t> ho </a:t>
            </a:r>
            <a:r>
              <a:rPr lang="en-US" i="1" dirty="0" err="1" smtClean="0"/>
              <a:t>izy</a:t>
            </a:r>
            <a:r>
              <a:rPr lang="en-US" i="1" dirty="0" smtClean="0"/>
              <a:t> </a:t>
            </a:r>
            <a:r>
              <a:rPr lang="en-US" i="1" dirty="0" err="1" smtClean="0"/>
              <a:t>amin’ny</a:t>
            </a:r>
            <a:r>
              <a:rPr lang="en-US" i="1" dirty="0" smtClean="0"/>
              <a:t> </a:t>
            </a:r>
            <a:r>
              <a:rPr lang="en-US" i="1" dirty="0" err="1" smtClean="0"/>
              <a:t>Mpisava</a:t>
            </a:r>
            <a:r>
              <a:rPr lang="en-US" i="1" dirty="0" smtClean="0"/>
              <a:t> </a:t>
            </a:r>
            <a:r>
              <a:rPr lang="en-US" i="1" dirty="0" err="1" smtClean="0"/>
              <a:t>Lalana</a:t>
            </a:r>
            <a:r>
              <a:rPr lang="en-US" i="1" dirty="0" smtClean="0"/>
              <a:t> </a:t>
            </a:r>
            <a:r>
              <a:rPr lang="en-US" i="1" dirty="0" err="1" smtClean="0"/>
              <a:t>tsirairay</a:t>
            </a:r>
            <a:r>
              <a:rPr lang="en-US" i="1" dirty="0" smtClean="0"/>
              <a:t> </a:t>
            </a:r>
            <a:r>
              <a:rPr lang="en-US" i="1" dirty="0" err="1" smtClean="0"/>
              <a:t>araka</a:t>
            </a:r>
            <a:r>
              <a:rPr lang="en-US" i="1" dirty="0" smtClean="0"/>
              <a:t> </a:t>
            </a:r>
            <a:r>
              <a:rPr lang="en-US" i="1" dirty="0" err="1" smtClean="0"/>
              <a:t>izay</a:t>
            </a:r>
            <a:r>
              <a:rPr lang="en-US" i="1" dirty="0" smtClean="0"/>
              <a:t> </a:t>
            </a:r>
            <a:r>
              <a:rPr lang="en-US" i="1" dirty="0" err="1" smtClean="0"/>
              <a:t>zavatra</a:t>
            </a:r>
            <a:r>
              <a:rPr lang="en-US" i="1" dirty="0" smtClean="0"/>
              <a:t> </a:t>
            </a:r>
            <a:r>
              <a:rPr lang="en-US" i="1" dirty="0" err="1" smtClean="0"/>
              <a:t>ilainy</a:t>
            </a:r>
            <a:r>
              <a:rPr lang="en-US" i="1" dirty="0" smtClean="0"/>
              <a:t> </a:t>
            </a:r>
            <a:r>
              <a:rPr lang="en-US" i="1" dirty="0" err="1" smtClean="0"/>
              <a:t>sy</a:t>
            </a:r>
            <a:r>
              <a:rPr lang="en-US" i="1" dirty="0" smtClean="0"/>
              <a:t> </a:t>
            </a:r>
            <a:r>
              <a:rPr lang="en-US" i="1" dirty="0" err="1" smtClean="0"/>
              <a:t>ny</a:t>
            </a:r>
            <a:r>
              <a:rPr lang="en-US" i="1" dirty="0" smtClean="0"/>
              <a:t> </a:t>
            </a:r>
            <a:r>
              <a:rPr lang="en-US" i="1" dirty="0" err="1" smtClean="0"/>
              <a:t>olana</a:t>
            </a:r>
            <a:r>
              <a:rPr lang="en-US" i="1" dirty="0" smtClean="0"/>
              <a:t> </a:t>
            </a:r>
            <a:r>
              <a:rPr lang="en-US" i="1" dirty="0" err="1" smtClean="0"/>
              <a:t>matetika</a:t>
            </a:r>
            <a:r>
              <a:rPr lang="en-US" i="1" dirty="0" smtClean="0"/>
              <a:t> </a:t>
            </a:r>
            <a:r>
              <a:rPr lang="en-US" i="1" dirty="0" err="1" smtClean="0"/>
              <a:t>mahazo</a:t>
            </a:r>
            <a:r>
              <a:rPr lang="en-US" i="1" dirty="0" smtClean="0"/>
              <a:t> </a:t>
            </a:r>
            <a:r>
              <a:rPr lang="en-US" i="1" dirty="0" err="1" smtClean="0"/>
              <a:t>azy</a:t>
            </a:r>
            <a:endParaRPr lang="fr-FR" dirty="0" smtClean="0"/>
          </a:p>
          <a:p>
            <a:endParaRPr lang="fr-FR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04800" y="685800"/>
            <a:ext cx="8839200" cy="5486400"/>
          </a:xfrm>
        </p:spPr>
        <p:txBody>
          <a:bodyPr/>
          <a:lstStyle/>
          <a:p>
            <a:pPr lvl="0"/>
            <a:r>
              <a:rPr lang="en-US" sz="4400" i="1" dirty="0" err="1" smtClean="0"/>
              <a:t>Ireo</a:t>
            </a:r>
            <a:r>
              <a:rPr lang="en-US" sz="4400" i="1" dirty="0" smtClean="0"/>
              <a:t> </a:t>
            </a:r>
            <a:r>
              <a:rPr lang="en-US" sz="4400" i="1" dirty="0" err="1" smtClean="0"/>
              <a:t>fitsipi-pifehezana</a:t>
            </a:r>
            <a:r>
              <a:rPr lang="en-US" sz="4400" i="1" dirty="0" smtClean="0"/>
              <a:t> </a:t>
            </a:r>
            <a:r>
              <a:rPr lang="en-US" sz="4400" i="1" dirty="0" err="1" smtClean="0"/>
              <a:t>fototra</a:t>
            </a:r>
            <a:r>
              <a:rPr lang="en-US" sz="4400" i="1" dirty="0" smtClean="0"/>
              <a:t> </a:t>
            </a:r>
            <a:r>
              <a:rPr lang="en-US" sz="4400" i="1" dirty="0" err="1" smtClean="0"/>
              <a:t>sy</a:t>
            </a:r>
            <a:r>
              <a:rPr lang="en-US" sz="4400" i="1" dirty="0" smtClean="0"/>
              <a:t> </a:t>
            </a:r>
            <a:r>
              <a:rPr lang="en-US" sz="4400" i="1" dirty="0" err="1" smtClean="0"/>
              <a:t>mahomby</a:t>
            </a:r>
            <a:r>
              <a:rPr lang="en-US" sz="4400" i="1" dirty="0" smtClean="0"/>
              <a:t>(30mn)</a:t>
            </a:r>
            <a:endParaRPr lang="fr-FR" sz="4400" dirty="0" smtClean="0"/>
          </a:p>
          <a:p>
            <a:pPr lvl="2"/>
            <a:r>
              <a:rPr lang="en-US" sz="3600" i="1" dirty="0" err="1" smtClean="0"/>
              <a:t>Fitsipi-pifehezana</a:t>
            </a:r>
            <a:r>
              <a:rPr lang="en-US" sz="3600" i="1" dirty="0" smtClean="0"/>
              <a:t> </a:t>
            </a:r>
            <a:r>
              <a:rPr lang="en-US" sz="3600" i="1" dirty="0" err="1" smtClean="0"/>
              <a:t>vs</a:t>
            </a:r>
            <a:r>
              <a:rPr lang="en-US" sz="3600" i="1" dirty="0" smtClean="0"/>
              <a:t>  </a:t>
            </a:r>
            <a:r>
              <a:rPr lang="en-US" sz="3600" i="1" dirty="0" err="1" smtClean="0"/>
              <a:t>Sazy</a:t>
            </a:r>
            <a:endParaRPr lang="fr-FR" sz="3600" dirty="0" smtClean="0"/>
          </a:p>
          <a:p>
            <a:pPr lvl="2"/>
            <a:r>
              <a:rPr lang="en-US" sz="3600" i="1" dirty="0" err="1" smtClean="0"/>
              <a:t>Fitsipi-pifehezana</a:t>
            </a:r>
            <a:r>
              <a:rPr lang="en-US" sz="3600" i="1" dirty="0" smtClean="0"/>
              <a:t> </a:t>
            </a:r>
            <a:r>
              <a:rPr lang="en-US" sz="3600" i="1" dirty="0" err="1" smtClean="0"/>
              <a:t>mifandanja</a:t>
            </a:r>
            <a:endParaRPr lang="fr-FR" sz="3600" dirty="0" smtClean="0"/>
          </a:p>
          <a:p>
            <a:pPr lvl="2"/>
            <a:r>
              <a:rPr lang="en-US" sz="3600" i="1" dirty="0" err="1" smtClean="0"/>
              <a:t>Fampiharana</a:t>
            </a:r>
            <a:r>
              <a:rPr lang="en-US" sz="3600" i="1" dirty="0" smtClean="0"/>
              <a:t> </a:t>
            </a:r>
            <a:r>
              <a:rPr lang="en-US" sz="3600" i="1" dirty="0" err="1" smtClean="0"/>
              <a:t>ny</a:t>
            </a:r>
            <a:r>
              <a:rPr lang="en-US" sz="3600" i="1" dirty="0" smtClean="0"/>
              <a:t> </a:t>
            </a:r>
            <a:r>
              <a:rPr lang="en-US" sz="3600" i="1" dirty="0" err="1" smtClean="0"/>
              <a:t>Fitsipika</a:t>
            </a:r>
            <a:r>
              <a:rPr lang="en-US" sz="3600" i="1" dirty="0" smtClean="0"/>
              <a:t> </a:t>
            </a:r>
            <a:r>
              <a:rPr lang="en-US" sz="3600" i="1" dirty="0" err="1" smtClean="0"/>
              <a:t>araka</a:t>
            </a:r>
            <a:r>
              <a:rPr lang="en-US" sz="3600" i="1" dirty="0" smtClean="0"/>
              <a:t> </a:t>
            </a:r>
            <a:r>
              <a:rPr lang="en-US" sz="3600" i="1" dirty="0" err="1" smtClean="0"/>
              <a:t>ny</a:t>
            </a:r>
            <a:r>
              <a:rPr lang="en-US" sz="3600" i="1" dirty="0" smtClean="0"/>
              <a:t> </a:t>
            </a:r>
            <a:r>
              <a:rPr lang="en-US" sz="3600" i="1" dirty="0" err="1" smtClean="0"/>
              <a:t>tokony</a:t>
            </a:r>
            <a:r>
              <a:rPr lang="en-US" sz="3600" i="1" dirty="0" smtClean="0"/>
              <a:t> ho </a:t>
            </a:r>
            <a:r>
              <a:rPr lang="en-US" sz="3600" i="1" dirty="0" err="1" smtClean="0"/>
              <a:t>izy</a:t>
            </a:r>
            <a:endParaRPr lang="en-US" sz="3600" i="1" dirty="0" smtClean="0"/>
          </a:p>
          <a:p>
            <a:pPr lvl="2"/>
            <a:r>
              <a:rPr lang="en-US" sz="3600" i="1" dirty="0" err="1" smtClean="0"/>
              <a:t>Ireo</a:t>
            </a:r>
            <a:r>
              <a:rPr lang="en-US" sz="3600" i="1" dirty="0" smtClean="0"/>
              <a:t> </a:t>
            </a:r>
            <a:r>
              <a:rPr lang="en-US" sz="3600" i="1" dirty="0" err="1" smtClean="0"/>
              <a:t>dingana</a:t>
            </a:r>
            <a:r>
              <a:rPr lang="en-US" sz="3600" i="1" dirty="0" smtClean="0"/>
              <a:t> </a:t>
            </a:r>
            <a:r>
              <a:rPr lang="en-US" sz="3600" i="1" dirty="0" err="1" smtClean="0"/>
              <a:t>arahina</a:t>
            </a:r>
            <a:endParaRPr lang="fr-FR" sz="3600" dirty="0" smtClean="0"/>
          </a:p>
          <a:p>
            <a:pPr lvl="2"/>
            <a:endParaRPr lang="fr-FR" sz="36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dirty="0" smtClean="0"/>
              <a:t>FITARIHANA NY KLIOBA (60mn)</a:t>
            </a:r>
            <a:r>
              <a:rPr lang="fr-FR" dirty="0" smtClean="0"/>
              <a:t/>
            </a:r>
            <a:br>
              <a:rPr lang="fr-FR" dirty="0" smtClean="0"/>
            </a:br>
            <a:endParaRPr lang="fr-FR" dirty="0"/>
          </a:p>
        </p:txBody>
      </p:sp>
      <p:sp>
        <p:nvSpPr>
          <p:cNvPr id="5" name="Espace réservé du texte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US" sz="4400" dirty="0" smtClean="0"/>
              <a:t>FIZARANA FAHATELO:</a:t>
            </a:r>
            <a:endParaRPr lang="fr-FR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ZAVA-KENDRENA</a:t>
            </a:r>
            <a:r>
              <a:rPr lang="fr-FR" dirty="0" smtClean="0"/>
              <a:t/>
            </a:r>
            <a:br>
              <a:rPr lang="fr-FR" dirty="0" smtClean="0"/>
            </a:b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/>
            <a:r>
              <a:rPr lang="en-US" sz="3600" dirty="0" err="1" smtClean="0"/>
              <a:t>Hanao</a:t>
            </a:r>
            <a:r>
              <a:rPr lang="en-US" sz="3600" dirty="0" smtClean="0"/>
              <a:t> </a:t>
            </a:r>
            <a:r>
              <a:rPr lang="en-US" sz="3600" dirty="0" err="1" smtClean="0"/>
              <a:t>izay</a:t>
            </a:r>
            <a:r>
              <a:rPr lang="en-US" sz="3600" dirty="0" smtClean="0"/>
              <a:t> </a:t>
            </a:r>
            <a:r>
              <a:rPr lang="en-US" sz="3600" dirty="0" err="1" smtClean="0"/>
              <a:t>hahatsapana</a:t>
            </a:r>
            <a:r>
              <a:rPr lang="en-US" sz="3600" dirty="0" smtClean="0"/>
              <a:t> </a:t>
            </a:r>
            <a:r>
              <a:rPr lang="en-US" sz="3600" dirty="0" err="1" smtClean="0"/>
              <a:t>fa</a:t>
            </a:r>
            <a:r>
              <a:rPr lang="en-US" sz="3600" dirty="0" smtClean="0"/>
              <a:t> </a:t>
            </a:r>
            <a:r>
              <a:rPr lang="en-US" sz="3600" dirty="0" err="1" smtClean="0"/>
              <a:t>ireo</a:t>
            </a:r>
            <a:r>
              <a:rPr lang="en-US" sz="3600" dirty="0" smtClean="0"/>
              <a:t> </a:t>
            </a:r>
            <a:r>
              <a:rPr lang="en-US" sz="3600" dirty="0" err="1" smtClean="0"/>
              <a:t>fomba</a:t>
            </a:r>
            <a:r>
              <a:rPr lang="en-US" sz="3600" dirty="0" smtClean="0"/>
              <a:t> </a:t>
            </a:r>
            <a:r>
              <a:rPr lang="en-US" sz="3600" dirty="0" err="1" smtClean="0"/>
              <a:t>fijery</a:t>
            </a:r>
            <a:r>
              <a:rPr lang="en-US" sz="3600" dirty="0" smtClean="0"/>
              <a:t> </a:t>
            </a:r>
            <a:r>
              <a:rPr lang="en-US" sz="3600" dirty="0" err="1" smtClean="0"/>
              <a:t>sy</a:t>
            </a:r>
            <a:r>
              <a:rPr lang="en-US" sz="3600" dirty="0" smtClean="0"/>
              <a:t> </a:t>
            </a:r>
            <a:r>
              <a:rPr lang="en-US" sz="3600" dirty="0" err="1" smtClean="0"/>
              <a:t>paik’ady</a:t>
            </a:r>
            <a:r>
              <a:rPr lang="en-US" sz="3600" dirty="0" smtClean="0"/>
              <a:t> </a:t>
            </a:r>
            <a:r>
              <a:rPr lang="en-US" sz="3600" dirty="0" err="1" smtClean="0"/>
              <a:t>ireo</a:t>
            </a:r>
            <a:r>
              <a:rPr lang="en-US" sz="3600" dirty="0" smtClean="0"/>
              <a:t> </a:t>
            </a:r>
            <a:r>
              <a:rPr lang="en-US" sz="3600" dirty="0" err="1" smtClean="0"/>
              <a:t>dia</a:t>
            </a:r>
            <a:r>
              <a:rPr lang="en-US" sz="3600" dirty="0" smtClean="0"/>
              <a:t> </a:t>
            </a:r>
            <a:r>
              <a:rPr lang="en-US" sz="3600" dirty="0" err="1" smtClean="0"/>
              <a:t>hanamora</a:t>
            </a:r>
            <a:r>
              <a:rPr lang="en-US" sz="3600" dirty="0" smtClean="0"/>
              <a:t> </a:t>
            </a:r>
            <a:r>
              <a:rPr lang="en-US" sz="3600" dirty="0" err="1" smtClean="0"/>
              <a:t>ny</a:t>
            </a:r>
            <a:r>
              <a:rPr lang="en-US" sz="3600" dirty="0" smtClean="0"/>
              <a:t> </a:t>
            </a:r>
            <a:r>
              <a:rPr lang="en-US" sz="3600" dirty="0" err="1" smtClean="0"/>
              <a:t>fahatakarana</a:t>
            </a:r>
            <a:r>
              <a:rPr lang="en-US" sz="3600" dirty="0" smtClean="0"/>
              <a:t> </a:t>
            </a:r>
            <a:r>
              <a:rPr lang="en-US" sz="3600" dirty="0" err="1" smtClean="0"/>
              <a:t>ny</a:t>
            </a:r>
            <a:r>
              <a:rPr lang="en-US" sz="3600" dirty="0" smtClean="0"/>
              <a:t> </a:t>
            </a:r>
            <a:r>
              <a:rPr lang="en-US" sz="3600" dirty="0" err="1" smtClean="0"/>
              <a:t>fitarihana</a:t>
            </a:r>
            <a:r>
              <a:rPr lang="en-US" sz="3600" dirty="0" smtClean="0"/>
              <a:t> aim-</a:t>
            </a:r>
            <a:r>
              <a:rPr lang="en-US" sz="3600" dirty="0" err="1" smtClean="0"/>
              <a:t>pahombiazana</a:t>
            </a:r>
            <a:r>
              <a:rPr lang="en-US" sz="3600" dirty="0" smtClean="0"/>
              <a:t> </a:t>
            </a:r>
            <a:r>
              <a:rPr lang="en-US" sz="3600" dirty="0" err="1" smtClean="0"/>
              <a:t>ny</a:t>
            </a:r>
            <a:r>
              <a:rPr lang="en-US" sz="3600" dirty="0" smtClean="0"/>
              <a:t> </a:t>
            </a:r>
            <a:r>
              <a:rPr lang="en-US" sz="3600" dirty="0" err="1" smtClean="0"/>
              <a:t>Mpisavalalana</a:t>
            </a:r>
            <a:r>
              <a:rPr lang="en-US" sz="3600" dirty="0" smtClean="0"/>
              <a:t> </a:t>
            </a:r>
            <a:r>
              <a:rPr lang="en-US" sz="3600" dirty="0" err="1" smtClean="0"/>
              <a:t>ary</a:t>
            </a:r>
            <a:r>
              <a:rPr lang="en-US" sz="3600" dirty="0" smtClean="0"/>
              <a:t> </a:t>
            </a:r>
            <a:r>
              <a:rPr lang="en-US" sz="3600" dirty="0" err="1" smtClean="0"/>
              <a:t>hahafahan’ireo</a:t>
            </a:r>
            <a:r>
              <a:rPr lang="en-US" sz="3600" dirty="0" smtClean="0"/>
              <a:t> </a:t>
            </a:r>
            <a:r>
              <a:rPr lang="en-US" sz="3600" dirty="0" err="1" smtClean="0"/>
              <a:t>Mpandray</a:t>
            </a:r>
            <a:r>
              <a:rPr lang="en-US" sz="3600" dirty="0" smtClean="0"/>
              <a:t> </a:t>
            </a:r>
            <a:r>
              <a:rPr lang="en-US" sz="3600" dirty="0" err="1" smtClean="0"/>
              <a:t>anjara</a:t>
            </a:r>
            <a:r>
              <a:rPr lang="en-US" sz="3600" dirty="0" smtClean="0"/>
              <a:t> </a:t>
            </a:r>
            <a:r>
              <a:rPr lang="en-US" sz="3600" dirty="0" err="1" smtClean="0"/>
              <a:t>mampivelatra</a:t>
            </a:r>
            <a:r>
              <a:rPr lang="en-US" sz="3600" dirty="0" smtClean="0"/>
              <a:t> </a:t>
            </a:r>
            <a:r>
              <a:rPr lang="en-US" sz="3600" dirty="0" err="1" smtClean="0"/>
              <a:t>fahaiza-mitarika</a:t>
            </a:r>
            <a:r>
              <a:rPr lang="en-US" sz="3600" dirty="0" smtClean="0"/>
              <a:t> </a:t>
            </a:r>
            <a:r>
              <a:rPr lang="en-US" sz="3600" dirty="0" err="1" smtClean="0"/>
              <a:t>vaovao</a:t>
            </a:r>
            <a:r>
              <a:rPr lang="en-US" dirty="0" smtClean="0"/>
              <a:t>.</a:t>
            </a:r>
            <a:endParaRPr lang="fr-FR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FANAZAVANA</a:t>
            </a:r>
            <a:r>
              <a:rPr lang="fr-FR" dirty="0" smtClean="0"/>
              <a:t/>
            </a:r>
            <a:br>
              <a:rPr lang="fr-FR" dirty="0" smtClean="0"/>
            </a:b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err="1" smtClean="0"/>
              <a:t>Ireo</a:t>
            </a:r>
            <a:r>
              <a:rPr lang="en-US" dirty="0" smtClean="0"/>
              <a:t> </a:t>
            </a:r>
            <a:r>
              <a:rPr lang="en-US" dirty="0" err="1" smtClean="0"/>
              <a:t>mpandray</a:t>
            </a:r>
            <a:r>
              <a:rPr lang="en-US" dirty="0" smtClean="0"/>
              <a:t> </a:t>
            </a:r>
            <a:r>
              <a:rPr lang="en-US" dirty="0" err="1" smtClean="0"/>
              <a:t>anjara</a:t>
            </a:r>
            <a:r>
              <a:rPr lang="en-US" dirty="0" smtClean="0"/>
              <a:t> </a:t>
            </a:r>
            <a:r>
              <a:rPr lang="en-US" dirty="0" err="1" smtClean="0"/>
              <a:t>dia</a:t>
            </a:r>
            <a:r>
              <a:rPr lang="en-US" dirty="0" smtClean="0"/>
              <a:t> </a:t>
            </a:r>
            <a:r>
              <a:rPr lang="en-US" dirty="0" err="1" smtClean="0"/>
              <a:t>hifanakalo</a:t>
            </a:r>
            <a:r>
              <a:rPr lang="en-US" dirty="0" smtClean="0"/>
              <a:t> </a:t>
            </a:r>
            <a:r>
              <a:rPr lang="en-US" dirty="0" err="1" smtClean="0"/>
              <a:t>hevitra</a:t>
            </a:r>
            <a:r>
              <a:rPr lang="en-US" dirty="0" smtClean="0"/>
              <a:t> </a:t>
            </a:r>
            <a:r>
              <a:rPr lang="en-US" dirty="0" err="1" smtClean="0"/>
              <a:t>amin’ireo</a:t>
            </a:r>
            <a:r>
              <a:rPr lang="en-US" dirty="0" smtClean="0"/>
              <a:t> </a:t>
            </a:r>
            <a:r>
              <a:rPr lang="en-US" dirty="0" err="1" smtClean="0"/>
              <a:t>endrika</a:t>
            </a:r>
            <a:r>
              <a:rPr lang="en-US" dirty="0" smtClean="0"/>
              <a:t> </a:t>
            </a:r>
            <a:r>
              <a:rPr lang="en-US" dirty="0" err="1" smtClean="0"/>
              <a:t>fitarihana</a:t>
            </a:r>
            <a:r>
              <a:rPr lang="en-US" dirty="0" smtClean="0"/>
              <a:t> </a:t>
            </a:r>
            <a:r>
              <a:rPr lang="en-US" dirty="0" err="1" smtClean="0"/>
              <a:t>kristiana</a:t>
            </a:r>
            <a:r>
              <a:rPr lang="en-US" dirty="0" smtClean="0"/>
              <a:t>, </a:t>
            </a:r>
            <a:r>
              <a:rPr lang="en-US" dirty="0" err="1" smtClean="0"/>
              <a:t>indrindra</a:t>
            </a:r>
            <a:r>
              <a:rPr lang="en-US" dirty="0" smtClean="0"/>
              <a:t> </a:t>
            </a:r>
            <a:r>
              <a:rPr lang="en-US" dirty="0" err="1" smtClean="0"/>
              <a:t>ireo</a:t>
            </a:r>
            <a:r>
              <a:rPr lang="en-US" dirty="0" smtClean="0"/>
              <a:t> </a:t>
            </a:r>
            <a:r>
              <a:rPr lang="en-US" dirty="0" err="1" smtClean="0"/>
              <a:t>izay</a:t>
            </a:r>
            <a:r>
              <a:rPr lang="en-US" dirty="0" smtClean="0"/>
              <a:t> </a:t>
            </a:r>
            <a:r>
              <a:rPr lang="en-US" dirty="0" err="1" smtClean="0"/>
              <a:t>mifandraika</a:t>
            </a:r>
            <a:r>
              <a:rPr lang="en-US" dirty="0" smtClean="0"/>
              <a:t> </a:t>
            </a:r>
            <a:r>
              <a:rPr lang="en-US" dirty="0" err="1" smtClean="0"/>
              <a:t>amin’ny</a:t>
            </a:r>
            <a:r>
              <a:rPr lang="en-US" dirty="0" smtClean="0"/>
              <a:t> </a:t>
            </a:r>
            <a:r>
              <a:rPr lang="en-US" dirty="0" err="1" smtClean="0"/>
              <a:t>asa</a:t>
            </a:r>
            <a:r>
              <a:rPr lang="en-US" dirty="0" smtClean="0"/>
              <a:t> </a:t>
            </a:r>
            <a:r>
              <a:rPr lang="en-US" dirty="0" err="1" smtClean="0"/>
              <a:t>fanompoana</a:t>
            </a:r>
            <a:r>
              <a:rPr lang="en-US" dirty="0" smtClean="0"/>
              <a:t> </a:t>
            </a:r>
            <a:r>
              <a:rPr lang="en-US" dirty="0" err="1" smtClean="0"/>
              <a:t>ny</a:t>
            </a:r>
            <a:r>
              <a:rPr lang="en-US" dirty="0" smtClean="0"/>
              <a:t> </a:t>
            </a:r>
            <a:r>
              <a:rPr lang="en-US" dirty="0" err="1" smtClean="0"/>
              <a:t>Mpisavalalana</a:t>
            </a:r>
            <a:r>
              <a:rPr lang="en-US" dirty="0" smtClean="0"/>
              <a:t>. </a:t>
            </a:r>
            <a:r>
              <a:rPr lang="en-US" dirty="0" err="1" smtClean="0"/>
              <a:t>Tokony</a:t>
            </a:r>
            <a:r>
              <a:rPr lang="en-US" dirty="0" smtClean="0"/>
              <a:t> </a:t>
            </a:r>
            <a:r>
              <a:rPr lang="en-US" dirty="0" err="1" smtClean="0"/>
              <a:t>hojerena</a:t>
            </a:r>
            <a:r>
              <a:rPr lang="en-US" dirty="0" smtClean="0"/>
              <a:t> </a:t>
            </a:r>
            <a:r>
              <a:rPr lang="en-US" dirty="0" err="1" smtClean="0"/>
              <a:t>manokana</a:t>
            </a:r>
            <a:r>
              <a:rPr lang="en-US" dirty="0" smtClean="0"/>
              <a:t> </a:t>
            </a:r>
            <a:r>
              <a:rPr lang="en-US" dirty="0" err="1" smtClean="0"/>
              <a:t>ireto</a:t>
            </a:r>
            <a:r>
              <a:rPr lang="en-US" dirty="0" smtClean="0"/>
              <a:t> </a:t>
            </a:r>
            <a:r>
              <a:rPr lang="en-US" dirty="0" err="1" smtClean="0"/>
              <a:t>zavatra</a:t>
            </a:r>
            <a:r>
              <a:rPr lang="en-US" dirty="0" smtClean="0"/>
              <a:t> </a:t>
            </a:r>
            <a:r>
              <a:rPr lang="en-US" dirty="0" err="1" smtClean="0"/>
              <a:t>ireto</a:t>
            </a:r>
            <a:endParaRPr lang="fr-FR" dirty="0" smtClean="0"/>
          </a:p>
          <a:p>
            <a:endParaRPr lang="fr-FR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81000" y="457200"/>
            <a:ext cx="8305800" cy="838200"/>
          </a:xfrm>
        </p:spPr>
        <p:txBody>
          <a:bodyPr/>
          <a:lstStyle/>
          <a:p>
            <a:pPr lvl="0"/>
            <a:r>
              <a:rPr lang="en-US" sz="3200" dirty="0" smtClean="0"/>
              <a:t>Toe-</a:t>
            </a:r>
            <a:r>
              <a:rPr lang="en-US" sz="3200" dirty="0" err="1" smtClean="0"/>
              <a:t>tsaina</a:t>
            </a:r>
            <a:r>
              <a:rPr lang="en-US" sz="3200" dirty="0" smtClean="0"/>
              <a:t> </a:t>
            </a:r>
            <a:r>
              <a:rPr lang="en-US" sz="3200" dirty="0" err="1" smtClean="0"/>
              <a:t>sy</a:t>
            </a:r>
            <a:r>
              <a:rPr lang="en-US" sz="3200" dirty="0" smtClean="0"/>
              <a:t> </a:t>
            </a:r>
            <a:r>
              <a:rPr lang="en-US" sz="3200" dirty="0" err="1" smtClean="0"/>
              <a:t>Toetra</a:t>
            </a:r>
            <a:r>
              <a:rPr lang="en-US" sz="3200" dirty="0" smtClean="0"/>
              <a:t> </a:t>
            </a:r>
            <a:r>
              <a:rPr lang="en-US" sz="3200" dirty="0" err="1" smtClean="0"/>
              <a:t>tsaran’ny</a:t>
            </a:r>
            <a:r>
              <a:rPr lang="en-US" sz="3200" dirty="0" smtClean="0"/>
              <a:t> </a:t>
            </a:r>
            <a:r>
              <a:rPr lang="en-US" sz="3200" dirty="0" err="1" smtClean="0"/>
              <a:t>mpitarika</a:t>
            </a:r>
            <a:r>
              <a:rPr lang="en-US" sz="3200" dirty="0" smtClean="0"/>
              <a:t> </a:t>
            </a:r>
            <a:r>
              <a:rPr lang="en-US" sz="3200" dirty="0" err="1" smtClean="0"/>
              <a:t>Kristiana</a:t>
            </a:r>
            <a:r>
              <a:rPr lang="en-US" sz="3200" dirty="0" smtClean="0"/>
              <a:t> </a:t>
            </a:r>
            <a:r>
              <a:rPr lang="en-US" sz="3200" dirty="0" err="1" smtClean="0"/>
              <a:t>mandray</a:t>
            </a:r>
            <a:r>
              <a:rPr lang="en-US" sz="3200" dirty="0" smtClean="0"/>
              <a:t> </a:t>
            </a:r>
            <a:r>
              <a:rPr lang="en-US" sz="3200" dirty="0" err="1" smtClean="0"/>
              <a:t>anjara</a:t>
            </a:r>
            <a:r>
              <a:rPr lang="en-US" sz="3200" dirty="0" smtClean="0"/>
              <a:t> </a:t>
            </a:r>
            <a:r>
              <a:rPr lang="en-US" sz="3200" dirty="0" err="1" smtClean="0"/>
              <a:t>amin’ny</a:t>
            </a:r>
            <a:r>
              <a:rPr lang="en-US" sz="3200" dirty="0" smtClean="0"/>
              <a:t> </a:t>
            </a:r>
            <a:r>
              <a:rPr lang="en-US" sz="3200" dirty="0" err="1" smtClean="0"/>
              <a:t>asan’ny</a:t>
            </a:r>
            <a:r>
              <a:rPr lang="en-US" sz="3200" dirty="0" smtClean="0"/>
              <a:t> </a:t>
            </a:r>
            <a:r>
              <a:rPr lang="en-US" sz="3200" dirty="0" err="1" smtClean="0"/>
              <a:t>Mpisava</a:t>
            </a:r>
            <a:r>
              <a:rPr lang="en-US" sz="3200" dirty="0" smtClean="0"/>
              <a:t> </a:t>
            </a:r>
            <a:r>
              <a:rPr lang="en-US" sz="3200" dirty="0" err="1" smtClean="0"/>
              <a:t>lalana</a:t>
            </a:r>
            <a:r>
              <a:rPr lang="en-US" sz="3200" dirty="0" smtClean="0"/>
              <a:t> (20mn)</a:t>
            </a:r>
            <a:r>
              <a:rPr lang="fr-FR" sz="2800" dirty="0" smtClean="0"/>
              <a:t/>
            </a:r>
            <a:br>
              <a:rPr lang="fr-FR" sz="2800" dirty="0" smtClean="0"/>
            </a:br>
            <a:endParaRPr lang="fr-FR" sz="2800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1"/>
          </p:nvPr>
        </p:nvSpPr>
        <p:spPr>
          <a:xfrm>
            <a:off x="-152400" y="1981200"/>
            <a:ext cx="4572000" cy="4648200"/>
          </a:xfrm>
        </p:spPr>
        <p:txBody>
          <a:bodyPr/>
          <a:lstStyle/>
          <a:p>
            <a:pPr lvl="1"/>
            <a:r>
              <a:rPr lang="en-US" sz="1800" b="1" dirty="0" err="1" smtClean="0"/>
              <a:t>Fiainana</a:t>
            </a:r>
            <a:r>
              <a:rPr lang="en-US" sz="1800" b="1" dirty="0" smtClean="0"/>
              <a:t> </a:t>
            </a:r>
            <a:r>
              <a:rPr lang="en-US" sz="1800" b="1" dirty="0" err="1" smtClean="0"/>
              <a:t>manana</a:t>
            </a:r>
            <a:r>
              <a:rPr lang="en-US" sz="1800" b="1" dirty="0" smtClean="0"/>
              <a:t> </a:t>
            </a:r>
            <a:r>
              <a:rPr lang="en-US" sz="1800" b="1" dirty="0" err="1" smtClean="0"/>
              <a:t>an’i</a:t>
            </a:r>
            <a:r>
              <a:rPr lang="en-US" sz="1800" b="1" dirty="0" smtClean="0"/>
              <a:t> Kristy ho </a:t>
            </a:r>
            <a:r>
              <a:rPr lang="en-US" sz="1800" b="1" dirty="0" err="1" smtClean="0"/>
              <a:t>Ivo</a:t>
            </a:r>
            <a:endParaRPr lang="fr-FR" sz="1800" b="1" dirty="0" smtClean="0"/>
          </a:p>
          <a:p>
            <a:pPr lvl="1"/>
            <a:r>
              <a:rPr lang="en-US" sz="1800" b="1" dirty="0" smtClean="0"/>
              <a:t>Tia </a:t>
            </a:r>
            <a:r>
              <a:rPr lang="en-US" sz="1800" b="1" dirty="0" err="1" smtClean="0"/>
              <a:t>ny</a:t>
            </a:r>
            <a:r>
              <a:rPr lang="en-US" sz="1800" b="1" dirty="0" smtClean="0"/>
              <a:t> </a:t>
            </a:r>
            <a:r>
              <a:rPr lang="en-US" sz="1800" b="1" dirty="0" err="1" smtClean="0"/>
              <a:t>zazalahy</a:t>
            </a:r>
            <a:r>
              <a:rPr lang="en-US" sz="1800" b="1" dirty="0" smtClean="0"/>
              <a:t> </a:t>
            </a:r>
            <a:r>
              <a:rPr lang="en-US" sz="1800" b="1" dirty="0" err="1" smtClean="0"/>
              <a:t>sy</a:t>
            </a:r>
            <a:r>
              <a:rPr lang="en-US" sz="1800" b="1" dirty="0" smtClean="0"/>
              <a:t> </a:t>
            </a:r>
            <a:r>
              <a:rPr lang="en-US" sz="1800" b="1" dirty="0" err="1" smtClean="0"/>
              <a:t>ny</a:t>
            </a:r>
            <a:r>
              <a:rPr lang="en-US" sz="1800" b="1" dirty="0" smtClean="0"/>
              <a:t> </a:t>
            </a:r>
            <a:r>
              <a:rPr lang="en-US" sz="1800" b="1" dirty="0" err="1" smtClean="0"/>
              <a:t>zazavavy</a:t>
            </a:r>
            <a:endParaRPr lang="fr-FR" sz="1800" b="1" dirty="0" smtClean="0"/>
          </a:p>
          <a:p>
            <a:pPr lvl="1"/>
            <a:r>
              <a:rPr lang="en-US" sz="1800" b="1" dirty="0" err="1" smtClean="0"/>
              <a:t>Mijery</a:t>
            </a:r>
            <a:r>
              <a:rPr lang="en-US" sz="1800" b="1" dirty="0" smtClean="0"/>
              <a:t> </a:t>
            </a:r>
            <a:r>
              <a:rPr lang="en-US" sz="1800" b="1" dirty="0" err="1" smtClean="0"/>
              <a:t>ny</a:t>
            </a:r>
            <a:r>
              <a:rPr lang="en-US" sz="1800" b="1" dirty="0" smtClean="0"/>
              <a:t> </a:t>
            </a:r>
            <a:r>
              <a:rPr lang="en-US" sz="1800" b="1" dirty="0" err="1" smtClean="0"/>
              <a:t>lafi-tsaran-javatra</a:t>
            </a:r>
            <a:r>
              <a:rPr lang="en-US" sz="1800" b="1" dirty="0" smtClean="0"/>
              <a:t> </a:t>
            </a:r>
            <a:r>
              <a:rPr lang="en-US" sz="1800" b="1" dirty="0" err="1" smtClean="0"/>
              <a:t>sy</a:t>
            </a:r>
            <a:r>
              <a:rPr lang="en-US" sz="1800" b="1" dirty="0" smtClean="0"/>
              <a:t> </a:t>
            </a:r>
            <a:r>
              <a:rPr lang="en-US" sz="1800" b="1" dirty="0" err="1" smtClean="0"/>
              <a:t>mafana</a:t>
            </a:r>
            <a:r>
              <a:rPr lang="en-US" sz="1800" b="1" dirty="0" smtClean="0"/>
              <a:t> </a:t>
            </a:r>
            <a:r>
              <a:rPr lang="en-US" sz="1800" b="1" dirty="0" err="1" smtClean="0"/>
              <a:t>fo</a:t>
            </a:r>
            <a:endParaRPr lang="fr-FR" sz="1800" b="1" dirty="0" smtClean="0"/>
          </a:p>
          <a:p>
            <a:pPr lvl="1"/>
            <a:r>
              <a:rPr lang="en-US" sz="1800" b="1" dirty="0" err="1" smtClean="0"/>
              <a:t>Mahafehy</a:t>
            </a:r>
            <a:r>
              <a:rPr lang="en-US" sz="1800" b="1" dirty="0" smtClean="0"/>
              <a:t> </a:t>
            </a:r>
            <a:r>
              <a:rPr lang="en-US" sz="1800" b="1" dirty="0" err="1" smtClean="0"/>
              <a:t>ny</a:t>
            </a:r>
            <a:r>
              <a:rPr lang="en-US" sz="1800" b="1" dirty="0" smtClean="0"/>
              <a:t> </a:t>
            </a:r>
            <a:r>
              <a:rPr lang="en-US" sz="1800" b="1" dirty="0" err="1" smtClean="0"/>
              <a:t>fihetsehampony</a:t>
            </a:r>
            <a:endParaRPr lang="fr-FR" sz="1800" b="1" dirty="0" smtClean="0"/>
          </a:p>
          <a:p>
            <a:pPr lvl="1"/>
            <a:r>
              <a:rPr lang="en-US" sz="1800" b="1" dirty="0" err="1" smtClean="0"/>
              <a:t>Mankafy</a:t>
            </a:r>
            <a:r>
              <a:rPr lang="en-US" sz="1800" b="1" dirty="0" smtClean="0"/>
              <a:t> </a:t>
            </a:r>
            <a:r>
              <a:rPr lang="en-US" sz="1800" b="1" dirty="0" err="1" smtClean="0"/>
              <a:t>ny</a:t>
            </a:r>
            <a:r>
              <a:rPr lang="en-US" sz="1800" b="1" dirty="0" smtClean="0"/>
              <a:t> </a:t>
            </a:r>
            <a:r>
              <a:rPr lang="en-US" sz="1800" b="1" dirty="0" err="1" smtClean="0"/>
              <a:t>fiainana</a:t>
            </a:r>
            <a:r>
              <a:rPr lang="en-US" sz="1800" b="1" dirty="0" smtClean="0"/>
              <a:t> </a:t>
            </a:r>
            <a:r>
              <a:rPr lang="en-US" sz="1800" b="1" dirty="0" err="1" smtClean="0"/>
              <a:t>eo</a:t>
            </a:r>
            <a:r>
              <a:rPr lang="en-US" sz="1800" b="1" dirty="0" smtClean="0"/>
              <a:t> </a:t>
            </a:r>
            <a:r>
              <a:rPr lang="en-US" sz="1800" b="1" dirty="0" err="1" smtClean="0"/>
              <a:t>anivon’ny</a:t>
            </a:r>
            <a:r>
              <a:rPr lang="en-US" sz="1800" b="1" dirty="0" smtClean="0"/>
              <a:t> </a:t>
            </a:r>
            <a:r>
              <a:rPr lang="en-US" sz="1800" b="1" dirty="0" err="1" smtClean="0"/>
              <a:t>natiora</a:t>
            </a:r>
            <a:endParaRPr lang="fr-FR" sz="1800" b="1" dirty="0" smtClean="0"/>
          </a:p>
          <a:p>
            <a:pPr lvl="1"/>
            <a:r>
              <a:rPr lang="en-US" sz="1800" b="1" dirty="0" err="1" smtClean="0"/>
              <a:t>Mahatakatra</a:t>
            </a:r>
            <a:r>
              <a:rPr lang="en-US" sz="1800" b="1" dirty="0" smtClean="0"/>
              <a:t> </a:t>
            </a:r>
            <a:r>
              <a:rPr lang="en-US" sz="1800" b="1" dirty="0" err="1" smtClean="0"/>
              <a:t>ireo</a:t>
            </a:r>
            <a:r>
              <a:rPr lang="en-US" sz="1800" b="1" dirty="0" smtClean="0"/>
              <a:t> </a:t>
            </a:r>
            <a:r>
              <a:rPr lang="en-US" sz="1800" b="1" dirty="0" err="1" smtClean="0"/>
              <a:t>toetra</a:t>
            </a:r>
            <a:r>
              <a:rPr lang="en-US" sz="1800" b="1" dirty="0" smtClean="0"/>
              <a:t> </a:t>
            </a:r>
            <a:r>
              <a:rPr lang="en-US" sz="1800" b="1" dirty="0" err="1" smtClean="0"/>
              <a:t>mampiavaka</a:t>
            </a:r>
            <a:r>
              <a:rPr lang="en-US" sz="1800" b="1" dirty="0" smtClean="0"/>
              <a:t> </a:t>
            </a:r>
            <a:r>
              <a:rPr lang="en-US" sz="1800" b="1" dirty="0" err="1" smtClean="0"/>
              <a:t>ny</a:t>
            </a:r>
            <a:r>
              <a:rPr lang="en-US" sz="1800" b="1" dirty="0" smtClean="0"/>
              <a:t> </a:t>
            </a:r>
            <a:r>
              <a:rPr lang="en-US" sz="1800" b="1" dirty="0" err="1" smtClean="0"/>
              <a:t>tanora</a:t>
            </a:r>
            <a:r>
              <a:rPr lang="en-US" sz="1800" b="1" dirty="0" smtClean="0"/>
              <a:t> </a:t>
            </a:r>
            <a:r>
              <a:rPr lang="en-US" sz="1800" b="1" dirty="0" err="1" smtClean="0"/>
              <a:t>zandriny</a:t>
            </a:r>
            <a:endParaRPr lang="fr-FR" sz="1800" b="1" dirty="0" smtClean="0"/>
          </a:p>
          <a:p>
            <a:pPr lvl="1"/>
            <a:r>
              <a:rPr lang="en-US" sz="1800" b="1" dirty="0" err="1" smtClean="0"/>
              <a:t>Mahafehy</a:t>
            </a:r>
            <a:r>
              <a:rPr lang="en-US" sz="1800" b="1" dirty="0" smtClean="0"/>
              <a:t> </a:t>
            </a:r>
            <a:r>
              <a:rPr lang="en-US" sz="1800" b="1" dirty="0" err="1" smtClean="0"/>
              <a:t>fahaiza-manao</a:t>
            </a:r>
            <a:r>
              <a:rPr lang="en-US" sz="1800" b="1" dirty="0" smtClean="0"/>
              <a:t> </a:t>
            </a:r>
            <a:r>
              <a:rPr lang="en-US" sz="1800" b="1" dirty="0" err="1" smtClean="0"/>
              <a:t>samihafa</a:t>
            </a:r>
            <a:endParaRPr lang="fr-FR" sz="1800" b="1" dirty="0"/>
          </a:p>
        </p:txBody>
      </p:sp>
      <p:sp>
        <p:nvSpPr>
          <p:cNvPr id="5" name="Espace réservé du contenu 4"/>
          <p:cNvSpPr>
            <a:spLocks noGrp="1"/>
          </p:cNvSpPr>
          <p:nvPr>
            <p:ph sz="half" idx="2"/>
          </p:nvPr>
        </p:nvSpPr>
        <p:spPr>
          <a:xfrm>
            <a:off x="4038600" y="1981200"/>
            <a:ext cx="4648200" cy="4648200"/>
          </a:xfrm>
        </p:spPr>
        <p:txBody>
          <a:bodyPr/>
          <a:lstStyle/>
          <a:p>
            <a:pPr lvl="1"/>
            <a:r>
              <a:rPr lang="en-US" dirty="0" err="1" smtClean="0"/>
              <a:t>Mahay</a:t>
            </a:r>
            <a:r>
              <a:rPr lang="en-US" dirty="0" smtClean="0"/>
              <a:t> </a:t>
            </a:r>
            <a:r>
              <a:rPr lang="en-US" dirty="0" err="1" smtClean="0"/>
              <a:t>mandamina</a:t>
            </a:r>
            <a:endParaRPr lang="fr-FR" dirty="0" smtClean="0"/>
          </a:p>
          <a:p>
            <a:pPr lvl="1"/>
            <a:r>
              <a:rPr lang="fr-FR" dirty="0" err="1" smtClean="0"/>
              <a:t>Mihazona</a:t>
            </a:r>
            <a:r>
              <a:rPr lang="fr-FR" dirty="0" smtClean="0"/>
              <a:t> </a:t>
            </a:r>
            <a:r>
              <a:rPr lang="fr-FR" dirty="0" err="1" smtClean="0"/>
              <a:t>fifandraisana</a:t>
            </a:r>
            <a:r>
              <a:rPr lang="fr-FR" dirty="0" smtClean="0"/>
              <a:t> </a:t>
            </a:r>
            <a:r>
              <a:rPr lang="fr-FR" dirty="0" err="1" smtClean="0"/>
              <a:t>mahafinaritra</a:t>
            </a:r>
            <a:r>
              <a:rPr lang="fr-FR" dirty="0" smtClean="0"/>
              <a:t> </a:t>
            </a:r>
            <a:r>
              <a:rPr lang="fr-FR" dirty="0" err="1" smtClean="0"/>
              <a:t>amin’ireo</a:t>
            </a:r>
            <a:r>
              <a:rPr lang="fr-FR" dirty="0" smtClean="0"/>
              <a:t> </a:t>
            </a:r>
            <a:r>
              <a:rPr lang="fr-FR" dirty="0" err="1" smtClean="0"/>
              <a:t>mpiara</a:t>
            </a:r>
            <a:r>
              <a:rPr lang="fr-FR" dirty="0" smtClean="0"/>
              <a:t>-</a:t>
            </a:r>
            <a:r>
              <a:rPr lang="fr-FR" dirty="0" err="1" smtClean="0"/>
              <a:t>miasa</a:t>
            </a:r>
            <a:endParaRPr lang="fr-FR" dirty="0" smtClean="0"/>
          </a:p>
          <a:p>
            <a:pPr lvl="1"/>
            <a:r>
              <a:rPr lang="en-US" dirty="0" err="1" smtClean="0"/>
              <a:t>Manana</a:t>
            </a:r>
            <a:r>
              <a:rPr lang="en-US" dirty="0" smtClean="0"/>
              <a:t> </a:t>
            </a:r>
            <a:r>
              <a:rPr lang="en-US" dirty="0" err="1" smtClean="0"/>
              <a:t>toetra</a:t>
            </a:r>
            <a:r>
              <a:rPr lang="en-US" dirty="0" smtClean="0"/>
              <a:t> </a:t>
            </a:r>
            <a:r>
              <a:rPr lang="en-US" dirty="0" err="1" smtClean="0"/>
              <a:t>mitarika</a:t>
            </a:r>
            <a:r>
              <a:rPr lang="en-US" dirty="0" smtClean="0"/>
              <a:t> ho </a:t>
            </a:r>
            <a:r>
              <a:rPr lang="en-US" dirty="0" err="1" smtClean="0"/>
              <a:t>amin’ny</a:t>
            </a:r>
            <a:r>
              <a:rPr lang="en-US" dirty="0" smtClean="0"/>
              <a:t> </a:t>
            </a:r>
            <a:r>
              <a:rPr lang="en-US" dirty="0" err="1" smtClean="0"/>
              <a:t>fibaikoana</a:t>
            </a:r>
            <a:endParaRPr lang="fr-FR" dirty="0" smtClean="0"/>
          </a:p>
          <a:p>
            <a:pPr lvl="1"/>
            <a:r>
              <a:rPr lang="en-US" dirty="0" err="1" smtClean="0"/>
              <a:t>Mahay</a:t>
            </a:r>
            <a:r>
              <a:rPr lang="en-US" dirty="0" smtClean="0"/>
              <a:t> </a:t>
            </a:r>
            <a:r>
              <a:rPr lang="en-US" dirty="0" err="1" smtClean="0"/>
              <a:t>misangy</a:t>
            </a:r>
            <a:endParaRPr lang="fr-FR" dirty="0" smtClean="0"/>
          </a:p>
          <a:p>
            <a:pPr lvl="1"/>
            <a:r>
              <a:rPr lang="en-US" dirty="0" smtClean="0"/>
              <a:t>Tia </a:t>
            </a:r>
            <a:r>
              <a:rPr lang="en-US" dirty="0" err="1" smtClean="0"/>
              <a:t>karokaroka</a:t>
            </a:r>
            <a:endParaRPr lang="fr-FR" dirty="0" smtClean="0"/>
          </a:p>
          <a:p>
            <a:pPr lvl="1"/>
            <a:r>
              <a:rPr lang="en-US" dirty="0" err="1" smtClean="0"/>
              <a:t>Mahay</a:t>
            </a:r>
            <a:r>
              <a:rPr lang="en-US" dirty="0" smtClean="0"/>
              <a:t> </a:t>
            </a:r>
            <a:r>
              <a:rPr lang="en-US" dirty="0" err="1" smtClean="0"/>
              <a:t>miara-miasa</a:t>
            </a:r>
            <a:endParaRPr lang="fr-FR" dirty="0" smtClean="0"/>
          </a:p>
          <a:p>
            <a:pPr lvl="1"/>
            <a:r>
              <a:rPr lang="en-US" dirty="0" err="1" smtClean="0"/>
              <a:t>Afaka</a:t>
            </a:r>
            <a:r>
              <a:rPr lang="en-US" dirty="0" smtClean="0"/>
              <a:t> </a:t>
            </a:r>
            <a:r>
              <a:rPr lang="en-US" dirty="0" err="1" smtClean="0"/>
              <a:t>manome</a:t>
            </a:r>
            <a:r>
              <a:rPr lang="en-US" dirty="0" smtClean="0"/>
              <a:t> </a:t>
            </a:r>
            <a:r>
              <a:rPr lang="en-US" dirty="0" err="1" smtClean="0"/>
              <a:t>andraikitra</a:t>
            </a:r>
            <a:r>
              <a:rPr lang="en-US" dirty="0" smtClean="0"/>
              <a:t> </a:t>
            </a:r>
            <a:r>
              <a:rPr lang="en-US" dirty="0" err="1" smtClean="0"/>
              <a:t>sy</a:t>
            </a:r>
            <a:r>
              <a:rPr lang="en-US" dirty="0" smtClean="0"/>
              <a:t> </a:t>
            </a:r>
            <a:r>
              <a:rPr lang="en-US" dirty="0" err="1" smtClean="0"/>
              <a:t>fahefana</a:t>
            </a:r>
            <a:endParaRPr lang="fr-FR" dirty="0" smtClean="0"/>
          </a:p>
          <a:p>
            <a:endParaRPr lang="fr-FR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381000" y="381000"/>
            <a:ext cx="8305800" cy="1066800"/>
          </a:xfrm>
        </p:spPr>
        <p:txBody>
          <a:bodyPr/>
          <a:lstStyle/>
          <a:p>
            <a:pPr lvl="0"/>
            <a:r>
              <a:rPr lang="en-US" sz="2800" dirty="0" smtClean="0"/>
              <a:t>2- </a:t>
            </a:r>
            <a:r>
              <a:rPr lang="en-US" sz="2800" dirty="0" err="1" smtClean="0"/>
              <a:t>Ireo</a:t>
            </a:r>
            <a:r>
              <a:rPr lang="en-US" sz="2800" dirty="0" smtClean="0"/>
              <a:t> </a:t>
            </a:r>
            <a:r>
              <a:rPr lang="en-US" sz="2800" dirty="0" err="1" smtClean="0"/>
              <a:t>Fomba</a:t>
            </a:r>
            <a:r>
              <a:rPr lang="en-US" sz="2800" dirty="0" smtClean="0"/>
              <a:t> </a:t>
            </a:r>
            <a:r>
              <a:rPr lang="en-US" sz="2800" dirty="0" err="1" smtClean="0"/>
              <a:t>fitarihana</a:t>
            </a:r>
            <a:r>
              <a:rPr lang="en-US" sz="2800" dirty="0" smtClean="0"/>
              <a:t> </a:t>
            </a:r>
            <a:r>
              <a:rPr lang="en-US" sz="2800" dirty="0" err="1" smtClean="0"/>
              <a:t>dimy</a:t>
            </a:r>
            <a:r>
              <a:rPr lang="en-US" sz="2800" dirty="0" smtClean="0"/>
              <a:t> </a:t>
            </a:r>
            <a:r>
              <a:rPr lang="en-US" sz="2800" dirty="0" err="1" smtClean="0"/>
              <a:t>sy</a:t>
            </a:r>
            <a:r>
              <a:rPr lang="en-US" sz="2800" dirty="0" smtClean="0"/>
              <a:t> </a:t>
            </a:r>
            <a:r>
              <a:rPr lang="en-US" sz="2800" dirty="0" err="1" smtClean="0"/>
              <a:t>ampifanarahana</a:t>
            </a:r>
            <a:r>
              <a:rPr lang="en-US" sz="2800" dirty="0" smtClean="0"/>
              <a:t> </a:t>
            </a:r>
            <a:r>
              <a:rPr lang="en-US" sz="2800" dirty="0" err="1" smtClean="0"/>
              <a:t>azy</a:t>
            </a:r>
            <a:r>
              <a:rPr lang="en-US" sz="2800" dirty="0" smtClean="0"/>
              <a:t> </a:t>
            </a:r>
            <a:r>
              <a:rPr lang="en-US" sz="2800" dirty="0" err="1" smtClean="0"/>
              <a:t>ireo</a:t>
            </a:r>
            <a:r>
              <a:rPr lang="en-US" sz="2800" dirty="0" smtClean="0"/>
              <a:t> </a:t>
            </a:r>
            <a:r>
              <a:rPr lang="en-US" sz="2800" dirty="0" err="1" smtClean="0"/>
              <a:t>amin’ny</a:t>
            </a:r>
            <a:r>
              <a:rPr lang="en-US" sz="2800" dirty="0" smtClean="0"/>
              <a:t> </a:t>
            </a:r>
            <a:r>
              <a:rPr lang="en-US" sz="2800" dirty="0" err="1" smtClean="0"/>
              <a:t>asa</a:t>
            </a:r>
            <a:r>
              <a:rPr lang="en-US" sz="2800" dirty="0" smtClean="0"/>
              <a:t> </a:t>
            </a:r>
            <a:r>
              <a:rPr lang="en-US" sz="2800" dirty="0" err="1" smtClean="0"/>
              <a:t>fanompoana</a:t>
            </a:r>
            <a:r>
              <a:rPr lang="en-US" sz="2800" dirty="0" smtClean="0"/>
              <a:t> </a:t>
            </a:r>
            <a:r>
              <a:rPr lang="en-US" sz="2800" dirty="0" err="1" smtClean="0"/>
              <a:t>ny</a:t>
            </a:r>
            <a:r>
              <a:rPr lang="en-US" sz="2800" dirty="0" smtClean="0"/>
              <a:t> </a:t>
            </a:r>
            <a:r>
              <a:rPr lang="en-US" sz="2800" dirty="0" err="1" smtClean="0"/>
              <a:t>Mpisavalalana</a:t>
            </a:r>
            <a:r>
              <a:rPr lang="en-US" sz="2800" dirty="0" smtClean="0"/>
              <a:t>…(20mn)</a:t>
            </a:r>
            <a:r>
              <a:rPr lang="fr-FR" sz="2800" dirty="0" smtClean="0"/>
              <a:t/>
            </a:r>
            <a:br>
              <a:rPr lang="fr-FR" sz="2800" dirty="0" smtClean="0"/>
            </a:br>
            <a:endParaRPr lang="fr-FR" sz="2800" dirty="0"/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609600" y="1828800"/>
            <a:ext cx="7772400" cy="4648200"/>
          </a:xfrm>
        </p:spPr>
        <p:txBody>
          <a:bodyPr/>
          <a:lstStyle/>
          <a:p>
            <a:pPr lvl="1"/>
            <a:r>
              <a:rPr lang="en-US" sz="3600" dirty="0" err="1" smtClean="0"/>
              <a:t>Ireo</a:t>
            </a:r>
            <a:r>
              <a:rPr lang="en-US" sz="3600" dirty="0" smtClean="0"/>
              <a:t> </a:t>
            </a:r>
            <a:r>
              <a:rPr lang="en-US" sz="3600" dirty="0" err="1" smtClean="0"/>
              <a:t>fomba</a:t>
            </a:r>
            <a:r>
              <a:rPr lang="en-US" sz="3600" dirty="0" smtClean="0"/>
              <a:t> </a:t>
            </a:r>
            <a:r>
              <a:rPr lang="en-US" sz="3600" dirty="0" err="1" smtClean="0"/>
              <a:t>fitarihana</a:t>
            </a:r>
            <a:endParaRPr lang="fr-FR" sz="3600" dirty="0" smtClean="0"/>
          </a:p>
          <a:p>
            <a:pPr lvl="2"/>
            <a:r>
              <a:rPr lang="en-US" sz="3200" dirty="0" err="1" smtClean="0"/>
              <a:t>Manapatra</a:t>
            </a:r>
            <a:r>
              <a:rPr lang="en-US" sz="3200" dirty="0" smtClean="0"/>
              <a:t> </a:t>
            </a:r>
            <a:r>
              <a:rPr lang="en-US" sz="3200" dirty="0" err="1" smtClean="0"/>
              <a:t>fahefana</a:t>
            </a:r>
            <a:r>
              <a:rPr lang="en-US" sz="3200" dirty="0" smtClean="0"/>
              <a:t> </a:t>
            </a:r>
            <a:endParaRPr lang="fr-FR" sz="3200" dirty="0" smtClean="0"/>
          </a:p>
          <a:p>
            <a:pPr lvl="2"/>
            <a:r>
              <a:rPr lang="en-US" sz="3200" dirty="0" err="1" smtClean="0"/>
              <a:t>Manao</a:t>
            </a:r>
            <a:r>
              <a:rPr lang="en-US" sz="3200" dirty="0" smtClean="0"/>
              <a:t> </a:t>
            </a:r>
            <a:r>
              <a:rPr lang="en-US" sz="3200" dirty="0" err="1" smtClean="0"/>
              <a:t>pôlitika</a:t>
            </a:r>
            <a:endParaRPr lang="fr-FR" sz="3200" dirty="0" smtClean="0"/>
          </a:p>
          <a:p>
            <a:pPr lvl="2"/>
            <a:r>
              <a:rPr lang="en-US" sz="3200" dirty="0" err="1" smtClean="0"/>
              <a:t>Manombana</a:t>
            </a:r>
            <a:r>
              <a:rPr lang="en-US" sz="3200" dirty="0" smtClean="0"/>
              <a:t> </a:t>
            </a:r>
            <a:endParaRPr lang="fr-FR" sz="3200" dirty="0" smtClean="0"/>
          </a:p>
          <a:p>
            <a:pPr lvl="2"/>
            <a:r>
              <a:rPr lang="en-US" sz="3200" dirty="0" err="1" smtClean="0"/>
              <a:t>Mampandray</a:t>
            </a:r>
            <a:r>
              <a:rPr lang="en-US" sz="3200" dirty="0" smtClean="0"/>
              <a:t> </a:t>
            </a:r>
            <a:r>
              <a:rPr lang="en-US" sz="3200" dirty="0" err="1" smtClean="0"/>
              <a:t>anjara</a:t>
            </a:r>
            <a:endParaRPr lang="fr-FR" sz="3200" dirty="0" smtClean="0"/>
          </a:p>
          <a:p>
            <a:pPr lvl="2"/>
            <a:r>
              <a:rPr lang="en-US" sz="3200" dirty="0" err="1" smtClean="0"/>
              <a:t>Mamela</a:t>
            </a:r>
            <a:r>
              <a:rPr lang="en-US" sz="3200" dirty="0" smtClean="0"/>
              <a:t> </a:t>
            </a:r>
            <a:r>
              <a:rPr lang="en-US" sz="3200" dirty="0" err="1" smtClean="0"/>
              <a:t>hanao</a:t>
            </a:r>
            <a:r>
              <a:rPr lang="en-US" sz="3200" dirty="0" smtClean="0"/>
              <a:t> </a:t>
            </a:r>
            <a:r>
              <a:rPr lang="en-US" sz="3200" dirty="0" err="1" smtClean="0"/>
              <a:t>izay</a:t>
            </a:r>
            <a:r>
              <a:rPr lang="en-US" sz="3200" dirty="0" smtClean="0"/>
              <a:t> </a:t>
            </a:r>
            <a:r>
              <a:rPr lang="en-US" sz="3200" dirty="0" err="1" smtClean="0"/>
              <a:t>tiana</a:t>
            </a:r>
            <a:r>
              <a:rPr lang="en-US" sz="3200" dirty="0" smtClean="0"/>
              <a:t> </a:t>
            </a:r>
            <a:r>
              <a:rPr lang="en-US" sz="3200" dirty="0" err="1" smtClean="0"/>
              <a:t>atao</a:t>
            </a:r>
            <a:endParaRPr lang="fr-FR" sz="3200" dirty="0" smtClean="0"/>
          </a:p>
          <a:p>
            <a:pPr lvl="1" algn="r"/>
            <a:r>
              <a:rPr lang="en-US" sz="3200" dirty="0" err="1" smtClean="0"/>
              <a:t>Fitarihana</a:t>
            </a:r>
            <a:r>
              <a:rPr lang="en-US" sz="3200" dirty="0" smtClean="0"/>
              <a:t> </a:t>
            </a:r>
            <a:r>
              <a:rPr lang="en-US" sz="3200" dirty="0" err="1" smtClean="0"/>
              <a:t>manao</a:t>
            </a:r>
            <a:r>
              <a:rPr lang="en-US" sz="3200" dirty="0" smtClean="0"/>
              <a:t> </a:t>
            </a:r>
            <a:r>
              <a:rPr lang="en-US" sz="3200" dirty="0" err="1" smtClean="0"/>
              <a:t>ny</a:t>
            </a:r>
            <a:r>
              <a:rPr lang="en-US" sz="3200" dirty="0" smtClean="0"/>
              <a:t> </a:t>
            </a:r>
            <a:r>
              <a:rPr lang="en-US" sz="3200" dirty="0" err="1" smtClean="0"/>
              <a:t>olona</a:t>
            </a:r>
            <a:r>
              <a:rPr lang="en-US" sz="3200" dirty="0" smtClean="0"/>
              <a:t>/</a:t>
            </a:r>
            <a:r>
              <a:rPr lang="en-US" sz="3200" dirty="0" err="1" smtClean="0"/>
              <a:t>tarika</a:t>
            </a:r>
            <a:r>
              <a:rPr lang="en-US" sz="3200" dirty="0" smtClean="0"/>
              <a:t> ho </a:t>
            </a:r>
            <a:r>
              <a:rPr lang="en-US" sz="3200" dirty="0" err="1" smtClean="0"/>
              <a:t>ivo</a:t>
            </a:r>
            <a:endParaRPr lang="fr-FR" sz="3200" dirty="0" smtClean="0"/>
          </a:p>
          <a:p>
            <a:endParaRPr lang="fr-FR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 err="1" smtClean="0"/>
              <a:t>Ireo</a:t>
            </a:r>
            <a:r>
              <a:rPr lang="en-US" dirty="0" smtClean="0"/>
              <a:t> </a:t>
            </a:r>
            <a:r>
              <a:rPr lang="en-US" dirty="0" err="1" smtClean="0"/>
              <a:t>andraikitra</a:t>
            </a:r>
            <a:r>
              <a:rPr lang="en-US" dirty="0" smtClean="0"/>
              <a:t> </a:t>
            </a:r>
            <a:r>
              <a:rPr lang="en-US" dirty="0" err="1" smtClean="0"/>
              <a:t>samihafa</a:t>
            </a:r>
            <a:r>
              <a:rPr lang="en-US" dirty="0" smtClean="0"/>
              <a:t> </a:t>
            </a:r>
            <a:r>
              <a:rPr lang="en-US" dirty="0" err="1" smtClean="0"/>
              <a:t>amin’ny</a:t>
            </a:r>
            <a:r>
              <a:rPr lang="en-US" dirty="0" smtClean="0"/>
              <a:t> </a:t>
            </a:r>
            <a:r>
              <a:rPr lang="en-US" dirty="0" err="1" smtClean="0"/>
              <a:t>mpitarika</a:t>
            </a:r>
            <a:r>
              <a:rPr lang="en-US" dirty="0" smtClean="0"/>
              <a:t> </a:t>
            </a:r>
            <a:r>
              <a:rPr lang="en-US" dirty="0" err="1" smtClean="0"/>
              <a:t>sy</a:t>
            </a:r>
            <a:r>
              <a:rPr lang="en-US" dirty="0" smtClean="0"/>
              <a:t> </a:t>
            </a:r>
            <a:r>
              <a:rPr lang="en-US" dirty="0" err="1" smtClean="0"/>
              <a:t>ny</a:t>
            </a:r>
            <a:r>
              <a:rPr lang="en-US" dirty="0" smtClean="0"/>
              <a:t> </a:t>
            </a:r>
            <a:r>
              <a:rPr lang="en-US" dirty="0" err="1" smtClean="0"/>
              <a:t>fampiharana</a:t>
            </a:r>
            <a:r>
              <a:rPr lang="en-US" dirty="0" smtClean="0"/>
              <a:t> </a:t>
            </a:r>
            <a:r>
              <a:rPr lang="en-US" dirty="0" err="1" smtClean="0"/>
              <a:t>izany</a:t>
            </a:r>
            <a:r>
              <a:rPr lang="en-US" dirty="0" smtClean="0"/>
              <a:t> </a:t>
            </a:r>
            <a:r>
              <a:rPr lang="en-US" dirty="0" err="1" smtClean="0"/>
              <a:t>amin’ireo</a:t>
            </a:r>
            <a:r>
              <a:rPr lang="en-US" dirty="0" smtClean="0"/>
              <a:t> toe-</a:t>
            </a:r>
            <a:r>
              <a:rPr lang="en-US" dirty="0" err="1" smtClean="0"/>
              <a:t>javatra</a:t>
            </a:r>
            <a:r>
              <a:rPr lang="en-US" dirty="0" smtClean="0"/>
              <a:t> </a:t>
            </a:r>
            <a:r>
              <a:rPr lang="en-US" dirty="0" err="1" smtClean="0"/>
              <a:t>mahakasika</a:t>
            </a:r>
            <a:r>
              <a:rPr lang="en-US" dirty="0" smtClean="0"/>
              <a:t> </a:t>
            </a:r>
            <a:r>
              <a:rPr lang="en-US" dirty="0" err="1" smtClean="0"/>
              <a:t>ny</a:t>
            </a:r>
            <a:r>
              <a:rPr lang="en-US" dirty="0" smtClean="0"/>
              <a:t> </a:t>
            </a:r>
            <a:r>
              <a:rPr lang="en-US" dirty="0" err="1" smtClean="0"/>
              <a:t>Mpisavalalana</a:t>
            </a:r>
            <a:r>
              <a:rPr lang="fr-FR" dirty="0" smtClean="0"/>
              <a:t/>
            </a:r>
            <a:br>
              <a:rPr lang="fr-FR" dirty="0" smtClean="0"/>
            </a:b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81000" y="3429000"/>
            <a:ext cx="8382000" cy="3429000"/>
          </a:xfrm>
        </p:spPr>
        <p:txBody>
          <a:bodyPr/>
          <a:lstStyle/>
          <a:p>
            <a:pPr lvl="1"/>
            <a:r>
              <a:rPr lang="en-US" dirty="0" err="1" smtClean="0"/>
              <a:t>Andraikitra</a:t>
            </a:r>
            <a:r>
              <a:rPr lang="en-US" dirty="0" smtClean="0"/>
              <a:t> </a:t>
            </a:r>
            <a:r>
              <a:rPr lang="en-US" dirty="0" err="1" smtClean="0"/>
              <a:t>manorina</a:t>
            </a:r>
            <a:r>
              <a:rPr lang="en-US" dirty="0" smtClean="0"/>
              <a:t> </a:t>
            </a:r>
            <a:endParaRPr lang="fr-FR" dirty="0" smtClean="0"/>
          </a:p>
          <a:p>
            <a:pPr lvl="1"/>
            <a:r>
              <a:rPr lang="en-US" dirty="0" err="1" smtClean="0"/>
              <a:t>Andraikitra</a:t>
            </a:r>
            <a:r>
              <a:rPr lang="en-US" dirty="0" smtClean="0"/>
              <a:t> </a:t>
            </a:r>
            <a:r>
              <a:rPr lang="en-US" dirty="0" err="1" smtClean="0"/>
              <a:t>mamita</a:t>
            </a:r>
            <a:r>
              <a:rPr lang="en-US" dirty="0" smtClean="0"/>
              <a:t> </a:t>
            </a:r>
            <a:r>
              <a:rPr lang="en-US" dirty="0" err="1" smtClean="0"/>
              <a:t>anjara</a:t>
            </a:r>
            <a:r>
              <a:rPr lang="en-US" dirty="0" smtClean="0"/>
              <a:t> </a:t>
            </a:r>
            <a:r>
              <a:rPr lang="en-US" dirty="0" err="1" smtClean="0"/>
              <a:t>asa</a:t>
            </a:r>
            <a:endParaRPr lang="fr-FR" dirty="0" smtClean="0"/>
          </a:p>
          <a:p>
            <a:endParaRPr lang="fr-FR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76400"/>
            <a:ext cx="7543800" cy="29718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3600" dirty="0" err="1" smtClean="0"/>
              <a:t>Ny</a:t>
            </a:r>
            <a:r>
              <a:rPr lang="en-US" sz="3600" dirty="0" smtClean="0"/>
              <a:t> </a:t>
            </a:r>
            <a:r>
              <a:rPr lang="en-US" sz="3600" dirty="0" err="1" smtClean="0"/>
              <a:t>fitarihana</a:t>
            </a:r>
            <a:r>
              <a:rPr lang="en-US" sz="3600" dirty="0" smtClean="0"/>
              <a:t> </a:t>
            </a:r>
            <a:r>
              <a:rPr lang="en-US" sz="3600" dirty="0" err="1" smtClean="0"/>
              <a:t>dia</a:t>
            </a:r>
            <a:r>
              <a:rPr lang="en-US" sz="3600" dirty="0" smtClean="0"/>
              <a:t> </a:t>
            </a:r>
            <a:r>
              <a:rPr lang="en-US" sz="3600" dirty="0" err="1" smtClean="0"/>
              <a:t>hery</a:t>
            </a:r>
            <a:r>
              <a:rPr lang="en-US" sz="3600" dirty="0" smtClean="0"/>
              <a:t> </a:t>
            </a:r>
            <a:r>
              <a:rPr lang="en-US" sz="3600" dirty="0" err="1" smtClean="0"/>
              <a:t>miasa</a:t>
            </a:r>
            <a:r>
              <a:rPr lang="en-US" sz="3600" dirty="0" smtClean="0"/>
              <a:t> </a:t>
            </a:r>
            <a:r>
              <a:rPr lang="en-US" sz="3600" dirty="0" err="1" smtClean="0"/>
              <a:t>mangina</a:t>
            </a:r>
            <a:endParaRPr lang="en-US" sz="3600" dirty="0"/>
          </a:p>
          <a:p>
            <a:pPr>
              <a:lnSpc>
                <a:spcPct val="90000"/>
              </a:lnSpc>
            </a:pPr>
            <a:r>
              <a:rPr lang="en-US" sz="3600" dirty="0" err="1" smtClean="0"/>
              <a:t>Ny</a:t>
            </a:r>
            <a:r>
              <a:rPr lang="en-US" sz="3600" dirty="0" smtClean="0"/>
              <a:t> </a:t>
            </a:r>
            <a:r>
              <a:rPr lang="en-US" sz="3600" dirty="0" err="1" smtClean="0"/>
              <a:t>fitarihana</a:t>
            </a:r>
            <a:r>
              <a:rPr lang="en-US" sz="3600" dirty="0" smtClean="0"/>
              <a:t> </a:t>
            </a:r>
            <a:r>
              <a:rPr lang="en-US" sz="3600" dirty="0" err="1" smtClean="0"/>
              <a:t>dia</a:t>
            </a:r>
            <a:r>
              <a:rPr lang="en-US" sz="3600" dirty="0" smtClean="0"/>
              <a:t> </a:t>
            </a:r>
            <a:r>
              <a:rPr lang="en-US" sz="3600" dirty="0" err="1" smtClean="0"/>
              <a:t>midika</a:t>
            </a:r>
            <a:r>
              <a:rPr lang="en-US" sz="3600" dirty="0" smtClean="0"/>
              <a:t> </a:t>
            </a:r>
            <a:r>
              <a:rPr lang="en-US" sz="3600" dirty="0" err="1" smtClean="0"/>
              <a:t>fa</a:t>
            </a:r>
            <a:r>
              <a:rPr lang="en-US" sz="3600" dirty="0" smtClean="0"/>
              <a:t> </a:t>
            </a:r>
            <a:r>
              <a:rPr lang="en-US" sz="3600" dirty="0" err="1" smtClean="0"/>
              <a:t>misy</a:t>
            </a:r>
            <a:r>
              <a:rPr lang="en-US" sz="3600" dirty="0" smtClean="0"/>
              <a:t> </a:t>
            </a:r>
            <a:r>
              <a:rPr lang="en-US" sz="3600" dirty="0" err="1" smtClean="0"/>
              <a:t>olona</a:t>
            </a:r>
            <a:r>
              <a:rPr lang="en-US" sz="3600" dirty="0" smtClean="0"/>
              <a:t> </a:t>
            </a:r>
            <a:r>
              <a:rPr lang="en-US" sz="3600" dirty="0" err="1" smtClean="0"/>
              <a:t>manaraka</a:t>
            </a:r>
            <a:r>
              <a:rPr lang="en-US" sz="3600" dirty="0" smtClean="0"/>
              <a:t> </a:t>
            </a:r>
            <a:r>
              <a:rPr lang="en-US" sz="3600" dirty="0" err="1" smtClean="0"/>
              <a:t>anao</a:t>
            </a:r>
            <a:r>
              <a:rPr lang="en-US" sz="3600" dirty="0" smtClean="0"/>
              <a:t> </a:t>
            </a:r>
            <a:r>
              <a:rPr lang="en-US" sz="3600" dirty="0" err="1" smtClean="0"/>
              <a:t>raha</a:t>
            </a:r>
            <a:r>
              <a:rPr lang="en-US" sz="3600" dirty="0" smtClean="0"/>
              <a:t> </a:t>
            </a:r>
            <a:r>
              <a:rPr lang="en-US" sz="3600" dirty="0" err="1" smtClean="0"/>
              <a:t>tsy</a:t>
            </a:r>
            <a:r>
              <a:rPr lang="en-US" sz="3600" dirty="0" smtClean="0"/>
              <a:t> </a:t>
            </a:r>
            <a:r>
              <a:rPr lang="en-US" sz="3600" dirty="0" err="1" smtClean="0"/>
              <a:t>izany</a:t>
            </a:r>
            <a:r>
              <a:rPr lang="en-US" sz="3600" dirty="0" smtClean="0"/>
              <a:t> </a:t>
            </a:r>
            <a:r>
              <a:rPr lang="en-US" sz="3600" dirty="0" err="1" smtClean="0"/>
              <a:t>dia</a:t>
            </a:r>
            <a:r>
              <a:rPr lang="en-US" sz="3600" dirty="0" smtClean="0"/>
              <a:t> </a:t>
            </a:r>
            <a:r>
              <a:rPr lang="en-US" sz="3600" dirty="0" err="1" smtClean="0"/>
              <a:t>mandeha</a:t>
            </a:r>
            <a:r>
              <a:rPr lang="en-US" sz="3600" dirty="0" smtClean="0"/>
              <a:t> </a:t>
            </a:r>
            <a:r>
              <a:rPr lang="en-US" sz="3600" dirty="0" err="1" smtClean="0"/>
              <a:t>mitsangatsangana</a:t>
            </a:r>
            <a:r>
              <a:rPr lang="en-US" sz="3600" dirty="0" smtClean="0"/>
              <a:t> </a:t>
            </a:r>
            <a:r>
              <a:rPr lang="en-US" sz="3600" dirty="0" err="1" smtClean="0"/>
              <a:t>fotsiny</a:t>
            </a:r>
            <a:r>
              <a:rPr lang="en-US" sz="3600" dirty="0" smtClean="0"/>
              <a:t> </a:t>
            </a:r>
            <a:r>
              <a:rPr lang="en-US" sz="3600" dirty="0" err="1" smtClean="0"/>
              <a:t>hianao</a:t>
            </a:r>
            <a:endParaRPr lang="en-US" sz="3600" dirty="0" smtClean="0"/>
          </a:p>
          <a:p>
            <a:pPr algn="r">
              <a:lnSpc>
                <a:spcPct val="90000"/>
              </a:lnSpc>
              <a:buNone/>
            </a:pPr>
            <a:r>
              <a:rPr lang="en-US" sz="3600" dirty="0" smtClean="0"/>
              <a:t>John </a:t>
            </a:r>
            <a:r>
              <a:rPr lang="en-US" sz="3600" dirty="0"/>
              <a:t>C. Maxwell</a:t>
            </a:r>
          </a:p>
        </p:txBody>
      </p:sp>
      <p:sp>
        <p:nvSpPr>
          <p:cNvPr id="100359" name="Rectangle 7"/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8001000" cy="1143000"/>
          </a:xfrm>
          <a:noFill/>
          <a:ln/>
        </p:spPr>
        <p:txBody>
          <a:bodyPr/>
          <a:lstStyle/>
          <a:p>
            <a:pPr algn="ctr"/>
            <a:r>
              <a:rPr lang="en-US" dirty="0" smtClean="0"/>
              <a:t>FAMARITANA NY FITARIHANA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Leadership</a:t>
            </a:r>
          </a:p>
        </p:txBody>
      </p:sp>
    </p:spTree>
    <p:extLst>
      <p:ext uri="{BB962C8B-B14F-4D97-AF65-F5344CB8AC3E}">
        <p14:creationId xmlns:p14="http://schemas.microsoft.com/office/powerpoint/2010/main" val="402903850"/>
      </p:ext>
    </p:extLst>
  </p:cSld>
  <p:clrMapOvr>
    <a:masterClrMapping/>
  </p:clrMapOvr>
  <p:transition spd="med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295400" y="1828800"/>
            <a:ext cx="7772400" cy="2971800"/>
          </a:xfrm>
        </p:spPr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en-US" dirty="0" err="1" smtClean="0"/>
              <a:t>Ao</a:t>
            </a:r>
            <a:r>
              <a:rPr lang="en-US" dirty="0" smtClean="0"/>
              <a:t> </a:t>
            </a:r>
            <a:r>
              <a:rPr lang="en-US" dirty="0" err="1" smtClean="0"/>
              <a:t>amin’ny</a:t>
            </a:r>
            <a:r>
              <a:rPr lang="en-US" dirty="0" smtClean="0"/>
              <a:t> </a:t>
            </a:r>
            <a:r>
              <a:rPr lang="en-US" dirty="0" err="1" smtClean="0"/>
              <a:t>tarika</a:t>
            </a:r>
            <a:r>
              <a:rPr lang="en-US" dirty="0" smtClean="0"/>
              <a:t> </a:t>
            </a:r>
            <a:r>
              <a:rPr lang="en-US" dirty="0" err="1" smtClean="0"/>
              <a:t>misy</a:t>
            </a:r>
            <a:r>
              <a:rPr lang="en-US" dirty="0" smtClean="0"/>
              <a:t> </a:t>
            </a:r>
            <a:r>
              <a:rPr lang="en-US" dirty="0" err="1" smtClean="0"/>
              <a:t>anao</a:t>
            </a:r>
            <a:r>
              <a:rPr lang="en-US" dirty="0" smtClean="0"/>
              <a:t> </a:t>
            </a:r>
            <a:r>
              <a:rPr lang="en-US" dirty="0" err="1" smtClean="0"/>
              <a:t>dia</a:t>
            </a:r>
            <a:r>
              <a:rPr lang="en-US" dirty="0" smtClean="0"/>
              <a:t> </a:t>
            </a:r>
            <a:r>
              <a:rPr lang="en-US" dirty="0" err="1" smtClean="0"/>
              <a:t>soritsorito</a:t>
            </a:r>
            <a:r>
              <a:rPr lang="en-US" dirty="0" smtClean="0"/>
              <a:t> </a:t>
            </a:r>
            <a:r>
              <a:rPr lang="en-US" dirty="0" err="1" smtClean="0"/>
              <a:t>ny</a:t>
            </a:r>
            <a:r>
              <a:rPr lang="en-US" dirty="0" smtClean="0"/>
              <a:t> </a:t>
            </a:r>
            <a:r>
              <a:rPr lang="en-US" dirty="0" err="1" smtClean="0"/>
              <a:t>mpitarika</a:t>
            </a:r>
            <a:r>
              <a:rPr lang="en-US" dirty="0" smtClean="0"/>
              <a:t> </a:t>
            </a:r>
            <a:r>
              <a:rPr lang="en-US" dirty="0" err="1" smtClean="0"/>
              <a:t>Mpisavalalana</a:t>
            </a:r>
            <a:r>
              <a:rPr lang="en-US" dirty="0" smtClean="0"/>
              <a:t> </a:t>
            </a:r>
            <a:r>
              <a:rPr lang="en-US" dirty="0" err="1" smtClean="0"/>
              <a:t>tsy</a:t>
            </a:r>
            <a:r>
              <a:rPr lang="en-US" dirty="0" smtClean="0"/>
              <a:t> </a:t>
            </a:r>
            <a:r>
              <a:rPr lang="en-US" dirty="0" err="1" smtClean="0"/>
              <a:t>misy</a:t>
            </a:r>
            <a:r>
              <a:rPr lang="en-US" dirty="0" smtClean="0"/>
              <a:t> </a:t>
            </a:r>
            <a:r>
              <a:rPr lang="en-US" dirty="0" err="1" smtClean="0"/>
              <a:t>kianina</a:t>
            </a:r>
            <a:endParaRPr lang="en-US" dirty="0"/>
          </a:p>
          <a:p>
            <a:pPr lvl="1">
              <a:lnSpc>
                <a:spcPct val="90000"/>
              </a:lnSpc>
              <a:buFontTx/>
              <a:buNone/>
            </a:pPr>
            <a:r>
              <a:rPr lang="en-US" i="1" dirty="0" err="1" smtClean="0"/>
              <a:t>Soraty</a:t>
            </a:r>
            <a:r>
              <a:rPr lang="en-US" i="1" dirty="0" smtClean="0"/>
              <a:t> </a:t>
            </a:r>
            <a:r>
              <a:rPr lang="en-US" i="1" dirty="0" err="1" smtClean="0"/>
              <a:t>ao</a:t>
            </a:r>
            <a:r>
              <a:rPr lang="en-US" i="1" dirty="0" smtClean="0"/>
              <a:t> </a:t>
            </a:r>
            <a:r>
              <a:rPr lang="en-US" i="1" dirty="0" err="1" smtClean="0"/>
              <a:t>anatin’izany</a:t>
            </a:r>
            <a:r>
              <a:rPr lang="en-US" i="1" dirty="0" smtClean="0"/>
              <a:t>:</a:t>
            </a:r>
            <a:endParaRPr lang="en-US" i="1" dirty="0"/>
          </a:p>
          <a:p>
            <a:pPr lvl="1">
              <a:lnSpc>
                <a:spcPct val="90000"/>
              </a:lnSpc>
            </a:pPr>
            <a:r>
              <a:rPr lang="en-US" i="1" dirty="0" err="1" smtClean="0"/>
              <a:t>Ireo</a:t>
            </a:r>
            <a:r>
              <a:rPr lang="en-US" i="1" dirty="0" smtClean="0"/>
              <a:t> </a:t>
            </a:r>
            <a:r>
              <a:rPr lang="en-US" i="1" dirty="0" err="1" smtClean="0"/>
              <a:t>toetra</a:t>
            </a:r>
            <a:r>
              <a:rPr lang="en-US" i="1" dirty="0" smtClean="0"/>
              <a:t> </a:t>
            </a:r>
            <a:r>
              <a:rPr lang="en-US" i="1" dirty="0" err="1" smtClean="0"/>
              <a:t>tsara</a:t>
            </a:r>
            <a:endParaRPr lang="en-US" i="1" dirty="0"/>
          </a:p>
          <a:p>
            <a:pPr lvl="1">
              <a:lnSpc>
                <a:spcPct val="90000"/>
              </a:lnSpc>
            </a:pPr>
            <a:r>
              <a:rPr lang="en-US" i="1" dirty="0" err="1" smtClean="0"/>
              <a:t>Ireo</a:t>
            </a:r>
            <a:r>
              <a:rPr lang="en-US" i="1" dirty="0" smtClean="0"/>
              <a:t> </a:t>
            </a:r>
            <a:r>
              <a:rPr lang="en-US" i="1" dirty="0" err="1" smtClean="0"/>
              <a:t>fahaiza-manao</a:t>
            </a:r>
            <a:endParaRPr lang="en-US" i="1" dirty="0"/>
          </a:p>
          <a:p>
            <a:pPr lvl="1">
              <a:lnSpc>
                <a:spcPct val="90000"/>
              </a:lnSpc>
            </a:pPr>
            <a:r>
              <a:rPr lang="en-US" i="1" dirty="0" err="1" smtClean="0"/>
              <a:t>Ireo</a:t>
            </a:r>
            <a:r>
              <a:rPr lang="en-US" i="1" dirty="0" smtClean="0"/>
              <a:t> toe-</a:t>
            </a:r>
            <a:r>
              <a:rPr lang="en-US" i="1" dirty="0" err="1" smtClean="0"/>
              <a:t>tsaina</a:t>
            </a:r>
            <a:endParaRPr lang="en-US" i="1" dirty="0"/>
          </a:p>
        </p:txBody>
      </p:sp>
      <p:sp>
        <p:nvSpPr>
          <p:cNvPr id="110595" name="Rectangle 3"/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8001000" cy="1143000"/>
          </a:xfrm>
          <a:noFill/>
          <a:ln/>
        </p:spPr>
        <p:txBody>
          <a:bodyPr/>
          <a:lstStyle/>
          <a:p>
            <a:pPr algn="ctr"/>
            <a:r>
              <a:rPr lang="en-US" b="1" i="1" dirty="0" err="1" smtClean="0"/>
              <a:t>Ireo</a:t>
            </a:r>
            <a:r>
              <a:rPr lang="en-US" b="1" i="1" dirty="0" smtClean="0"/>
              <a:t> </a:t>
            </a:r>
            <a:r>
              <a:rPr lang="en-US" b="1" i="1" dirty="0" err="1" smtClean="0"/>
              <a:t>toetra</a:t>
            </a:r>
            <a:r>
              <a:rPr lang="en-US" b="1" i="1" dirty="0" smtClean="0"/>
              <a:t> </a:t>
            </a:r>
            <a:r>
              <a:rPr lang="en-US" b="1" i="1" dirty="0" err="1" smtClean="0"/>
              <a:t>tsaran’ny</a:t>
            </a:r>
            <a:r>
              <a:rPr lang="en-US" b="1" i="1" dirty="0" smtClean="0"/>
              <a:t> </a:t>
            </a:r>
            <a:r>
              <a:rPr lang="en-US" b="1" i="1" dirty="0" err="1" smtClean="0"/>
              <a:t>Mpitarika</a:t>
            </a:r>
            <a:r>
              <a:rPr lang="en-US" b="1" i="1" dirty="0" smtClean="0"/>
              <a:t> </a:t>
            </a:r>
            <a:r>
              <a:rPr lang="en-US" b="1" dirty="0"/>
              <a:t/>
            </a:r>
            <a:br>
              <a:rPr lang="en-US" b="1" dirty="0"/>
            </a:br>
            <a:r>
              <a:rPr lang="en-US" b="1" dirty="0" err="1" smtClean="0"/>
              <a:t>Mpisavalalana</a:t>
            </a:r>
            <a:r>
              <a:rPr lang="en-US" b="1" dirty="0" smtClean="0"/>
              <a:t> </a:t>
            </a:r>
            <a:endParaRPr lang="en-US" b="1" dirty="0"/>
          </a:p>
        </p:txBody>
      </p:sp>
      <p:pic>
        <p:nvPicPr>
          <p:cNvPr id="110596" name="Picture 4" descr="PERSON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76800" y="2662238"/>
            <a:ext cx="3875088" cy="378777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957899167"/>
      </p:ext>
    </p:extLst>
  </p:cSld>
  <p:clrMapOvr>
    <a:masterClrMapping/>
  </p:clrMapOvr>
  <p:transition spd="med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8001000" cy="1143000"/>
          </a:xfrm>
        </p:spPr>
        <p:txBody>
          <a:bodyPr/>
          <a:lstStyle/>
          <a:p>
            <a:pPr algn="ctr"/>
            <a:r>
              <a:rPr lang="en-US" b="1" i="1" dirty="0" err="1" smtClean="0"/>
              <a:t>Ireo</a:t>
            </a:r>
            <a:r>
              <a:rPr lang="en-US" b="1" i="1" dirty="0" smtClean="0"/>
              <a:t> </a:t>
            </a:r>
            <a:r>
              <a:rPr lang="en-US" b="1" i="1" dirty="0" err="1" smtClean="0"/>
              <a:t>toetra</a:t>
            </a:r>
            <a:r>
              <a:rPr lang="en-US" b="1" i="1" dirty="0" smtClean="0"/>
              <a:t> </a:t>
            </a:r>
            <a:r>
              <a:rPr lang="en-US" b="1" i="1" dirty="0" err="1" smtClean="0"/>
              <a:t>tsaran’ny</a:t>
            </a:r>
            <a:r>
              <a:rPr lang="en-US" b="1" i="1" dirty="0" smtClean="0"/>
              <a:t> </a:t>
            </a:r>
            <a:r>
              <a:rPr lang="en-US" b="1" i="1" dirty="0" err="1" smtClean="0"/>
              <a:t>Mpitarika</a:t>
            </a:r>
            <a:r>
              <a:rPr lang="en-US" b="1" i="1" dirty="0" smtClean="0"/>
              <a:t> </a:t>
            </a: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err="1" smtClean="0"/>
              <a:t>Mpisavalalana</a:t>
            </a:r>
            <a:r>
              <a:rPr lang="en-US" b="1" dirty="0" smtClean="0"/>
              <a:t> </a:t>
            </a:r>
            <a:endParaRPr lang="en-US" dirty="0"/>
          </a:p>
        </p:txBody>
      </p:sp>
      <p:sp>
        <p:nvSpPr>
          <p:cNvPr id="788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76400"/>
            <a:ext cx="7897813" cy="2971800"/>
          </a:xfrm>
        </p:spPr>
        <p:txBody>
          <a:bodyPr/>
          <a:lstStyle/>
          <a:p>
            <a:r>
              <a:rPr lang="en-US" dirty="0" smtClean="0"/>
              <a:t>Kristy no </a:t>
            </a:r>
            <a:r>
              <a:rPr lang="en-US" dirty="0" err="1" smtClean="0"/>
              <a:t>ivon’ny</a:t>
            </a:r>
            <a:r>
              <a:rPr lang="en-US" dirty="0" smtClean="0"/>
              <a:t> </a:t>
            </a:r>
            <a:r>
              <a:rPr lang="en-US" dirty="0" err="1" smtClean="0"/>
              <a:t>fiainana</a:t>
            </a:r>
            <a:endParaRPr lang="en-US" dirty="0"/>
          </a:p>
          <a:p>
            <a:r>
              <a:rPr lang="en-US" dirty="0" smtClean="0"/>
              <a:t>Tia </a:t>
            </a:r>
            <a:r>
              <a:rPr lang="en-US" dirty="0" err="1" smtClean="0"/>
              <a:t>ireo</a:t>
            </a:r>
            <a:r>
              <a:rPr lang="en-US" dirty="0" smtClean="0"/>
              <a:t> </a:t>
            </a:r>
            <a:r>
              <a:rPr lang="en-US" dirty="0" err="1" smtClean="0"/>
              <a:t>tanora</a:t>
            </a:r>
            <a:endParaRPr lang="en-US" dirty="0"/>
          </a:p>
          <a:p>
            <a:r>
              <a:rPr lang="en-US" dirty="0" err="1" smtClean="0"/>
              <a:t>Manana</a:t>
            </a:r>
            <a:r>
              <a:rPr lang="en-US" dirty="0" smtClean="0"/>
              <a:t> </a:t>
            </a:r>
            <a:r>
              <a:rPr lang="en-US" dirty="0" err="1" smtClean="0"/>
              <a:t>vina</a:t>
            </a:r>
            <a:r>
              <a:rPr lang="en-US" dirty="0" smtClean="0"/>
              <a:t> </a:t>
            </a:r>
            <a:r>
              <a:rPr lang="en-US" sz="2800" dirty="0" smtClean="0"/>
              <a:t>( </a:t>
            </a:r>
            <a:r>
              <a:rPr lang="en-US" sz="2800" dirty="0" smtClean="0">
                <a:solidFill>
                  <a:srgbClr val="FF33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NAHOANA</a:t>
            </a:r>
            <a:r>
              <a:rPr lang="en-US" sz="2800" dirty="0" smtClean="0"/>
              <a:t> no </a:t>
            </a:r>
            <a:r>
              <a:rPr lang="en-US" sz="2800" dirty="0" err="1" smtClean="0"/>
              <a:t>hanao</a:t>
            </a:r>
            <a:r>
              <a:rPr lang="en-US" sz="2800" dirty="0" smtClean="0"/>
              <a:t> </a:t>
            </a:r>
            <a:r>
              <a:rPr lang="en-US" sz="2800" dirty="0" err="1" smtClean="0"/>
              <a:t>zavatra</a:t>
            </a:r>
            <a:r>
              <a:rPr lang="en-US" sz="2800" dirty="0" smtClean="0"/>
              <a:t>)</a:t>
            </a:r>
            <a:endParaRPr lang="en-US" sz="2800" dirty="0"/>
          </a:p>
          <a:p>
            <a:r>
              <a:rPr lang="en-US" dirty="0" err="1" smtClean="0"/>
              <a:t>Manana</a:t>
            </a:r>
            <a:r>
              <a:rPr lang="en-US" dirty="0" smtClean="0"/>
              <a:t> </a:t>
            </a:r>
            <a:r>
              <a:rPr lang="en-US" dirty="0" err="1" smtClean="0"/>
              <a:t>iraka</a:t>
            </a:r>
            <a:r>
              <a:rPr lang="en-US" dirty="0" smtClean="0"/>
              <a:t> </a:t>
            </a:r>
            <a:r>
              <a:rPr lang="en-US" sz="2800" dirty="0" smtClean="0"/>
              <a:t>(</a:t>
            </a:r>
            <a:r>
              <a:rPr lang="en-US" sz="2800" dirty="0" smtClean="0">
                <a:solidFill>
                  <a:srgbClr val="FF33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AHOANA</a:t>
            </a:r>
            <a:r>
              <a:rPr lang="en-US" sz="2800" dirty="0" smtClean="0"/>
              <a:t> no </a:t>
            </a:r>
            <a:r>
              <a:rPr lang="en-US" sz="2800" dirty="0" err="1" smtClean="0"/>
              <a:t>hanaovana</a:t>
            </a:r>
            <a:r>
              <a:rPr lang="en-US" sz="2800" dirty="0" smtClean="0"/>
              <a:t> </a:t>
            </a:r>
            <a:r>
              <a:rPr lang="en-US" sz="2800" dirty="0" err="1" smtClean="0"/>
              <a:t>azy</a:t>
            </a:r>
            <a:r>
              <a:rPr lang="en-US" sz="2800" dirty="0" smtClean="0"/>
              <a:t>)</a:t>
            </a:r>
            <a:endParaRPr lang="en-US" sz="2800" dirty="0"/>
          </a:p>
          <a:p>
            <a:r>
              <a:rPr lang="en-US" dirty="0" err="1" smtClean="0"/>
              <a:t>Mahitsy</a:t>
            </a:r>
            <a:r>
              <a:rPr lang="en-US" dirty="0" smtClean="0"/>
              <a:t> (</a:t>
            </a:r>
            <a:r>
              <a:rPr lang="en-US" dirty="0" err="1" smtClean="0"/>
              <a:t>manolo-tena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78852" name="Rectangle 4"/>
          <p:cNvSpPr>
            <a:spLocks noChangeArrowheads="1"/>
          </p:cNvSpPr>
          <p:nvPr/>
        </p:nvSpPr>
        <p:spPr bwMode="auto">
          <a:xfrm>
            <a:off x="2133600" y="4592638"/>
            <a:ext cx="6553200" cy="1579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accent1"/>
              </a:buClr>
              <a:buFontTx/>
              <a:buChar char="•"/>
            </a:pPr>
            <a:r>
              <a:rPr lang="en-US" sz="40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Mahatakatra</a:t>
            </a:r>
            <a:r>
              <a:rPr lang="en-US" sz="40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40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ny</a:t>
            </a:r>
            <a:r>
              <a:rPr lang="en-US" sz="40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40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fivelaran</a:t>
            </a:r>
            <a:r>
              <a:rPr lang="en-US" sz="40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’ </a:t>
            </a:r>
            <a:r>
              <a:rPr lang="en-US" sz="40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ireo</a:t>
            </a:r>
            <a:r>
              <a:rPr lang="en-US" sz="40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40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toetran’ny</a:t>
            </a:r>
            <a:r>
              <a:rPr lang="en-US" sz="40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40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zatovo</a:t>
            </a:r>
            <a:endParaRPr lang="en-US" sz="4000" dirty="0">
              <a:effectLst>
                <a:outerShdw blurRad="38100" dist="38100" dir="2700000" algn="tl">
                  <a:srgbClr val="808080"/>
                </a:outerShdw>
              </a:effectLst>
              <a:latin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994976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88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88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88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788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788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788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851" grpId="0" build="p" autoUpdateAnimBg="0"/>
      <p:bldP spid="78852" grpId="0" build="p" autoUpdateAnimBg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8001000" cy="1143000"/>
          </a:xfrm>
        </p:spPr>
        <p:txBody>
          <a:bodyPr/>
          <a:lstStyle/>
          <a:p>
            <a:pPr algn="ctr"/>
            <a:r>
              <a:rPr lang="en-US" b="1" i="1" dirty="0" err="1" smtClean="0"/>
              <a:t>Ireo</a:t>
            </a:r>
            <a:r>
              <a:rPr lang="en-US" b="1" i="1" dirty="0" smtClean="0"/>
              <a:t> </a:t>
            </a:r>
            <a:r>
              <a:rPr lang="en-US" b="1" i="1" dirty="0" err="1" smtClean="0"/>
              <a:t>toetra</a:t>
            </a:r>
            <a:r>
              <a:rPr lang="en-US" b="1" i="1" dirty="0" smtClean="0"/>
              <a:t> </a:t>
            </a:r>
            <a:r>
              <a:rPr lang="en-US" b="1" i="1" dirty="0" err="1" smtClean="0"/>
              <a:t>tsaran’ny</a:t>
            </a:r>
            <a:r>
              <a:rPr lang="en-US" b="1" i="1" dirty="0" smtClean="0"/>
              <a:t> </a:t>
            </a:r>
            <a:r>
              <a:rPr lang="en-US" b="1" i="1" dirty="0" err="1" smtClean="0"/>
              <a:t>Mpitarika</a:t>
            </a:r>
            <a:r>
              <a:rPr lang="en-US" b="1" i="1" dirty="0" smtClean="0"/>
              <a:t> </a:t>
            </a: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err="1" smtClean="0"/>
              <a:t>Mpisavalalana</a:t>
            </a:r>
            <a:r>
              <a:rPr lang="en-US" b="1" dirty="0" smtClean="0"/>
              <a:t> </a:t>
            </a:r>
            <a:endParaRPr lang="en-US" dirty="0"/>
          </a:p>
        </p:txBody>
      </p:sp>
      <p:sp>
        <p:nvSpPr>
          <p:cNvPr id="798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76400"/>
            <a:ext cx="7772400" cy="3352800"/>
          </a:xfrm>
        </p:spPr>
        <p:txBody>
          <a:bodyPr/>
          <a:lstStyle/>
          <a:p>
            <a:r>
              <a:rPr lang="en-US" dirty="0" smtClean="0"/>
              <a:t>Tia </a:t>
            </a:r>
            <a:r>
              <a:rPr lang="en-US" dirty="0" err="1" smtClean="0"/>
              <a:t>mianatra</a:t>
            </a:r>
            <a:r>
              <a:rPr lang="en-US" dirty="0" smtClean="0"/>
              <a:t> </a:t>
            </a:r>
            <a:r>
              <a:rPr lang="en-US" dirty="0" err="1" smtClean="0"/>
              <a:t>fahaiza-manao</a:t>
            </a:r>
            <a:r>
              <a:rPr lang="en-US" dirty="0" smtClean="0"/>
              <a:t> </a:t>
            </a:r>
            <a:r>
              <a:rPr lang="en-US" dirty="0" err="1" smtClean="0"/>
              <a:t>vaovao</a:t>
            </a:r>
            <a:endParaRPr lang="en-US" dirty="0" smtClean="0"/>
          </a:p>
          <a:p>
            <a:r>
              <a:rPr lang="en-US" dirty="0" err="1" smtClean="0"/>
              <a:t>Mampivelatra</a:t>
            </a:r>
            <a:r>
              <a:rPr lang="en-US" dirty="0" smtClean="0"/>
              <a:t> </a:t>
            </a:r>
            <a:r>
              <a:rPr lang="en-US" dirty="0" err="1" smtClean="0"/>
              <a:t>ny</a:t>
            </a:r>
            <a:r>
              <a:rPr lang="en-US" dirty="0" smtClean="0"/>
              <a:t> </a:t>
            </a:r>
            <a:r>
              <a:rPr lang="en-US" dirty="0" err="1" smtClean="0"/>
              <a:t>fahaiza-mandamina</a:t>
            </a:r>
            <a:endParaRPr lang="en-US" dirty="0"/>
          </a:p>
          <a:p>
            <a:r>
              <a:rPr lang="en-US" dirty="0" err="1" smtClean="0"/>
              <a:t>Mihazo</a:t>
            </a:r>
            <a:r>
              <a:rPr lang="en-US" dirty="0" smtClean="0"/>
              <a:t> </a:t>
            </a:r>
            <a:r>
              <a:rPr lang="en-US" dirty="0" err="1" smtClean="0"/>
              <a:t>ny</a:t>
            </a:r>
            <a:r>
              <a:rPr lang="en-US" dirty="0" smtClean="0"/>
              <a:t>  </a:t>
            </a:r>
            <a:r>
              <a:rPr lang="en-US" dirty="0" err="1" smtClean="0"/>
              <a:t>fifandraisana</a:t>
            </a:r>
            <a:r>
              <a:rPr lang="en-US" dirty="0" smtClean="0"/>
              <a:t> </a:t>
            </a:r>
            <a:r>
              <a:rPr lang="en-US" dirty="0" err="1" smtClean="0"/>
              <a:t>tsara</a:t>
            </a:r>
            <a:r>
              <a:rPr lang="en-US" dirty="0" smtClean="0"/>
              <a:t> </a:t>
            </a:r>
            <a:r>
              <a:rPr lang="en-US" dirty="0" err="1" smtClean="0"/>
              <a:t>amin’ireo</a:t>
            </a:r>
            <a:r>
              <a:rPr lang="en-US" dirty="0" smtClean="0"/>
              <a:t> </a:t>
            </a:r>
            <a:r>
              <a:rPr lang="en-US" dirty="0" err="1" smtClean="0"/>
              <a:t>mpiara</a:t>
            </a:r>
            <a:r>
              <a:rPr lang="en-US" dirty="0" smtClean="0"/>
              <a:t>-</a:t>
            </a:r>
            <a:r>
              <a:rPr lang="en-US" dirty="0" err="1" smtClean="0"/>
              <a:t>miasa</a:t>
            </a:r>
            <a:r>
              <a:rPr lang="en-US" dirty="0" smtClean="0"/>
              <a:t>.</a:t>
            </a:r>
            <a:endParaRPr lang="en-US" dirty="0"/>
          </a:p>
          <a:p>
            <a:r>
              <a:rPr lang="en-US" dirty="0" err="1" smtClean="0"/>
              <a:t>Mitaratra</a:t>
            </a:r>
            <a:r>
              <a:rPr lang="en-US" dirty="0" smtClean="0"/>
              <a:t> </a:t>
            </a:r>
            <a:r>
              <a:rPr lang="en-US" dirty="0" err="1" smtClean="0"/>
              <a:t>ny</a:t>
            </a:r>
            <a:r>
              <a:rPr lang="en-US" dirty="0" smtClean="0"/>
              <a:t> </a:t>
            </a:r>
            <a:r>
              <a:rPr lang="en-US" dirty="0" err="1" smtClean="0"/>
              <a:t>fahamendrehan’ny</a:t>
            </a:r>
            <a:r>
              <a:rPr lang="en-US" dirty="0" smtClean="0"/>
              <a:t> </a:t>
            </a:r>
            <a:r>
              <a:rPr lang="en-US" dirty="0" err="1" smtClean="0"/>
              <a:t>fanatrehana</a:t>
            </a:r>
            <a:r>
              <a:rPr lang="en-US" dirty="0" smtClean="0"/>
              <a:t> </a:t>
            </a:r>
            <a:r>
              <a:rPr lang="en-US" dirty="0" err="1" smtClean="0"/>
              <a:t>izay</a:t>
            </a:r>
            <a:r>
              <a:rPr lang="en-US" dirty="0" smtClean="0"/>
              <a:t> </a:t>
            </a:r>
            <a:r>
              <a:rPr lang="en-US" dirty="0" err="1" smtClean="0"/>
              <a:t>mitarika</a:t>
            </a:r>
            <a:r>
              <a:rPr lang="en-US" dirty="0" smtClean="0"/>
              <a:t> </a:t>
            </a:r>
            <a:r>
              <a:rPr lang="en-US" dirty="0" err="1" smtClean="0"/>
              <a:t>firindrana</a:t>
            </a:r>
            <a:endParaRPr lang="en-US" dirty="0"/>
          </a:p>
        </p:txBody>
      </p:sp>
      <p:sp>
        <p:nvSpPr>
          <p:cNvPr id="79876" name="Rectangle 4"/>
          <p:cNvSpPr>
            <a:spLocks noChangeArrowheads="1"/>
          </p:cNvSpPr>
          <p:nvPr/>
        </p:nvSpPr>
        <p:spPr bwMode="auto">
          <a:xfrm>
            <a:off x="2057400" y="4987925"/>
            <a:ext cx="6705600" cy="1260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accent1"/>
              </a:buClr>
              <a:buFontTx/>
              <a:buChar char="•"/>
            </a:pPr>
            <a:r>
              <a:rPr lang="en-US" sz="32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Milamina</a:t>
            </a:r>
            <a:r>
              <a:rPr lang="en-US" sz="32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32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ara-pihetseham-po</a:t>
            </a:r>
            <a:endParaRPr lang="en-US" sz="3200" dirty="0">
              <a:effectLst>
                <a:outerShdw blurRad="38100" dist="38100" dir="2700000" algn="tl">
                  <a:srgbClr val="808080"/>
                </a:outerShdw>
              </a:effectLst>
              <a:latin typeface="Tahoma" pitchFamily="34" charset="0"/>
            </a:endParaRPr>
          </a:p>
          <a:p>
            <a:pPr marL="342900" indent="-342900">
              <a:spcBef>
                <a:spcPct val="20000"/>
              </a:spcBef>
              <a:buClr>
                <a:schemeClr val="accent1"/>
              </a:buClr>
              <a:buFontTx/>
              <a:buChar char="•"/>
            </a:pPr>
            <a:r>
              <a:rPr lang="en-US" sz="32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Mankafy</a:t>
            </a:r>
            <a:r>
              <a:rPr lang="en-US" sz="32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32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ny</a:t>
            </a:r>
            <a:r>
              <a:rPr lang="en-US" sz="32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32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fiainana</a:t>
            </a:r>
            <a:r>
              <a:rPr lang="en-US" sz="32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32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anaty</a:t>
            </a:r>
            <a:r>
              <a:rPr lang="en-US" sz="32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32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natiora</a:t>
            </a:r>
            <a:endParaRPr lang="en-US" sz="3200" dirty="0">
              <a:effectLst>
                <a:outerShdw blurRad="38100" dist="38100" dir="2700000" algn="tl">
                  <a:srgbClr val="808080"/>
                </a:outerShdw>
              </a:effectLst>
              <a:latin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454384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98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98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98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798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798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798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875" grpId="0" build="p" autoUpdateAnimBg="0"/>
      <p:bldP spid="79876" grpId="0" build="p" autoUpdateAnimBg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8001000" cy="1143000"/>
          </a:xfrm>
        </p:spPr>
        <p:txBody>
          <a:bodyPr/>
          <a:lstStyle/>
          <a:p>
            <a:pPr algn="ctr"/>
            <a:r>
              <a:rPr lang="en-US" b="1" i="1" dirty="0" err="1" smtClean="0"/>
              <a:t>Ireo</a:t>
            </a:r>
            <a:r>
              <a:rPr lang="en-US" b="1" i="1" dirty="0" smtClean="0"/>
              <a:t> </a:t>
            </a:r>
            <a:r>
              <a:rPr lang="en-US" b="1" i="1" dirty="0" err="1" smtClean="0"/>
              <a:t>toetra</a:t>
            </a:r>
            <a:r>
              <a:rPr lang="en-US" b="1" i="1" dirty="0" smtClean="0"/>
              <a:t> </a:t>
            </a:r>
            <a:r>
              <a:rPr lang="en-US" b="1" i="1" dirty="0" err="1" smtClean="0"/>
              <a:t>tsaran’ny</a:t>
            </a:r>
            <a:r>
              <a:rPr lang="en-US" b="1" i="1" dirty="0" smtClean="0"/>
              <a:t> </a:t>
            </a:r>
            <a:r>
              <a:rPr lang="en-US" b="1" i="1" dirty="0" err="1" smtClean="0"/>
              <a:t>Mpitarika</a:t>
            </a:r>
            <a:r>
              <a:rPr lang="en-US" b="1" i="1" dirty="0" smtClean="0"/>
              <a:t> </a:t>
            </a: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err="1" smtClean="0"/>
              <a:t>Mpisavalalana</a:t>
            </a:r>
            <a:r>
              <a:rPr lang="en-US" b="1" dirty="0" smtClean="0"/>
              <a:t> </a:t>
            </a:r>
            <a:endParaRPr lang="en-US" dirty="0"/>
          </a:p>
        </p:txBody>
      </p:sp>
      <p:sp>
        <p:nvSpPr>
          <p:cNvPr id="808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76400"/>
            <a:ext cx="8077200" cy="2895600"/>
          </a:xfrm>
        </p:spPr>
        <p:txBody>
          <a:bodyPr/>
          <a:lstStyle/>
          <a:p>
            <a:r>
              <a:rPr lang="en-US" dirty="0" err="1" smtClean="0"/>
              <a:t>Mihazona</a:t>
            </a:r>
            <a:r>
              <a:rPr lang="en-US" dirty="0" smtClean="0"/>
              <a:t> </a:t>
            </a:r>
            <a:r>
              <a:rPr lang="en-US" dirty="0" err="1" smtClean="0"/>
              <a:t>ny</a:t>
            </a:r>
            <a:r>
              <a:rPr lang="en-US" dirty="0" smtClean="0"/>
              <a:t> </a:t>
            </a:r>
            <a:r>
              <a:rPr lang="en-US" dirty="0" err="1" smtClean="0"/>
              <a:t>fifandraisana</a:t>
            </a:r>
            <a:r>
              <a:rPr lang="en-US" dirty="0" smtClean="0"/>
              <a:t> </a:t>
            </a:r>
            <a:r>
              <a:rPr lang="en-US" dirty="0" err="1" smtClean="0"/>
              <a:t>tsara</a:t>
            </a:r>
            <a:r>
              <a:rPr lang="en-US" dirty="0" smtClean="0"/>
              <a:t> @ RAD.</a:t>
            </a:r>
            <a:endParaRPr lang="en-US" dirty="0"/>
          </a:p>
          <a:p>
            <a:r>
              <a:rPr lang="en-US" dirty="0" err="1" smtClean="0"/>
              <a:t>Afaka</a:t>
            </a:r>
            <a:r>
              <a:rPr lang="en-US" dirty="0" smtClean="0"/>
              <a:t> </a:t>
            </a:r>
            <a:r>
              <a:rPr lang="en-US" dirty="0" err="1" smtClean="0"/>
              <a:t>mampita</a:t>
            </a:r>
            <a:r>
              <a:rPr lang="en-US" dirty="0" smtClean="0"/>
              <a:t> </a:t>
            </a:r>
            <a:r>
              <a:rPr lang="en-US" dirty="0" err="1" smtClean="0"/>
              <a:t>andraikitra</a:t>
            </a:r>
            <a:r>
              <a:rPr lang="en-US" dirty="0" smtClean="0"/>
              <a:t> </a:t>
            </a:r>
            <a:r>
              <a:rPr lang="en-US" dirty="0" err="1" smtClean="0"/>
              <a:t>sy</a:t>
            </a:r>
            <a:r>
              <a:rPr lang="en-US" dirty="0" smtClean="0"/>
              <a:t> </a:t>
            </a:r>
            <a:r>
              <a:rPr lang="en-US" dirty="0" err="1" smtClean="0"/>
              <a:t>fahefana</a:t>
            </a:r>
            <a:r>
              <a:rPr lang="en-US" dirty="0" smtClean="0"/>
              <a:t> </a:t>
            </a:r>
            <a:r>
              <a:rPr lang="en-US" dirty="0" err="1" smtClean="0"/>
              <a:t>Mahay</a:t>
            </a:r>
            <a:r>
              <a:rPr lang="en-US" dirty="0" smtClean="0"/>
              <a:t> </a:t>
            </a:r>
            <a:r>
              <a:rPr lang="en-US" dirty="0" err="1" smtClean="0"/>
              <a:t>misangy</a:t>
            </a:r>
            <a:r>
              <a:rPr lang="en-US" dirty="0" smtClean="0"/>
              <a:t> (</a:t>
            </a:r>
            <a:r>
              <a:rPr lang="en-US" dirty="0" err="1" smtClean="0"/>
              <a:t>sens</a:t>
            </a:r>
            <a:r>
              <a:rPr lang="en-US" dirty="0" smtClean="0"/>
              <a:t> de </a:t>
            </a:r>
            <a:r>
              <a:rPr lang="en-US" dirty="0" err="1" smtClean="0"/>
              <a:t>l’humour</a:t>
            </a:r>
            <a:r>
              <a:rPr lang="en-US" dirty="0" smtClean="0"/>
              <a:t>)</a:t>
            </a:r>
            <a:endParaRPr lang="en-US" dirty="0"/>
          </a:p>
          <a:p>
            <a:r>
              <a:rPr lang="en-US" dirty="0" err="1" smtClean="0"/>
              <a:t>Tsy</a:t>
            </a:r>
            <a:r>
              <a:rPr lang="en-US" dirty="0" smtClean="0"/>
              <a:t> </a:t>
            </a:r>
            <a:r>
              <a:rPr lang="en-US" dirty="0" err="1" smtClean="0"/>
              <a:t>lany</a:t>
            </a:r>
            <a:r>
              <a:rPr lang="en-US" dirty="0" smtClean="0"/>
              <a:t> </a:t>
            </a:r>
            <a:r>
              <a:rPr lang="en-US" dirty="0" err="1" smtClean="0"/>
              <a:t>hevitra</a:t>
            </a:r>
            <a:r>
              <a:rPr lang="en-US" dirty="0" smtClean="0"/>
              <a:t> </a:t>
            </a:r>
            <a:r>
              <a:rPr lang="en-US" dirty="0" err="1" smtClean="0"/>
              <a:t>sy</a:t>
            </a:r>
            <a:r>
              <a:rPr lang="en-US" dirty="0" smtClean="0"/>
              <a:t> </a:t>
            </a:r>
            <a:r>
              <a:rPr lang="en-US" dirty="0" err="1" smtClean="0"/>
              <a:t>tia</a:t>
            </a:r>
            <a:r>
              <a:rPr lang="en-US" dirty="0" smtClean="0"/>
              <a:t> </a:t>
            </a:r>
            <a:r>
              <a:rPr lang="en-US" dirty="0" err="1" smtClean="0"/>
              <a:t>karokaroka</a:t>
            </a:r>
            <a:endParaRPr lang="en-US" dirty="0"/>
          </a:p>
        </p:txBody>
      </p:sp>
      <p:sp>
        <p:nvSpPr>
          <p:cNvPr id="80900" name="Rectangle 4"/>
          <p:cNvSpPr>
            <a:spLocks noChangeArrowheads="1"/>
          </p:cNvSpPr>
          <p:nvPr/>
        </p:nvSpPr>
        <p:spPr bwMode="auto">
          <a:xfrm>
            <a:off x="1981200" y="4191000"/>
            <a:ext cx="6858000" cy="175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accent1"/>
              </a:buClr>
              <a:buFontTx/>
              <a:buChar char="•"/>
            </a:pPr>
            <a:r>
              <a:rPr lang="en-US" sz="32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Manana</a:t>
            </a:r>
            <a:r>
              <a:rPr lang="en-US" sz="32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32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ny</a:t>
            </a:r>
            <a:r>
              <a:rPr lang="en-US" sz="32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toe-</a:t>
            </a:r>
            <a:r>
              <a:rPr lang="en-US" sz="32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tsain’ny</a:t>
            </a:r>
            <a:r>
              <a:rPr lang="en-US" sz="32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32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ekipa</a:t>
            </a:r>
            <a:endParaRPr lang="en-US" sz="3200" dirty="0">
              <a:effectLst>
                <a:outerShdw blurRad="38100" dist="38100" dir="2700000" algn="tl">
                  <a:srgbClr val="808080"/>
                </a:outerShdw>
              </a:effectLst>
              <a:latin typeface="Tahoma" pitchFamily="34" charset="0"/>
            </a:endParaRPr>
          </a:p>
          <a:p>
            <a:pPr marL="342900" indent="-342900">
              <a:spcBef>
                <a:spcPct val="20000"/>
              </a:spcBef>
              <a:buClr>
                <a:schemeClr val="accent1"/>
              </a:buClr>
              <a:buFontTx/>
              <a:buChar char="•"/>
            </a:pPr>
            <a:r>
              <a:rPr lang="en-US" sz="32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Optimiste</a:t>
            </a:r>
            <a:r>
              <a:rPr lang="en-US" sz="32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32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sy</a:t>
            </a:r>
            <a:r>
              <a:rPr lang="en-US" sz="32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32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enthusiaste</a:t>
            </a:r>
            <a:endParaRPr lang="en-US" sz="3200" dirty="0">
              <a:effectLst>
                <a:outerShdw blurRad="38100" dist="38100" dir="2700000" algn="tl">
                  <a:srgbClr val="808080"/>
                </a:outerShdw>
              </a:effectLst>
              <a:latin typeface="Tahoma" pitchFamily="34" charset="0"/>
            </a:endParaRPr>
          </a:p>
          <a:p>
            <a:pPr marL="342900" indent="-342900">
              <a:spcBef>
                <a:spcPct val="20000"/>
              </a:spcBef>
              <a:buClr>
                <a:schemeClr val="accent1"/>
              </a:buClr>
              <a:buFontTx/>
              <a:buChar char="•"/>
            </a:pPr>
            <a:r>
              <a:rPr lang="en-US" sz="32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Mahay</a:t>
            </a:r>
            <a:r>
              <a:rPr lang="en-US" sz="32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32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misafidy</a:t>
            </a:r>
            <a:r>
              <a:rPr lang="en-US" sz="32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32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ireo</a:t>
            </a:r>
            <a:r>
              <a:rPr lang="en-US" sz="32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32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mpanampy</a:t>
            </a:r>
            <a:r>
              <a:rPr lang="en-US" sz="32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32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sy</a:t>
            </a:r>
            <a:r>
              <a:rPr lang="en-US" sz="32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32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mpiara</a:t>
            </a:r>
            <a:r>
              <a:rPr lang="en-US" sz="32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-</a:t>
            </a:r>
            <a:r>
              <a:rPr lang="en-US" sz="32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miasa</a:t>
            </a:r>
            <a:r>
              <a:rPr lang="en-US" sz="32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(staff)</a:t>
            </a:r>
            <a:endParaRPr lang="en-US" sz="3200" dirty="0">
              <a:effectLst>
                <a:outerShdw blurRad="38100" dist="38100" dir="2700000" algn="tl">
                  <a:srgbClr val="808080"/>
                </a:outerShdw>
              </a:effectLst>
              <a:latin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226155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08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08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808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809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809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809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899" grpId="0" build="p" autoUpdateAnimBg="0"/>
      <p:bldP spid="80900" grpId="0" build="p" autoUpdateAnimBg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8001000" cy="1143000"/>
          </a:xfrm>
        </p:spPr>
        <p:txBody>
          <a:bodyPr/>
          <a:lstStyle/>
          <a:p>
            <a:pPr algn="ctr"/>
            <a:r>
              <a:rPr lang="en-US" dirty="0" smtClean="0"/>
              <a:t>Toe-</a:t>
            </a:r>
            <a:r>
              <a:rPr lang="en-US" dirty="0" err="1" smtClean="0"/>
              <a:t>tsain’ireo</a:t>
            </a:r>
            <a:r>
              <a:rPr lang="en-US" dirty="0" smtClean="0"/>
              <a:t> STAFF </a:t>
            </a:r>
            <a:r>
              <a:rPr lang="en-US" dirty="0" err="1" smtClean="0"/>
              <a:t>mahita</a:t>
            </a:r>
            <a:r>
              <a:rPr lang="en-US" dirty="0" smtClean="0"/>
              <a:t> </a:t>
            </a:r>
            <a:r>
              <a:rPr lang="en-US" dirty="0" err="1" smtClean="0"/>
              <a:t>fahombiazana</a:t>
            </a:r>
            <a:endParaRPr lang="en-US" dirty="0"/>
          </a:p>
        </p:txBody>
      </p:sp>
      <p:sp>
        <p:nvSpPr>
          <p:cNvPr id="819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76400"/>
            <a:ext cx="8077200" cy="2895600"/>
          </a:xfrm>
        </p:spPr>
        <p:txBody>
          <a:bodyPr/>
          <a:lstStyle/>
          <a:p>
            <a:r>
              <a:rPr lang="en-US" dirty="0" err="1" smtClean="0"/>
              <a:t>Maha-te</a:t>
            </a:r>
            <a:r>
              <a:rPr lang="en-US" dirty="0" smtClean="0"/>
              <a:t> ho- </a:t>
            </a:r>
            <a:r>
              <a:rPr lang="en-US" dirty="0" err="1" smtClean="0"/>
              <a:t>tiia</a:t>
            </a:r>
            <a:endParaRPr lang="en-US" dirty="0"/>
          </a:p>
          <a:p>
            <a:r>
              <a:rPr lang="en-US" dirty="0" err="1" smtClean="0"/>
              <a:t>Malala-tanana</a:t>
            </a:r>
            <a:r>
              <a:rPr lang="en-US" dirty="0" smtClean="0"/>
              <a:t> @ </a:t>
            </a:r>
            <a:r>
              <a:rPr lang="en-US" dirty="0" err="1" smtClean="0"/>
              <a:t>fankasitrahana</a:t>
            </a:r>
            <a:endParaRPr lang="en-US" dirty="0"/>
          </a:p>
          <a:p>
            <a:r>
              <a:rPr lang="en-US" dirty="0" err="1" smtClean="0"/>
              <a:t>Mangataka</a:t>
            </a:r>
            <a:r>
              <a:rPr lang="en-US" dirty="0" smtClean="0"/>
              <a:t> </a:t>
            </a:r>
            <a:r>
              <a:rPr lang="en-US" dirty="0" err="1" smtClean="0"/>
              <a:t>torohevitra</a:t>
            </a:r>
            <a:endParaRPr lang="en-US" dirty="0"/>
          </a:p>
          <a:p>
            <a:r>
              <a:rPr lang="en-US" dirty="0" err="1" smtClean="0"/>
              <a:t>Manome</a:t>
            </a:r>
            <a:r>
              <a:rPr lang="en-US" dirty="0" smtClean="0"/>
              <a:t> </a:t>
            </a:r>
            <a:r>
              <a:rPr lang="en-US" dirty="0" err="1" smtClean="0"/>
              <a:t>lanja</a:t>
            </a:r>
            <a:r>
              <a:rPr lang="en-US" dirty="0" smtClean="0"/>
              <a:t> </a:t>
            </a:r>
            <a:r>
              <a:rPr lang="en-US" dirty="0" err="1" smtClean="0"/>
              <a:t>ny</a:t>
            </a:r>
            <a:r>
              <a:rPr lang="en-US" dirty="0" smtClean="0"/>
              <a:t> </a:t>
            </a:r>
            <a:r>
              <a:rPr lang="en-US" dirty="0" err="1" smtClean="0"/>
              <a:t>olona</a:t>
            </a:r>
            <a:endParaRPr lang="en-US" dirty="0"/>
          </a:p>
          <a:p>
            <a:r>
              <a:rPr lang="en-US" dirty="0" err="1" smtClean="0"/>
              <a:t>Tsy</a:t>
            </a:r>
            <a:r>
              <a:rPr lang="en-US" dirty="0" smtClean="0"/>
              <a:t> </a:t>
            </a:r>
            <a:r>
              <a:rPr lang="en-US" dirty="0" err="1" smtClean="0"/>
              <a:t>manao</a:t>
            </a:r>
            <a:r>
              <a:rPr lang="en-US" dirty="0" smtClean="0"/>
              <a:t> </a:t>
            </a:r>
            <a:r>
              <a:rPr lang="en-US" dirty="0" err="1" smtClean="0"/>
              <a:t>izay</a:t>
            </a:r>
            <a:r>
              <a:rPr lang="en-US" dirty="0" smtClean="0"/>
              <a:t> </a:t>
            </a:r>
            <a:r>
              <a:rPr lang="en-US" dirty="0" err="1" smtClean="0"/>
              <a:t>hahasadaikatra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81924" name="Rectangle 4"/>
          <p:cNvSpPr>
            <a:spLocks noChangeArrowheads="1"/>
          </p:cNvSpPr>
          <p:nvPr/>
        </p:nvSpPr>
        <p:spPr bwMode="auto">
          <a:xfrm>
            <a:off x="1981200" y="4592638"/>
            <a:ext cx="6781800" cy="182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accent1"/>
              </a:buClr>
              <a:buFontTx/>
              <a:buChar char="•"/>
            </a:pPr>
            <a:r>
              <a:rPr lang="en-US" sz="32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Mitarika</a:t>
            </a:r>
            <a:r>
              <a:rPr lang="en-US" sz="32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32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fa</a:t>
            </a:r>
            <a:r>
              <a:rPr lang="en-US" sz="32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32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tsy</a:t>
            </a:r>
            <a:r>
              <a:rPr lang="en-US" sz="32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32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mitondra</a:t>
            </a:r>
            <a:endParaRPr lang="en-US" sz="3200" dirty="0">
              <a:effectLst>
                <a:outerShdw blurRad="38100" dist="38100" dir="2700000" algn="tl">
                  <a:srgbClr val="808080"/>
                </a:outerShdw>
              </a:effectLst>
              <a:latin typeface="Tahoma" pitchFamily="34" charset="0"/>
            </a:endParaRPr>
          </a:p>
          <a:p>
            <a:pPr marL="342900" indent="-342900">
              <a:spcBef>
                <a:spcPct val="20000"/>
              </a:spcBef>
              <a:buClr>
                <a:schemeClr val="accent1"/>
              </a:buClr>
              <a:buFontTx/>
              <a:buChar char="•"/>
            </a:pPr>
            <a:r>
              <a:rPr lang="en-US" sz="32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Mahatadidy</a:t>
            </a:r>
            <a:r>
              <a:rPr lang="en-US" sz="32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32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ny</a:t>
            </a:r>
            <a:r>
              <a:rPr lang="en-US" sz="32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32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anarana</a:t>
            </a:r>
            <a:endParaRPr lang="en-US" sz="3200" dirty="0">
              <a:effectLst>
                <a:outerShdw blurRad="38100" dist="38100" dir="2700000" algn="tl">
                  <a:srgbClr val="808080"/>
                </a:outerShdw>
              </a:effectLst>
              <a:latin typeface="Tahoma" pitchFamily="34" charset="0"/>
            </a:endParaRPr>
          </a:p>
          <a:p>
            <a:pPr marL="342900" indent="-342900">
              <a:spcBef>
                <a:spcPct val="20000"/>
              </a:spcBef>
              <a:buClr>
                <a:schemeClr val="accent1"/>
              </a:buClr>
              <a:buFontTx/>
              <a:buChar char="•"/>
            </a:pPr>
            <a:r>
              <a:rPr lang="en-US" sz="32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Mahatoky</a:t>
            </a:r>
            <a:r>
              <a:rPr lang="en-US" sz="32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32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amin’ny</a:t>
            </a:r>
            <a:r>
              <a:rPr lang="en-US" sz="32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32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teniny</a:t>
            </a:r>
            <a:endParaRPr lang="en-US" sz="3200" dirty="0">
              <a:effectLst>
                <a:outerShdw blurRad="38100" dist="38100" dir="2700000" algn="tl">
                  <a:srgbClr val="808080"/>
                </a:outerShdw>
              </a:effectLst>
              <a:latin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235035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19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19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819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819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819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819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819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819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23" grpId="0" build="p" autoUpdateAnimBg="0"/>
      <p:bldP spid="81924" grpId="0" build="p" autoUpdateAnimBg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76400"/>
            <a:ext cx="8077200" cy="2895600"/>
          </a:xfrm>
        </p:spPr>
        <p:txBody>
          <a:bodyPr/>
          <a:lstStyle/>
          <a:p>
            <a:r>
              <a:rPr lang="en-US" dirty="0" err="1" smtClean="0"/>
              <a:t>Faly</a:t>
            </a:r>
            <a:r>
              <a:rPr lang="en-US" dirty="0" smtClean="0"/>
              <a:t> </a:t>
            </a:r>
            <a:r>
              <a:rPr lang="en-US" dirty="0" err="1" smtClean="0"/>
              <a:t>sy</a:t>
            </a:r>
            <a:r>
              <a:rPr lang="en-US" dirty="0" smtClean="0"/>
              <a:t> </a:t>
            </a:r>
            <a:r>
              <a:rPr lang="en-US" dirty="0" err="1" smtClean="0"/>
              <a:t>mijery</a:t>
            </a:r>
            <a:r>
              <a:rPr lang="en-US" dirty="0" smtClean="0"/>
              <a:t> </a:t>
            </a:r>
            <a:r>
              <a:rPr lang="en-US" dirty="0" err="1" smtClean="0"/>
              <a:t>ny</a:t>
            </a:r>
            <a:r>
              <a:rPr lang="en-US" dirty="0" smtClean="0"/>
              <a:t> </a:t>
            </a:r>
            <a:r>
              <a:rPr lang="en-US" dirty="0" err="1" smtClean="0"/>
              <a:t>lafin-tsaran-javatra</a:t>
            </a:r>
            <a:endParaRPr lang="en-US" dirty="0"/>
          </a:p>
          <a:p>
            <a:r>
              <a:rPr lang="en-US" dirty="0" err="1" smtClean="0"/>
              <a:t>Tsy</a:t>
            </a:r>
            <a:r>
              <a:rPr lang="en-US" dirty="0" smtClean="0"/>
              <a:t> </a:t>
            </a:r>
            <a:r>
              <a:rPr lang="en-US" dirty="0" err="1" smtClean="0"/>
              <a:t>mirehareha</a:t>
            </a:r>
            <a:r>
              <a:rPr lang="en-US" dirty="0" smtClean="0"/>
              <a:t> </a:t>
            </a:r>
            <a:r>
              <a:rPr lang="en-US" dirty="0" err="1" smtClean="0"/>
              <a:t>na</a:t>
            </a:r>
            <a:r>
              <a:rPr lang="en-US" dirty="0" smtClean="0"/>
              <a:t> </a:t>
            </a:r>
            <a:r>
              <a:rPr lang="en-US" dirty="0" err="1" smtClean="0"/>
              <a:t>dedaka</a:t>
            </a:r>
            <a:endParaRPr lang="en-US" dirty="0"/>
          </a:p>
          <a:p>
            <a:r>
              <a:rPr lang="en-US" dirty="0" err="1" smtClean="0"/>
              <a:t>Tsy</a:t>
            </a:r>
            <a:r>
              <a:rPr lang="en-US" dirty="0" smtClean="0"/>
              <a:t> </a:t>
            </a:r>
            <a:r>
              <a:rPr lang="en-US" dirty="0" err="1" smtClean="0"/>
              <a:t>mandray</a:t>
            </a:r>
            <a:r>
              <a:rPr lang="en-US" dirty="0" smtClean="0"/>
              <a:t> </a:t>
            </a:r>
            <a:r>
              <a:rPr lang="en-US" dirty="0" err="1" smtClean="0"/>
              <a:t>fanapahan-kevitra</a:t>
            </a:r>
            <a:r>
              <a:rPr lang="en-US" dirty="0" smtClean="0"/>
              <a:t> </a:t>
            </a:r>
            <a:r>
              <a:rPr lang="en-US" dirty="0" err="1" smtClean="0"/>
              <a:t>rehefa</a:t>
            </a:r>
            <a:r>
              <a:rPr lang="en-US" dirty="0" smtClean="0"/>
              <a:t> </a:t>
            </a:r>
            <a:r>
              <a:rPr lang="en-US" dirty="0" err="1" smtClean="0"/>
              <a:t>tezitra</a:t>
            </a:r>
            <a:r>
              <a:rPr lang="en-US" dirty="0" smtClean="0"/>
              <a:t>.</a:t>
            </a:r>
            <a:endParaRPr lang="en-US" dirty="0"/>
          </a:p>
          <a:p>
            <a:r>
              <a:rPr lang="en-US" dirty="0" err="1" smtClean="0"/>
              <a:t>Manasitrana</a:t>
            </a:r>
            <a:r>
              <a:rPr lang="en-US" dirty="0" smtClean="0"/>
              <a:t> </a:t>
            </a:r>
            <a:r>
              <a:rPr lang="en-US" dirty="0" err="1" smtClean="0"/>
              <a:t>faingana</a:t>
            </a:r>
            <a:r>
              <a:rPr lang="en-US" dirty="0" smtClean="0"/>
              <a:t> </a:t>
            </a:r>
            <a:r>
              <a:rPr lang="en-US" dirty="0" err="1" smtClean="0"/>
              <a:t>ireo</a:t>
            </a:r>
            <a:r>
              <a:rPr lang="en-US" dirty="0" smtClean="0"/>
              <a:t> </a:t>
            </a:r>
            <a:r>
              <a:rPr lang="en-US" dirty="0" err="1" smtClean="0"/>
              <a:t>ratra</a:t>
            </a:r>
            <a:endParaRPr lang="en-US" dirty="0"/>
          </a:p>
        </p:txBody>
      </p:sp>
      <p:sp>
        <p:nvSpPr>
          <p:cNvPr id="83972" name="Rectangle 4"/>
          <p:cNvSpPr>
            <a:spLocks noChangeArrowheads="1"/>
          </p:cNvSpPr>
          <p:nvPr/>
        </p:nvSpPr>
        <p:spPr bwMode="auto">
          <a:xfrm>
            <a:off x="1981200" y="4495800"/>
            <a:ext cx="6781800" cy="175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accent1"/>
              </a:buClr>
              <a:buFontTx/>
              <a:buChar char="•"/>
            </a:pPr>
            <a:r>
              <a:rPr lang="en-US" sz="32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Olon’ny</a:t>
            </a:r>
            <a:r>
              <a:rPr lang="en-US" sz="32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32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asa</a:t>
            </a:r>
            <a:endParaRPr lang="en-US" sz="3200" dirty="0">
              <a:effectLst>
                <a:outerShdw blurRad="38100" dist="38100" dir="2700000" algn="tl">
                  <a:srgbClr val="808080"/>
                </a:outerShdw>
              </a:effectLst>
              <a:latin typeface="Tahoma" pitchFamily="34" charset="0"/>
            </a:endParaRPr>
          </a:p>
          <a:p>
            <a:pPr marL="342900" indent="-342900">
              <a:spcBef>
                <a:spcPct val="20000"/>
              </a:spcBef>
              <a:buClr>
                <a:schemeClr val="accent1"/>
              </a:buClr>
              <a:buFontTx/>
              <a:buChar char="•"/>
            </a:pPr>
            <a:r>
              <a:rPr lang="en-US" sz="32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Miara-miasa</a:t>
            </a:r>
            <a:endParaRPr lang="en-US" sz="3200" dirty="0">
              <a:effectLst>
                <a:outerShdw blurRad="38100" dist="38100" dir="2700000" algn="tl">
                  <a:srgbClr val="808080"/>
                </a:outerShdw>
              </a:effectLst>
              <a:latin typeface="Tahoma" pitchFamily="34" charset="0"/>
            </a:endParaRPr>
          </a:p>
          <a:p>
            <a:pPr marL="342900" indent="-342900">
              <a:spcBef>
                <a:spcPct val="20000"/>
              </a:spcBef>
              <a:buClr>
                <a:schemeClr val="accent1"/>
              </a:buClr>
              <a:buFontTx/>
              <a:buChar char="•"/>
            </a:pPr>
            <a:r>
              <a:rPr lang="en-US" sz="32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Tonga aloha</a:t>
            </a:r>
            <a:endParaRPr lang="en-US" sz="3200" dirty="0">
              <a:effectLst>
                <a:outerShdw blurRad="38100" dist="38100" dir="2700000" algn="tl">
                  <a:srgbClr val="808080"/>
                </a:outerShdw>
              </a:effectLst>
              <a:latin typeface="Tahoma" pitchFamily="34" charset="0"/>
            </a:endParaRPr>
          </a:p>
        </p:txBody>
      </p:sp>
      <p:sp>
        <p:nvSpPr>
          <p:cNvPr id="83974" name="Rectangle 6"/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8001000" cy="1143000"/>
          </a:xfrm>
          <a:noFill/>
          <a:ln/>
        </p:spPr>
        <p:txBody>
          <a:bodyPr/>
          <a:lstStyle/>
          <a:p>
            <a:pPr algn="ctr"/>
            <a:r>
              <a:rPr lang="en-US" dirty="0" smtClean="0"/>
              <a:t>Toe-</a:t>
            </a:r>
            <a:r>
              <a:rPr lang="en-US" dirty="0" err="1" smtClean="0"/>
              <a:t>tsain’ireo</a:t>
            </a:r>
            <a:r>
              <a:rPr lang="en-US" dirty="0" smtClean="0"/>
              <a:t> STAFF </a:t>
            </a:r>
            <a:r>
              <a:rPr lang="en-US" dirty="0" err="1" smtClean="0"/>
              <a:t>mahita</a:t>
            </a:r>
            <a:r>
              <a:rPr lang="en-US" dirty="0" smtClean="0"/>
              <a:t> </a:t>
            </a:r>
            <a:r>
              <a:rPr lang="en-US" dirty="0" err="1" smtClean="0"/>
              <a:t>fahombiazana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757584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39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39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839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839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839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839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839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971" grpId="0" build="p" autoUpdateAnimBg="0"/>
      <p:bldP spid="83972" grpId="0" build="p" autoUpdateAnimBg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1676400"/>
            <a:ext cx="8077200" cy="2895600"/>
          </a:xfrm>
        </p:spPr>
        <p:txBody>
          <a:bodyPr/>
          <a:lstStyle/>
          <a:p>
            <a:r>
              <a:rPr lang="en-US" sz="4400" b="1" dirty="0" err="1" smtClean="0"/>
              <a:t>Niomana</a:t>
            </a:r>
            <a:endParaRPr lang="en-US" sz="4400" b="1" dirty="0"/>
          </a:p>
          <a:p>
            <a:pPr lvl="1"/>
            <a:r>
              <a:rPr lang="en-US" sz="4000" dirty="0" err="1" smtClean="0"/>
              <a:t>Nanomana</a:t>
            </a:r>
            <a:r>
              <a:rPr lang="en-US" sz="4000" dirty="0" smtClean="0"/>
              <a:t> </a:t>
            </a:r>
            <a:r>
              <a:rPr lang="en-US" sz="4000" dirty="0" err="1" smtClean="0"/>
              <a:t>ora</a:t>
            </a:r>
            <a:r>
              <a:rPr lang="en-US" sz="4000" dirty="0" smtClean="0"/>
              <a:t> </a:t>
            </a:r>
            <a:r>
              <a:rPr lang="en-US" sz="4000" dirty="0" err="1" smtClean="0"/>
              <a:t>iray</a:t>
            </a:r>
            <a:r>
              <a:rPr lang="en-US" sz="4000" dirty="0" smtClean="0"/>
              <a:t> </a:t>
            </a:r>
            <a:r>
              <a:rPr lang="en-US" sz="4000" dirty="0" err="1" smtClean="0"/>
              <a:t>ny</a:t>
            </a:r>
            <a:r>
              <a:rPr lang="en-US" sz="4000" dirty="0" smtClean="0"/>
              <a:t> </a:t>
            </a:r>
            <a:r>
              <a:rPr lang="en-US" sz="4000" dirty="0" err="1" smtClean="0"/>
              <a:t>fihetsehana</a:t>
            </a:r>
            <a:r>
              <a:rPr lang="en-US" sz="4000" dirty="0" smtClean="0"/>
              <a:t> </a:t>
            </a:r>
            <a:r>
              <a:rPr lang="en-US" sz="4000" dirty="0" err="1" smtClean="0"/>
              <a:t>mandritra</a:t>
            </a:r>
            <a:r>
              <a:rPr lang="en-US" sz="4000" dirty="0" smtClean="0"/>
              <a:t> </a:t>
            </a:r>
            <a:r>
              <a:rPr lang="en-US" sz="4000" dirty="0" err="1" smtClean="0"/>
              <a:t>ny</a:t>
            </a:r>
            <a:r>
              <a:rPr lang="en-US" sz="4000" dirty="0" smtClean="0"/>
              <a:t> </a:t>
            </a:r>
            <a:r>
              <a:rPr lang="en-US" sz="4000" dirty="0" err="1" smtClean="0"/>
              <a:t>fivoriana</a:t>
            </a:r>
            <a:r>
              <a:rPr lang="en-US" sz="4000" dirty="0" smtClean="0"/>
              <a:t> </a:t>
            </a:r>
            <a:r>
              <a:rPr lang="en-US" sz="4000" dirty="0" err="1" smtClean="0"/>
              <a:t>maharitra</a:t>
            </a:r>
            <a:r>
              <a:rPr lang="en-US" sz="4000" dirty="0" smtClean="0"/>
              <a:t> 30mn.</a:t>
            </a:r>
            <a:endParaRPr lang="en-US" sz="4000" dirty="0"/>
          </a:p>
        </p:txBody>
      </p:sp>
      <p:sp>
        <p:nvSpPr>
          <p:cNvPr id="99332" name="Rectangle 4"/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8001000" cy="1143000"/>
          </a:xfrm>
          <a:noFill/>
          <a:ln/>
        </p:spPr>
        <p:txBody>
          <a:bodyPr/>
          <a:lstStyle/>
          <a:p>
            <a:pPr algn="ctr"/>
            <a:r>
              <a:rPr lang="en-US" dirty="0" smtClean="0"/>
              <a:t>Toe-</a:t>
            </a:r>
            <a:r>
              <a:rPr lang="en-US" dirty="0" err="1" smtClean="0"/>
              <a:t>tsain’ireo</a:t>
            </a:r>
            <a:r>
              <a:rPr lang="en-US" dirty="0" smtClean="0"/>
              <a:t> STAFF </a:t>
            </a:r>
            <a:r>
              <a:rPr lang="en-US" dirty="0" err="1" smtClean="0"/>
              <a:t>mahita</a:t>
            </a:r>
            <a:r>
              <a:rPr lang="en-US" dirty="0" smtClean="0"/>
              <a:t> </a:t>
            </a:r>
            <a:r>
              <a:rPr lang="en-US" dirty="0" err="1" smtClean="0"/>
              <a:t>fahombiazana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962285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93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993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330" grpId="0" build="p" autoUpdateAnimBg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800" dirty="0" smtClean="0"/>
              <a:t>KARAZAM-PITARIHANA 5</a:t>
            </a:r>
            <a:br>
              <a:rPr lang="en-US" sz="4800" dirty="0" smtClean="0"/>
            </a:br>
            <a:endParaRPr lang="fr-FR" sz="4800" dirty="0"/>
          </a:p>
        </p:txBody>
      </p:sp>
      <p:sp>
        <p:nvSpPr>
          <p:cNvPr id="5" name="Sous-titr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4400" dirty="0" smtClean="0"/>
              <a:t>Style de Leadership</a:t>
            </a:r>
            <a:endParaRPr lang="fr-FR" sz="4400" dirty="0"/>
          </a:p>
        </p:txBody>
      </p:sp>
    </p:spTree>
    <p:extLst>
      <p:ext uri="{BB962C8B-B14F-4D97-AF65-F5344CB8AC3E}">
        <p14:creationId xmlns:p14="http://schemas.microsoft.com/office/powerpoint/2010/main" val="405260535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8382000" cy="1143000"/>
          </a:xfrm>
        </p:spPr>
        <p:txBody>
          <a:bodyPr/>
          <a:lstStyle/>
          <a:p>
            <a:pPr algn="ctr"/>
            <a:r>
              <a:rPr lang="en-US" dirty="0" err="1" smtClean="0"/>
              <a:t>Authoritaire</a:t>
            </a:r>
            <a:r>
              <a:rPr lang="en-US" dirty="0" smtClean="0"/>
              <a:t> (Autocratic)- DIDY JADONA</a:t>
            </a:r>
            <a:endParaRPr lang="en-US" dirty="0"/>
          </a:p>
        </p:txBody>
      </p:sp>
      <p:sp>
        <p:nvSpPr>
          <p:cNvPr id="942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66800" y="1676400"/>
            <a:ext cx="8077200" cy="2895600"/>
          </a:xfrm>
        </p:spPr>
        <p:txBody>
          <a:bodyPr/>
          <a:lstStyle/>
          <a:p>
            <a:pPr lvl="1"/>
            <a:r>
              <a:rPr lang="en-US" dirty="0" err="1" smtClean="0">
                <a:latin typeface="Verdana" pitchFamily="34" charset="0"/>
              </a:rPr>
              <a:t>Mifikitra</a:t>
            </a:r>
            <a:r>
              <a:rPr lang="en-US" dirty="0" smtClean="0">
                <a:latin typeface="Verdana" pitchFamily="34" charset="0"/>
              </a:rPr>
              <a:t> be </a:t>
            </a:r>
            <a:r>
              <a:rPr lang="en-US" dirty="0" err="1" smtClean="0">
                <a:latin typeface="Verdana" pitchFamily="34" charset="0"/>
              </a:rPr>
              <a:t>amin’ny</a:t>
            </a:r>
            <a:r>
              <a:rPr lang="en-US" dirty="0" smtClean="0">
                <a:latin typeface="Verdana" pitchFamily="34" charset="0"/>
              </a:rPr>
              <a:t> </a:t>
            </a:r>
            <a:r>
              <a:rPr lang="en-US" dirty="0" err="1" smtClean="0">
                <a:latin typeface="Verdana" pitchFamily="34" charset="0"/>
              </a:rPr>
              <a:t>fahefana</a:t>
            </a:r>
            <a:r>
              <a:rPr lang="en-US" dirty="0" smtClean="0">
                <a:latin typeface="Verdana" pitchFamily="34" charset="0"/>
              </a:rPr>
              <a:t> </a:t>
            </a:r>
            <a:r>
              <a:rPr lang="en-US" dirty="0" err="1" smtClean="0">
                <a:latin typeface="Verdana" pitchFamily="34" charset="0"/>
              </a:rPr>
              <a:t>sy</a:t>
            </a:r>
            <a:r>
              <a:rPr lang="en-US" dirty="0" smtClean="0">
                <a:latin typeface="Verdana" pitchFamily="34" charset="0"/>
              </a:rPr>
              <a:t> </a:t>
            </a:r>
            <a:r>
              <a:rPr lang="en-US" dirty="0" err="1" smtClean="0">
                <a:latin typeface="Verdana" pitchFamily="34" charset="0"/>
              </a:rPr>
              <a:t>ny</a:t>
            </a:r>
            <a:r>
              <a:rPr lang="en-US" dirty="0" smtClean="0">
                <a:latin typeface="Verdana" pitchFamily="34" charset="0"/>
              </a:rPr>
              <a:t> </a:t>
            </a:r>
            <a:r>
              <a:rPr lang="en-US" dirty="0" err="1" smtClean="0">
                <a:latin typeface="Verdana" pitchFamily="34" charset="0"/>
              </a:rPr>
              <a:t>fanapahan-kevitra</a:t>
            </a:r>
            <a:r>
              <a:rPr lang="en-US" dirty="0" smtClean="0">
                <a:latin typeface="Verdana" pitchFamily="34" charset="0"/>
              </a:rPr>
              <a:t> </a:t>
            </a:r>
            <a:r>
              <a:rPr lang="en-US" dirty="0" err="1" smtClean="0">
                <a:latin typeface="Verdana" pitchFamily="34" charset="0"/>
              </a:rPr>
              <a:t>arak’izay</a:t>
            </a:r>
            <a:r>
              <a:rPr lang="en-US" dirty="0" smtClean="0">
                <a:latin typeface="Verdana" pitchFamily="34" charset="0"/>
              </a:rPr>
              <a:t> </a:t>
            </a:r>
            <a:r>
              <a:rPr lang="en-US" dirty="0" err="1" smtClean="0">
                <a:latin typeface="Verdana" pitchFamily="34" charset="0"/>
              </a:rPr>
              <a:t>azo</a:t>
            </a:r>
            <a:r>
              <a:rPr lang="en-US" dirty="0" smtClean="0">
                <a:latin typeface="Verdana" pitchFamily="34" charset="0"/>
              </a:rPr>
              <a:t> </a:t>
            </a:r>
            <a:r>
              <a:rPr lang="en-US" dirty="0" err="1" smtClean="0">
                <a:latin typeface="Verdana" pitchFamily="34" charset="0"/>
              </a:rPr>
              <a:t>atao</a:t>
            </a:r>
            <a:r>
              <a:rPr lang="en-US" dirty="0" smtClean="0">
                <a:latin typeface="Verdana" pitchFamily="34" charset="0"/>
              </a:rPr>
              <a:t>. </a:t>
            </a:r>
            <a:endParaRPr lang="en-US" dirty="0">
              <a:latin typeface="Verdana" pitchFamily="34" charset="0"/>
            </a:endParaRPr>
          </a:p>
          <a:p>
            <a:pPr lvl="1"/>
            <a:r>
              <a:rPr lang="en-US" dirty="0" err="1" smtClean="0">
                <a:latin typeface="Verdana" pitchFamily="34" charset="0"/>
              </a:rPr>
              <a:t>Tsy</a:t>
            </a:r>
            <a:r>
              <a:rPr lang="en-US" dirty="0" smtClean="0">
                <a:latin typeface="Verdana" pitchFamily="34" charset="0"/>
              </a:rPr>
              <a:t> </a:t>
            </a:r>
            <a:r>
              <a:rPr lang="en-US" dirty="0" err="1" smtClean="0">
                <a:latin typeface="Verdana" pitchFamily="34" charset="0"/>
              </a:rPr>
              <a:t>mila</a:t>
            </a:r>
            <a:r>
              <a:rPr lang="en-US" dirty="0" smtClean="0">
                <a:latin typeface="Verdana" pitchFamily="34" charset="0"/>
              </a:rPr>
              <a:t> </a:t>
            </a:r>
            <a:r>
              <a:rPr lang="en-US" dirty="0" err="1" smtClean="0">
                <a:latin typeface="Verdana" pitchFamily="34" charset="0"/>
              </a:rPr>
              <a:t>hevitra</a:t>
            </a:r>
            <a:r>
              <a:rPr lang="en-US" dirty="0" smtClean="0">
                <a:latin typeface="Verdana" pitchFamily="34" charset="0"/>
              </a:rPr>
              <a:t> @ STAFF  </a:t>
            </a:r>
            <a:r>
              <a:rPr lang="en-US" dirty="0" err="1" smtClean="0">
                <a:latin typeface="Verdana" pitchFamily="34" charset="0"/>
              </a:rPr>
              <a:t>na</a:t>
            </a:r>
            <a:r>
              <a:rPr lang="en-US" dirty="0" smtClean="0">
                <a:latin typeface="Verdana" pitchFamily="34" charset="0"/>
              </a:rPr>
              <a:t> </a:t>
            </a:r>
            <a:r>
              <a:rPr lang="en-US" dirty="0" err="1" smtClean="0">
                <a:latin typeface="Verdana" pitchFamily="34" charset="0"/>
              </a:rPr>
              <a:t>mamela</a:t>
            </a:r>
            <a:r>
              <a:rPr lang="en-US" dirty="0" smtClean="0">
                <a:latin typeface="Verdana" pitchFamily="34" charset="0"/>
              </a:rPr>
              <a:t> </a:t>
            </a:r>
            <a:r>
              <a:rPr lang="en-US" dirty="0" err="1" smtClean="0">
                <a:latin typeface="Verdana" pitchFamily="34" charset="0"/>
              </a:rPr>
              <a:t>azy</a:t>
            </a:r>
            <a:r>
              <a:rPr lang="en-US" dirty="0" smtClean="0">
                <a:latin typeface="Verdana" pitchFamily="34" charset="0"/>
              </a:rPr>
              <a:t> </a:t>
            </a:r>
            <a:r>
              <a:rPr lang="en-US" dirty="0" err="1" smtClean="0">
                <a:latin typeface="Verdana" pitchFamily="34" charset="0"/>
              </a:rPr>
              <a:t>ireo</a:t>
            </a:r>
            <a:r>
              <a:rPr lang="en-US" dirty="0" smtClean="0">
                <a:latin typeface="Verdana" pitchFamily="34" charset="0"/>
              </a:rPr>
              <a:t> </a:t>
            </a:r>
            <a:r>
              <a:rPr lang="en-US" dirty="0" err="1" smtClean="0">
                <a:latin typeface="Verdana" pitchFamily="34" charset="0"/>
              </a:rPr>
              <a:t>hanoso-kevitra</a:t>
            </a:r>
            <a:endParaRPr lang="en-US" dirty="0">
              <a:latin typeface="Verdana" pitchFamily="34" charset="0"/>
            </a:endParaRPr>
          </a:p>
          <a:p>
            <a:pPr lvl="1"/>
            <a:r>
              <a:rPr lang="en-US" dirty="0" err="1" smtClean="0">
                <a:latin typeface="Verdana" pitchFamily="34" charset="0"/>
              </a:rPr>
              <a:t>Tsy</a:t>
            </a:r>
            <a:r>
              <a:rPr lang="en-US" dirty="0" smtClean="0">
                <a:latin typeface="Verdana" pitchFamily="34" charset="0"/>
              </a:rPr>
              <a:t> </a:t>
            </a:r>
            <a:r>
              <a:rPr lang="en-US" dirty="0" err="1" smtClean="0">
                <a:latin typeface="Verdana" pitchFamily="34" charset="0"/>
              </a:rPr>
              <a:t>maintsy</a:t>
            </a:r>
            <a:r>
              <a:rPr lang="en-US" dirty="0" smtClean="0">
                <a:latin typeface="Verdana" pitchFamily="34" charset="0"/>
              </a:rPr>
              <a:t> </a:t>
            </a:r>
            <a:r>
              <a:rPr lang="en-US" dirty="0" err="1" smtClean="0">
                <a:latin typeface="Verdana" pitchFamily="34" charset="0"/>
              </a:rPr>
              <a:t>mankato</a:t>
            </a:r>
            <a:r>
              <a:rPr lang="en-US" dirty="0" smtClean="0">
                <a:latin typeface="Verdana" pitchFamily="34" charset="0"/>
              </a:rPr>
              <a:t> </a:t>
            </a:r>
            <a:r>
              <a:rPr lang="en-US" dirty="0" err="1" smtClean="0">
                <a:latin typeface="Verdana" pitchFamily="34" charset="0"/>
              </a:rPr>
              <a:t>ny</a:t>
            </a:r>
            <a:r>
              <a:rPr lang="en-US" dirty="0" smtClean="0">
                <a:latin typeface="Verdana" pitchFamily="34" charset="0"/>
              </a:rPr>
              <a:t> </a:t>
            </a:r>
            <a:r>
              <a:rPr lang="en-US" dirty="0" err="1" smtClean="0">
                <a:latin typeface="Verdana" pitchFamily="34" charset="0"/>
              </a:rPr>
              <a:t>baiko</a:t>
            </a:r>
            <a:r>
              <a:rPr lang="en-US" dirty="0" smtClean="0">
                <a:latin typeface="Verdana" pitchFamily="34" charset="0"/>
              </a:rPr>
              <a:t> </a:t>
            </a:r>
            <a:r>
              <a:rPr lang="en-US" dirty="0" err="1" smtClean="0">
                <a:latin typeface="Verdana" pitchFamily="34" charset="0"/>
              </a:rPr>
              <a:t>ireo</a:t>
            </a:r>
            <a:r>
              <a:rPr lang="en-US" dirty="0" smtClean="0">
                <a:latin typeface="Verdana" pitchFamily="34" charset="0"/>
              </a:rPr>
              <a:t> Staff </a:t>
            </a:r>
            <a:r>
              <a:rPr lang="en-US" dirty="0">
                <a:latin typeface="Verdana" pitchFamily="34" charset="0"/>
              </a:rPr>
              <a:t>&amp; </a:t>
            </a:r>
            <a:r>
              <a:rPr lang="en-US" dirty="0" err="1" smtClean="0">
                <a:latin typeface="Verdana" pitchFamily="34" charset="0"/>
              </a:rPr>
              <a:t>Mpisavalalana</a:t>
            </a:r>
            <a:r>
              <a:rPr lang="en-US" dirty="0" smtClean="0">
                <a:latin typeface="Verdana" pitchFamily="34" charset="0"/>
              </a:rPr>
              <a:t>. </a:t>
            </a:r>
            <a:endParaRPr lang="en-US" dirty="0">
              <a:latin typeface="Verdana" pitchFamily="34" charset="0"/>
            </a:endParaRPr>
          </a:p>
        </p:txBody>
      </p:sp>
      <p:sp>
        <p:nvSpPr>
          <p:cNvPr id="94212" name="Rectangle 4"/>
          <p:cNvSpPr>
            <a:spLocks noChangeArrowheads="1"/>
          </p:cNvSpPr>
          <p:nvPr/>
        </p:nvSpPr>
        <p:spPr bwMode="auto">
          <a:xfrm>
            <a:off x="1981200" y="5334000"/>
            <a:ext cx="6781800" cy="175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742950" lvl="1" indent="-285750">
              <a:spcBef>
                <a:spcPct val="20000"/>
              </a:spcBef>
              <a:buClr>
                <a:schemeClr val="hlink"/>
              </a:buClr>
              <a:buFontTx/>
              <a:buChar char="–"/>
            </a:pPr>
            <a:r>
              <a:rPr lang="en-US" sz="28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Verdana" pitchFamily="34" charset="0"/>
              </a:rPr>
              <a:t>NY FAMPORISIHANA DIA VOKATRY NY VALISOA SY SAZY.</a:t>
            </a:r>
            <a:endParaRPr lang="en-US" sz="2800" dirty="0">
              <a:effectLst>
                <a:outerShdw blurRad="38100" dist="38100" dir="2700000" algn="tl">
                  <a:srgbClr val="808080"/>
                </a:outerShdw>
              </a:effectLst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670334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42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942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942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942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211" grpId="0" build="p" autoUpdateAnimBg="0"/>
      <p:bldP spid="94212" grpId="0" build="p" autoUpdateAnimBg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8001000" cy="1143000"/>
          </a:xfrm>
        </p:spPr>
        <p:txBody>
          <a:bodyPr/>
          <a:lstStyle/>
          <a:p>
            <a:r>
              <a:rPr lang="en-US" sz="4400" dirty="0" smtClean="0"/>
              <a:t>LAFITSARANY</a:t>
            </a:r>
            <a:endParaRPr lang="en-US" sz="4400" dirty="0"/>
          </a:p>
        </p:txBody>
      </p:sp>
      <p:sp>
        <p:nvSpPr>
          <p:cNvPr id="1013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76400"/>
            <a:ext cx="8077200" cy="2895600"/>
          </a:xfrm>
        </p:spPr>
        <p:txBody>
          <a:bodyPr/>
          <a:lstStyle/>
          <a:p>
            <a:pPr lvl="1"/>
            <a:r>
              <a:rPr lang="en-US" sz="3600" dirty="0" err="1" smtClean="0">
                <a:latin typeface="Verdana" pitchFamily="34" charset="0"/>
              </a:rPr>
              <a:t>Betsaka</a:t>
            </a:r>
            <a:r>
              <a:rPr lang="en-US" sz="3600" dirty="0" smtClean="0">
                <a:latin typeface="Verdana" pitchFamily="34" charset="0"/>
              </a:rPr>
              <a:t> </a:t>
            </a:r>
            <a:r>
              <a:rPr lang="en-US" sz="3600" dirty="0" err="1" smtClean="0">
                <a:latin typeface="Verdana" pitchFamily="34" charset="0"/>
              </a:rPr>
              <a:t>ny</a:t>
            </a:r>
            <a:r>
              <a:rPr lang="en-US" sz="3600" dirty="0" smtClean="0">
                <a:latin typeface="Verdana" pitchFamily="34" charset="0"/>
              </a:rPr>
              <a:t> </a:t>
            </a:r>
            <a:r>
              <a:rPr lang="en-US" sz="3600" dirty="0" err="1" smtClean="0">
                <a:latin typeface="Verdana" pitchFamily="34" charset="0"/>
              </a:rPr>
              <a:t>zava-bita</a:t>
            </a:r>
            <a:endParaRPr lang="en-US" sz="3600" dirty="0">
              <a:latin typeface="Verdana" pitchFamily="34" charset="0"/>
            </a:endParaRPr>
          </a:p>
          <a:p>
            <a:pPr lvl="1"/>
            <a:r>
              <a:rPr lang="en-US" sz="3600" dirty="0" err="1" smtClean="0">
                <a:latin typeface="Verdana" pitchFamily="34" charset="0"/>
              </a:rPr>
              <a:t>Milamina</a:t>
            </a:r>
            <a:r>
              <a:rPr lang="en-US" sz="3600" dirty="0" smtClean="0">
                <a:latin typeface="Verdana" pitchFamily="34" charset="0"/>
              </a:rPr>
              <a:t> </a:t>
            </a:r>
            <a:r>
              <a:rPr lang="en-US" sz="3600" dirty="0" err="1" smtClean="0">
                <a:latin typeface="Verdana" pitchFamily="34" charset="0"/>
              </a:rPr>
              <a:t>tsara</a:t>
            </a:r>
            <a:r>
              <a:rPr lang="en-US" sz="3600" dirty="0" smtClean="0">
                <a:latin typeface="Verdana" pitchFamily="34" charset="0"/>
              </a:rPr>
              <a:t> </a:t>
            </a:r>
            <a:r>
              <a:rPr lang="en-US" sz="3600" dirty="0" err="1" smtClean="0">
                <a:latin typeface="Verdana" pitchFamily="34" charset="0"/>
              </a:rPr>
              <a:t>ny</a:t>
            </a:r>
            <a:r>
              <a:rPr lang="en-US" sz="3600" dirty="0" smtClean="0">
                <a:latin typeface="Verdana" pitchFamily="34" charset="0"/>
              </a:rPr>
              <a:t> </a:t>
            </a:r>
            <a:r>
              <a:rPr lang="en-US" sz="3600" dirty="0" err="1" smtClean="0">
                <a:latin typeface="Verdana" pitchFamily="34" charset="0"/>
              </a:rPr>
              <a:t>zavatra</a:t>
            </a:r>
            <a:r>
              <a:rPr lang="en-US" sz="3600" dirty="0" smtClean="0">
                <a:latin typeface="Verdana" pitchFamily="34" charset="0"/>
              </a:rPr>
              <a:t> </a:t>
            </a:r>
            <a:r>
              <a:rPr lang="en-US" sz="3600" dirty="0" err="1" smtClean="0">
                <a:latin typeface="Verdana" pitchFamily="34" charset="0"/>
              </a:rPr>
              <a:t>rehetra</a:t>
            </a:r>
            <a:endParaRPr lang="en-US" sz="3600" dirty="0">
              <a:latin typeface="Verdana" pitchFamily="34" charset="0"/>
            </a:endParaRPr>
          </a:p>
          <a:p>
            <a:pPr lvl="1"/>
            <a:r>
              <a:rPr lang="en-US" sz="3600" dirty="0" err="1" smtClean="0">
                <a:latin typeface="Verdana" pitchFamily="34" charset="0"/>
              </a:rPr>
              <a:t>Ambony</a:t>
            </a:r>
            <a:r>
              <a:rPr lang="en-US" sz="3600" dirty="0" smtClean="0">
                <a:latin typeface="Verdana" pitchFamily="34" charset="0"/>
              </a:rPr>
              <a:t> </a:t>
            </a:r>
            <a:r>
              <a:rPr lang="en-US" sz="3600" dirty="0" err="1" smtClean="0">
                <a:latin typeface="Verdana" pitchFamily="34" charset="0"/>
              </a:rPr>
              <a:t>ny</a:t>
            </a:r>
            <a:r>
              <a:rPr lang="en-US" sz="3600" dirty="0" smtClean="0">
                <a:latin typeface="Verdana" pitchFamily="34" charset="0"/>
              </a:rPr>
              <a:t> </a:t>
            </a:r>
            <a:r>
              <a:rPr lang="en-US" sz="3600" dirty="0" err="1" smtClean="0">
                <a:latin typeface="Verdana" pitchFamily="34" charset="0"/>
              </a:rPr>
              <a:t>fanaraha-maso</a:t>
            </a:r>
            <a:r>
              <a:rPr lang="en-US" sz="3600" dirty="0" smtClean="0">
                <a:latin typeface="Verdana" pitchFamily="34" charset="0"/>
              </a:rPr>
              <a:t> </a:t>
            </a:r>
            <a:r>
              <a:rPr lang="en-US" sz="3600" dirty="0" err="1" smtClean="0">
                <a:latin typeface="Verdana" pitchFamily="34" charset="0"/>
              </a:rPr>
              <a:t>sy</a:t>
            </a:r>
            <a:r>
              <a:rPr lang="en-US" sz="3600" dirty="0" smtClean="0">
                <a:latin typeface="Verdana" pitchFamily="34" charset="0"/>
              </a:rPr>
              <a:t> </a:t>
            </a:r>
            <a:r>
              <a:rPr lang="en-US" sz="3600" dirty="0" err="1" smtClean="0">
                <a:latin typeface="Verdana" pitchFamily="34" charset="0"/>
              </a:rPr>
              <a:t>ny</a:t>
            </a:r>
            <a:r>
              <a:rPr lang="en-US" sz="3600" dirty="0" smtClean="0">
                <a:latin typeface="Verdana" pitchFamily="34" charset="0"/>
              </a:rPr>
              <a:t> </a:t>
            </a:r>
            <a:r>
              <a:rPr lang="en-US" sz="3600" dirty="0" err="1" smtClean="0">
                <a:latin typeface="Verdana" pitchFamily="34" charset="0"/>
              </a:rPr>
              <a:t>fifehezana</a:t>
            </a:r>
            <a:endParaRPr lang="en-US" sz="3600" dirty="0"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030067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13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013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013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379" grpId="0" build="p" autoUpdateAnimBg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8001000" cy="1143000"/>
          </a:xfrm>
        </p:spPr>
        <p:txBody>
          <a:bodyPr/>
          <a:lstStyle/>
          <a:p>
            <a:r>
              <a:rPr lang="en-US" dirty="0" smtClean="0"/>
              <a:t>LAFIRATSINY</a:t>
            </a:r>
            <a:endParaRPr lang="en-US" dirty="0"/>
          </a:p>
        </p:txBody>
      </p:sp>
      <p:sp>
        <p:nvSpPr>
          <p:cNvPr id="1024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76400"/>
            <a:ext cx="8077200" cy="2895600"/>
          </a:xfrm>
        </p:spPr>
        <p:txBody>
          <a:bodyPr/>
          <a:lstStyle/>
          <a:p>
            <a:pPr lvl="1"/>
            <a:r>
              <a:rPr lang="en-US" dirty="0" err="1" smtClean="0">
                <a:latin typeface="Verdana" pitchFamily="34" charset="0"/>
              </a:rPr>
              <a:t>Ambany</a:t>
            </a:r>
            <a:r>
              <a:rPr lang="en-US" dirty="0" smtClean="0">
                <a:latin typeface="Verdana" pitchFamily="34" charset="0"/>
              </a:rPr>
              <a:t> </a:t>
            </a:r>
            <a:r>
              <a:rPr lang="en-US" dirty="0" err="1" smtClean="0">
                <a:latin typeface="Verdana" pitchFamily="34" charset="0"/>
              </a:rPr>
              <a:t>ny</a:t>
            </a:r>
            <a:r>
              <a:rPr lang="en-US" dirty="0" smtClean="0">
                <a:latin typeface="Verdana" pitchFamily="34" charset="0"/>
              </a:rPr>
              <a:t> </a:t>
            </a:r>
            <a:r>
              <a:rPr lang="en-US" dirty="0" err="1" smtClean="0">
                <a:latin typeface="Verdana" pitchFamily="34" charset="0"/>
              </a:rPr>
              <a:t>fahaiza-mikaroka</a:t>
            </a:r>
            <a:r>
              <a:rPr lang="en-US" dirty="0" smtClean="0">
                <a:latin typeface="Verdana" pitchFamily="34" charset="0"/>
              </a:rPr>
              <a:t> </a:t>
            </a:r>
            <a:r>
              <a:rPr lang="en-US" dirty="0" err="1" smtClean="0">
                <a:latin typeface="Verdana" pitchFamily="34" charset="0"/>
              </a:rPr>
              <a:t>sy</a:t>
            </a:r>
            <a:r>
              <a:rPr lang="en-US" dirty="0" smtClean="0">
                <a:latin typeface="Verdana" pitchFamily="34" charset="0"/>
              </a:rPr>
              <a:t> </a:t>
            </a:r>
            <a:r>
              <a:rPr lang="en-US" dirty="0" err="1" smtClean="0">
                <a:latin typeface="Verdana" pitchFamily="34" charset="0"/>
              </a:rPr>
              <a:t>ny</a:t>
            </a:r>
            <a:r>
              <a:rPr lang="en-US" dirty="0" smtClean="0">
                <a:latin typeface="Verdana" pitchFamily="34" charset="0"/>
              </a:rPr>
              <a:t> </a:t>
            </a:r>
            <a:r>
              <a:rPr lang="en-US" dirty="0" err="1" smtClean="0">
                <a:latin typeface="Verdana" pitchFamily="34" charset="0"/>
              </a:rPr>
              <a:t>fndraisan’anjaran’ny</a:t>
            </a:r>
            <a:r>
              <a:rPr lang="en-US" dirty="0" smtClean="0">
                <a:latin typeface="Verdana" pitchFamily="34" charset="0"/>
              </a:rPr>
              <a:t> STAFF</a:t>
            </a:r>
            <a:endParaRPr lang="en-US" dirty="0">
              <a:latin typeface="Verdana" pitchFamily="34" charset="0"/>
            </a:endParaRPr>
          </a:p>
          <a:p>
            <a:pPr lvl="1"/>
            <a:r>
              <a:rPr lang="en-US" dirty="0" err="1" smtClean="0">
                <a:latin typeface="Verdana" pitchFamily="34" charset="0"/>
              </a:rPr>
              <a:t>Banga</a:t>
            </a:r>
            <a:r>
              <a:rPr lang="en-US" dirty="0" smtClean="0">
                <a:latin typeface="Verdana" pitchFamily="34" charset="0"/>
              </a:rPr>
              <a:t> </a:t>
            </a:r>
            <a:r>
              <a:rPr lang="en-US" dirty="0" err="1" smtClean="0">
                <a:latin typeface="Verdana" pitchFamily="34" charset="0"/>
              </a:rPr>
              <a:t>ny</a:t>
            </a:r>
            <a:r>
              <a:rPr lang="en-US" dirty="0" smtClean="0">
                <a:latin typeface="Verdana" pitchFamily="34" charset="0"/>
              </a:rPr>
              <a:t> </a:t>
            </a:r>
            <a:r>
              <a:rPr lang="en-US" dirty="0" err="1" smtClean="0">
                <a:latin typeface="Verdana" pitchFamily="34" charset="0"/>
              </a:rPr>
              <a:t>fitarihana</a:t>
            </a:r>
            <a:r>
              <a:rPr lang="en-US" dirty="0" smtClean="0">
                <a:latin typeface="Verdana" pitchFamily="34" charset="0"/>
              </a:rPr>
              <a:t> </a:t>
            </a:r>
            <a:r>
              <a:rPr lang="en-US" dirty="0" err="1" smtClean="0">
                <a:latin typeface="Verdana" pitchFamily="34" charset="0"/>
              </a:rPr>
              <a:t>rehefa</a:t>
            </a:r>
            <a:r>
              <a:rPr lang="en-US" dirty="0" smtClean="0">
                <a:latin typeface="Verdana" pitchFamily="34" charset="0"/>
              </a:rPr>
              <a:t> </a:t>
            </a:r>
            <a:r>
              <a:rPr lang="en-US" dirty="0" err="1" smtClean="0">
                <a:latin typeface="Verdana" pitchFamily="34" charset="0"/>
              </a:rPr>
              <a:t>tsy</a:t>
            </a:r>
            <a:r>
              <a:rPr lang="en-US" dirty="0" smtClean="0">
                <a:latin typeface="Verdana" pitchFamily="34" charset="0"/>
              </a:rPr>
              <a:t> </a:t>
            </a:r>
            <a:r>
              <a:rPr lang="en-US" dirty="0" err="1" smtClean="0">
                <a:latin typeface="Verdana" pitchFamily="34" charset="0"/>
              </a:rPr>
              <a:t>eo</a:t>
            </a:r>
            <a:r>
              <a:rPr lang="en-US" dirty="0" smtClean="0">
                <a:latin typeface="Verdana" pitchFamily="34" charset="0"/>
              </a:rPr>
              <a:t> </a:t>
            </a:r>
            <a:r>
              <a:rPr lang="en-US" dirty="0" err="1" smtClean="0">
                <a:latin typeface="Verdana" pitchFamily="34" charset="0"/>
              </a:rPr>
              <a:t>ilay</a:t>
            </a:r>
            <a:r>
              <a:rPr lang="en-US" dirty="0" smtClean="0">
                <a:latin typeface="Verdana" pitchFamily="34" charset="0"/>
              </a:rPr>
              <a:t> </a:t>
            </a:r>
            <a:r>
              <a:rPr lang="en-US" dirty="0" err="1" smtClean="0">
                <a:latin typeface="Verdana" pitchFamily="34" charset="0"/>
              </a:rPr>
              <a:t>mpitarika</a:t>
            </a:r>
            <a:r>
              <a:rPr lang="en-US" dirty="0" smtClean="0">
                <a:latin typeface="Verdana" pitchFamily="34" charset="0"/>
              </a:rPr>
              <a:t>.</a:t>
            </a:r>
            <a:endParaRPr lang="en-US" dirty="0">
              <a:latin typeface="Verdana" pitchFamily="34" charset="0"/>
            </a:endParaRPr>
          </a:p>
        </p:txBody>
      </p:sp>
      <p:sp>
        <p:nvSpPr>
          <p:cNvPr id="102404" name="Rectangle 4"/>
          <p:cNvSpPr>
            <a:spLocks noChangeArrowheads="1"/>
          </p:cNvSpPr>
          <p:nvPr/>
        </p:nvSpPr>
        <p:spPr bwMode="auto">
          <a:xfrm>
            <a:off x="1981200" y="3581400"/>
            <a:ext cx="6781800" cy="175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742950" lvl="1" indent="-285750">
              <a:spcBef>
                <a:spcPct val="20000"/>
              </a:spcBef>
              <a:buClr>
                <a:schemeClr val="hlink"/>
              </a:buClr>
              <a:buFontTx/>
              <a:buChar char="–"/>
            </a:pPr>
            <a:r>
              <a:rPr lang="en-US" sz="28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Verdana" pitchFamily="34" charset="0"/>
              </a:rPr>
              <a:t>Mamokatra</a:t>
            </a:r>
            <a:r>
              <a:rPr lang="en-US" sz="28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Verdana" pitchFamily="34" charset="0"/>
              </a:rPr>
              <a:t>  “</a:t>
            </a:r>
            <a:r>
              <a:rPr lang="en-US" sz="28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Verdana" pitchFamily="34" charset="0"/>
              </a:rPr>
              <a:t>Miaramila</a:t>
            </a:r>
            <a:r>
              <a:rPr lang="en-US" sz="28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Verdana" pitchFamily="34" charset="0"/>
              </a:rPr>
              <a:t>”  </a:t>
            </a:r>
            <a:r>
              <a:rPr lang="en-US" sz="28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Verdana" pitchFamily="34" charset="0"/>
              </a:rPr>
              <a:t>fa</a:t>
            </a:r>
            <a:r>
              <a:rPr lang="en-US" sz="28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Verdana" pitchFamily="34" charset="0"/>
              </a:rPr>
              <a:t> </a:t>
            </a:r>
            <a:r>
              <a:rPr lang="en-US" sz="28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Verdana" pitchFamily="34" charset="0"/>
              </a:rPr>
              <a:t>tsy</a:t>
            </a:r>
            <a:r>
              <a:rPr lang="en-US" sz="28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Verdana" pitchFamily="34" charset="0"/>
              </a:rPr>
              <a:t>  </a:t>
            </a:r>
            <a:r>
              <a:rPr lang="en-US" sz="28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Verdana" pitchFamily="34" charset="0"/>
              </a:rPr>
              <a:t>Mpisavalalana</a:t>
            </a:r>
            <a:r>
              <a:rPr lang="en-US" sz="28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Verdana" pitchFamily="34" charset="0"/>
              </a:rPr>
              <a:t> </a:t>
            </a:r>
            <a:r>
              <a:rPr lang="en-US" sz="28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Verdana" pitchFamily="34" charset="0"/>
              </a:rPr>
              <a:t>sy</a:t>
            </a:r>
            <a:r>
              <a:rPr lang="en-US" sz="28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Verdana" pitchFamily="34" charset="0"/>
              </a:rPr>
              <a:t> STAFF </a:t>
            </a:r>
            <a:endParaRPr lang="en-US" sz="2800" dirty="0">
              <a:effectLst>
                <a:outerShdw blurRad="38100" dist="38100" dir="2700000" algn="tl">
                  <a:srgbClr val="808080"/>
                </a:outerShdw>
              </a:effectLst>
              <a:latin typeface="Verdana" pitchFamily="34" charset="0"/>
            </a:endParaRPr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  <a:buFontTx/>
              <a:buChar char="–"/>
            </a:pPr>
            <a:r>
              <a:rPr lang="en-US" sz="28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Verdana" pitchFamily="34" charset="0"/>
              </a:rPr>
              <a:t>Betsaka</a:t>
            </a:r>
            <a:r>
              <a:rPr lang="en-US" sz="28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Verdana" pitchFamily="34" charset="0"/>
              </a:rPr>
              <a:t> </a:t>
            </a:r>
            <a:r>
              <a:rPr lang="en-US" sz="28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Verdana" pitchFamily="34" charset="0"/>
              </a:rPr>
              <a:t>ny</a:t>
            </a:r>
            <a:r>
              <a:rPr lang="en-US" sz="28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Verdana" pitchFamily="34" charset="0"/>
              </a:rPr>
              <a:t> </a:t>
            </a:r>
            <a:r>
              <a:rPr lang="en-US" sz="28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Verdana" pitchFamily="34" charset="0"/>
              </a:rPr>
              <a:t>miverindalana</a:t>
            </a:r>
            <a:r>
              <a:rPr lang="en-US" sz="28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Verdana" pitchFamily="34" charset="0"/>
              </a:rPr>
              <a:t> TURNOVER</a:t>
            </a:r>
            <a:r>
              <a:rPr lang="en-US" sz="2800" dirty="0">
                <a:effectLst>
                  <a:outerShdw blurRad="38100" dist="38100" dir="2700000" algn="tl">
                    <a:srgbClr val="808080"/>
                  </a:outerShdw>
                </a:effectLst>
                <a:latin typeface="Verdana" pitchFamily="34" charset="0"/>
              </a:rPr>
              <a:t>!  </a:t>
            </a:r>
            <a:endParaRPr lang="en-US" sz="2800" dirty="0" smtClean="0">
              <a:effectLst>
                <a:outerShdw blurRad="38100" dist="38100" dir="2700000" algn="tl">
                  <a:srgbClr val="808080"/>
                </a:outerShdw>
              </a:effectLst>
              <a:latin typeface="Verdana" pitchFamily="34" charset="0"/>
            </a:endParaRPr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  <a:buFontTx/>
              <a:buChar char="–"/>
            </a:pPr>
            <a:r>
              <a:rPr lang="en-US" sz="28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Verdana" pitchFamily="34" charset="0"/>
              </a:rPr>
              <a:t>Fandaminana</a:t>
            </a:r>
            <a:r>
              <a:rPr lang="en-US" sz="28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Verdana" pitchFamily="34" charset="0"/>
              </a:rPr>
              <a:t> an-</a:t>
            </a:r>
            <a:r>
              <a:rPr lang="en-US" sz="28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Verdana" pitchFamily="34" charset="0"/>
              </a:rPr>
              <a:t>tsitram</a:t>
            </a:r>
            <a:r>
              <a:rPr lang="en-US" sz="28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Verdana" pitchFamily="34" charset="0"/>
              </a:rPr>
              <a:t>-</a:t>
            </a:r>
            <a:r>
              <a:rPr lang="en-US" sz="28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Verdana" pitchFamily="34" charset="0"/>
              </a:rPr>
              <a:t>po</a:t>
            </a:r>
            <a:r>
              <a:rPr lang="en-US" sz="28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Verdana" pitchFamily="34" charset="0"/>
              </a:rPr>
              <a:t> </a:t>
            </a:r>
            <a:r>
              <a:rPr lang="en-US" sz="28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Verdana" pitchFamily="34" charset="0"/>
              </a:rPr>
              <a:t>ny</a:t>
            </a:r>
            <a:r>
              <a:rPr lang="en-US" sz="28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Verdana" pitchFamily="34" charset="0"/>
              </a:rPr>
              <a:t> </a:t>
            </a:r>
            <a:r>
              <a:rPr lang="en-US" sz="28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Verdana" pitchFamily="34" charset="0"/>
              </a:rPr>
              <a:t>Mpisavalalana</a:t>
            </a:r>
            <a:endParaRPr lang="en-US" sz="2800" dirty="0">
              <a:effectLst>
                <a:outerShdw blurRad="38100" dist="38100" dir="2700000" algn="tl">
                  <a:srgbClr val="808080"/>
                </a:outerShdw>
              </a:effectLst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377196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24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024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024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024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024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03" grpId="0" build="p" autoUpdateAnimBg="0"/>
      <p:bldP spid="102404" grpId="0" build="p" autoUpdateAnimBg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8001000" cy="1143000"/>
          </a:xfrm>
        </p:spPr>
        <p:txBody>
          <a:bodyPr/>
          <a:lstStyle/>
          <a:p>
            <a:pPr algn="ctr"/>
            <a:r>
              <a:rPr lang="en-US" dirty="0" smtClean="0"/>
              <a:t>MPANOMBANA- Evaluative</a:t>
            </a:r>
            <a:endParaRPr lang="en-US" dirty="0"/>
          </a:p>
        </p:txBody>
      </p:sp>
      <p:sp>
        <p:nvSpPr>
          <p:cNvPr id="1075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066800"/>
            <a:ext cx="8077200" cy="2895600"/>
          </a:xfrm>
        </p:spPr>
        <p:txBody>
          <a:bodyPr/>
          <a:lstStyle/>
          <a:p>
            <a:pPr lvl="1"/>
            <a:r>
              <a:rPr lang="en-US" sz="3600" dirty="0" err="1" smtClean="0"/>
              <a:t>Mitovy</a:t>
            </a:r>
            <a:r>
              <a:rPr lang="en-US" sz="3600" dirty="0" smtClean="0"/>
              <a:t> @ Authoritative </a:t>
            </a:r>
            <a:r>
              <a:rPr lang="en-US" sz="3600" dirty="0" err="1" smtClean="0"/>
              <a:t>ihany</a:t>
            </a:r>
            <a:r>
              <a:rPr lang="en-US" sz="3600" dirty="0" smtClean="0"/>
              <a:t> </a:t>
            </a:r>
            <a:r>
              <a:rPr lang="en-US" sz="3600" dirty="0" err="1" smtClean="0"/>
              <a:t>saingy</a:t>
            </a:r>
            <a:r>
              <a:rPr lang="en-US" sz="3600" dirty="0" smtClean="0"/>
              <a:t> </a:t>
            </a:r>
            <a:r>
              <a:rPr lang="en-US" sz="3600" dirty="0" err="1" smtClean="0"/>
              <a:t>mangataka</a:t>
            </a:r>
            <a:r>
              <a:rPr lang="en-US" sz="3600" dirty="0" smtClean="0"/>
              <a:t> </a:t>
            </a:r>
            <a:r>
              <a:rPr lang="en-US" sz="3600" dirty="0" err="1" smtClean="0"/>
              <a:t>ny</a:t>
            </a:r>
            <a:r>
              <a:rPr lang="en-US" sz="3600" dirty="0" smtClean="0"/>
              <a:t> HEVITRY </a:t>
            </a:r>
            <a:r>
              <a:rPr lang="en-US" sz="3600" dirty="0" err="1" smtClean="0"/>
              <a:t>ny</a:t>
            </a:r>
            <a:r>
              <a:rPr lang="en-US" sz="3600" dirty="0" smtClean="0"/>
              <a:t> </a:t>
            </a:r>
            <a:r>
              <a:rPr lang="en-US" sz="3600" dirty="0" err="1" smtClean="0"/>
              <a:t>hafa</a:t>
            </a:r>
            <a:r>
              <a:rPr lang="en-US" sz="3600" dirty="0" smtClean="0"/>
              <a:t> </a:t>
            </a:r>
            <a:r>
              <a:rPr lang="en-US" sz="3600" dirty="0" err="1" smtClean="0"/>
              <a:t>izy</a:t>
            </a:r>
            <a:r>
              <a:rPr lang="en-US" sz="3600" dirty="0" smtClean="0"/>
              <a:t> </a:t>
            </a:r>
            <a:r>
              <a:rPr lang="en-US" sz="3600" dirty="0" err="1" smtClean="0"/>
              <a:t>fa</a:t>
            </a:r>
            <a:r>
              <a:rPr lang="en-US" sz="3600" dirty="0" smtClean="0"/>
              <a:t> METY </a:t>
            </a:r>
            <a:r>
              <a:rPr lang="en-US" sz="3600" dirty="0" err="1" smtClean="0"/>
              <a:t>hanaiky</a:t>
            </a:r>
            <a:r>
              <a:rPr lang="en-US" sz="3600" dirty="0" smtClean="0"/>
              <a:t> </a:t>
            </a:r>
            <a:r>
              <a:rPr lang="en-US" sz="3600" dirty="0" err="1" smtClean="0"/>
              <a:t>an’izany</a:t>
            </a:r>
            <a:r>
              <a:rPr lang="en-US" sz="3600" dirty="0" smtClean="0"/>
              <a:t> </a:t>
            </a:r>
            <a:r>
              <a:rPr lang="en-US" sz="3600" dirty="0" err="1" smtClean="0"/>
              <a:t>na</a:t>
            </a:r>
            <a:r>
              <a:rPr lang="en-US" sz="3600" dirty="0" smtClean="0"/>
              <a:t> </a:t>
            </a:r>
            <a:r>
              <a:rPr lang="en-US" sz="3600" dirty="0" err="1" smtClean="0"/>
              <a:t>tsia</a:t>
            </a:r>
            <a:r>
              <a:rPr lang="en-US" sz="3600" dirty="0" smtClean="0"/>
              <a:t> </a:t>
            </a:r>
            <a:r>
              <a:rPr lang="en-US" sz="3600" dirty="0" err="1" smtClean="0"/>
              <a:t>amin’ny</a:t>
            </a:r>
            <a:r>
              <a:rPr lang="en-US" sz="3600" dirty="0" smtClean="0"/>
              <a:t> </a:t>
            </a:r>
            <a:r>
              <a:rPr lang="en-US" sz="3600" dirty="0" err="1" smtClean="0"/>
              <a:t>fanapahan-kevitra</a:t>
            </a:r>
            <a:r>
              <a:rPr lang="en-US" sz="3600" dirty="0" smtClean="0"/>
              <a:t> </a:t>
            </a:r>
            <a:r>
              <a:rPr lang="en-US" sz="3600" dirty="0" err="1" smtClean="0"/>
              <a:t>ary</a:t>
            </a:r>
            <a:r>
              <a:rPr lang="en-US" sz="3600" dirty="0" smtClean="0"/>
              <a:t> </a:t>
            </a:r>
            <a:r>
              <a:rPr lang="en-US" sz="3600" dirty="0" err="1" smtClean="0"/>
              <a:t>mandrakariva</a:t>
            </a:r>
            <a:r>
              <a:rPr lang="en-US" sz="3600" dirty="0" smtClean="0"/>
              <a:t> </a:t>
            </a:r>
            <a:r>
              <a:rPr lang="en-US" sz="3600" dirty="0" err="1" smtClean="0"/>
              <a:t>tsy</a:t>
            </a:r>
            <a:r>
              <a:rPr lang="en-US" sz="3600" dirty="0" smtClean="0"/>
              <a:t> </a:t>
            </a:r>
            <a:r>
              <a:rPr lang="en-US" sz="3600" dirty="0" err="1" smtClean="0"/>
              <a:t>manaiky</a:t>
            </a:r>
            <a:r>
              <a:rPr lang="en-US" sz="3600" dirty="0" smtClean="0"/>
              <a:t> </a:t>
            </a:r>
            <a:r>
              <a:rPr lang="en-US" sz="3600" dirty="0" err="1" smtClean="0"/>
              <a:t>ny</a:t>
            </a:r>
            <a:r>
              <a:rPr lang="en-US" sz="3600" dirty="0" smtClean="0"/>
              <a:t> </a:t>
            </a:r>
            <a:r>
              <a:rPr lang="en-US" sz="3600" dirty="0" err="1" smtClean="0"/>
              <a:t>fidiran’ny</a:t>
            </a:r>
            <a:r>
              <a:rPr lang="en-US" sz="3600" dirty="0" smtClean="0"/>
              <a:t> </a:t>
            </a:r>
            <a:r>
              <a:rPr lang="en-US" sz="3600" dirty="0" err="1" smtClean="0"/>
              <a:t>hafa</a:t>
            </a:r>
            <a:r>
              <a:rPr lang="en-US" sz="3600" dirty="0" smtClean="0"/>
              <a:t> an-</a:t>
            </a:r>
            <a:r>
              <a:rPr lang="en-US" sz="3600" dirty="0" err="1" smtClean="0"/>
              <a:t>tsehatra</a:t>
            </a:r>
            <a:r>
              <a:rPr lang="en-US" sz="3600" dirty="0" smtClean="0"/>
              <a:t>.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76082002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75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523" grpId="0" build="p" autoUpdateAnimBg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1026"/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8001000" cy="1143000"/>
          </a:xfrm>
        </p:spPr>
        <p:txBody>
          <a:bodyPr/>
          <a:lstStyle/>
          <a:p>
            <a:pPr algn="ctr"/>
            <a:r>
              <a:rPr lang="en-US" dirty="0" smtClean="0"/>
              <a:t>Bureaucratic (Political) Leader</a:t>
            </a:r>
            <a:br>
              <a:rPr lang="en-US" dirty="0" smtClean="0"/>
            </a:br>
            <a:r>
              <a:rPr lang="en-US" dirty="0" smtClean="0"/>
              <a:t>MPITARIKA AMBONY LATABATRA</a:t>
            </a:r>
            <a:endParaRPr lang="en-US" dirty="0"/>
          </a:p>
        </p:txBody>
      </p:sp>
      <p:sp>
        <p:nvSpPr>
          <p:cNvPr id="95235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685800" y="1676400"/>
            <a:ext cx="8077200" cy="2895600"/>
          </a:xfrm>
        </p:spPr>
        <p:txBody>
          <a:bodyPr/>
          <a:lstStyle/>
          <a:p>
            <a:pPr lvl="1"/>
            <a:r>
              <a:rPr lang="en-US" sz="3600" dirty="0" err="1" smtClean="0">
                <a:latin typeface="Verdana" pitchFamily="34" charset="0"/>
              </a:rPr>
              <a:t>Ny</a:t>
            </a:r>
            <a:r>
              <a:rPr lang="en-US" sz="3600" dirty="0" smtClean="0">
                <a:latin typeface="Verdana" pitchFamily="34" charset="0"/>
              </a:rPr>
              <a:t> </a:t>
            </a:r>
            <a:r>
              <a:rPr lang="en-US" sz="3600" dirty="0" err="1" smtClean="0">
                <a:latin typeface="Verdana" pitchFamily="34" charset="0"/>
              </a:rPr>
              <a:t>zavatra</a:t>
            </a:r>
            <a:r>
              <a:rPr lang="en-US" sz="3600" dirty="0" smtClean="0">
                <a:latin typeface="Verdana" pitchFamily="34" charset="0"/>
              </a:rPr>
              <a:t> </a:t>
            </a:r>
            <a:r>
              <a:rPr lang="en-US" sz="3600" dirty="0" err="1" smtClean="0">
                <a:latin typeface="Verdana" pitchFamily="34" charset="0"/>
              </a:rPr>
              <a:t>rehetra</a:t>
            </a:r>
            <a:r>
              <a:rPr lang="en-US" sz="3600" dirty="0" smtClean="0">
                <a:latin typeface="Verdana" pitchFamily="34" charset="0"/>
              </a:rPr>
              <a:t> </a:t>
            </a:r>
            <a:r>
              <a:rPr lang="en-US" sz="3600" dirty="0" err="1" smtClean="0">
                <a:latin typeface="Verdana" pitchFamily="34" charset="0"/>
              </a:rPr>
              <a:t>dia</a:t>
            </a:r>
            <a:r>
              <a:rPr lang="en-US" sz="3600" dirty="0" smtClean="0">
                <a:latin typeface="Verdana" pitchFamily="34" charset="0"/>
              </a:rPr>
              <a:t> “</a:t>
            </a:r>
            <a:r>
              <a:rPr lang="en-US" sz="3600" dirty="0" err="1" smtClean="0">
                <a:latin typeface="Verdana" pitchFamily="34" charset="0"/>
              </a:rPr>
              <a:t>arak’izay</a:t>
            </a:r>
            <a:r>
              <a:rPr lang="en-US" sz="3600" dirty="0" smtClean="0">
                <a:latin typeface="Verdana" pitchFamily="34" charset="0"/>
              </a:rPr>
              <a:t> </a:t>
            </a:r>
            <a:r>
              <a:rPr lang="en-US" sz="3600" dirty="0" err="1" smtClean="0">
                <a:latin typeface="Verdana" pitchFamily="34" charset="0"/>
              </a:rPr>
              <a:t>voasoratra</a:t>
            </a:r>
            <a:r>
              <a:rPr lang="en-US" sz="3600" dirty="0" smtClean="0">
                <a:latin typeface="Verdana" pitchFamily="34" charset="0"/>
              </a:rPr>
              <a:t>”</a:t>
            </a:r>
          </a:p>
          <a:p>
            <a:pPr lvl="1"/>
            <a:r>
              <a:rPr lang="en-US" sz="3600" dirty="0" err="1" smtClean="0">
                <a:latin typeface="Verdana" pitchFamily="34" charset="0"/>
              </a:rPr>
              <a:t>Raha</a:t>
            </a:r>
            <a:r>
              <a:rPr lang="en-US" sz="3600" dirty="0" smtClean="0">
                <a:latin typeface="Verdana" pitchFamily="34" charset="0"/>
              </a:rPr>
              <a:t> </a:t>
            </a:r>
            <a:r>
              <a:rPr lang="en-US" sz="3600" dirty="0" err="1" smtClean="0">
                <a:latin typeface="Verdana" pitchFamily="34" charset="0"/>
              </a:rPr>
              <a:t>tsy</a:t>
            </a:r>
            <a:r>
              <a:rPr lang="en-US" sz="3600" dirty="0" smtClean="0">
                <a:latin typeface="Verdana" pitchFamily="34" charset="0"/>
              </a:rPr>
              <a:t> </a:t>
            </a:r>
            <a:r>
              <a:rPr lang="en-US" sz="3600" dirty="0" err="1" smtClean="0">
                <a:latin typeface="Verdana" pitchFamily="34" charset="0"/>
              </a:rPr>
              <a:t>ao</a:t>
            </a:r>
            <a:r>
              <a:rPr lang="en-US" sz="3600" dirty="0" smtClean="0">
                <a:latin typeface="Verdana" pitchFamily="34" charset="0"/>
              </a:rPr>
              <a:t> </a:t>
            </a:r>
            <a:r>
              <a:rPr lang="en-US" sz="3600" dirty="0" err="1" smtClean="0">
                <a:latin typeface="Verdana" pitchFamily="34" charset="0"/>
              </a:rPr>
              <a:t>anaty</a:t>
            </a:r>
            <a:r>
              <a:rPr lang="en-US" sz="3600" dirty="0" smtClean="0">
                <a:latin typeface="Verdana" pitchFamily="34" charset="0"/>
              </a:rPr>
              <a:t> </a:t>
            </a:r>
            <a:r>
              <a:rPr lang="en-US" sz="3600" dirty="0" err="1" smtClean="0">
                <a:latin typeface="Verdana" pitchFamily="34" charset="0"/>
              </a:rPr>
              <a:t>boky</a:t>
            </a:r>
            <a:r>
              <a:rPr lang="en-US" sz="3600" dirty="0" smtClean="0">
                <a:latin typeface="Verdana" pitchFamily="34" charset="0"/>
              </a:rPr>
              <a:t> </a:t>
            </a:r>
            <a:r>
              <a:rPr lang="en-US" sz="3600" dirty="0" err="1" smtClean="0">
                <a:latin typeface="Verdana" pitchFamily="34" charset="0"/>
              </a:rPr>
              <a:t>dia</a:t>
            </a:r>
            <a:r>
              <a:rPr lang="en-US" sz="3600" dirty="0" smtClean="0">
                <a:latin typeface="Verdana" pitchFamily="34" charset="0"/>
              </a:rPr>
              <a:t> </a:t>
            </a:r>
            <a:r>
              <a:rPr lang="en-US" sz="3600" dirty="0" err="1" smtClean="0">
                <a:latin typeface="Verdana" pitchFamily="34" charset="0"/>
              </a:rPr>
              <a:t>ahoana</a:t>
            </a:r>
            <a:r>
              <a:rPr lang="en-US" sz="3600" dirty="0" smtClean="0">
                <a:latin typeface="Verdana" pitchFamily="34" charset="0"/>
              </a:rPr>
              <a:t> no </a:t>
            </a:r>
            <a:r>
              <a:rPr lang="en-US" sz="3600" dirty="0" err="1" smtClean="0">
                <a:latin typeface="Verdana" pitchFamily="34" charset="0"/>
              </a:rPr>
              <a:t>hevitry</a:t>
            </a:r>
            <a:r>
              <a:rPr lang="en-US" sz="3600" dirty="0" smtClean="0">
                <a:latin typeface="Verdana" pitchFamily="34" charset="0"/>
              </a:rPr>
              <a:t> </a:t>
            </a:r>
            <a:r>
              <a:rPr lang="en-US" sz="3600" dirty="0" err="1" smtClean="0">
                <a:latin typeface="Verdana" pitchFamily="34" charset="0"/>
              </a:rPr>
              <a:t>ny</a:t>
            </a:r>
            <a:r>
              <a:rPr lang="en-US" sz="3600" dirty="0" smtClean="0">
                <a:latin typeface="Verdana" pitchFamily="34" charset="0"/>
              </a:rPr>
              <a:t> </a:t>
            </a:r>
            <a:r>
              <a:rPr lang="en-US" sz="3600" dirty="0" err="1" smtClean="0">
                <a:latin typeface="Verdana" pitchFamily="34" charset="0"/>
              </a:rPr>
              <a:t>lehibe</a:t>
            </a:r>
            <a:r>
              <a:rPr lang="en-US" sz="3600" dirty="0" smtClean="0">
                <a:latin typeface="Verdana" pitchFamily="34" charset="0"/>
              </a:rPr>
              <a:t>.</a:t>
            </a:r>
            <a:endParaRPr lang="en-US" sz="3600" dirty="0">
              <a:latin typeface="Verdana" pitchFamily="34" charset="0"/>
            </a:endParaRPr>
          </a:p>
        </p:txBody>
      </p:sp>
      <p:sp>
        <p:nvSpPr>
          <p:cNvPr id="95236" name="Rectangle 1028"/>
          <p:cNvSpPr>
            <a:spLocks noChangeArrowheads="1"/>
          </p:cNvSpPr>
          <p:nvPr/>
        </p:nvSpPr>
        <p:spPr bwMode="auto">
          <a:xfrm>
            <a:off x="1981200" y="4648200"/>
            <a:ext cx="6781800" cy="175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742950" lvl="1" indent="-285750">
              <a:spcBef>
                <a:spcPct val="20000"/>
              </a:spcBef>
              <a:buClr>
                <a:schemeClr val="hlink"/>
              </a:buClr>
              <a:buFontTx/>
              <a:buChar char="–"/>
            </a:pPr>
            <a:r>
              <a:rPr lang="en-US" sz="36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Verdana" pitchFamily="34" charset="0"/>
              </a:rPr>
              <a:t>Officier</a:t>
            </a:r>
            <a:r>
              <a:rPr lang="en-US" sz="36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Verdana" pitchFamily="34" charset="0"/>
              </a:rPr>
              <a:t> de Police  </a:t>
            </a:r>
            <a:r>
              <a:rPr lang="en-US" sz="3600" dirty="0">
                <a:effectLst>
                  <a:outerShdw blurRad="38100" dist="38100" dir="2700000" algn="tl">
                    <a:srgbClr val="808080"/>
                  </a:outerShdw>
                </a:effectLst>
                <a:latin typeface="Verdana" pitchFamily="34" charset="0"/>
              </a:rPr>
              <a:t>-- </a:t>
            </a:r>
            <a:r>
              <a:rPr lang="en-US" sz="36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Verdana" pitchFamily="34" charset="0"/>
              </a:rPr>
              <a:t>Mpampihatra</a:t>
            </a:r>
            <a:r>
              <a:rPr lang="en-US" sz="36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Verdana" pitchFamily="34" charset="0"/>
              </a:rPr>
              <a:t> </a:t>
            </a:r>
            <a:r>
              <a:rPr lang="en-US" sz="36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Verdana" pitchFamily="34" charset="0"/>
              </a:rPr>
              <a:t>ny</a:t>
            </a:r>
            <a:r>
              <a:rPr lang="en-US" sz="36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Verdana" pitchFamily="34" charset="0"/>
              </a:rPr>
              <a:t> </a:t>
            </a:r>
            <a:r>
              <a:rPr lang="en-US" sz="36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Verdana" pitchFamily="34" charset="0"/>
              </a:rPr>
              <a:t>lalàna</a:t>
            </a:r>
            <a:endParaRPr lang="en-US" sz="3600" dirty="0">
              <a:effectLst>
                <a:outerShdw blurRad="38100" dist="38100" dir="2700000" algn="tl">
                  <a:srgbClr val="808080"/>
                </a:outerShdw>
              </a:effectLst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332484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52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952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952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235" grpId="0" build="p" autoUpdateAnimBg="0"/>
      <p:bldP spid="95236" grpId="0" build="p" autoUpdateAnimBg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8001000" cy="1143000"/>
          </a:xfrm>
        </p:spPr>
        <p:txBody>
          <a:bodyPr/>
          <a:lstStyle/>
          <a:p>
            <a:r>
              <a:rPr lang="en-US" b="1" dirty="0" smtClean="0"/>
              <a:t>LAFITSARANY</a:t>
            </a:r>
            <a:endParaRPr lang="en-US" b="1" dirty="0"/>
          </a:p>
        </p:txBody>
      </p:sp>
      <p:sp>
        <p:nvSpPr>
          <p:cNvPr id="1034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76400"/>
            <a:ext cx="8077200" cy="2895600"/>
          </a:xfrm>
        </p:spPr>
        <p:txBody>
          <a:bodyPr/>
          <a:lstStyle/>
          <a:p>
            <a:pPr lvl="1"/>
            <a:r>
              <a:rPr lang="en-US" sz="3600" dirty="0" err="1" smtClean="0">
                <a:latin typeface="Verdana" pitchFamily="34" charset="0"/>
              </a:rPr>
              <a:t>Azo</a:t>
            </a:r>
            <a:r>
              <a:rPr lang="en-US" sz="3600" dirty="0" smtClean="0">
                <a:latin typeface="Verdana" pitchFamily="34" charset="0"/>
              </a:rPr>
              <a:t> </a:t>
            </a:r>
            <a:r>
              <a:rPr lang="en-US" sz="3600" dirty="0" err="1" smtClean="0">
                <a:latin typeface="Verdana" pitchFamily="34" charset="0"/>
              </a:rPr>
              <a:t>mazava</a:t>
            </a:r>
            <a:r>
              <a:rPr lang="en-US" sz="3600" dirty="0" smtClean="0">
                <a:latin typeface="Verdana" pitchFamily="34" charset="0"/>
              </a:rPr>
              <a:t> </a:t>
            </a:r>
            <a:r>
              <a:rPr lang="en-US" sz="3600" dirty="0" err="1" smtClean="0">
                <a:latin typeface="Verdana" pitchFamily="34" charset="0"/>
              </a:rPr>
              <a:t>sy</a:t>
            </a:r>
            <a:r>
              <a:rPr lang="en-US" sz="3600" dirty="0" smtClean="0">
                <a:latin typeface="Verdana" pitchFamily="34" charset="0"/>
              </a:rPr>
              <a:t> </a:t>
            </a:r>
            <a:r>
              <a:rPr lang="en-US" sz="3600" dirty="0" err="1" smtClean="0">
                <a:latin typeface="Verdana" pitchFamily="34" charset="0"/>
              </a:rPr>
              <a:t>voafaritra</a:t>
            </a:r>
            <a:r>
              <a:rPr lang="en-US" sz="3600" dirty="0" smtClean="0">
                <a:latin typeface="Verdana" pitchFamily="34" charset="0"/>
              </a:rPr>
              <a:t> </a:t>
            </a:r>
            <a:r>
              <a:rPr lang="en-US" sz="3600" dirty="0" err="1" smtClean="0">
                <a:latin typeface="Verdana" pitchFamily="34" charset="0"/>
              </a:rPr>
              <a:t>tsara</a:t>
            </a:r>
            <a:r>
              <a:rPr lang="en-US" sz="3600" dirty="0" smtClean="0">
                <a:latin typeface="Verdana" pitchFamily="34" charset="0"/>
              </a:rPr>
              <a:t> </a:t>
            </a:r>
            <a:r>
              <a:rPr lang="en-US" sz="3600" dirty="0" err="1" smtClean="0">
                <a:latin typeface="Verdana" pitchFamily="34" charset="0"/>
              </a:rPr>
              <a:t>ny</a:t>
            </a:r>
            <a:r>
              <a:rPr lang="en-US" sz="3600" dirty="0" smtClean="0">
                <a:latin typeface="Verdana" pitchFamily="34" charset="0"/>
              </a:rPr>
              <a:t> </a:t>
            </a:r>
            <a:r>
              <a:rPr lang="en-US" sz="3600" dirty="0" err="1" smtClean="0">
                <a:latin typeface="Verdana" pitchFamily="34" charset="0"/>
              </a:rPr>
              <a:t>fiitsipika</a:t>
            </a:r>
            <a:endParaRPr lang="en-US" sz="3600" dirty="0">
              <a:latin typeface="Verdana" pitchFamily="34" charset="0"/>
            </a:endParaRPr>
          </a:p>
          <a:p>
            <a:pPr lvl="1"/>
            <a:r>
              <a:rPr lang="en-US" sz="3600" dirty="0" err="1" smtClean="0">
                <a:latin typeface="Verdana" pitchFamily="34" charset="0"/>
              </a:rPr>
              <a:t>Fantatry</a:t>
            </a:r>
            <a:r>
              <a:rPr lang="en-US" sz="3600" dirty="0" smtClean="0">
                <a:latin typeface="Verdana" pitchFamily="34" charset="0"/>
              </a:rPr>
              <a:t> </a:t>
            </a:r>
            <a:r>
              <a:rPr lang="en-US" sz="3600" dirty="0" err="1" smtClean="0">
                <a:latin typeface="Verdana" pitchFamily="34" charset="0"/>
              </a:rPr>
              <a:t>ny</a:t>
            </a:r>
            <a:r>
              <a:rPr lang="en-US" sz="3600" dirty="0" smtClean="0">
                <a:latin typeface="Verdana" pitchFamily="34" charset="0"/>
              </a:rPr>
              <a:t> Staff </a:t>
            </a:r>
            <a:r>
              <a:rPr lang="en-US" sz="3600" dirty="0">
                <a:latin typeface="Verdana" pitchFamily="34" charset="0"/>
              </a:rPr>
              <a:t>&amp; </a:t>
            </a:r>
            <a:r>
              <a:rPr lang="en-US" sz="3600" dirty="0" err="1" smtClean="0">
                <a:latin typeface="Verdana" pitchFamily="34" charset="0"/>
              </a:rPr>
              <a:t>Mpisavalalana</a:t>
            </a:r>
            <a:r>
              <a:rPr lang="en-US" sz="3600" dirty="0" smtClean="0">
                <a:latin typeface="Verdana" pitchFamily="34" charset="0"/>
              </a:rPr>
              <a:t> </a:t>
            </a:r>
            <a:r>
              <a:rPr lang="en-US" sz="3600" dirty="0" err="1" smtClean="0">
                <a:latin typeface="Verdana" pitchFamily="34" charset="0"/>
              </a:rPr>
              <a:t>izay</a:t>
            </a:r>
            <a:r>
              <a:rPr lang="en-US" sz="3600" dirty="0" smtClean="0">
                <a:latin typeface="Verdana" pitchFamily="34" charset="0"/>
              </a:rPr>
              <a:t> </a:t>
            </a:r>
            <a:r>
              <a:rPr lang="en-US" sz="3600" dirty="0" err="1" smtClean="0">
                <a:latin typeface="Verdana" pitchFamily="34" charset="0"/>
              </a:rPr>
              <a:t>andrasana</a:t>
            </a:r>
            <a:r>
              <a:rPr lang="en-US" sz="3600" dirty="0" smtClean="0">
                <a:latin typeface="Verdana" pitchFamily="34" charset="0"/>
              </a:rPr>
              <a:t> </a:t>
            </a:r>
            <a:r>
              <a:rPr lang="en-US" sz="3600" dirty="0" err="1" smtClean="0">
                <a:latin typeface="Verdana" pitchFamily="34" charset="0"/>
              </a:rPr>
              <a:t>aminy</a:t>
            </a:r>
            <a:endParaRPr lang="en-US" sz="3600" dirty="0">
              <a:latin typeface="Verdana" pitchFamily="34" charset="0"/>
            </a:endParaRPr>
          </a:p>
        </p:txBody>
      </p:sp>
      <p:sp>
        <p:nvSpPr>
          <p:cNvPr id="103428" name="Rectangle 4"/>
          <p:cNvSpPr>
            <a:spLocks noChangeArrowheads="1"/>
          </p:cNvSpPr>
          <p:nvPr/>
        </p:nvSpPr>
        <p:spPr bwMode="auto">
          <a:xfrm>
            <a:off x="1981200" y="4648200"/>
            <a:ext cx="6781800" cy="175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742950" lvl="1" indent="-285750">
              <a:spcBef>
                <a:spcPct val="20000"/>
              </a:spcBef>
              <a:buClr>
                <a:schemeClr val="hlink"/>
              </a:buClr>
              <a:buFontTx/>
              <a:buChar char="–"/>
            </a:pPr>
            <a:r>
              <a:rPr lang="en-US" sz="40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Verdana" pitchFamily="34" charset="0"/>
              </a:rPr>
              <a:t>Mora </a:t>
            </a:r>
            <a:r>
              <a:rPr lang="en-US" sz="40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Verdana" pitchFamily="34" charset="0"/>
              </a:rPr>
              <a:t>ny</a:t>
            </a:r>
            <a:r>
              <a:rPr lang="en-US" sz="40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Verdana" pitchFamily="34" charset="0"/>
              </a:rPr>
              <a:t> </a:t>
            </a:r>
            <a:r>
              <a:rPr lang="en-US" sz="40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Verdana" pitchFamily="34" charset="0"/>
              </a:rPr>
              <a:t>fanarahana</a:t>
            </a:r>
            <a:r>
              <a:rPr lang="en-US" sz="40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Verdana" pitchFamily="34" charset="0"/>
              </a:rPr>
              <a:t> </a:t>
            </a:r>
            <a:r>
              <a:rPr lang="en-US" sz="40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Verdana" pitchFamily="34" charset="0"/>
              </a:rPr>
              <a:t>fitsipi-pifehezana</a:t>
            </a:r>
            <a:endParaRPr lang="en-US" sz="4000" dirty="0">
              <a:effectLst>
                <a:outerShdw blurRad="38100" dist="38100" dir="2700000" algn="tl">
                  <a:srgbClr val="808080"/>
                </a:outerShdw>
              </a:effectLst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974070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34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034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034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427" grpId="0" build="p" autoUpdateAnimBg="0"/>
      <p:bldP spid="103428" grpId="0" build="p" autoUpdateAnimBg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8001000" cy="1143000"/>
          </a:xfrm>
        </p:spPr>
        <p:txBody>
          <a:bodyPr/>
          <a:lstStyle/>
          <a:p>
            <a:r>
              <a:rPr lang="en-US" b="1" dirty="0" smtClean="0"/>
              <a:t>LAFIRATSINY</a:t>
            </a:r>
            <a:endParaRPr lang="en-US" b="1" dirty="0"/>
          </a:p>
        </p:txBody>
      </p:sp>
      <p:sp>
        <p:nvSpPr>
          <p:cNvPr id="1044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19200" y="1676400"/>
            <a:ext cx="8077200" cy="2895600"/>
          </a:xfrm>
        </p:spPr>
        <p:txBody>
          <a:bodyPr/>
          <a:lstStyle/>
          <a:p>
            <a:pPr lvl="1"/>
            <a:r>
              <a:rPr lang="en-US" sz="3600" dirty="0" err="1" smtClean="0">
                <a:latin typeface="Verdana" pitchFamily="34" charset="0"/>
              </a:rPr>
              <a:t>Ambany</a:t>
            </a:r>
            <a:r>
              <a:rPr lang="en-US" sz="3600" dirty="0" smtClean="0">
                <a:latin typeface="Verdana" pitchFamily="34" charset="0"/>
              </a:rPr>
              <a:t> </a:t>
            </a:r>
            <a:r>
              <a:rPr lang="en-US" sz="3600" dirty="0" err="1" smtClean="0">
                <a:latin typeface="Verdana" pitchFamily="34" charset="0"/>
              </a:rPr>
              <a:t>ny</a:t>
            </a:r>
            <a:r>
              <a:rPr lang="en-US" sz="3600" dirty="0" smtClean="0">
                <a:latin typeface="Verdana" pitchFamily="34" charset="0"/>
              </a:rPr>
              <a:t> </a:t>
            </a:r>
            <a:r>
              <a:rPr lang="en-US" sz="3600" dirty="0" err="1" smtClean="0">
                <a:latin typeface="Verdana" pitchFamily="34" charset="0"/>
              </a:rPr>
              <a:t>fandraisan’anjaran’ny</a:t>
            </a:r>
            <a:r>
              <a:rPr lang="en-US" sz="3600" dirty="0" smtClean="0">
                <a:latin typeface="Verdana" pitchFamily="34" charset="0"/>
              </a:rPr>
              <a:t>  </a:t>
            </a:r>
            <a:r>
              <a:rPr lang="en-US" sz="3600" dirty="0" err="1" smtClean="0">
                <a:latin typeface="Verdana" pitchFamily="34" charset="0"/>
              </a:rPr>
              <a:t>Mpisavalalana</a:t>
            </a:r>
            <a:r>
              <a:rPr lang="en-US" sz="3600" dirty="0" smtClean="0">
                <a:latin typeface="Verdana" pitchFamily="34" charset="0"/>
              </a:rPr>
              <a:t> </a:t>
            </a:r>
            <a:r>
              <a:rPr lang="en-US" sz="3600" dirty="0" err="1" smtClean="0">
                <a:latin typeface="Verdana" pitchFamily="34" charset="0"/>
              </a:rPr>
              <a:t>sy</a:t>
            </a:r>
            <a:r>
              <a:rPr lang="en-US" sz="3600" dirty="0" smtClean="0">
                <a:latin typeface="Verdana" pitchFamily="34" charset="0"/>
              </a:rPr>
              <a:t> </a:t>
            </a:r>
            <a:r>
              <a:rPr lang="en-US" sz="3600" dirty="0" err="1" smtClean="0">
                <a:latin typeface="Verdana" pitchFamily="34" charset="0"/>
              </a:rPr>
              <a:t>ny</a:t>
            </a:r>
            <a:r>
              <a:rPr lang="en-US" sz="3600" dirty="0" smtClean="0">
                <a:latin typeface="Verdana" pitchFamily="34" charset="0"/>
              </a:rPr>
              <a:t> Staff</a:t>
            </a:r>
            <a:endParaRPr lang="en-US" sz="3600" dirty="0">
              <a:latin typeface="Verdana" pitchFamily="34" charset="0"/>
            </a:endParaRPr>
          </a:p>
          <a:p>
            <a:pPr lvl="1"/>
            <a:r>
              <a:rPr lang="en-US" sz="3600" dirty="0" err="1" smtClean="0">
                <a:latin typeface="Verdana" pitchFamily="34" charset="0"/>
              </a:rPr>
              <a:t>Kely</a:t>
            </a:r>
            <a:r>
              <a:rPr lang="en-US" sz="3600" dirty="0" smtClean="0">
                <a:latin typeface="Verdana" pitchFamily="34" charset="0"/>
              </a:rPr>
              <a:t> </a:t>
            </a:r>
            <a:r>
              <a:rPr lang="en-US" sz="3600" dirty="0" err="1" smtClean="0">
                <a:latin typeface="Verdana" pitchFamily="34" charset="0"/>
              </a:rPr>
              <a:t>ny</a:t>
            </a:r>
            <a:r>
              <a:rPr lang="en-US" sz="3600" dirty="0" smtClean="0">
                <a:latin typeface="Verdana" pitchFamily="34" charset="0"/>
              </a:rPr>
              <a:t> </a:t>
            </a:r>
            <a:r>
              <a:rPr lang="en-US" sz="3600" dirty="0" err="1" smtClean="0">
                <a:latin typeface="Verdana" pitchFamily="34" charset="0"/>
              </a:rPr>
              <a:t>fahafahana</a:t>
            </a:r>
            <a:r>
              <a:rPr lang="en-US" sz="3600" dirty="0" smtClean="0">
                <a:latin typeface="Verdana" pitchFamily="34" charset="0"/>
              </a:rPr>
              <a:t> </a:t>
            </a:r>
            <a:r>
              <a:rPr lang="en-US" sz="3600" dirty="0" err="1" smtClean="0">
                <a:latin typeface="Verdana" pitchFamily="34" charset="0"/>
              </a:rPr>
              <a:t>mampifandrindra</a:t>
            </a:r>
            <a:r>
              <a:rPr lang="en-US" sz="3600" dirty="0" smtClean="0">
                <a:latin typeface="Verdana" pitchFamily="34" charset="0"/>
              </a:rPr>
              <a:t> </a:t>
            </a:r>
            <a:r>
              <a:rPr lang="en-US" sz="3600" dirty="0" err="1" smtClean="0">
                <a:latin typeface="Verdana" pitchFamily="34" charset="0"/>
              </a:rPr>
              <a:t>ny</a:t>
            </a:r>
            <a:r>
              <a:rPr lang="en-US" sz="3600" dirty="0" smtClean="0">
                <a:latin typeface="Verdana" pitchFamily="34" charset="0"/>
              </a:rPr>
              <a:t> toe-</a:t>
            </a:r>
            <a:r>
              <a:rPr lang="en-US" sz="3600" dirty="0" err="1" smtClean="0">
                <a:latin typeface="Verdana" pitchFamily="34" charset="0"/>
              </a:rPr>
              <a:t>javatra</a:t>
            </a:r>
            <a:endParaRPr lang="en-US" sz="3600" dirty="0">
              <a:latin typeface="Verdana" pitchFamily="34" charset="0"/>
            </a:endParaRPr>
          </a:p>
          <a:p>
            <a:pPr lvl="1"/>
            <a:r>
              <a:rPr lang="en-US" sz="3600" dirty="0" err="1" smtClean="0">
                <a:latin typeface="Verdana" pitchFamily="34" charset="0"/>
              </a:rPr>
              <a:t>Tsy</a:t>
            </a:r>
            <a:r>
              <a:rPr lang="en-US" sz="3600" dirty="0" smtClean="0">
                <a:latin typeface="Verdana" pitchFamily="34" charset="0"/>
              </a:rPr>
              <a:t> </a:t>
            </a:r>
            <a:r>
              <a:rPr lang="en-US" sz="3600" dirty="0" err="1" smtClean="0">
                <a:latin typeface="Verdana" pitchFamily="34" charset="0"/>
              </a:rPr>
              <a:t>azo</a:t>
            </a:r>
            <a:r>
              <a:rPr lang="en-US" sz="3600" dirty="0" smtClean="0">
                <a:latin typeface="Verdana" pitchFamily="34" charset="0"/>
              </a:rPr>
              <a:t> </a:t>
            </a:r>
            <a:r>
              <a:rPr lang="en-US" sz="3600" dirty="0" err="1" smtClean="0">
                <a:latin typeface="Verdana" pitchFamily="34" charset="0"/>
              </a:rPr>
              <a:t>ampiharina</a:t>
            </a:r>
            <a:r>
              <a:rPr lang="en-US" sz="3600" dirty="0" smtClean="0">
                <a:latin typeface="Verdana" pitchFamily="34" charset="0"/>
              </a:rPr>
              <a:t> </a:t>
            </a:r>
            <a:r>
              <a:rPr lang="en-US" sz="3600" dirty="0" err="1" smtClean="0">
                <a:latin typeface="Verdana" pitchFamily="34" charset="0"/>
              </a:rPr>
              <a:t>amin’ny</a:t>
            </a:r>
            <a:r>
              <a:rPr lang="en-US" sz="3600" dirty="0" smtClean="0">
                <a:latin typeface="Verdana" pitchFamily="34" charset="0"/>
              </a:rPr>
              <a:t> toe-java-</a:t>
            </a:r>
            <a:r>
              <a:rPr lang="en-US" sz="3600" dirty="0" err="1" smtClean="0">
                <a:latin typeface="Verdana" pitchFamily="34" charset="0"/>
              </a:rPr>
              <a:t>misy</a:t>
            </a:r>
            <a:r>
              <a:rPr lang="en-US" sz="3600" dirty="0" smtClean="0">
                <a:latin typeface="Verdana" pitchFamily="34" charset="0"/>
              </a:rPr>
              <a:t> </a:t>
            </a:r>
            <a:r>
              <a:rPr lang="en-US" sz="3600" dirty="0" err="1" smtClean="0">
                <a:latin typeface="Verdana" pitchFamily="34" charset="0"/>
              </a:rPr>
              <a:t>ireo</a:t>
            </a:r>
            <a:r>
              <a:rPr lang="en-US" sz="3600" dirty="0" smtClean="0">
                <a:latin typeface="Verdana" pitchFamily="34" charset="0"/>
              </a:rPr>
              <a:t> </a:t>
            </a:r>
            <a:r>
              <a:rPr lang="en-US" sz="3600" dirty="0" err="1" smtClean="0">
                <a:latin typeface="Verdana" pitchFamily="34" charset="0"/>
              </a:rPr>
              <a:t>fitsipika</a:t>
            </a:r>
            <a:r>
              <a:rPr lang="en-US" sz="3600" dirty="0" smtClean="0">
                <a:latin typeface="Verdana" pitchFamily="34" charset="0"/>
              </a:rPr>
              <a:t>.</a:t>
            </a:r>
            <a:endParaRPr lang="en-US" sz="3600" dirty="0"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38125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44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044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044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451" grpId="0" build="p" autoUpdateAnimBg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8001000" cy="1143000"/>
          </a:xfrm>
        </p:spPr>
        <p:txBody>
          <a:bodyPr/>
          <a:lstStyle/>
          <a:p>
            <a:r>
              <a:rPr lang="en-US" dirty="0" smtClean="0"/>
              <a:t>Democratic (Participative) Leadership</a:t>
            </a:r>
            <a:endParaRPr lang="en-US" dirty="0"/>
          </a:p>
        </p:txBody>
      </p:sp>
      <p:sp>
        <p:nvSpPr>
          <p:cNvPr id="962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447800"/>
            <a:ext cx="8077200" cy="2895600"/>
          </a:xfrm>
        </p:spPr>
        <p:txBody>
          <a:bodyPr/>
          <a:lstStyle/>
          <a:p>
            <a:pPr lvl="1"/>
            <a:r>
              <a:rPr lang="en-US" sz="3200" dirty="0" err="1" smtClean="0">
                <a:latin typeface="Verdana" pitchFamily="34" charset="0"/>
              </a:rPr>
              <a:t>Mandray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anjara</a:t>
            </a:r>
            <a:r>
              <a:rPr lang="en-US" sz="3200" dirty="0" smtClean="0">
                <a:latin typeface="Verdana" pitchFamily="34" charset="0"/>
              </a:rPr>
              <a:t> @ </a:t>
            </a:r>
            <a:r>
              <a:rPr lang="en-US" sz="3200" dirty="0" err="1" smtClean="0">
                <a:latin typeface="Verdana" pitchFamily="34" charset="0"/>
              </a:rPr>
              <a:t>fanapahan-kevitra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ny</a:t>
            </a:r>
            <a:r>
              <a:rPr lang="en-US" sz="3200" dirty="0" smtClean="0">
                <a:latin typeface="Verdana" pitchFamily="34" charset="0"/>
              </a:rPr>
              <a:t> Staff</a:t>
            </a:r>
            <a:endParaRPr lang="en-US" sz="3200" dirty="0">
              <a:latin typeface="Verdana" pitchFamily="34" charset="0"/>
            </a:endParaRPr>
          </a:p>
          <a:p>
            <a:pPr lvl="1"/>
            <a:r>
              <a:rPr lang="en-US" sz="3200" dirty="0" err="1" smtClean="0">
                <a:latin typeface="Verdana" pitchFamily="34" charset="0"/>
              </a:rPr>
              <a:t>Mampita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ny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zava-misy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ary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manantena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ny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fandraisanándraikitry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ny</a:t>
            </a:r>
            <a:r>
              <a:rPr lang="en-US" sz="3200" dirty="0" smtClean="0">
                <a:latin typeface="Verdana" pitchFamily="34" charset="0"/>
              </a:rPr>
              <a:t> STAFF.</a:t>
            </a:r>
            <a:endParaRPr lang="en-US" sz="3200" dirty="0">
              <a:latin typeface="Verdana" pitchFamily="34" charset="0"/>
            </a:endParaRPr>
          </a:p>
        </p:txBody>
      </p:sp>
      <p:sp>
        <p:nvSpPr>
          <p:cNvPr id="96260" name="Rectangle 4"/>
          <p:cNvSpPr>
            <a:spLocks noChangeArrowheads="1"/>
          </p:cNvSpPr>
          <p:nvPr/>
        </p:nvSpPr>
        <p:spPr bwMode="auto">
          <a:xfrm>
            <a:off x="1676400" y="4191000"/>
            <a:ext cx="6934200" cy="15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742950" lvl="1" indent="-285750">
              <a:spcBef>
                <a:spcPct val="20000"/>
              </a:spcBef>
              <a:buClr>
                <a:schemeClr val="hlink"/>
              </a:buClr>
              <a:buFontTx/>
              <a:buChar char="–"/>
            </a:pPr>
            <a:r>
              <a:rPr lang="en-US" sz="36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Verdana" pitchFamily="34" charset="0"/>
              </a:rPr>
              <a:t>Maka</a:t>
            </a:r>
            <a:r>
              <a:rPr lang="en-US" sz="36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Verdana" pitchFamily="34" charset="0"/>
              </a:rPr>
              <a:t> </a:t>
            </a:r>
            <a:r>
              <a:rPr lang="en-US" sz="36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Verdana" pitchFamily="34" charset="0"/>
              </a:rPr>
              <a:t>ny</a:t>
            </a:r>
            <a:r>
              <a:rPr lang="en-US" sz="36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Verdana" pitchFamily="34" charset="0"/>
              </a:rPr>
              <a:t> </a:t>
            </a:r>
            <a:r>
              <a:rPr lang="en-US" sz="36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Verdana" pitchFamily="34" charset="0"/>
              </a:rPr>
              <a:t>hevitry</a:t>
            </a:r>
            <a:r>
              <a:rPr lang="en-US" sz="36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Verdana" pitchFamily="34" charset="0"/>
              </a:rPr>
              <a:t> </a:t>
            </a:r>
            <a:r>
              <a:rPr lang="en-US" sz="36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Verdana" pitchFamily="34" charset="0"/>
              </a:rPr>
              <a:t>ny</a:t>
            </a:r>
            <a:r>
              <a:rPr lang="en-US" sz="36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Verdana" pitchFamily="34" charset="0"/>
              </a:rPr>
              <a:t> STAFF MIALOHAN’NY HANAPAHAN-KEVITRA</a:t>
            </a:r>
            <a:endParaRPr lang="en-US" sz="3600" dirty="0">
              <a:effectLst>
                <a:outerShdw blurRad="38100" dist="38100" dir="2700000" algn="tl">
                  <a:srgbClr val="808080"/>
                </a:outerShdw>
              </a:effectLst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997731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62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962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962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259" grpId="0" build="p" autoUpdateAnimBg="0"/>
      <p:bldP spid="96260" grpId="0" build="p" autoUpdateAnimBg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8001000" cy="1143000"/>
          </a:xfrm>
        </p:spPr>
        <p:txBody>
          <a:bodyPr/>
          <a:lstStyle/>
          <a:p>
            <a:r>
              <a:rPr lang="en-US" b="1" dirty="0" smtClean="0"/>
              <a:t>LAFITSARANY</a:t>
            </a:r>
            <a:endParaRPr lang="en-US" b="1" dirty="0"/>
          </a:p>
        </p:txBody>
      </p:sp>
      <p:sp>
        <p:nvSpPr>
          <p:cNvPr id="1054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76400"/>
            <a:ext cx="8077200" cy="2895600"/>
          </a:xfrm>
        </p:spPr>
        <p:txBody>
          <a:bodyPr/>
          <a:lstStyle/>
          <a:p>
            <a:pPr lvl="1"/>
            <a:r>
              <a:rPr lang="en-US" dirty="0" err="1" smtClean="0">
                <a:latin typeface="Verdana" pitchFamily="34" charset="0"/>
              </a:rPr>
              <a:t>Mandray</a:t>
            </a:r>
            <a:r>
              <a:rPr lang="en-US" dirty="0" smtClean="0">
                <a:latin typeface="Verdana" pitchFamily="34" charset="0"/>
              </a:rPr>
              <a:t> </a:t>
            </a:r>
            <a:r>
              <a:rPr lang="en-US" dirty="0" err="1" smtClean="0">
                <a:latin typeface="Verdana" pitchFamily="34" charset="0"/>
              </a:rPr>
              <a:t>anjara</a:t>
            </a:r>
            <a:r>
              <a:rPr lang="en-US" dirty="0" smtClean="0">
                <a:latin typeface="Verdana" pitchFamily="34" charset="0"/>
              </a:rPr>
              <a:t> </a:t>
            </a:r>
            <a:r>
              <a:rPr lang="en-US" dirty="0" err="1" smtClean="0">
                <a:latin typeface="Verdana" pitchFamily="34" charset="0"/>
              </a:rPr>
              <a:t>ny</a:t>
            </a:r>
            <a:r>
              <a:rPr lang="en-US" dirty="0" smtClean="0">
                <a:latin typeface="Verdana" pitchFamily="34" charset="0"/>
              </a:rPr>
              <a:t> Staff -- </a:t>
            </a:r>
            <a:r>
              <a:rPr lang="en-US" dirty="0">
                <a:latin typeface="Verdana" pitchFamily="34" charset="0"/>
              </a:rPr>
              <a:t>buy-in</a:t>
            </a:r>
          </a:p>
          <a:p>
            <a:pPr lvl="1"/>
            <a:r>
              <a:rPr lang="en-US" dirty="0" err="1" smtClean="0">
                <a:latin typeface="Verdana" pitchFamily="34" charset="0"/>
              </a:rPr>
              <a:t>Afaka</a:t>
            </a:r>
            <a:r>
              <a:rPr lang="en-US" dirty="0" smtClean="0">
                <a:latin typeface="Verdana" pitchFamily="34" charset="0"/>
              </a:rPr>
              <a:t> </a:t>
            </a:r>
            <a:r>
              <a:rPr lang="en-US" dirty="0" err="1" smtClean="0">
                <a:latin typeface="Verdana" pitchFamily="34" charset="0"/>
              </a:rPr>
              <a:t>harindra</a:t>
            </a:r>
            <a:r>
              <a:rPr lang="en-US" dirty="0" smtClean="0">
                <a:latin typeface="Verdana" pitchFamily="34" charset="0"/>
              </a:rPr>
              <a:t> </a:t>
            </a:r>
            <a:r>
              <a:rPr lang="en-US" dirty="0" err="1" smtClean="0">
                <a:latin typeface="Verdana" pitchFamily="34" charset="0"/>
              </a:rPr>
              <a:t>hifanaraka</a:t>
            </a:r>
            <a:r>
              <a:rPr lang="en-US" dirty="0" smtClean="0">
                <a:latin typeface="Verdana" pitchFamily="34" charset="0"/>
              </a:rPr>
              <a:t> @ toe-</a:t>
            </a:r>
            <a:r>
              <a:rPr lang="en-US" dirty="0" err="1" smtClean="0">
                <a:latin typeface="Verdana" pitchFamily="34" charset="0"/>
              </a:rPr>
              <a:t>javatra</a:t>
            </a:r>
            <a:endParaRPr lang="en-US" dirty="0">
              <a:latin typeface="Verdana" pitchFamily="34" charset="0"/>
            </a:endParaRPr>
          </a:p>
          <a:p>
            <a:pPr lvl="1"/>
            <a:r>
              <a:rPr lang="en-US" dirty="0" err="1" smtClean="0">
                <a:latin typeface="Verdana" pitchFamily="34" charset="0"/>
              </a:rPr>
              <a:t>Mitohy</a:t>
            </a:r>
            <a:r>
              <a:rPr lang="en-US" dirty="0" smtClean="0">
                <a:latin typeface="Verdana" pitchFamily="34" charset="0"/>
              </a:rPr>
              <a:t> </a:t>
            </a:r>
            <a:r>
              <a:rPr lang="en-US" dirty="0" err="1" smtClean="0">
                <a:latin typeface="Verdana" pitchFamily="34" charset="0"/>
              </a:rPr>
              <a:t>ny</a:t>
            </a:r>
            <a:r>
              <a:rPr lang="en-US" dirty="0" smtClean="0">
                <a:latin typeface="Verdana" pitchFamily="34" charset="0"/>
              </a:rPr>
              <a:t> </a:t>
            </a:r>
            <a:r>
              <a:rPr lang="en-US" dirty="0" err="1" smtClean="0">
                <a:latin typeface="Verdana" pitchFamily="34" charset="0"/>
              </a:rPr>
              <a:t>zava-drehetra</a:t>
            </a:r>
            <a:r>
              <a:rPr lang="en-US" dirty="0" smtClean="0">
                <a:latin typeface="Verdana" pitchFamily="34" charset="0"/>
              </a:rPr>
              <a:t> </a:t>
            </a:r>
            <a:r>
              <a:rPr lang="en-US" dirty="0" err="1" smtClean="0">
                <a:latin typeface="Verdana" pitchFamily="34" charset="0"/>
              </a:rPr>
              <a:t>na</a:t>
            </a:r>
            <a:r>
              <a:rPr lang="en-US" dirty="0" smtClean="0">
                <a:latin typeface="Verdana" pitchFamily="34" charset="0"/>
              </a:rPr>
              <a:t> </a:t>
            </a:r>
            <a:r>
              <a:rPr lang="en-US" dirty="0" err="1" smtClean="0">
                <a:latin typeface="Verdana" pitchFamily="34" charset="0"/>
              </a:rPr>
              <a:t>tsy</a:t>
            </a:r>
            <a:r>
              <a:rPr lang="en-US" dirty="0" smtClean="0">
                <a:latin typeface="Verdana" pitchFamily="34" charset="0"/>
              </a:rPr>
              <a:t> </a:t>
            </a:r>
            <a:r>
              <a:rPr lang="en-US" dirty="0" err="1" smtClean="0">
                <a:latin typeface="Verdana" pitchFamily="34" charset="0"/>
              </a:rPr>
              <a:t>eo</a:t>
            </a:r>
            <a:r>
              <a:rPr lang="en-US" dirty="0" smtClean="0">
                <a:latin typeface="Verdana" pitchFamily="34" charset="0"/>
              </a:rPr>
              <a:t> </a:t>
            </a:r>
            <a:r>
              <a:rPr lang="en-US" dirty="0" err="1" smtClean="0">
                <a:latin typeface="Verdana" pitchFamily="34" charset="0"/>
              </a:rPr>
              <a:t>aza</a:t>
            </a:r>
            <a:r>
              <a:rPr lang="en-US" dirty="0" smtClean="0">
                <a:latin typeface="Verdana" pitchFamily="34" charset="0"/>
              </a:rPr>
              <a:t> </a:t>
            </a:r>
            <a:r>
              <a:rPr lang="en-US" dirty="0" err="1" smtClean="0">
                <a:latin typeface="Verdana" pitchFamily="34" charset="0"/>
              </a:rPr>
              <a:t>ny</a:t>
            </a:r>
            <a:r>
              <a:rPr lang="en-US" dirty="0" smtClean="0">
                <a:latin typeface="Verdana" pitchFamily="34" charset="0"/>
              </a:rPr>
              <a:t> </a:t>
            </a:r>
            <a:r>
              <a:rPr lang="en-US" dirty="0" err="1" smtClean="0">
                <a:latin typeface="Verdana" pitchFamily="34" charset="0"/>
              </a:rPr>
              <a:t>Mpitarika</a:t>
            </a:r>
            <a:endParaRPr lang="en-US" dirty="0">
              <a:latin typeface="Verdana" pitchFamily="34" charset="0"/>
            </a:endParaRPr>
          </a:p>
        </p:txBody>
      </p:sp>
      <p:sp>
        <p:nvSpPr>
          <p:cNvPr id="105476" name="Rectangle 4"/>
          <p:cNvSpPr>
            <a:spLocks noChangeArrowheads="1"/>
          </p:cNvSpPr>
          <p:nvPr/>
        </p:nvSpPr>
        <p:spPr bwMode="auto">
          <a:xfrm>
            <a:off x="1600200" y="4267200"/>
            <a:ext cx="6934200" cy="15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742950" lvl="1" indent="-285750">
              <a:spcBef>
                <a:spcPct val="20000"/>
              </a:spcBef>
              <a:buClr>
                <a:schemeClr val="hlink"/>
              </a:buClr>
              <a:buFontTx/>
              <a:buChar char="–"/>
            </a:pPr>
            <a:r>
              <a:rPr lang="en-US" sz="32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Verdana" pitchFamily="34" charset="0"/>
              </a:rPr>
              <a:t>Ny</a:t>
            </a:r>
            <a:r>
              <a:rPr lang="en-US" sz="32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Verdana" pitchFamily="34" charset="0"/>
              </a:rPr>
              <a:t> </a:t>
            </a:r>
            <a:r>
              <a:rPr lang="en-US" sz="32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Verdana" pitchFamily="34" charset="0"/>
              </a:rPr>
              <a:t>tsirairay</a:t>
            </a:r>
            <a:r>
              <a:rPr lang="en-US" sz="32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Verdana" pitchFamily="34" charset="0"/>
              </a:rPr>
              <a:t> </a:t>
            </a:r>
            <a:r>
              <a:rPr lang="en-US" sz="32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Verdana" pitchFamily="34" charset="0"/>
              </a:rPr>
              <a:t>dia</a:t>
            </a:r>
            <a:r>
              <a:rPr lang="en-US" sz="32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Verdana" pitchFamily="34" charset="0"/>
              </a:rPr>
              <a:t> </a:t>
            </a:r>
            <a:r>
              <a:rPr lang="en-US" sz="32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Verdana" pitchFamily="34" charset="0"/>
              </a:rPr>
              <a:t>mahatsapa</a:t>
            </a:r>
            <a:r>
              <a:rPr lang="en-US" sz="32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Verdana" pitchFamily="34" charset="0"/>
              </a:rPr>
              <a:t> ho </a:t>
            </a:r>
            <a:r>
              <a:rPr lang="en-US" sz="32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Verdana" pitchFamily="34" charset="0"/>
              </a:rPr>
              <a:t>ao</a:t>
            </a:r>
            <a:r>
              <a:rPr lang="en-US" sz="32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Verdana" pitchFamily="34" charset="0"/>
              </a:rPr>
              <a:t> </a:t>
            </a:r>
            <a:r>
              <a:rPr lang="en-US" sz="32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Verdana" pitchFamily="34" charset="0"/>
              </a:rPr>
              <a:t>anaty</a:t>
            </a:r>
            <a:r>
              <a:rPr lang="en-US" sz="32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Verdana" pitchFamily="34" charset="0"/>
              </a:rPr>
              <a:t> </a:t>
            </a:r>
            <a:r>
              <a:rPr lang="en-US" sz="32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Verdana" pitchFamily="34" charset="0"/>
              </a:rPr>
              <a:t>Ekipa</a:t>
            </a:r>
            <a:r>
              <a:rPr lang="en-US" sz="32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Verdana" pitchFamily="34" charset="0"/>
              </a:rPr>
              <a:t>.</a:t>
            </a:r>
            <a:endParaRPr lang="en-US" sz="3200" dirty="0">
              <a:effectLst>
                <a:outerShdw blurRad="38100" dist="38100" dir="2700000" algn="tl">
                  <a:srgbClr val="808080"/>
                </a:outerShdw>
              </a:effectLst>
              <a:latin typeface="Verdana" pitchFamily="34" charset="0"/>
            </a:endParaRPr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  <a:buFontTx/>
              <a:buChar char="–"/>
            </a:pPr>
            <a:r>
              <a:rPr lang="en-US" sz="32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Verdana" pitchFamily="34" charset="0"/>
              </a:rPr>
              <a:t>AMBONY </a:t>
            </a:r>
            <a:r>
              <a:rPr lang="en-US" sz="32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Verdana" pitchFamily="34" charset="0"/>
              </a:rPr>
              <a:t>ny</a:t>
            </a:r>
            <a:r>
              <a:rPr lang="en-US" sz="32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Verdana" pitchFamily="34" charset="0"/>
              </a:rPr>
              <a:t> toe-</a:t>
            </a:r>
            <a:r>
              <a:rPr lang="en-US" sz="32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Verdana" pitchFamily="34" charset="0"/>
              </a:rPr>
              <a:t>tsaina</a:t>
            </a:r>
            <a:r>
              <a:rPr lang="en-US" sz="32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Verdana" pitchFamily="34" charset="0"/>
              </a:rPr>
              <a:t> </a:t>
            </a:r>
            <a:r>
              <a:rPr lang="en-US" sz="32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Verdana" pitchFamily="34" charset="0"/>
              </a:rPr>
              <a:t>tia</a:t>
            </a:r>
            <a:r>
              <a:rPr lang="en-US" sz="32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Verdana" pitchFamily="34" charset="0"/>
              </a:rPr>
              <a:t> </a:t>
            </a:r>
            <a:r>
              <a:rPr lang="en-US" sz="32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Verdana" pitchFamily="34" charset="0"/>
              </a:rPr>
              <a:t>karokaroka</a:t>
            </a:r>
            <a:endParaRPr lang="en-US" sz="3200" dirty="0">
              <a:effectLst>
                <a:outerShdw blurRad="38100" dist="38100" dir="2700000" algn="tl">
                  <a:srgbClr val="808080"/>
                </a:outerShdw>
              </a:effectLst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992099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54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054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054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054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054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475" grpId="0" build="p" autoUpdateAnimBg="0"/>
      <p:bldP spid="105476" grpId="0" build="p" autoUpdateAnimBg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8001000" cy="1143000"/>
          </a:xfrm>
        </p:spPr>
        <p:txBody>
          <a:bodyPr/>
          <a:lstStyle/>
          <a:p>
            <a:r>
              <a:rPr lang="en-US" b="1" dirty="0" smtClean="0"/>
              <a:t>LAFIRATSINY</a:t>
            </a:r>
            <a:endParaRPr lang="en-US" b="1" dirty="0"/>
          </a:p>
        </p:txBody>
      </p:sp>
      <p:sp>
        <p:nvSpPr>
          <p:cNvPr id="1064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371600"/>
            <a:ext cx="8077200" cy="2895600"/>
          </a:xfrm>
        </p:spPr>
        <p:txBody>
          <a:bodyPr/>
          <a:lstStyle/>
          <a:p>
            <a:pPr lvl="1"/>
            <a:r>
              <a:rPr lang="en-US" sz="3600" dirty="0" err="1" smtClean="0">
                <a:latin typeface="Verdana" pitchFamily="34" charset="0"/>
              </a:rPr>
              <a:t>Mety</a:t>
            </a:r>
            <a:r>
              <a:rPr lang="en-US" sz="3600" dirty="0" smtClean="0">
                <a:latin typeface="Verdana" pitchFamily="34" charset="0"/>
              </a:rPr>
              <a:t> </a:t>
            </a:r>
            <a:r>
              <a:rPr lang="en-US" sz="3600" dirty="0" err="1" smtClean="0">
                <a:latin typeface="Verdana" pitchFamily="34" charset="0"/>
              </a:rPr>
              <a:t>tsy</a:t>
            </a:r>
            <a:r>
              <a:rPr lang="en-US" sz="3600" dirty="0" smtClean="0">
                <a:latin typeface="Verdana" pitchFamily="34" charset="0"/>
              </a:rPr>
              <a:t> ho </a:t>
            </a:r>
            <a:r>
              <a:rPr lang="en-US" sz="3600" dirty="0" err="1" smtClean="0">
                <a:latin typeface="Verdana" pitchFamily="34" charset="0"/>
              </a:rPr>
              <a:t>voafaritra</a:t>
            </a:r>
            <a:r>
              <a:rPr lang="en-US" sz="3600" dirty="0" smtClean="0">
                <a:latin typeface="Verdana" pitchFamily="34" charset="0"/>
              </a:rPr>
              <a:t> ka </a:t>
            </a:r>
            <a:r>
              <a:rPr lang="en-US" sz="3600" dirty="0" err="1" smtClean="0">
                <a:latin typeface="Verdana" pitchFamily="34" charset="0"/>
              </a:rPr>
              <a:t>tsy</a:t>
            </a:r>
            <a:r>
              <a:rPr lang="en-US" sz="3600" dirty="0" smtClean="0">
                <a:latin typeface="Verdana" pitchFamily="34" charset="0"/>
              </a:rPr>
              <a:t> </a:t>
            </a:r>
            <a:r>
              <a:rPr lang="en-US" sz="3600" dirty="0" err="1" smtClean="0">
                <a:latin typeface="Verdana" pitchFamily="34" charset="0"/>
              </a:rPr>
              <a:t>fantatra</a:t>
            </a:r>
            <a:r>
              <a:rPr lang="en-US" sz="3600" dirty="0" smtClean="0">
                <a:latin typeface="Verdana" pitchFamily="34" charset="0"/>
              </a:rPr>
              <a:t> </a:t>
            </a:r>
            <a:r>
              <a:rPr lang="en-US" sz="3600" dirty="0" err="1" smtClean="0">
                <a:latin typeface="Verdana" pitchFamily="34" charset="0"/>
              </a:rPr>
              <a:t>na</a:t>
            </a:r>
            <a:r>
              <a:rPr lang="en-US" sz="3600" dirty="0" smtClean="0">
                <a:latin typeface="Verdana" pitchFamily="34" charset="0"/>
              </a:rPr>
              <a:t> </a:t>
            </a:r>
            <a:r>
              <a:rPr lang="en-US" sz="3600" dirty="0" err="1" smtClean="0">
                <a:latin typeface="Verdana" pitchFamily="34" charset="0"/>
              </a:rPr>
              <a:t>tsy</a:t>
            </a:r>
            <a:r>
              <a:rPr lang="en-US" sz="3600" dirty="0" smtClean="0">
                <a:latin typeface="Verdana" pitchFamily="34" charset="0"/>
              </a:rPr>
              <a:t> </a:t>
            </a:r>
            <a:r>
              <a:rPr lang="en-US" sz="3600" dirty="0" err="1" smtClean="0">
                <a:latin typeface="Verdana" pitchFamily="34" charset="0"/>
              </a:rPr>
              <a:t>azo</a:t>
            </a:r>
            <a:r>
              <a:rPr lang="en-US" sz="3600" dirty="0" smtClean="0">
                <a:latin typeface="Verdana" pitchFamily="34" charset="0"/>
              </a:rPr>
              <a:t> </a:t>
            </a:r>
            <a:r>
              <a:rPr lang="en-US" sz="3600" dirty="0" err="1" smtClean="0">
                <a:latin typeface="Verdana" pitchFamily="34" charset="0"/>
              </a:rPr>
              <a:t>ireo</a:t>
            </a:r>
            <a:r>
              <a:rPr lang="en-US" sz="3600" dirty="0" smtClean="0">
                <a:latin typeface="Verdana" pitchFamily="34" charset="0"/>
              </a:rPr>
              <a:t> </a:t>
            </a:r>
            <a:r>
              <a:rPr lang="en-US" sz="3600" dirty="0" err="1" smtClean="0">
                <a:latin typeface="Verdana" pitchFamily="34" charset="0"/>
              </a:rPr>
              <a:t>fitsipika</a:t>
            </a:r>
            <a:endParaRPr lang="en-US" sz="3600" dirty="0">
              <a:latin typeface="Verdana" pitchFamily="34" charset="0"/>
            </a:endParaRPr>
          </a:p>
          <a:p>
            <a:pPr lvl="1"/>
            <a:r>
              <a:rPr lang="en-US" sz="3600" dirty="0" err="1" smtClean="0">
                <a:latin typeface="Verdana" pitchFamily="34" charset="0"/>
              </a:rPr>
              <a:t>Migoragora</a:t>
            </a:r>
            <a:r>
              <a:rPr lang="en-US" sz="3600" dirty="0" smtClean="0">
                <a:latin typeface="Verdana" pitchFamily="34" charset="0"/>
              </a:rPr>
              <a:t>  </a:t>
            </a:r>
            <a:r>
              <a:rPr lang="en-US" sz="3600" dirty="0" err="1" smtClean="0">
                <a:latin typeface="Verdana" pitchFamily="34" charset="0"/>
              </a:rPr>
              <a:t>ny</a:t>
            </a:r>
            <a:r>
              <a:rPr lang="en-US" sz="3600" dirty="0" smtClean="0">
                <a:latin typeface="Verdana" pitchFamily="34" charset="0"/>
              </a:rPr>
              <a:t> </a:t>
            </a:r>
            <a:r>
              <a:rPr lang="en-US" sz="3600" dirty="0" err="1" smtClean="0">
                <a:latin typeface="Verdana" pitchFamily="34" charset="0"/>
              </a:rPr>
              <a:t>rafitra</a:t>
            </a:r>
            <a:r>
              <a:rPr lang="en-US" sz="3600" dirty="0" smtClean="0">
                <a:latin typeface="Verdana" pitchFamily="34" charset="0"/>
              </a:rPr>
              <a:t>  </a:t>
            </a:r>
            <a:r>
              <a:rPr lang="en-US" sz="3600" dirty="0" err="1" smtClean="0">
                <a:latin typeface="Verdana" pitchFamily="34" charset="0"/>
              </a:rPr>
              <a:t>ifampifehezana</a:t>
            </a:r>
            <a:r>
              <a:rPr lang="en-US" sz="3600" dirty="0" smtClean="0">
                <a:latin typeface="Verdana" pitchFamily="34" charset="0"/>
              </a:rPr>
              <a:t>.</a:t>
            </a:r>
            <a:endParaRPr lang="en-US" sz="3600" dirty="0">
              <a:latin typeface="Verdana" pitchFamily="34" charset="0"/>
            </a:endParaRPr>
          </a:p>
        </p:txBody>
      </p:sp>
      <p:sp>
        <p:nvSpPr>
          <p:cNvPr id="106500" name="Rectangle 4"/>
          <p:cNvSpPr>
            <a:spLocks noChangeArrowheads="1"/>
          </p:cNvSpPr>
          <p:nvPr/>
        </p:nvSpPr>
        <p:spPr bwMode="auto">
          <a:xfrm>
            <a:off x="1676400" y="4572000"/>
            <a:ext cx="6934200" cy="15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742950" lvl="1" indent="-285750">
              <a:spcBef>
                <a:spcPct val="20000"/>
              </a:spcBef>
              <a:buClr>
                <a:schemeClr val="hlink"/>
              </a:buClr>
              <a:buFontTx/>
              <a:buChar char="–"/>
            </a:pPr>
            <a:r>
              <a:rPr lang="en-US" sz="32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Verdana" pitchFamily="34" charset="0"/>
              </a:rPr>
              <a:t>Mety</a:t>
            </a:r>
            <a:r>
              <a:rPr lang="en-US" sz="32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Verdana" pitchFamily="34" charset="0"/>
              </a:rPr>
              <a:t> ho </a:t>
            </a:r>
            <a:r>
              <a:rPr lang="en-US" sz="32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Verdana" pitchFamily="34" charset="0"/>
              </a:rPr>
              <a:t>olana</a:t>
            </a:r>
            <a:r>
              <a:rPr lang="en-US" sz="32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Verdana" pitchFamily="34" charset="0"/>
              </a:rPr>
              <a:t> </a:t>
            </a:r>
            <a:r>
              <a:rPr lang="en-US" sz="32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Verdana" pitchFamily="34" charset="0"/>
              </a:rPr>
              <a:t>ny</a:t>
            </a:r>
            <a:r>
              <a:rPr lang="en-US" sz="32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Verdana" pitchFamily="34" charset="0"/>
              </a:rPr>
              <a:t> </a:t>
            </a:r>
            <a:r>
              <a:rPr lang="en-US" sz="32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Verdana" pitchFamily="34" charset="0"/>
              </a:rPr>
              <a:t>fitsipi-pifehezana</a:t>
            </a:r>
            <a:r>
              <a:rPr lang="en-US" sz="32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Verdana" pitchFamily="34" charset="0"/>
              </a:rPr>
              <a:t> </a:t>
            </a:r>
            <a:r>
              <a:rPr lang="en-US" sz="32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Verdana" pitchFamily="34" charset="0"/>
              </a:rPr>
              <a:t>raha</a:t>
            </a:r>
            <a:r>
              <a:rPr lang="en-US" sz="32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Verdana" pitchFamily="34" charset="0"/>
              </a:rPr>
              <a:t> </a:t>
            </a:r>
            <a:r>
              <a:rPr lang="en-US" sz="32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Verdana" pitchFamily="34" charset="0"/>
              </a:rPr>
              <a:t>tsy</a:t>
            </a:r>
            <a:r>
              <a:rPr lang="en-US" sz="32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Verdana" pitchFamily="34" charset="0"/>
              </a:rPr>
              <a:t> </a:t>
            </a:r>
            <a:r>
              <a:rPr lang="en-US" sz="32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Verdana" pitchFamily="34" charset="0"/>
              </a:rPr>
              <a:t>voafaritra</a:t>
            </a:r>
            <a:r>
              <a:rPr lang="en-US" sz="32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Verdana" pitchFamily="34" charset="0"/>
              </a:rPr>
              <a:t> </a:t>
            </a:r>
            <a:r>
              <a:rPr lang="en-US" sz="32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Verdana" pitchFamily="34" charset="0"/>
              </a:rPr>
              <a:t>mazava</a:t>
            </a:r>
            <a:r>
              <a:rPr lang="en-US" sz="32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Verdana" pitchFamily="34" charset="0"/>
              </a:rPr>
              <a:t> </a:t>
            </a:r>
            <a:r>
              <a:rPr lang="en-US" sz="32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Verdana" pitchFamily="34" charset="0"/>
              </a:rPr>
              <a:t>tsara</a:t>
            </a:r>
            <a:r>
              <a:rPr lang="en-US" sz="32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Verdana" pitchFamily="34" charset="0"/>
              </a:rPr>
              <a:t>  </a:t>
            </a:r>
            <a:r>
              <a:rPr lang="en-US" sz="32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Verdana" pitchFamily="34" charset="0"/>
              </a:rPr>
              <a:t>ireo</a:t>
            </a:r>
            <a:r>
              <a:rPr lang="en-US" sz="32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Verdana" pitchFamily="34" charset="0"/>
              </a:rPr>
              <a:t> “</a:t>
            </a:r>
            <a:r>
              <a:rPr lang="en-US" sz="32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Verdana" pitchFamily="34" charset="0"/>
              </a:rPr>
              <a:t>vokany</a:t>
            </a:r>
            <a:r>
              <a:rPr lang="en-US" sz="32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Verdana" pitchFamily="34" charset="0"/>
              </a:rPr>
              <a:t>”</a:t>
            </a:r>
            <a:endParaRPr lang="en-US" sz="3200" dirty="0">
              <a:effectLst>
                <a:outerShdw blurRad="38100" dist="38100" dir="2700000" algn="tl">
                  <a:srgbClr val="808080"/>
                </a:outerShdw>
              </a:effectLst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126192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64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064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065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499" grpId="0" build="p" autoUpdateAnimBg="0"/>
      <p:bldP spid="106500" grpId="0" build="p" autoUpdateAnimBg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8001000" cy="1143000"/>
          </a:xfrm>
        </p:spPr>
        <p:txBody>
          <a:bodyPr/>
          <a:lstStyle/>
          <a:p>
            <a:pPr algn="ctr"/>
            <a:r>
              <a:rPr lang="en-US" dirty="0" smtClean="0"/>
              <a:t>Laissez-faire Leadership</a:t>
            </a:r>
            <a:endParaRPr lang="en-US" dirty="0"/>
          </a:p>
        </p:txBody>
      </p:sp>
      <p:sp>
        <p:nvSpPr>
          <p:cNvPr id="983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219200"/>
            <a:ext cx="8077200" cy="2895600"/>
          </a:xfrm>
        </p:spPr>
        <p:txBody>
          <a:bodyPr/>
          <a:lstStyle/>
          <a:p>
            <a:pPr lvl="1"/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Tsy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mitsabatsabaka</a:t>
            </a:r>
            <a:endParaRPr lang="en-US" sz="3200" dirty="0">
              <a:latin typeface="Verdana" pitchFamily="34" charset="0"/>
            </a:endParaRPr>
          </a:p>
          <a:p>
            <a:pPr lvl="1"/>
            <a:r>
              <a:rPr lang="en-US" sz="3200" dirty="0" err="1" smtClean="0">
                <a:latin typeface="Verdana" pitchFamily="34" charset="0"/>
              </a:rPr>
              <a:t>Tsy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misy</a:t>
            </a:r>
            <a:r>
              <a:rPr lang="en-US" sz="3200" dirty="0" smtClean="0">
                <a:latin typeface="Verdana" pitchFamily="34" charset="0"/>
              </a:rPr>
              <a:t>  </a:t>
            </a:r>
            <a:r>
              <a:rPr lang="en-US" sz="3200" dirty="0" err="1" smtClean="0">
                <a:latin typeface="Verdana" pitchFamily="34" charset="0"/>
              </a:rPr>
              <a:t>na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kely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ireo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toro</a:t>
            </a:r>
            <a:r>
              <a:rPr lang="en-US" sz="3200" dirty="0" smtClean="0">
                <a:latin typeface="Verdana" pitchFamily="34" charset="0"/>
              </a:rPr>
              <a:t>-</a:t>
            </a:r>
            <a:r>
              <a:rPr lang="en-US" sz="3200" dirty="0" err="1" smtClean="0">
                <a:latin typeface="Verdana" pitchFamily="34" charset="0"/>
              </a:rPr>
              <a:t>marika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ireo</a:t>
            </a:r>
            <a:r>
              <a:rPr lang="en-US" sz="3200" dirty="0" smtClean="0">
                <a:latin typeface="Verdana" pitchFamily="34" charset="0"/>
              </a:rPr>
              <a:t> staff </a:t>
            </a:r>
            <a:r>
              <a:rPr lang="en-US" sz="3200" dirty="0">
                <a:latin typeface="Verdana" pitchFamily="34" charset="0"/>
              </a:rPr>
              <a:t>(&amp; </a:t>
            </a:r>
            <a:r>
              <a:rPr lang="en-US" sz="3200" dirty="0" err="1" smtClean="0">
                <a:latin typeface="Verdana" pitchFamily="34" charset="0"/>
              </a:rPr>
              <a:t>Mpisavalalanas</a:t>
            </a:r>
            <a:r>
              <a:rPr lang="en-US" sz="3200" dirty="0">
                <a:latin typeface="Verdana" pitchFamily="34" charset="0"/>
              </a:rPr>
              <a:t>) </a:t>
            </a:r>
            <a:r>
              <a:rPr lang="en-US" sz="3200" dirty="0" err="1" smtClean="0">
                <a:latin typeface="Verdana" pitchFamily="34" charset="0"/>
              </a:rPr>
              <a:t>fa</a:t>
            </a:r>
            <a:r>
              <a:rPr lang="en-US" sz="3200" dirty="0" smtClean="0">
                <a:latin typeface="Verdana" pitchFamily="34" charset="0"/>
              </a:rPr>
              <a:t> be </a:t>
            </a:r>
            <a:r>
              <a:rPr lang="en-US" sz="3200" dirty="0" err="1" smtClean="0">
                <a:latin typeface="Verdana" pitchFamily="34" charset="0"/>
              </a:rPr>
              <a:t>arak’izay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azo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atao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ny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fahalalahana</a:t>
            </a:r>
            <a:endParaRPr lang="en-US" sz="3200" dirty="0">
              <a:latin typeface="Verdana" pitchFamily="34" charset="0"/>
            </a:endParaRPr>
          </a:p>
        </p:txBody>
      </p:sp>
      <p:sp>
        <p:nvSpPr>
          <p:cNvPr id="98308" name="Rectangle 4"/>
          <p:cNvSpPr>
            <a:spLocks noChangeArrowheads="1"/>
          </p:cNvSpPr>
          <p:nvPr/>
        </p:nvSpPr>
        <p:spPr bwMode="auto">
          <a:xfrm>
            <a:off x="1981200" y="3810000"/>
            <a:ext cx="6781800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742950" lvl="1" indent="-285750">
              <a:spcBef>
                <a:spcPct val="20000"/>
              </a:spcBef>
              <a:buClr>
                <a:schemeClr val="hlink"/>
              </a:buClr>
              <a:buFontTx/>
              <a:buChar char="–"/>
            </a:pPr>
            <a:r>
              <a:rPr lang="en-US" sz="28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Verdana" pitchFamily="34" charset="0"/>
              </a:rPr>
              <a:t>Omena</a:t>
            </a:r>
            <a:r>
              <a:rPr lang="en-US" sz="28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Verdana" pitchFamily="34" charset="0"/>
              </a:rPr>
              <a:t> </a:t>
            </a:r>
            <a:r>
              <a:rPr lang="en-US" sz="28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Verdana" pitchFamily="34" charset="0"/>
              </a:rPr>
              <a:t>ny</a:t>
            </a:r>
            <a:r>
              <a:rPr lang="en-US" sz="28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Verdana" pitchFamily="34" charset="0"/>
              </a:rPr>
              <a:t> </a:t>
            </a:r>
            <a:r>
              <a:rPr lang="en-US" sz="28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Verdana" pitchFamily="34" charset="0"/>
              </a:rPr>
              <a:t>fahefana</a:t>
            </a:r>
            <a:r>
              <a:rPr lang="en-US" sz="28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Verdana" pitchFamily="34" charset="0"/>
              </a:rPr>
              <a:t> </a:t>
            </a:r>
            <a:r>
              <a:rPr lang="en-US" sz="28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Verdana" pitchFamily="34" charset="0"/>
              </a:rPr>
              <a:t>rehetra</a:t>
            </a:r>
            <a:r>
              <a:rPr lang="en-US" sz="28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Verdana" pitchFamily="34" charset="0"/>
              </a:rPr>
              <a:t> </a:t>
            </a:r>
            <a:r>
              <a:rPr lang="en-US" sz="28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Verdana" pitchFamily="34" charset="0"/>
              </a:rPr>
              <a:t>ny</a:t>
            </a:r>
            <a:r>
              <a:rPr lang="en-US" sz="28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Verdana" pitchFamily="34" charset="0"/>
              </a:rPr>
              <a:t> Staff &amp; </a:t>
            </a:r>
            <a:r>
              <a:rPr lang="en-US" sz="28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Verdana" pitchFamily="34" charset="0"/>
              </a:rPr>
              <a:t>Mpisavalalana</a:t>
            </a:r>
            <a:r>
              <a:rPr lang="en-US" sz="28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Verdana" pitchFamily="34" charset="0"/>
              </a:rPr>
              <a:t> </a:t>
            </a:r>
            <a:r>
              <a:rPr lang="en-US" sz="28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Verdana" pitchFamily="34" charset="0"/>
              </a:rPr>
              <a:t>ary</a:t>
            </a:r>
            <a:r>
              <a:rPr lang="en-US" sz="28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Verdana" pitchFamily="34" charset="0"/>
              </a:rPr>
              <a:t> </a:t>
            </a:r>
            <a:r>
              <a:rPr lang="en-US" sz="28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Verdana" pitchFamily="34" charset="0"/>
              </a:rPr>
              <a:t>izy</a:t>
            </a:r>
            <a:r>
              <a:rPr lang="en-US" sz="28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Verdana" pitchFamily="34" charset="0"/>
              </a:rPr>
              <a:t> </a:t>
            </a:r>
            <a:r>
              <a:rPr lang="en-US" sz="28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Verdana" pitchFamily="34" charset="0"/>
              </a:rPr>
              <a:t>ireo</a:t>
            </a:r>
            <a:r>
              <a:rPr lang="en-US" sz="28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Verdana" pitchFamily="34" charset="0"/>
              </a:rPr>
              <a:t> no </a:t>
            </a:r>
            <a:r>
              <a:rPr lang="en-US" sz="28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Verdana" pitchFamily="34" charset="0"/>
              </a:rPr>
              <a:t>tsy</a:t>
            </a:r>
            <a:r>
              <a:rPr lang="en-US" sz="28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Verdana" pitchFamily="34" charset="0"/>
              </a:rPr>
              <a:t> </a:t>
            </a:r>
            <a:r>
              <a:rPr lang="en-US" sz="28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Verdana" pitchFamily="34" charset="0"/>
              </a:rPr>
              <a:t>maintsy</a:t>
            </a:r>
            <a:r>
              <a:rPr lang="en-US" sz="28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Verdana" pitchFamily="34" charset="0"/>
              </a:rPr>
              <a:t> </a:t>
            </a:r>
            <a:r>
              <a:rPr lang="en-US" sz="28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Verdana" pitchFamily="34" charset="0"/>
              </a:rPr>
              <a:t>mamaritra</a:t>
            </a:r>
            <a:r>
              <a:rPr lang="en-US" sz="28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Verdana" pitchFamily="34" charset="0"/>
              </a:rPr>
              <a:t> </a:t>
            </a:r>
            <a:r>
              <a:rPr lang="en-US" sz="28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Verdana" pitchFamily="34" charset="0"/>
              </a:rPr>
              <a:t>ny</a:t>
            </a:r>
            <a:r>
              <a:rPr lang="en-US" sz="28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Verdana" pitchFamily="34" charset="0"/>
              </a:rPr>
              <a:t> </a:t>
            </a:r>
            <a:r>
              <a:rPr lang="en-US" sz="28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Verdana" pitchFamily="34" charset="0"/>
              </a:rPr>
              <a:t>tanjona</a:t>
            </a:r>
            <a:r>
              <a:rPr lang="en-US" sz="28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Verdana" pitchFamily="34" charset="0"/>
              </a:rPr>
              <a:t>, </a:t>
            </a:r>
            <a:r>
              <a:rPr lang="en-US" sz="28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Verdana" pitchFamily="34" charset="0"/>
              </a:rPr>
              <a:t>mandray</a:t>
            </a:r>
            <a:r>
              <a:rPr lang="en-US" sz="28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Verdana" pitchFamily="34" charset="0"/>
              </a:rPr>
              <a:t> </a:t>
            </a:r>
            <a:r>
              <a:rPr lang="en-US" sz="28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Verdana" pitchFamily="34" charset="0"/>
              </a:rPr>
              <a:t>ny</a:t>
            </a:r>
            <a:r>
              <a:rPr lang="en-US" sz="28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Verdana" pitchFamily="34" charset="0"/>
              </a:rPr>
              <a:t> </a:t>
            </a:r>
            <a:r>
              <a:rPr lang="en-US" sz="28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Verdana" pitchFamily="34" charset="0"/>
              </a:rPr>
              <a:t>fanapahan-kevitra</a:t>
            </a:r>
            <a:r>
              <a:rPr lang="en-US" sz="28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Verdana" pitchFamily="34" charset="0"/>
              </a:rPr>
              <a:t> </a:t>
            </a:r>
            <a:r>
              <a:rPr lang="en-US" sz="28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Verdana" pitchFamily="34" charset="0"/>
              </a:rPr>
              <a:t>ary</a:t>
            </a:r>
            <a:r>
              <a:rPr lang="en-US" sz="28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Verdana" pitchFamily="34" charset="0"/>
              </a:rPr>
              <a:t> </a:t>
            </a:r>
            <a:r>
              <a:rPr lang="en-US" sz="28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Verdana" pitchFamily="34" charset="0"/>
              </a:rPr>
              <a:t>mamaha</a:t>
            </a:r>
            <a:r>
              <a:rPr lang="en-US" sz="28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Verdana" pitchFamily="34" charset="0"/>
              </a:rPr>
              <a:t> </a:t>
            </a:r>
            <a:r>
              <a:rPr lang="en-US" sz="28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Verdana" pitchFamily="34" charset="0"/>
              </a:rPr>
              <a:t>ny</a:t>
            </a:r>
            <a:r>
              <a:rPr lang="en-US" sz="28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Verdana" pitchFamily="34" charset="0"/>
              </a:rPr>
              <a:t> </a:t>
            </a:r>
            <a:r>
              <a:rPr lang="en-US" sz="28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Verdana" pitchFamily="34" charset="0"/>
              </a:rPr>
              <a:t>olana</a:t>
            </a:r>
            <a:r>
              <a:rPr lang="en-US" sz="28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Verdana" pitchFamily="34" charset="0"/>
              </a:rPr>
              <a:t>.. </a:t>
            </a:r>
            <a:endParaRPr lang="en-US" sz="2800" dirty="0">
              <a:effectLst>
                <a:outerShdw blurRad="38100" dist="38100" dir="2700000" algn="tl">
                  <a:srgbClr val="808080"/>
                </a:outerShdw>
              </a:effectLst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144924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83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983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983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307" grpId="0" build="p" autoUpdateAnimBg="0"/>
      <p:bldP spid="98308" grpId="0" build="p" autoUpdateAnimBg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8001000" cy="1143000"/>
          </a:xfrm>
        </p:spPr>
        <p:txBody>
          <a:bodyPr/>
          <a:lstStyle/>
          <a:p>
            <a:r>
              <a:rPr lang="en-US" b="1" dirty="0" smtClean="0"/>
              <a:t>LAFITSARANY</a:t>
            </a:r>
            <a:endParaRPr lang="en-US" b="1" dirty="0"/>
          </a:p>
        </p:txBody>
      </p:sp>
      <p:sp>
        <p:nvSpPr>
          <p:cNvPr id="1085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76400"/>
            <a:ext cx="8077200" cy="2895600"/>
          </a:xfrm>
        </p:spPr>
        <p:txBody>
          <a:bodyPr/>
          <a:lstStyle/>
          <a:p>
            <a:pPr lvl="1"/>
            <a:r>
              <a:rPr lang="en-US" sz="3200" dirty="0" err="1" smtClean="0">
                <a:latin typeface="Verdana" pitchFamily="34" charset="0"/>
              </a:rPr>
              <a:t>Mivelatra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fahaizan’ireo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STAFFe</a:t>
            </a:r>
            <a:r>
              <a:rPr lang="en-US" sz="3200" dirty="0">
                <a:latin typeface="Verdana" pitchFamily="34" charset="0"/>
              </a:rPr>
              <a:t>)</a:t>
            </a:r>
          </a:p>
          <a:p>
            <a:pPr lvl="1"/>
            <a:r>
              <a:rPr lang="en-US" sz="3200" dirty="0" err="1" smtClean="0">
                <a:latin typeface="Verdana" pitchFamily="34" charset="0"/>
              </a:rPr>
              <a:t>Mihamitombo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ny</a:t>
            </a:r>
            <a:r>
              <a:rPr lang="en-US" sz="3200" dirty="0" smtClean="0">
                <a:latin typeface="Verdana" pitchFamily="34" charset="0"/>
              </a:rPr>
              <a:t> toe-</a:t>
            </a:r>
            <a:r>
              <a:rPr lang="en-US" sz="3200" dirty="0" err="1" smtClean="0">
                <a:latin typeface="Verdana" pitchFamily="34" charset="0"/>
              </a:rPr>
              <a:t>tsaina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tia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karokaroka</a:t>
            </a:r>
            <a:endParaRPr lang="en-US" sz="3200" dirty="0" smtClean="0">
              <a:latin typeface="Verdana" pitchFamily="34" charset="0"/>
            </a:endParaRPr>
          </a:p>
          <a:p>
            <a:pPr lvl="1"/>
            <a:r>
              <a:rPr lang="en-US" sz="3200" dirty="0" err="1" smtClean="0">
                <a:latin typeface="Verdana" pitchFamily="34" charset="0"/>
              </a:rPr>
              <a:t>Mahavita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zavatra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betsaka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ireoStaff</a:t>
            </a:r>
            <a:endParaRPr lang="en-US" sz="3200" dirty="0">
              <a:latin typeface="Verdana" pitchFamily="34" charset="0"/>
            </a:endParaRPr>
          </a:p>
          <a:p>
            <a:pPr lvl="1"/>
            <a:r>
              <a:rPr lang="en-US" sz="3200" dirty="0" err="1" smtClean="0">
                <a:latin typeface="Verdana" pitchFamily="34" charset="0"/>
              </a:rPr>
              <a:t>Mandray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anjara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na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dia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ireo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tsy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dia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marisika</a:t>
            </a:r>
            <a:r>
              <a:rPr lang="en-US" sz="3200" dirty="0" smtClean="0">
                <a:latin typeface="Verdana" pitchFamily="34" charset="0"/>
              </a:rPr>
              <a:t>.</a:t>
            </a:r>
            <a:endParaRPr lang="en-US" sz="3200" dirty="0"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900681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85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085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085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085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547" grpId="0" build="p" autoUpdateAnimBg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8001000" cy="1143000"/>
          </a:xfrm>
        </p:spPr>
        <p:txBody>
          <a:bodyPr/>
          <a:lstStyle/>
          <a:p>
            <a:r>
              <a:rPr lang="en-US" dirty="0" smtClean="0"/>
              <a:t>LAFIRATSINY</a:t>
            </a:r>
            <a:endParaRPr lang="en-US" dirty="0"/>
          </a:p>
        </p:txBody>
      </p:sp>
      <p:sp>
        <p:nvSpPr>
          <p:cNvPr id="1095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76400"/>
            <a:ext cx="8077200" cy="2895600"/>
          </a:xfrm>
        </p:spPr>
        <p:txBody>
          <a:bodyPr/>
          <a:lstStyle/>
          <a:p>
            <a:pPr lvl="1"/>
            <a:r>
              <a:rPr lang="en-US" dirty="0" err="1" smtClean="0">
                <a:latin typeface="Verdana" pitchFamily="34" charset="0"/>
              </a:rPr>
              <a:t>Loza</a:t>
            </a:r>
            <a:r>
              <a:rPr lang="en-US" dirty="0" smtClean="0">
                <a:latin typeface="Verdana" pitchFamily="34" charset="0"/>
              </a:rPr>
              <a:t> </a:t>
            </a:r>
            <a:r>
              <a:rPr lang="en-US" dirty="0" err="1" smtClean="0">
                <a:latin typeface="Verdana" pitchFamily="34" charset="0"/>
              </a:rPr>
              <a:t>mitatao</a:t>
            </a:r>
            <a:r>
              <a:rPr lang="en-US" dirty="0" smtClean="0">
                <a:latin typeface="Verdana" pitchFamily="34" charset="0"/>
              </a:rPr>
              <a:t> </a:t>
            </a:r>
            <a:r>
              <a:rPr lang="en-US" dirty="0" err="1" smtClean="0">
                <a:latin typeface="Verdana" pitchFamily="34" charset="0"/>
              </a:rPr>
              <a:t>ny</a:t>
            </a:r>
            <a:r>
              <a:rPr lang="en-US" dirty="0" smtClean="0">
                <a:latin typeface="Verdana" pitchFamily="34" charset="0"/>
              </a:rPr>
              <a:t> </a:t>
            </a:r>
            <a:r>
              <a:rPr lang="en-US" dirty="0" err="1" smtClean="0">
                <a:latin typeface="Verdana" pitchFamily="34" charset="0"/>
              </a:rPr>
              <a:t>korontana</a:t>
            </a:r>
            <a:endParaRPr lang="en-US" dirty="0">
              <a:latin typeface="Verdana" pitchFamily="34" charset="0"/>
            </a:endParaRPr>
          </a:p>
          <a:p>
            <a:pPr lvl="1"/>
            <a:r>
              <a:rPr lang="en-US" dirty="0" err="1" smtClean="0">
                <a:latin typeface="Verdana" pitchFamily="34" charset="0"/>
              </a:rPr>
              <a:t>Mety</a:t>
            </a:r>
            <a:r>
              <a:rPr lang="en-US" dirty="0" smtClean="0">
                <a:latin typeface="Verdana" pitchFamily="34" charset="0"/>
              </a:rPr>
              <a:t> </a:t>
            </a:r>
            <a:r>
              <a:rPr lang="en-US" dirty="0" err="1" smtClean="0">
                <a:latin typeface="Verdana" pitchFamily="34" charset="0"/>
              </a:rPr>
              <a:t>hidina</a:t>
            </a:r>
            <a:r>
              <a:rPr lang="en-US" dirty="0" smtClean="0">
                <a:latin typeface="Verdana" pitchFamily="34" charset="0"/>
              </a:rPr>
              <a:t> </a:t>
            </a:r>
            <a:r>
              <a:rPr lang="en-US" dirty="0" err="1" smtClean="0">
                <a:latin typeface="Verdana" pitchFamily="34" charset="0"/>
              </a:rPr>
              <a:t>ny</a:t>
            </a:r>
            <a:r>
              <a:rPr lang="en-US" dirty="0" smtClean="0">
                <a:latin typeface="Verdana" pitchFamily="34" charset="0"/>
              </a:rPr>
              <a:t> </a:t>
            </a:r>
            <a:r>
              <a:rPr lang="en-US" dirty="0" err="1" smtClean="0">
                <a:latin typeface="Verdana" pitchFamily="34" charset="0"/>
              </a:rPr>
              <a:t>kalitao</a:t>
            </a:r>
            <a:endParaRPr lang="en-US" dirty="0">
              <a:latin typeface="Verdana" pitchFamily="34" charset="0"/>
            </a:endParaRPr>
          </a:p>
          <a:p>
            <a:pPr lvl="1"/>
            <a:r>
              <a:rPr lang="en-US" dirty="0" err="1" smtClean="0">
                <a:latin typeface="Verdana" pitchFamily="34" charset="0"/>
              </a:rPr>
              <a:t>Olana</a:t>
            </a:r>
            <a:r>
              <a:rPr lang="en-US" dirty="0" smtClean="0">
                <a:latin typeface="Verdana" pitchFamily="34" charset="0"/>
              </a:rPr>
              <a:t> </a:t>
            </a:r>
            <a:r>
              <a:rPr lang="en-US" dirty="0" err="1" smtClean="0">
                <a:latin typeface="Verdana" pitchFamily="34" charset="0"/>
              </a:rPr>
              <a:t>ny</a:t>
            </a:r>
            <a:r>
              <a:rPr lang="en-US" dirty="0" smtClean="0">
                <a:latin typeface="Verdana" pitchFamily="34" charset="0"/>
              </a:rPr>
              <a:t> </a:t>
            </a:r>
            <a:r>
              <a:rPr lang="en-US" dirty="0" err="1" smtClean="0">
                <a:latin typeface="Verdana" pitchFamily="34" charset="0"/>
              </a:rPr>
              <a:t>fitsipi-pifehezana</a:t>
            </a:r>
            <a:endParaRPr lang="en-US" dirty="0" smtClean="0">
              <a:latin typeface="Verdana" pitchFamily="34" charset="0"/>
            </a:endParaRPr>
          </a:p>
          <a:p>
            <a:pPr lvl="1"/>
            <a:r>
              <a:rPr lang="en-US" dirty="0" err="1" smtClean="0">
                <a:latin typeface="Verdana" pitchFamily="34" charset="0"/>
              </a:rPr>
              <a:t>Tsy</a:t>
            </a:r>
            <a:r>
              <a:rPr lang="en-US" dirty="0" smtClean="0">
                <a:latin typeface="Verdana" pitchFamily="34" charset="0"/>
              </a:rPr>
              <a:t> </a:t>
            </a:r>
            <a:r>
              <a:rPr lang="en-US" dirty="0" err="1" smtClean="0">
                <a:latin typeface="Verdana" pitchFamily="34" charset="0"/>
              </a:rPr>
              <a:t>misy</a:t>
            </a:r>
            <a:r>
              <a:rPr lang="en-US" dirty="0" smtClean="0">
                <a:latin typeface="Verdana" pitchFamily="34" charset="0"/>
              </a:rPr>
              <a:t>  </a:t>
            </a:r>
            <a:r>
              <a:rPr lang="en-US" dirty="0" err="1" smtClean="0">
                <a:latin typeface="Verdana" pitchFamily="34" charset="0"/>
              </a:rPr>
              <a:t>na</a:t>
            </a:r>
            <a:r>
              <a:rPr lang="en-US" dirty="0" smtClean="0">
                <a:latin typeface="Verdana" pitchFamily="34" charset="0"/>
              </a:rPr>
              <a:t> </a:t>
            </a:r>
            <a:r>
              <a:rPr lang="en-US" dirty="0" err="1" smtClean="0">
                <a:latin typeface="Verdana" pitchFamily="34" charset="0"/>
              </a:rPr>
              <a:t>tsy</a:t>
            </a:r>
            <a:r>
              <a:rPr lang="en-US" dirty="0" smtClean="0">
                <a:latin typeface="Verdana" pitchFamily="34" charset="0"/>
              </a:rPr>
              <a:t> </a:t>
            </a:r>
            <a:r>
              <a:rPr lang="en-US" dirty="0" err="1" smtClean="0">
                <a:latin typeface="Verdana" pitchFamily="34" charset="0"/>
              </a:rPr>
              <a:t>arahana</a:t>
            </a:r>
            <a:r>
              <a:rPr lang="en-US" dirty="0" smtClean="0">
                <a:latin typeface="Verdana" pitchFamily="34" charset="0"/>
              </a:rPr>
              <a:t> </a:t>
            </a:r>
            <a:r>
              <a:rPr lang="en-US" dirty="0" err="1" smtClean="0">
                <a:latin typeface="Verdana" pitchFamily="34" charset="0"/>
              </a:rPr>
              <a:t>ny</a:t>
            </a:r>
            <a:r>
              <a:rPr lang="en-US" dirty="0" smtClean="0">
                <a:latin typeface="Verdana" pitchFamily="34" charset="0"/>
              </a:rPr>
              <a:t> </a:t>
            </a:r>
            <a:r>
              <a:rPr lang="en-US" dirty="0" err="1" smtClean="0">
                <a:latin typeface="Verdana" pitchFamily="34" charset="0"/>
              </a:rPr>
              <a:t>fitsipika</a:t>
            </a:r>
            <a:endParaRPr lang="en-US" dirty="0">
              <a:latin typeface="Verdana" pitchFamily="34" charset="0"/>
            </a:endParaRPr>
          </a:p>
        </p:txBody>
      </p:sp>
      <p:sp>
        <p:nvSpPr>
          <p:cNvPr id="109572" name="Rectangle 4"/>
          <p:cNvSpPr>
            <a:spLocks noChangeArrowheads="1"/>
          </p:cNvSpPr>
          <p:nvPr/>
        </p:nvSpPr>
        <p:spPr bwMode="auto">
          <a:xfrm>
            <a:off x="1524000" y="4267200"/>
            <a:ext cx="7239000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742950" lvl="1" indent="-285750">
              <a:spcBef>
                <a:spcPct val="20000"/>
              </a:spcBef>
              <a:buClr>
                <a:schemeClr val="hlink"/>
              </a:buClr>
              <a:buFontTx/>
              <a:buChar char="–"/>
            </a:pPr>
            <a:r>
              <a:rPr lang="en-US" sz="28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Verdana" pitchFamily="34" charset="0"/>
              </a:rPr>
              <a:t>Araraotin’ny</a:t>
            </a:r>
            <a:r>
              <a:rPr lang="en-US" sz="28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Verdana" pitchFamily="34" charset="0"/>
              </a:rPr>
              <a:t> </a:t>
            </a:r>
            <a:r>
              <a:rPr lang="en-US" sz="28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Verdana" pitchFamily="34" charset="0"/>
              </a:rPr>
              <a:t>Mpisavalalana</a:t>
            </a:r>
            <a:r>
              <a:rPr lang="en-US" sz="28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Verdana" pitchFamily="34" charset="0"/>
              </a:rPr>
              <a:t> </a:t>
            </a:r>
            <a:r>
              <a:rPr lang="en-US" sz="28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Verdana" pitchFamily="34" charset="0"/>
              </a:rPr>
              <a:t>ireo</a:t>
            </a:r>
            <a:r>
              <a:rPr lang="en-US" sz="28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Verdana" pitchFamily="34" charset="0"/>
              </a:rPr>
              <a:t> </a:t>
            </a:r>
            <a:r>
              <a:rPr lang="en-US" sz="28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Verdana" pitchFamily="34" charset="0"/>
              </a:rPr>
              <a:t>fahalemena</a:t>
            </a:r>
            <a:r>
              <a:rPr lang="en-US" sz="28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Verdana" pitchFamily="34" charset="0"/>
              </a:rPr>
              <a:t> </a:t>
            </a:r>
            <a:r>
              <a:rPr lang="en-US" sz="28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Verdana" pitchFamily="34" charset="0"/>
              </a:rPr>
              <a:t>na</a:t>
            </a:r>
            <a:r>
              <a:rPr lang="en-US" sz="28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Verdana" pitchFamily="34" charset="0"/>
              </a:rPr>
              <a:t> </a:t>
            </a:r>
            <a:r>
              <a:rPr lang="en-US" sz="28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Verdana" pitchFamily="34" charset="0"/>
              </a:rPr>
              <a:t>tanjaky</a:t>
            </a:r>
            <a:r>
              <a:rPr lang="en-US" sz="28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Verdana" pitchFamily="34" charset="0"/>
              </a:rPr>
              <a:t> </a:t>
            </a:r>
            <a:r>
              <a:rPr lang="en-US" sz="28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Verdana" pitchFamily="34" charset="0"/>
              </a:rPr>
              <a:t>ny</a:t>
            </a:r>
            <a:r>
              <a:rPr lang="en-US" sz="28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Verdana" pitchFamily="34" charset="0"/>
              </a:rPr>
              <a:t> STAFF</a:t>
            </a:r>
            <a:endParaRPr lang="en-US" sz="2800" dirty="0">
              <a:effectLst>
                <a:outerShdw blurRad="38100" dist="38100" dir="2700000" algn="tl">
                  <a:srgbClr val="808080"/>
                </a:outerShdw>
              </a:effectLst>
              <a:latin typeface="Verdana" pitchFamily="34" charset="0"/>
            </a:endParaRPr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  <a:buFontTx/>
              <a:buChar char="–"/>
            </a:pPr>
            <a:r>
              <a:rPr lang="en-US" sz="28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Verdana" pitchFamily="34" charset="0"/>
              </a:rPr>
              <a:t>Midina</a:t>
            </a:r>
            <a:r>
              <a:rPr lang="en-US" sz="28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Verdana" pitchFamily="34" charset="0"/>
              </a:rPr>
              <a:t> </a:t>
            </a:r>
            <a:r>
              <a:rPr lang="en-US" sz="28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Verdana" pitchFamily="34" charset="0"/>
              </a:rPr>
              <a:t>ny</a:t>
            </a:r>
            <a:r>
              <a:rPr lang="en-US" sz="28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Verdana" pitchFamily="34" charset="0"/>
              </a:rPr>
              <a:t> </a:t>
            </a:r>
            <a:r>
              <a:rPr lang="en-US" sz="28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Verdana" pitchFamily="34" charset="0"/>
              </a:rPr>
              <a:t>fandraisan’anjaran’ny</a:t>
            </a:r>
            <a:r>
              <a:rPr lang="en-US" sz="28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Verdana" pitchFamily="34" charset="0"/>
              </a:rPr>
              <a:t> </a:t>
            </a:r>
            <a:r>
              <a:rPr lang="en-US" sz="28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Verdana" pitchFamily="34" charset="0"/>
              </a:rPr>
              <a:t>mpikambana</a:t>
            </a:r>
            <a:r>
              <a:rPr lang="en-US" sz="28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Verdana" pitchFamily="34" charset="0"/>
              </a:rPr>
              <a:t> </a:t>
            </a:r>
            <a:r>
              <a:rPr lang="en-US" sz="28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Verdana" pitchFamily="34" charset="0"/>
              </a:rPr>
              <a:t>rehefa</a:t>
            </a:r>
            <a:r>
              <a:rPr lang="en-US" sz="28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Verdana" pitchFamily="34" charset="0"/>
              </a:rPr>
              <a:t> </a:t>
            </a:r>
            <a:r>
              <a:rPr lang="en-US" sz="28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Verdana" pitchFamily="34" charset="0"/>
              </a:rPr>
              <a:t>ela</a:t>
            </a:r>
            <a:r>
              <a:rPr lang="en-US" sz="28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Verdana" pitchFamily="34" charset="0"/>
              </a:rPr>
              <a:t> </a:t>
            </a:r>
            <a:r>
              <a:rPr lang="en-US" sz="28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Verdana" pitchFamily="34" charset="0"/>
              </a:rPr>
              <a:t>ny</a:t>
            </a:r>
            <a:r>
              <a:rPr lang="en-US" sz="28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Verdana" pitchFamily="34" charset="0"/>
              </a:rPr>
              <a:t> </a:t>
            </a:r>
            <a:r>
              <a:rPr lang="en-US" sz="28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Verdana" pitchFamily="34" charset="0"/>
              </a:rPr>
              <a:t>ela</a:t>
            </a:r>
            <a:endParaRPr lang="en-US" sz="2800" dirty="0">
              <a:effectLst>
                <a:outerShdw blurRad="38100" dist="38100" dir="2700000" algn="tl">
                  <a:srgbClr val="808080"/>
                </a:outerShdw>
              </a:effectLst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55521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95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095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095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095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095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095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571" grpId="0" build="p" autoUpdateAnimBg="0"/>
      <p:bldP spid="109572" grpId="0" build="p" autoUpdateAnimBg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fr-FR" dirty="0" smtClean="0"/>
              <a:t>ANDRAIKITRY NY STAFF @ ANKAPOBENY</a:t>
            </a:r>
            <a:endParaRPr lang="fr-FR" dirty="0"/>
          </a:p>
        </p:txBody>
      </p:sp>
      <p:sp>
        <p:nvSpPr>
          <p:cNvPr id="5" name="Sous-titr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0367358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8001000" cy="1143000"/>
          </a:xfrm>
        </p:spPr>
        <p:txBody>
          <a:bodyPr/>
          <a:lstStyle/>
          <a:p>
            <a:pPr algn="ctr"/>
            <a:r>
              <a:rPr lang="en-US" dirty="0" smtClean="0"/>
              <a:t>IREO STAFF</a:t>
            </a:r>
            <a:endParaRPr lang="en-US" dirty="0"/>
          </a:p>
        </p:txBody>
      </p:sp>
      <p:sp>
        <p:nvSpPr>
          <p:cNvPr id="870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76400"/>
            <a:ext cx="8077200" cy="1828800"/>
          </a:xfrm>
        </p:spPr>
        <p:txBody>
          <a:bodyPr/>
          <a:lstStyle/>
          <a:p>
            <a:r>
              <a:rPr lang="en-US" sz="3600" dirty="0" err="1" smtClean="0"/>
              <a:t>Mambra</a:t>
            </a:r>
            <a:r>
              <a:rPr lang="en-US" sz="3600" dirty="0" smtClean="0"/>
              <a:t> vita </a:t>
            </a:r>
            <a:r>
              <a:rPr lang="en-US" sz="3600" dirty="0" err="1" smtClean="0"/>
              <a:t>batisa</a:t>
            </a:r>
            <a:r>
              <a:rPr lang="en-US" sz="3600" dirty="0" smtClean="0"/>
              <a:t> </a:t>
            </a:r>
            <a:r>
              <a:rPr lang="en-US" sz="3600" dirty="0" err="1" smtClean="0"/>
              <a:t>ao</a:t>
            </a:r>
            <a:r>
              <a:rPr lang="en-US" sz="3600" dirty="0" smtClean="0"/>
              <a:t> @ </a:t>
            </a:r>
            <a:r>
              <a:rPr lang="en-US" sz="3600" dirty="0" err="1" smtClean="0"/>
              <a:t>Fiangonana</a:t>
            </a:r>
            <a:endParaRPr lang="en-US" sz="3600" dirty="0"/>
          </a:p>
          <a:p>
            <a:r>
              <a:rPr lang="en-US" sz="3600" dirty="0" err="1" smtClean="0"/>
              <a:t>Ohatra</a:t>
            </a:r>
            <a:r>
              <a:rPr lang="en-US" sz="3600" dirty="0" smtClean="0"/>
              <a:t> </a:t>
            </a:r>
            <a:r>
              <a:rPr lang="en-US" sz="3600" dirty="0" err="1" smtClean="0"/>
              <a:t>tsara</a:t>
            </a:r>
            <a:r>
              <a:rPr lang="en-US" sz="3600" dirty="0" smtClean="0"/>
              <a:t> ho </a:t>
            </a:r>
            <a:r>
              <a:rPr lang="en-US" sz="3600" dirty="0" err="1" smtClean="0"/>
              <a:t>an’ny</a:t>
            </a:r>
            <a:r>
              <a:rPr lang="en-US" sz="3600" dirty="0" smtClean="0"/>
              <a:t> </a:t>
            </a:r>
            <a:r>
              <a:rPr lang="en-US" sz="3600" dirty="0" err="1" smtClean="0"/>
              <a:t>Mpisavalalana</a:t>
            </a:r>
            <a:r>
              <a:rPr lang="en-US" sz="3600" dirty="0" smtClean="0"/>
              <a:t> @ </a:t>
            </a:r>
            <a:r>
              <a:rPr lang="en-US" sz="3600" dirty="0" err="1" smtClean="0"/>
              <a:t>fitondrantena</a:t>
            </a:r>
            <a:r>
              <a:rPr lang="en-US" sz="3600" dirty="0" smtClean="0"/>
              <a:t> </a:t>
            </a:r>
            <a:r>
              <a:rPr lang="en-US" sz="3600" dirty="0" err="1" smtClean="0"/>
              <a:t>sy</a:t>
            </a:r>
            <a:r>
              <a:rPr lang="en-US" sz="3600" dirty="0" smtClean="0"/>
              <a:t> </a:t>
            </a:r>
            <a:r>
              <a:rPr lang="en-US" sz="3600" dirty="0" err="1" smtClean="0"/>
              <a:t>fanolorantena</a:t>
            </a:r>
            <a:endParaRPr lang="en-US" sz="3600" dirty="0"/>
          </a:p>
        </p:txBody>
      </p:sp>
      <p:sp>
        <p:nvSpPr>
          <p:cNvPr id="87045" name="Rectangle 5"/>
          <p:cNvSpPr>
            <a:spLocks noChangeArrowheads="1"/>
          </p:cNvSpPr>
          <p:nvPr/>
        </p:nvSpPr>
        <p:spPr bwMode="auto">
          <a:xfrm>
            <a:off x="1905000" y="3657600"/>
            <a:ext cx="6705600" cy="144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accent1"/>
              </a:buClr>
              <a:buFontTx/>
              <a:buChar char="•"/>
            </a:pPr>
            <a:r>
              <a:rPr lang="en-US" sz="36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Vonona</a:t>
            </a:r>
            <a:r>
              <a:rPr lang="en-US" sz="36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36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ny</a:t>
            </a:r>
            <a:r>
              <a:rPr lang="en-US" sz="36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36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hanokana</a:t>
            </a:r>
            <a:r>
              <a:rPr lang="en-US" sz="36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36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ireo</a:t>
            </a:r>
            <a:r>
              <a:rPr lang="en-US" sz="36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36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fotoana</a:t>
            </a:r>
            <a:r>
              <a:rPr lang="en-US" sz="36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36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ilaina</a:t>
            </a:r>
            <a:r>
              <a:rPr lang="en-US" sz="36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@ </a:t>
            </a:r>
            <a:r>
              <a:rPr lang="en-US" sz="36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fanomanana</a:t>
            </a:r>
            <a:r>
              <a:rPr lang="en-US" sz="36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36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sy</a:t>
            </a:r>
            <a:r>
              <a:rPr lang="en-US" sz="36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36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fanatrehana</a:t>
            </a:r>
            <a:r>
              <a:rPr lang="en-US" sz="36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36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ireo</a:t>
            </a:r>
            <a:r>
              <a:rPr lang="en-US" sz="36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36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fivoriana</a:t>
            </a:r>
            <a:r>
              <a:rPr lang="en-US" sz="36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36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sy</a:t>
            </a:r>
            <a:r>
              <a:rPr lang="en-US" sz="36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36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hetsika</a:t>
            </a:r>
            <a:r>
              <a:rPr lang="en-US" sz="36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36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ataon’ny</a:t>
            </a:r>
            <a:r>
              <a:rPr lang="en-US" sz="36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36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Mpisavalalana</a:t>
            </a:r>
            <a:endParaRPr lang="en-US" sz="3600" dirty="0">
              <a:effectLst>
                <a:outerShdw blurRad="38100" dist="38100" dir="2700000" algn="tl">
                  <a:srgbClr val="808080"/>
                </a:outerShdw>
              </a:effectLst>
              <a:latin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753210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70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70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870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043" grpId="0" build="p" autoUpdateAnimBg="0"/>
      <p:bldP spid="87045" grpId="0" build="p" autoUpdateAnimBg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8001000" cy="1143000"/>
          </a:xfrm>
        </p:spPr>
        <p:txBody>
          <a:bodyPr/>
          <a:lstStyle/>
          <a:p>
            <a:r>
              <a:rPr lang="en-US" dirty="0" smtClean="0"/>
              <a:t>NY TALEN’NY KLIOBA</a:t>
            </a:r>
            <a:endParaRPr lang="en-US" dirty="0"/>
          </a:p>
        </p:txBody>
      </p:sp>
      <p:sp>
        <p:nvSpPr>
          <p:cNvPr id="1228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76400"/>
            <a:ext cx="8077200" cy="2743200"/>
          </a:xfrm>
        </p:spPr>
        <p:txBody>
          <a:bodyPr/>
          <a:lstStyle/>
          <a:p>
            <a:r>
              <a:rPr lang="en-US" dirty="0" err="1" smtClean="0"/>
              <a:t>Misolo</a:t>
            </a:r>
            <a:r>
              <a:rPr lang="en-US" dirty="0" smtClean="0"/>
              <a:t> </a:t>
            </a:r>
            <a:r>
              <a:rPr lang="en-US" dirty="0" err="1" smtClean="0"/>
              <a:t>tena</a:t>
            </a:r>
            <a:r>
              <a:rPr lang="en-US" dirty="0" smtClean="0"/>
              <a:t> </a:t>
            </a:r>
            <a:r>
              <a:rPr lang="en-US" dirty="0" err="1" smtClean="0"/>
              <a:t>ny</a:t>
            </a:r>
            <a:r>
              <a:rPr lang="en-US" dirty="0" smtClean="0"/>
              <a:t> </a:t>
            </a:r>
            <a:r>
              <a:rPr lang="en-US" dirty="0" err="1" smtClean="0"/>
              <a:t>Mpisavalalana</a:t>
            </a:r>
            <a:r>
              <a:rPr lang="en-US" dirty="0" smtClean="0"/>
              <a:t> </a:t>
            </a:r>
            <a:r>
              <a:rPr lang="en-US" dirty="0" err="1" smtClean="0"/>
              <a:t>ao</a:t>
            </a:r>
            <a:r>
              <a:rPr lang="en-US" dirty="0" smtClean="0"/>
              <a:t> @ </a:t>
            </a:r>
            <a:r>
              <a:rPr lang="en-US" dirty="0" err="1" smtClean="0"/>
              <a:t>komitin’ny</a:t>
            </a:r>
            <a:r>
              <a:rPr lang="en-US" dirty="0" smtClean="0"/>
              <a:t> </a:t>
            </a:r>
            <a:r>
              <a:rPr lang="en-US" dirty="0" err="1" smtClean="0"/>
              <a:t>Fiangonana</a:t>
            </a:r>
            <a:endParaRPr lang="en-US" dirty="0"/>
          </a:p>
          <a:p>
            <a:r>
              <a:rPr lang="en-US" dirty="0" err="1" smtClean="0"/>
              <a:t>Tompon’andraikitra</a:t>
            </a:r>
            <a:r>
              <a:rPr lang="en-US" dirty="0" smtClean="0"/>
              <a:t> </a:t>
            </a:r>
            <a:r>
              <a:rPr lang="en-US" dirty="0" err="1" smtClean="0"/>
              <a:t>amin’ny</a:t>
            </a:r>
            <a:r>
              <a:rPr lang="en-US" dirty="0" smtClean="0"/>
              <a:t> </a:t>
            </a:r>
            <a:r>
              <a:rPr lang="en-US" dirty="0" err="1" smtClean="0"/>
              <a:t>famolavolana</a:t>
            </a:r>
            <a:r>
              <a:rPr lang="en-US" dirty="0" smtClean="0"/>
              <a:t> </a:t>
            </a:r>
            <a:r>
              <a:rPr lang="en-US" dirty="0" err="1" smtClean="0"/>
              <a:t>ireo</a:t>
            </a:r>
            <a:r>
              <a:rPr lang="en-US" dirty="0" smtClean="0"/>
              <a:t> </a:t>
            </a:r>
            <a:r>
              <a:rPr lang="en-US" dirty="0" err="1" smtClean="0"/>
              <a:t>tetiandro</a:t>
            </a:r>
            <a:r>
              <a:rPr lang="en-US" dirty="0" smtClean="0"/>
              <a:t> </a:t>
            </a:r>
            <a:r>
              <a:rPr lang="en-US" dirty="0" err="1" smtClean="0"/>
              <a:t>sy</a:t>
            </a:r>
            <a:r>
              <a:rPr lang="en-US" dirty="0" smtClean="0"/>
              <a:t> </a:t>
            </a:r>
            <a:r>
              <a:rPr lang="en-US" dirty="0" err="1" smtClean="0"/>
              <a:t>hetsika</a:t>
            </a:r>
            <a:r>
              <a:rPr lang="en-US" dirty="0" smtClean="0"/>
              <a:t> </a:t>
            </a:r>
            <a:r>
              <a:rPr lang="en-US" dirty="0" err="1" smtClean="0"/>
              <a:t>rehetra</a:t>
            </a:r>
            <a:r>
              <a:rPr lang="en-US" dirty="0" smtClean="0"/>
              <a:t> </a:t>
            </a:r>
            <a:r>
              <a:rPr lang="en-US" dirty="0" err="1" smtClean="0"/>
              <a:t>mahazatra</a:t>
            </a:r>
            <a:endParaRPr lang="en-US" dirty="0"/>
          </a:p>
        </p:txBody>
      </p:sp>
      <p:sp>
        <p:nvSpPr>
          <p:cNvPr id="122884" name="Rectangle 4"/>
          <p:cNvSpPr>
            <a:spLocks noChangeArrowheads="1"/>
          </p:cNvSpPr>
          <p:nvPr/>
        </p:nvSpPr>
        <p:spPr bwMode="auto">
          <a:xfrm>
            <a:off x="1981200" y="4419600"/>
            <a:ext cx="7162800" cy="15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accent1"/>
              </a:buClr>
              <a:buFontTx/>
              <a:buChar char="•"/>
            </a:pPr>
            <a:r>
              <a:rPr lang="en-US" sz="32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Manampy</a:t>
            </a:r>
            <a:r>
              <a:rPr lang="en-US" sz="32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32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ireo</a:t>
            </a:r>
            <a:r>
              <a:rPr lang="en-US" sz="32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STAFF </a:t>
            </a:r>
            <a:r>
              <a:rPr lang="en-US" sz="32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mila</a:t>
            </a:r>
            <a:r>
              <a:rPr lang="en-US" sz="32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32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fanampiana</a:t>
            </a:r>
            <a:endParaRPr lang="en-US" sz="3200" dirty="0">
              <a:effectLst>
                <a:outerShdw blurRad="38100" dist="38100" dir="2700000" algn="tl">
                  <a:srgbClr val="808080"/>
                </a:outerShdw>
              </a:effectLst>
              <a:latin typeface="Tahoma" pitchFamily="34" charset="0"/>
            </a:endParaRPr>
          </a:p>
          <a:p>
            <a:pPr marL="342900" indent="-342900">
              <a:spcBef>
                <a:spcPct val="20000"/>
              </a:spcBef>
              <a:buClr>
                <a:schemeClr val="accent1"/>
              </a:buClr>
              <a:buFontTx/>
              <a:buChar char="•"/>
            </a:pPr>
            <a:r>
              <a:rPr lang="en-US" sz="32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Tompon’andraikitra</a:t>
            </a:r>
            <a:r>
              <a:rPr lang="en-US" sz="32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@ </a:t>
            </a:r>
            <a:r>
              <a:rPr lang="en-US" sz="32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fifandraisana</a:t>
            </a:r>
            <a:r>
              <a:rPr lang="en-US" sz="32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 </a:t>
            </a:r>
            <a:r>
              <a:rPr lang="en-US" sz="32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mitohy</a:t>
            </a:r>
            <a:r>
              <a:rPr lang="en-US" sz="32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@ </a:t>
            </a:r>
            <a:r>
              <a:rPr lang="en-US" sz="32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Federasiona</a:t>
            </a:r>
            <a:endParaRPr lang="en-US" sz="3200" dirty="0">
              <a:effectLst>
                <a:outerShdw blurRad="38100" dist="38100" dir="2700000" algn="tl">
                  <a:srgbClr val="808080"/>
                </a:outerShdw>
              </a:effectLst>
              <a:latin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28272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28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228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228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228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883" grpId="0" build="p" autoUpdateAnimBg="0"/>
      <p:bldP spid="122884" grpId="0" build="p" autoUpdateAnimBg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8001000" cy="1143000"/>
          </a:xfrm>
        </p:spPr>
        <p:txBody>
          <a:bodyPr/>
          <a:lstStyle/>
          <a:p>
            <a:r>
              <a:rPr lang="en-US" dirty="0" smtClean="0"/>
              <a:t>NY TALE MPANAMPY</a:t>
            </a:r>
            <a:endParaRPr lang="en-US" dirty="0"/>
          </a:p>
        </p:txBody>
      </p:sp>
      <p:sp>
        <p:nvSpPr>
          <p:cNvPr id="880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76400"/>
            <a:ext cx="8077200" cy="2743200"/>
          </a:xfrm>
        </p:spPr>
        <p:txBody>
          <a:bodyPr/>
          <a:lstStyle/>
          <a:p>
            <a:r>
              <a:rPr lang="en-US" dirty="0" err="1" smtClean="0"/>
              <a:t>Manampy</a:t>
            </a:r>
            <a:r>
              <a:rPr lang="en-US" dirty="0" smtClean="0"/>
              <a:t> </a:t>
            </a:r>
            <a:r>
              <a:rPr lang="en-US" dirty="0" err="1" smtClean="0"/>
              <a:t>ny</a:t>
            </a:r>
            <a:r>
              <a:rPr lang="en-US" dirty="0" smtClean="0"/>
              <a:t> Tale @ </a:t>
            </a:r>
            <a:r>
              <a:rPr lang="en-US" dirty="0" err="1" smtClean="0"/>
              <a:t>adidiny</a:t>
            </a:r>
            <a:endParaRPr lang="en-US" dirty="0"/>
          </a:p>
          <a:p>
            <a:r>
              <a:rPr lang="en-US" dirty="0" err="1" smtClean="0"/>
              <a:t>Tompon’andraikitra</a:t>
            </a:r>
            <a:r>
              <a:rPr lang="en-US" dirty="0" smtClean="0"/>
              <a:t> @ </a:t>
            </a:r>
            <a:r>
              <a:rPr lang="en-US" dirty="0" err="1" smtClean="0"/>
              <a:t>fanatanterahan’ny</a:t>
            </a:r>
            <a:r>
              <a:rPr lang="en-US" dirty="0" smtClean="0"/>
              <a:t> </a:t>
            </a:r>
            <a:r>
              <a:rPr lang="en-US" dirty="0" err="1" smtClean="0"/>
              <a:t>sokajy</a:t>
            </a:r>
            <a:r>
              <a:rPr lang="en-US" dirty="0" smtClean="0"/>
              <a:t> </a:t>
            </a:r>
            <a:r>
              <a:rPr lang="en-US" dirty="0" err="1" smtClean="0"/>
              <a:t>ny</a:t>
            </a:r>
            <a:r>
              <a:rPr lang="en-US" dirty="0" smtClean="0"/>
              <a:t> </a:t>
            </a:r>
            <a:r>
              <a:rPr lang="en-US" dirty="0" err="1" smtClean="0"/>
              <a:t>kilasim-pandrosoana</a:t>
            </a:r>
            <a:endParaRPr lang="en-US" dirty="0"/>
          </a:p>
          <a:p>
            <a:r>
              <a:rPr lang="en-US" dirty="0" err="1" smtClean="0"/>
              <a:t>Tompon’andraikitra</a:t>
            </a:r>
            <a:r>
              <a:rPr lang="en-US" dirty="0" smtClean="0"/>
              <a:t> @ </a:t>
            </a:r>
            <a:r>
              <a:rPr lang="en-US" dirty="0" err="1" smtClean="0"/>
              <a:t>fifandraisana</a:t>
            </a:r>
            <a:r>
              <a:rPr lang="en-US" dirty="0" smtClean="0"/>
              <a:t> </a:t>
            </a:r>
            <a:r>
              <a:rPr lang="en-US" dirty="0" err="1" smtClean="0"/>
              <a:t>sy</a:t>
            </a:r>
            <a:r>
              <a:rPr lang="en-US" dirty="0" smtClean="0"/>
              <a:t> </a:t>
            </a:r>
            <a:r>
              <a:rPr lang="en-US" dirty="0" err="1" smtClean="0"/>
              <a:t>fandrindrana</a:t>
            </a:r>
            <a:r>
              <a:rPr lang="en-US" dirty="0" smtClean="0"/>
              <a:t> </a:t>
            </a:r>
            <a:r>
              <a:rPr lang="en-US" dirty="0" err="1" smtClean="0"/>
              <a:t>ireo</a:t>
            </a:r>
            <a:r>
              <a:rPr lang="en-US" dirty="0" smtClean="0"/>
              <a:t> STAFF</a:t>
            </a:r>
            <a:endParaRPr lang="en-US" dirty="0"/>
          </a:p>
        </p:txBody>
      </p:sp>
      <p:sp>
        <p:nvSpPr>
          <p:cNvPr id="88068" name="Rectangle 4"/>
          <p:cNvSpPr>
            <a:spLocks noChangeArrowheads="1"/>
          </p:cNvSpPr>
          <p:nvPr/>
        </p:nvSpPr>
        <p:spPr bwMode="auto">
          <a:xfrm>
            <a:off x="1981200" y="4343400"/>
            <a:ext cx="6781800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accent1"/>
              </a:buClr>
              <a:buFontTx/>
              <a:buChar char="•"/>
            </a:pPr>
            <a:r>
              <a:rPr lang="en-US" sz="32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Mety</a:t>
            </a:r>
            <a:r>
              <a:rPr lang="en-US" sz="32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ho </a:t>
            </a:r>
            <a:r>
              <a:rPr lang="en-US" sz="32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Mpitantsoratra</a:t>
            </a:r>
            <a:r>
              <a:rPr lang="en-US" sz="32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/ </a:t>
            </a:r>
            <a:r>
              <a:rPr lang="en-US" sz="32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Mpitahiry</a:t>
            </a:r>
            <a:r>
              <a:rPr lang="en-US" sz="32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32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vola</a:t>
            </a:r>
            <a:endParaRPr lang="en-US" sz="3200" dirty="0">
              <a:effectLst>
                <a:outerShdw blurRad="38100" dist="38100" dir="2700000" algn="tl">
                  <a:srgbClr val="808080"/>
                </a:outerShdw>
              </a:effectLst>
              <a:latin typeface="Tahoma" pitchFamily="34" charset="0"/>
            </a:endParaRPr>
          </a:p>
          <a:p>
            <a:pPr marL="342900" indent="-342900">
              <a:spcBef>
                <a:spcPct val="20000"/>
              </a:spcBef>
              <a:buClr>
                <a:schemeClr val="accent1"/>
              </a:buClr>
              <a:buFontTx/>
              <a:buChar char="•"/>
            </a:pPr>
            <a:r>
              <a:rPr lang="en-US" sz="32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Miandraikitra</a:t>
            </a:r>
            <a:r>
              <a:rPr lang="en-US" sz="32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32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sehatra</a:t>
            </a:r>
            <a:r>
              <a:rPr lang="en-US" sz="32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32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manokana</a:t>
            </a:r>
            <a:r>
              <a:rPr lang="en-US" sz="32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32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mifandray</a:t>
            </a:r>
            <a:r>
              <a:rPr lang="en-US" sz="32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@ </a:t>
            </a:r>
            <a:r>
              <a:rPr lang="en-US" sz="32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asan’ny</a:t>
            </a:r>
            <a:r>
              <a:rPr lang="en-US" sz="32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32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Klioba</a:t>
            </a:r>
            <a:endParaRPr lang="en-US" sz="3200" dirty="0">
              <a:effectLst>
                <a:outerShdw blurRad="38100" dist="38100" dir="2700000" algn="tl">
                  <a:srgbClr val="808080"/>
                </a:outerShdw>
              </a:effectLst>
              <a:latin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59987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80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80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880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880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880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067" grpId="0" build="p" autoUpdateAnimBg="0"/>
      <p:bldP spid="88068" grpId="0" build="p" autoUpdateAnimBg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1026"/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8001000" cy="1143000"/>
          </a:xfrm>
        </p:spPr>
        <p:txBody>
          <a:bodyPr/>
          <a:lstStyle/>
          <a:p>
            <a:r>
              <a:rPr lang="en-US" dirty="0" smtClean="0">
                <a:latin typeface="Tahoma" pitchFamily="34" charset="0"/>
              </a:rPr>
              <a:t>MPITANTSORATRA/ MPITAHIRY VOLA</a:t>
            </a:r>
            <a:endParaRPr lang="en-US" dirty="0"/>
          </a:p>
        </p:txBody>
      </p:sp>
      <p:sp>
        <p:nvSpPr>
          <p:cNvPr id="92163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685800" y="1676400"/>
            <a:ext cx="8077200" cy="2667000"/>
          </a:xfrm>
        </p:spPr>
        <p:txBody>
          <a:bodyPr/>
          <a:lstStyle/>
          <a:p>
            <a:r>
              <a:rPr lang="en-US" dirty="0" err="1" smtClean="0"/>
              <a:t>Tompon’andraikitra</a:t>
            </a:r>
            <a:r>
              <a:rPr lang="en-US" dirty="0" smtClean="0"/>
              <a:t> @ </a:t>
            </a:r>
            <a:r>
              <a:rPr lang="en-US" dirty="0" err="1" smtClean="0"/>
              <a:t>fitanana</a:t>
            </a:r>
            <a:r>
              <a:rPr lang="en-US" dirty="0" smtClean="0"/>
              <a:t> an-</a:t>
            </a:r>
            <a:r>
              <a:rPr lang="en-US" dirty="0" err="1" smtClean="0"/>
              <a:t>tsoratra</a:t>
            </a:r>
            <a:r>
              <a:rPr lang="en-US" dirty="0" smtClean="0"/>
              <a:t> toy </a:t>
            </a:r>
            <a:r>
              <a:rPr lang="en-US" dirty="0" err="1" smtClean="0"/>
              <a:t>ny</a:t>
            </a:r>
            <a:r>
              <a:rPr lang="en-US" dirty="0" smtClean="0"/>
              <a:t> :</a:t>
            </a:r>
            <a:endParaRPr lang="en-US" dirty="0"/>
          </a:p>
          <a:p>
            <a:pPr lvl="1"/>
            <a:r>
              <a:rPr lang="en-US" dirty="0" err="1" smtClean="0"/>
              <a:t>Tatitra</a:t>
            </a:r>
            <a:endParaRPr lang="en-US" dirty="0"/>
          </a:p>
          <a:p>
            <a:pPr lvl="1"/>
            <a:r>
              <a:rPr lang="en-US" dirty="0" err="1" smtClean="0"/>
              <a:t>Fanatrehana</a:t>
            </a:r>
            <a:r>
              <a:rPr lang="en-US" dirty="0" smtClean="0"/>
              <a:t> </a:t>
            </a:r>
            <a:r>
              <a:rPr lang="en-US" dirty="0" err="1" smtClean="0"/>
              <a:t>fivoriana</a:t>
            </a:r>
            <a:endParaRPr lang="en-US" dirty="0"/>
          </a:p>
          <a:p>
            <a:pPr>
              <a:buNone/>
            </a:pPr>
            <a:endParaRPr lang="en-US" dirty="0"/>
          </a:p>
        </p:txBody>
      </p:sp>
      <p:sp>
        <p:nvSpPr>
          <p:cNvPr id="92164" name="Rectangle 1028"/>
          <p:cNvSpPr>
            <a:spLocks noChangeArrowheads="1"/>
          </p:cNvSpPr>
          <p:nvPr/>
        </p:nvSpPr>
        <p:spPr bwMode="auto">
          <a:xfrm>
            <a:off x="4495800" y="2244725"/>
            <a:ext cx="3886200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742950" lvl="1" indent="-285750">
              <a:spcBef>
                <a:spcPct val="20000"/>
              </a:spcBef>
              <a:buClr>
                <a:schemeClr val="hlink"/>
              </a:buClr>
              <a:buFontTx/>
              <a:buChar char="–"/>
            </a:pPr>
            <a:r>
              <a:rPr lang="en-US" sz="28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Fisoratana</a:t>
            </a:r>
            <a:r>
              <a:rPr lang="en-US" sz="28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28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anarana</a:t>
            </a:r>
            <a:endParaRPr lang="en-US" sz="2800" dirty="0">
              <a:effectLst>
                <a:outerShdw blurRad="38100" dist="38100" dir="2700000" algn="tl">
                  <a:srgbClr val="808080"/>
                </a:outerShdw>
              </a:effectLst>
              <a:latin typeface="Tahoma" pitchFamily="34" charset="0"/>
            </a:endParaRPr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  <a:buFontTx/>
              <a:buChar char="–"/>
            </a:pPr>
            <a:r>
              <a:rPr lang="en-US" sz="28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Fanafarana</a:t>
            </a:r>
            <a:r>
              <a:rPr lang="en-US" sz="28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28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fitaovana</a:t>
            </a:r>
            <a:endParaRPr lang="en-US" sz="2800" dirty="0">
              <a:effectLst>
                <a:outerShdw blurRad="38100" dist="38100" dir="2700000" algn="tl">
                  <a:srgbClr val="808080"/>
                </a:outerShdw>
              </a:effectLst>
              <a:latin typeface="Tahoma" pitchFamily="34" charset="0"/>
            </a:endParaRPr>
          </a:p>
        </p:txBody>
      </p:sp>
      <p:sp>
        <p:nvSpPr>
          <p:cNvPr id="92165" name="Rectangle 1029"/>
          <p:cNvSpPr>
            <a:spLocks noChangeArrowheads="1"/>
          </p:cNvSpPr>
          <p:nvPr/>
        </p:nvSpPr>
        <p:spPr bwMode="auto">
          <a:xfrm>
            <a:off x="1524000" y="4114800"/>
            <a:ext cx="7239000" cy="213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742950" lvl="1" indent="-285750">
              <a:spcBef>
                <a:spcPct val="20000"/>
              </a:spcBef>
              <a:buClr>
                <a:schemeClr val="hlink"/>
              </a:buClr>
            </a:pPr>
            <a:r>
              <a:rPr lang="en-US" sz="28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Ara</a:t>
            </a:r>
            <a:r>
              <a:rPr lang="en-US" sz="28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-bola toy </a:t>
            </a:r>
            <a:r>
              <a:rPr lang="en-US" sz="28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ny</a:t>
            </a:r>
            <a:r>
              <a:rPr lang="en-US" sz="28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  <a:buFontTx/>
              <a:buChar char="–"/>
            </a:pPr>
            <a:r>
              <a:rPr lang="en-US" sz="28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Latsak’emboka</a:t>
            </a:r>
            <a:r>
              <a:rPr lang="en-US" sz="28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, </a:t>
            </a:r>
            <a:r>
              <a:rPr lang="en-US" sz="28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fanangonam</a:t>
            </a:r>
            <a:r>
              <a:rPr lang="en-US" sz="28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-bola, </a:t>
            </a:r>
            <a:r>
              <a:rPr lang="en-US" sz="28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fanomezana</a:t>
            </a:r>
            <a:r>
              <a:rPr lang="en-US" sz="28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. </a:t>
            </a:r>
            <a:r>
              <a:rPr lang="en-US" sz="28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Firaketana</a:t>
            </a:r>
            <a:r>
              <a:rPr lang="en-US" sz="28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28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ny</a:t>
            </a:r>
            <a:r>
              <a:rPr lang="en-US" sz="28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28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fandaniana</a:t>
            </a:r>
            <a:r>
              <a:rPr lang="en-US" sz="28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28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ary</a:t>
            </a:r>
            <a:r>
              <a:rPr lang="en-US" sz="28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28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miara</a:t>
            </a:r>
            <a:r>
              <a:rPr lang="en-US" sz="28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- </a:t>
            </a:r>
            <a:r>
              <a:rPr lang="en-US" sz="28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miasa</a:t>
            </a:r>
            <a:r>
              <a:rPr lang="en-US" sz="28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@ </a:t>
            </a:r>
            <a:r>
              <a:rPr lang="en-US" sz="28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mpitahir</a:t>
            </a:r>
            <a:r>
              <a:rPr lang="en-US" sz="28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28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volan’ny</a:t>
            </a:r>
            <a:r>
              <a:rPr lang="en-US" sz="28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28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Fiangonana</a:t>
            </a:r>
            <a:endParaRPr lang="en-US" sz="2800" dirty="0">
              <a:effectLst>
                <a:outerShdw blurRad="38100" dist="38100" dir="2700000" algn="tl">
                  <a:srgbClr val="808080"/>
                </a:outerShdw>
              </a:effectLst>
              <a:latin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116112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21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921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921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921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921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921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921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63" grpId="0" build="p" autoUpdateAnimBg="0"/>
      <p:bldP spid="92164" grpId="0" build="p" autoUpdateAnimBg="0"/>
      <p:bldP spid="92165" grpId="0" build="p" autoUpdateAnimBg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8001000" cy="1143000"/>
          </a:xfrm>
        </p:spPr>
        <p:txBody>
          <a:bodyPr/>
          <a:lstStyle/>
          <a:p>
            <a:r>
              <a:rPr lang="en-US" dirty="0" smtClean="0"/>
              <a:t>MPANOLO-TSAINA</a:t>
            </a:r>
            <a:endParaRPr lang="en-US" dirty="0"/>
          </a:p>
        </p:txBody>
      </p:sp>
      <p:sp>
        <p:nvSpPr>
          <p:cNvPr id="890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76400"/>
            <a:ext cx="8001000" cy="3352800"/>
          </a:xfrm>
        </p:spPr>
        <p:txBody>
          <a:bodyPr/>
          <a:lstStyle/>
          <a:p>
            <a:r>
              <a:rPr lang="en-US" dirty="0" err="1" smtClean="0"/>
              <a:t>Mitarika</a:t>
            </a:r>
            <a:r>
              <a:rPr lang="en-US" dirty="0" smtClean="0"/>
              <a:t> </a:t>
            </a:r>
            <a:r>
              <a:rPr lang="en-US" dirty="0" err="1" smtClean="0"/>
              <a:t>sokajy</a:t>
            </a:r>
            <a:r>
              <a:rPr lang="en-US" dirty="0" smtClean="0"/>
              <a:t> </a:t>
            </a:r>
            <a:r>
              <a:rPr lang="en-US" dirty="0" err="1" smtClean="0"/>
              <a:t>iray</a:t>
            </a:r>
            <a:r>
              <a:rPr lang="en-US" dirty="0" smtClean="0"/>
              <a:t> </a:t>
            </a:r>
            <a:r>
              <a:rPr lang="en-US" dirty="0" err="1" smtClean="0"/>
              <a:t>misy</a:t>
            </a:r>
            <a:r>
              <a:rPr lang="en-US" dirty="0" smtClean="0"/>
              <a:t> </a:t>
            </a:r>
            <a:r>
              <a:rPr lang="en-US" dirty="0" err="1" smtClean="0"/>
              <a:t>ankizy</a:t>
            </a:r>
            <a:r>
              <a:rPr lang="en-US" dirty="0" smtClean="0"/>
              <a:t> 4-8</a:t>
            </a:r>
            <a:endParaRPr lang="en-US" dirty="0"/>
          </a:p>
          <a:p>
            <a:r>
              <a:rPr lang="en-US" dirty="0" err="1" smtClean="0"/>
              <a:t>Mifandray</a:t>
            </a:r>
            <a:r>
              <a:rPr lang="en-US" dirty="0" smtClean="0"/>
              <a:t> </a:t>
            </a:r>
            <a:r>
              <a:rPr lang="en-US" dirty="0" err="1" smtClean="0"/>
              <a:t>akaiky</a:t>
            </a:r>
            <a:r>
              <a:rPr lang="en-US" dirty="0" smtClean="0"/>
              <a:t> @ </a:t>
            </a:r>
            <a:r>
              <a:rPr lang="en-US" dirty="0" err="1" smtClean="0"/>
              <a:t>ankizy</a:t>
            </a:r>
            <a:r>
              <a:rPr lang="en-US" dirty="0" smtClean="0"/>
              <a:t> </a:t>
            </a:r>
            <a:r>
              <a:rPr lang="en-US" dirty="0" err="1" smtClean="0"/>
              <a:t>sy</a:t>
            </a:r>
            <a:r>
              <a:rPr lang="en-US" dirty="0" smtClean="0"/>
              <a:t> </a:t>
            </a:r>
            <a:r>
              <a:rPr lang="en-US" dirty="0" err="1" smtClean="0"/>
              <a:t>ny</a:t>
            </a:r>
            <a:r>
              <a:rPr lang="en-US" dirty="0" smtClean="0"/>
              <a:t> RAD</a:t>
            </a:r>
            <a:endParaRPr lang="en-US" dirty="0"/>
          </a:p>
          <a:p>
            <a:r>
              <a:rPr lang="en-US" dirty="0" err="1" smtClean="0"/>
              <a:t>Miasa</a:t>
            </a:r>
            <a:r>
              <a:rPr lang="en-US" dirty="0" smtClean="0"/>
              <a:t> </a:t>
            </a:r>
            <a:r>
              <a:rPr lang="en-US" dirty="0" err="1" smtClean="0"/>
              <a:t>miaraka</a:t>
            </a:r>
            <a:r>
              <a:rPr lang="en-US" dirty="0" smtClean="0"/>
              <a:t> @ </a:t>
            </a:r>
            <a:r>
              <a:rPr lang="en-US" dirty="0" err="1" smtClean="0"/>
              <a:t>sokajy</a:t>
            </a:r>
            <a:r>
              <a:rPr lang="en-US" dirty="0" smtClean="0"/>
              <a:t> </a:t>
            </a:r>
            <a:r>
              <a:rPr lang="en-US" dirty="0" err="1" smtClean="0"/>
              <a:t>mandritra</a:t>
            </a:r>
            <a:r>
              <a:rPr lang="en-US" dirty="0" smtClean="0"/>
              <a:t> </a:t>
            </a:r>
            <a:r>
              <a:rPr lang="en-US" dirty="0" err="1" smtClean="0"/>
              <a:t>ny</a:t>
            </a:r>
            <a:r>
              <a:rPr lang="en-US" dirty="0" smtClean="0"/>
              <a:t> </a:t>
            </a:r>
            <a:r>
              <a:rPr lang="en-US" dirty="0" err="1" smtClean="0"/>
              <a:t>hetsiky</a:t>
            </a:r>
            <a:r>
              <a:rPr lang="en-US" dirty="0" smtClean="0"/>
              <a:t> </a:t>
            </a:r>
            <a:r>
              <a:rPr lang="en-US" dirty="0" err="1" smtClean="0"/>
              <a:t>ny</a:t>
            </a:r>
            <a:r>
              <a:rPr lang="en-US" dirty="0" smtClean="0"/>
              <a:t> </a:t>
            </a:r>
            <a:r>
              <a:rPr lang="en-US" dirty="0" err="1" smtClean="0"/>
              <a:t>Mpisavalalana</a:t>
            </a:r>
            <a:endParaRPr lang="en-US" dirty="0"/>
          </a:p>
          <a:p>
            <a:r>
              <a:rPr lang="en-US" dirty="0" err="1" smtClean="0"/>
              <a:t>Manomana</a:t>
            </a:r>
            <a:r>
              <a:rPr lang="en-US" dirty="0" smtClean="0"/>
              <a:t> </a:t>
            </a:r>
            <a:r>
              <a:rPr lang="en-US" dirty="0" err="1" smtClean="0"/>
              <a:t>ny</a:t>
            </a:r>
            <a:r>
              <a:rPr lang="en-US" dirty="0" smtClean="0"/>
              <a:t> </a:t>
            </a:r>
            <a:r>
              <a:rPr lang="en-US" dirty="0" err="1" smtClean="0"/>
              <a:t>sokajy</a:t>
            </a:r>
            <a:r>
              <a:rPr lang="en-US" dirty="0" smtClean="0"/>
              <a:t> ho @ investiture 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	      </a:t>
            </a:r>
            <a:r>
              <a:rPr lang="en-US" dirty="0" smtClean="0"/>
              <a:t>(C.P </a:t>
            </a:r>
            <a:r>
              <a:rPr lang="en-US" dirty="0" err="1" smtClean="0"/>
              <a:t>sy</a:t>
            </a:r>
            <a:r>
              <a:rPr lang="en-US" dirty="0" smtClean="0"/>
              <a:t> AM)</a:t>
            </a:r>
            <a:endParaRPr lang="en-US" dirty="0"/>
          </a:p>
        </p:txBody>
      </p:sp>
      <p:sp>
        <p:nvSpPr>
          <p:cNvPr id="89092" name="Rectangle 4"/>
          <p:cNvSpPr>
            <a:spLocks noChangeArrowheads="1"/>
          </p:cNvSpPr>
          <p:nvPr/>
        </p:nvSpPr>
        <p:spPr bwMode="auto">
          <a:xfrm>
            <a:off x="1981200" y="5029200"/>
            <a:ext cx="6781800" cy="15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accent1"/>
              </a:buClr>
              <a:buFontTx/>
              <a:buChar char="•"/>
            </a:pPr>
            <a:r>
              <a:rPr lang="en-US" sz="32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Mampivelatra</a:t>
            </a:r>
            <a:r>
              <a:rPr lang="en-US" sz="32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32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sy</a:t>
            </a:r>
            <a:r>
              <a:rPr lang="en-US" sz="32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32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finamanana</a:t>
            </a:r>
            <a:r>
              <a:rPr lang="en-US" sz="32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32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eo</a:t>
            </a:r>
            <a:r>
              <a:rPr lang="en-US" sz="32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@ </a:t>
            </a:r>
            <a:r>
              <a:rPr lang="en-US" sz="32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mpikambana</a:t>
            </a:r>
            <a:r>
              <a:rPr lang="en-US" sz="32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.</a:t>
            </a:r>
            <a:endParaRPr lang="en-US" sz="3200" dirty="0">
              <a:effectLst>
                <a:outerShdw blurRad="38100" dist="38100" dir="2700000" algn="tl">
                  <a:srgbClr val="808080"/>
                </a:outerShdw>
              </a:effectLst>
              <a:latin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358550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90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90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890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890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890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091" grpId="0" build="p" autoUpdateAnimBg="0"/>
      <p:bldP spid="89092" grpId="0" build="p" autoUpdateAnimBg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8001000" cy="1143000"/>
          </a:xfrm>
        </p:spPr>
        <p:txBody>
          <a:bodyPr/>
          <a:lstStyle/>
          <a:p>
            <a:pPr algn="ctr"/>
            <a:r>
              <a:rPr lang="en-US" dirty="0" smtClean="0"/>
              <a:t>INSTRUCTEUR</a:t>
            </a:r>
            <a:endParaRPr lang="en-US" dirty="0"/>
          </a:p>
        </p:txBody>
      </p:sp>
      <p:sp>
        <p:nvSpPr>
          <p:cNvPr id="901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76400"/>
            <a:ext cx="8077200" cy="2743200"/>
          </a:xfrm>
        </p:spPr>
        <p:txBody>
          <a:bodyPr/>
          <a:lstStyle/>
          <a:p>
            <a:r>
              <a:rPr lang="en-US" dirty="0" err="1" smtClean="0"/>
              <a:t>Mampianatra</a:t>
            </a:r>
            <a:r>
              <a:rPr lang="en-US" dirty="0" smtClean="0"/>
              <a:t> </a:t>
            </a:r>
            <a:r>
              <a:rPr lang="en-US" dirty="0" err="1" smtClean="0"/>
              <a:t>fahaiza-manao</a:t>
            </a:r>
            <a:r>
              <a:rPr lang="en-US" dirty="0" smtClean="0"/>
              <a:t> </a:t>
            </a:r>
            <a:r>
              <a:rPr lang="en-US" dirty="0" err="1" smtClean="0"/>
              <a:t>manokana</a:t>
            </a:r>
            <a:r>
              <a:rPr lang="en-US" dirty="0" smtClean="0"/>
              <a:t> toy </a:t>
            </a:r>
            <a:r>
              <a:rPr lang="en-US" dirty="0" err="1" smtClean="0"/>
              <a:t>ny</a:t>
            </a:r>
            <a:r>
              <a:rPr lang="en-US" dirty="0" smtClean="0"/>
              <a:t> </a:t>
            </a:r>
            <a:r>
              <a:rPr lang="en-US" dirty="0" err="1" smtClean="0"/>
              <a:t>Baiboly</a:t>
            </a:r>
            <a:r>
              <a:rPr lang="en-US" dirty="0" smtClean="0"/>
              <a:t>, </a:t>
            </a:r>
            <a:r>
              <a:rPr lang="en-US" dirty="0" err="1" smtClean="0"/>
              <a:t>lasy</a:t>
            </a:r>
            <a:r>
              <a:rPr lang="en-US" dirty="0" smtClean="0"/>
              <a:t>, </a:t>
            </a:r>
            <a:r>
              <a:rPr lang="en-US" dirty="0" err="1" smtClean="0"/>
              <a:t>asa</a:t>
            </a:r>
            <a:r>
              <a:rPr lang="en-US" dirty="0" smtClean="0"/>
              <a:t> </a:t>
            </a:r>
            <a:r>
              <a:rPr lang="en-US" dirty="0" err="1" smtClean="0"/>
              <a:t>manavanana</a:t>
            </a:r>
            <a:r>
              <a:rPr lang="en-US" dirty="0" smtClean="0"/>
              <a:t>…</a:t>
            </a:r>
            <a:endParaRPr lang="en-US" dirty="0"/>
          </a:p>
          <a:p>
            <a:r>
              <a:rPr lang="en-US" dirty="0" err="1" smtClean="0"/>
              <a:t>Mety</a:t>
            </a:r>
            <a:r>
              <a:rPr lang="en-US" dirty="0" smtClean="0"/>
              <a:t> ho @ </a:t>
            </a:r>
            <a:r>
              <a:rPr lang="en-US" dirty="0" err="1" smtClean="0"/>
              <a:t>Fiangonana</a:t>
            </a:r>
            <a:r>
              <a:rPr lang="en-US" dirty="0" smtClean="0"/>
              <a:t> </a:t>
            </a:r>
            <a:r>
              <a:rPr lang="en-US" dirty="0" err="1" smtClean="0"/>
              <a:t>na</a:t>
            </a:r>
            <a:r>
              <a:rPr lang="en-US" dirty="0" smtClean="0"/>
              <a:t> </a:t>
            </a:r>
            <a:r>
              <a:rPr lang="en-US" dirty="0" err="1" smtClean="0"/>
              <a:t>ny</a:t>
            </a:r>
            <a:r>
              <a:rPr lang="en-US" dirty="0" smtClean="0"/>
              <a:t> </a:t>
            </a:r>
            <a:r>
              <a:rPr lang="en-US" dirty="0" err="1" smtClean="0"/>
              <a:t>fiaraha-monina</a:t>
            </a:r>
            <a:r>
              <a:rPr lang="en-US" dirty="0" smtClean="0"/>
              <a:t> </a:t>
            </a:r>
            <a:r>
              <a:rPr lang="en-US" dirty="0" err="1" smtClean="0"/>
              <a:t>hanampy</a:t>
            </a:r>
            <a:r>
              <a:rPr lang="en-US" dirty="0" smtClean="0"/>
              <a:t> </a:t>
            </a:r>
            <a:r>
              <a:rPr lang="en-US" dirty="0" err="1" smtClean="0"/>
              <a:t>tselika</a:t>
            </a:r>
            <a:r>
              <a:rPr lang="en-US" dirty="0" smtClean="0"/>
              <a:t> </a:t>
            </a:r>
            <a:r>
              <a:rPr lang="en-US" dirty="0" err="1" smtClean="0"/>
              <a:t>ny</a:t>
            </a:r>
            <a:r>
              <a:rPr lang="en-US" dirty="0" smtClean="0"/>
              <a:t> </a:t>
            </a:r>
            <a:r>
              <a:rPr lang="en-US" dirty="0" err="1" smtClean="0"/>
              <a:t>fikambanana</a:t>
            </a:r>
            <a:endParaRPr lang="en-US" dirty="0"/>
          </a:p>
        </p:txBody>
      </p:sp>
      <p:sp>
        <p:nvSpPr>
          <p:cNvPr id="90116" name="Rectangle 4"/>
          <p:cNvSpPr>
            <a:spLocks noChangeArrowheads="1"/>
          </p:cNvSpPr>
          <p:nvPr/>
        </p:nvSpPr>
        <p:spPr bwMode="auto">
          <a:xfrm>
            <a:off x="1981200" y="4495800"/>
            <a:ext cx="6781800" cy="15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accent1"/>
              </a:buClr>
              <a:buFontTx/>
              <a:buChar char="•"/>
            </a:pPr>
            <a:r>
              <a:rPr lang="en-US" sz="32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Mahafehy</a:t>
            </a:r>
            <a:r>
              <a:rPr lang="en-US" sz="32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32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tsara</a:t>
            </a:r>
            <a:r>
              <a:rPr lang="en-US" sz="32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32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ny</a:t>
            </a:r>
            <a:r>
              <a:rPr lang="en-US" sz="32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32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lohahevitra</a:t>
            </a:r>
            <a:r>
              <a:rPr lang="en-US" sz="32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32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sy</a:t>
            </a:r>
            <a:r>
              <a:rPr lang="en-US" sz="32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32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ny</a:t>
            </a:r>
            <a:r>
              <a:rPr lang="en-US" sz="32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32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zavatra</a:t>
            </a:r>
            <a:r>
              <a:rPr lang="en-US" sz="32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32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takian’ny</a:t>
            </a:r>
            <a:r>
              <a:rPr lang="en-US" sz="32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32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mpikambana</a:t>
            </a:r>
            <a:endParaRPr lang="en-US" sz="3200" dirty="0">
              <a:effectLst>
                <a:outerShdw blurRad="38100" dist="38100" dir="2700000" algn="tl">
                  <a:srgbClr val="808080"/>
                </a:outerShdw>
              </a:effectLst>
              <a:latin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573400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0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901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901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115" grpId="0" build="p" autoUpdateAnimBg="0"/>
      <p:bldP spid="90116" grpId="0" build="p" autoUpdateAnimBg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722312" y="4406900"/>
            <a:ext cx="8116887" cy="1362075"/>
          </a:xfrm>
        </p:spPr>
        <p:txBody>
          <a:bodyPr/>
          <a:lstStyle/>
          <a:p>
            <a:pPr algn="r"/>
            <a:r>
              <a:rPr lang="en-US" dirty="0" smtClean="0"/>
              <a:t>FANDAMINANA NY KLIOBA (75mn)</a:t>
            </a:r>
            <a:r>
              <a:rPr lang="fr-FR" dirty="0" smtClean="0"/>
              <a:t/>
            </a:r>
            <a:br>
              <a:rPr lang="fr-FR" dirty="0" smtClean="0"/>
            </a:br>
            <a:endParaRPr lang="fr-FR" dirty="0"/>
          </a:p>
        </p:txBody>
      </p:sp>
      <p:sp>
        <p:nvSpPr>
          <p:cNvPr id="5" name="Espace réservé du texte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4400" dirty="0" smtClean="0"/>
              <a:t>FIZARANA#4</a:t>
            </a:r>
            <a:endParaRPr lang="fr-FR" sz="44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 smtClean="0"/>
              <a:t>ZAVA-KENDRENA</a:t>
            </a:r>
            <a:endParaRPr lang="fr-FR" dirty="0" smtClean="0"/>
          </a:p>
          <a:p>
            <a:pPr>
              <a:buNone/>
            </a:pPr>
            <a:r>
              <a:rPr lang="en-US" dirty="0" err="1" smtClean="0"/>
              <a:t>Hampidirana</a:t>
            </a:r>
            <a:r>
              <a:rPr lang="en-US" dirty="0" smtClean="0"/>
              <a:t> </a:t>
            </a:r>
            <a:r>
              <a:rPr lang="en-US" dirty="0" err="1" smtClean="0"/>
              <a:t>ireo</a:t>
            </a:r>
            <a:r>
              <a:rPr lang="en-US" dirty="0" smtClean="0"/>
              <a:t> </a:t>
            </a:r>
            <a:r>
              <a:rPr lang="en-US" dirty="0" err="1" smtClean="0"/>
              <a:t>fitsipika</a:t>
            </a:r>
            <a:r>
              <a:rPr lang="en-US" dirty="0" smtClean="0"/>
              <a:t> </a:t>
            </a:r>
            <a:r>
              <a:rPr lang="en-US" dirty="0" err="1" smtClean="0"/>
              <a:t>fototra</a:t>
            </a:r>
            <a:r>
              <a:rPr lang="en-US" dirty="0" smtClean="0"/>
              <a:t> </a:t>
            </a:r>
            <a:r>
              <a:rPr lang="en-US" dirty="0" err="1" smtClean="0"/>
              <a:t>mahakasika</a:t>
            </a:r>
            <a:r>
              <a:rPr lang="en-US" dirty="0" smtClean="0"/>
              <a:t> </a:t>
            </a:r>
            <a:r>
              <a:rPr lang="en-US" dirty="0" err="1" smtClean="0"/>
              <a:t>ny</a:t>
            </a:r>
            <a:r>
              <a:rPr lang="en-US" dirty="0" smtClean="0"/>
              <a:t> </a:t>
            </a:r>
            <a:r>
              <a:rPr lang="en-US" dirty="0" err="1" smtClean="0"/>
              <a:t>fananganana</a:t>
            </a:r>
            <a:r>
              <a:rPr lang="en-US" dirty="0" smtClean="0"/>
              <a:t> </a:t>
            </a:r>
            <a:r>
              <a:rPr lang="en-US" dirty="0" err="1" smtClean="0"/>
              <a:t>sy</a:t>
            </a:r>
            <a:r>
              <a:rPr lang="en-US" dirty="0" smtClean="0"/>
              <a:t> </a:t>
            </a:r>
            <a:r>
              <a:rPr lang="en-US" dirty="0" err="1" smtClean="0"/>
              <a:t>ny</a:t>
            </a:r>
            <a:r>
              <a:rPr lang="en-US" dirty="0" smtClean="0"/>
              <a:t> </a:t>
            </a:r>
            <a:r>
              <a:rPr lang="en-US" dirty="0" err="1" smtClean="0"/>
              <a:t>fampandehanana</a:t>
            </a:r>
            <a:r>
              <a:rPr lang="en-US" dirty="0" smtClean="0"/>
              <a:t> </a:t>
            </a:r>
            <a:r>
              <a:rPr lang="en-US" dirty="0" err="1" smtClean="0"/>
              <a:t>ny</a:t>
            </a:r>
            <a:r>
              <a:rPr lang="en-US" dirty="0" smtClean="0"/>
              <a:t> </a:t>
            </a:r>
            <a:r>
              <a:rPr lang="en-US" dirty="0" err="1" smtClean="0"/>
              <a:t>Klioba</a:t>
            </a:r>
            <a:endParaRPr lang="fr-FR" dirty="0" smtClean="0"/>
          </a:p>
          <a:p>
            <a:pPr>
              <a:buNone/>
            </a:pPr>
            <a:r>
              <a:rPr lang="en-US" b="1" dirty="0" smtClean="0"/>
              <a:t>FANAZAVANA</a:t>
            </a:r>
            <a:endParaRPr lang="fr-FR" dirty="0" smtClean="0"/>
          </a:p>
          <a:p>
            <a:pPr>
              <a:buNone/>
            </a:pPr>
            <a:r>
              <a:rPr lang="en-US" dirty="0" err="1" smtClean="0"/>
              <a:t>Ireo</a:t>
            </a:r>
            <a:r>
              <a:rPr lang="en-US" dirty="0" smtClean="0"/>
              <a:t> </a:t>
            </a:r>
            <a:r>
              <a:rPr lang="en-US" dirty="0" err="1" smtClean="0"/>
              <a:t>mpandray</a:t>
            </a:r>
            <a:r>
              <a:rPr lang="en-US" dirty="0" smtClean="0"/>
              <a:t> </a:t>
            </a:r>
            <a:r>
              <a:rPr lang="en-US" dirty="0" err="1" smtClean="0"/>
              <a:t>anjara</a:t>
            </a:r>
            <a:r>
              <a:rPr lang="en-US" dirty="0" smtClean="0"/>
              <a:t> </a:t>
            </a:r>
            <a:r>
              <a:rPr lang="en-US" dirty="0" err="1" smtClean="0"/>
              <a:t>dia</a:t>
            </a:r>
            <a:r>
              <a:rPr lang="en-US" dirty="0" smtClean="0"/>
              <a:t> </a:t>
            </a:r>
            <a:r>
              <a:rPr lang="en-US" dirty="0" err="1" smtClean="0"/>
              <a:t>hianatra</a:t>
            </a:r>
            <a:r>
              <a:rPr lang="en-US" dirty="0" smtClean="0"/>
              <a:t> </a:t>
            </a:r>
            <a:r>
              <a:rPr lang="en-US" dirty="0" err="1" smtClean="0"/>
              <a:t>ireto</a:t>
            </a:r>
            <a:r>
              <a:rPr lang="en-US" dirty="0" smtClean="0"/>
              <a:t> </a:t>
            </a:r>
            <a:r>
              <a:rPr lang="en-US" dirty="0" err="1" smtClean="0"/>
              <a:t>lafin-javatra</a:t>
            </a:r>
            <a:r>
              <a:rPr lang="en-US" dirty="0" smtClean="0"/>
              <a:t> </a:t>
            </a:r>
            <a:r>
              <a:rPr lang="en-US" dirty="0" err="1" smtClean="0"/>
              <a:t>roa</a:t>
            </a:r>
            <a:r>
              <a:rPr lang="en-US" dirty="0" smtClean="0"/>
              <a:t> </a:t>
            </a:r>
            <a:r>
              <a:rPr lang="en-US" dirty="0" err="1" smtClean="0"/>
              <a:t>ireto</a:t>
            </a:r>
            <a:endParaRPr lang="fr-FR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err="1" smtClean="0"/>
              <a:t>Ireo</a:t>
            </a:r>
            <a:r>
              <a:rPr lang="en-US" dirty="0" smtClean="0"/>
              <a:t> </a:t>
            </a:r>
            <a:r>
              <a:rPr lang="en-US" dirty="0" err="1" smtClean="0"/>
              <a:t>Komity</a:t>
            </a:r>
            <a:r>
              <a:rPr lang="en-US" dirty="0" smtClean="0"/>
              <a:t> </a:t>
            </a:r>
            <a:r>
              <a:rPr lang="en-US" dirty="0" err="1" smtClean="0"/>
              <a:t>sy</a:t>
            </a:r>
            <a:r>
              <a:rPr lang="en-US" dirty="0" smtClean="0"/>
              <a:t> Staff(35mn)</a:t>
            </a:r>
            <a:endParaRPr lang="fr-FR" dirty="0" smtClean="0"/>
          </a:p>
          <a:p>
            <a:pPr lvl="1"/>
            <a:r>
              <a:rPr lang="en-US" dirty="0" err="1" smtClean="0"/>
              <a:t>Ahoana</a:t>
            </a:r>
            <a:r>
              <a:rPr lang="en-US" dirty="0" smtClean="0"/>
              <a:t> </a:t>
            </a:r>
            <a:r>
              <a:rPr lang="en-US" dirty="0" err="1" smtClean="0"/>
              <a:t>ny</a:t>
            </a:r>
            <a:r>
              <a:rPr lang="en-US" dirty="0" smtClean="0"/>
              <a:t> </a:t>
            </a:r>
            <a:r>
              <a:rPr lang="en-US" dirty="0" err="1" smtClean="0"/>
              <a:t>fandaminana</a:t>
            </a:r>
            <a:r>
              <a:rPr lang="en-US" dirty="0" smtClean="0"/>
              <a:t> </a:t>
            </a:r>
            <a:r>
              <a:rPr lang="en-US" dirty="0" err="1" smtClean="0"/>
              <a:t>ny</a:t>
            </a:r>
            <a:r>
              <a:rPr lang="en-US" dirty="0" smtClean="0"/>
              <a:t> </a:t>
            </a:r>
            <a:r>
              <a:rPr lang="en-US" dirty="0" err="1" smtClean="0"/>
              <a:t>klioba</a:t>
            </a:r>
            <a:r>
              <a:rPr lang="en-US" dirty="0" smtClean="0"/>
              <a:t> (20mn)</a:t>
            </a:r>
            <a:endParaRPr lang="fr-FR" dirty="0" smtClean="0"/>
          </a:p>
          <a:p>
            <a:pPr lvl="1"/>
            <a:r>
              <a:rPr lang="en-US" dirty="0" err="1" smtClean="0"/>
              <a:t>Ny</a:t>
            </a:r>
            <a:r>
              <a:rPr lang="en-US" dirty="0" smtClean="0"/>
              <a:t> </a:t>
            </a:r>
            <a:r>
              <a:rPr lang="en-US" dirty="0" err="1" smtClean="0"/>
              <a:t>komitin’ny</a:t>
            </a:r>
            <a:r>
              <a:rPr lang="en-US" dirty="0" smtClean="0"/>
              <a:t> </a:t>
            </a:r>
            <a:r>
              <a:rPr lang="en-US" dirty="0" err="1" smtClean="0"/>
              <a:t>Mpisavalalana</a:t>
            </a:r>
            <a:r>
              <a:rPr lang="en-US" dirty="0" smtClean="0"/>
              <a:t>   (15mn)</a:t>
            </a:r>
            <a:endParaRPr lang="fr-FR" dirty="0" smtClean="0"/>
          </a:p>
          <a:p>
            <a:pPr lvl="2"/>
            <a:r>
              <a:rPr lang="en-US" dirty="0" err="1" smtClean="0"/>
              <a:t>Komity</a:t>
            </a:r>
            <a:r>
              <a:rPr lang="en-US" dirty="0" smtClean="0"/>
              <a:t> </a:t>
            </a:r>
            <a:r>
              <a:rPr lang="en-US" dirty="0" err="1" smtClean="0"/>
              <a:t>Mpandrindra</a:t>
            </a:r>
            <a:r>
              <a:rPr lang="en-US" dirty="0" smtClean="0"/>
              <a:t> (</a:t>
            </a:r>
            <a:r>
              <a:rPr lang="en-US" dirty="0" err="1" smtClean="0"/>
              <a:t>Rehefa</a:t>
            </a:r>
            <a:r>
              <a:rPr lang="en-US" dirty="0" smtClean="0"/>
              <a:t> </a:t>
            </a:r>
            <a:r>
              <a:rPr lang="en-US" dirty="0" err="1" smtClean="0"/>
              <a:t>misy</a:t>
            </a:r>
            <a:r>
              <a:rPr lang="en-US" dirty="0" smtClean="0"/>
              <a:t> </a:t>
            </a:r>
            <a:r>
              <a:rPr lang="en-US" dirty="0" err="1" smtClean="0"/>
              <a:t>ny</a:t>
            </a:r>
            <a:r>
              <a:rPr lang="en-US" dirty="0" smtClean="0"/>
              <a:t> </a:t>
            </a:r>
            <a:r>
              <a:rPr lang="en-US" dirty="0" err="1" smtClean="0"/>
              <a:t>zandry</a:t>
            </a:r>
            <a:r>
              <a:rPr lang="en-US" dirty="0" smtClean="0"/>
              <a:t> </a:t>
            </a:r>
            <a:r>
              <a:rPr lang="en-US" dirty="0" err="1" smtClean="0"/>
              <a:t>sy</a:t>
            </a:r>
            <a:r>
              <a:rPr lang="en-US" dirty="0" smtClean="0"/>
              <a:t> </a:t>
            </a:r>
            <a:r>
              <a:rPr lang="en-US" dirty="0" err="1" smtClean="0"/>
              <a:t>ny</a:t>
            </a:r>
            <a:r>
              <a:rPr lang="en-US" dirty="0" smtClean="0"/>
              <a:t> </a:t>
            </a:r>
            <a:r>
              <a:rPr lang="en-US" dirty="0" err="1" smtClean="0"/>
              <a:t>zatovo</a:t>
            </a:r>
            <a:r>
              <a:rPr lang="en-US" dirty="0" smtClean="0"/>
              <a:t>)</a:t>
            </a:r>
            <a:endParaRPr lang="fr-FR" dirty="0" smtClean="0"/>
          </a:p>
          <a:p>
            <a:pPr lvl="2"/>
            <a:r>
              <a:rPr lang="en-US" dirty="0" err="1" smtClean="0"/>
              <a:t>Komity</a:t>
            </a:r>
            <a:r>
              <a:rPr lang="en-US" dirty="0" smtClean="0"/>
              <a:t> </a:t>
            </a:r>
            <a:r>
              <a:rPr lang="en-US" dirty="0" err="1" smtClean="0"/>
              <a:t>Mpanatanteraka</a:t>
            </a:r>
            <a:r>
              <a:rPr lang="en-US" dirty="0" smtClean="0"/>
              <a:t> </a:t>
            </a:r>
            <a:r>
              <a:rPr lang="en-US" dirty="0" err="1" smtClean="0"/>
              <a:t>ny</a:t>
            </a:r>
            <a:r>
              <a:rPr lang="en-US" dirty="0" smtClean="0"/>
              <a:t> </a:t>
            </a:r>
            <a:r>
              <a:rPr lang="en-US" dirty="0" err="1" smtClean="0"/>
              <a:t>Mpisavalalana</a:t>
            </a:r>
            <a:endParaRPr lang="fr-FR" dirty="0" smtClean="0"/>
          </a:p>
          <a:p>
            <a:pPr lvl="2"/>
            <a:r>
              <a:rPr lang="en-US" dirty="0" err="1" smtClean="0"/>
              <a:t>Komitin’ny</a:t>
            </a:r>
            <a:r>
              <a:rPr lang="en-US" dirty="0" smtClean="0"/>
              <a:t> Staff </a:t>
            </a:r>
            <a:r>
              <a:rPr lang="en-US" dirty="0" err="1" smtClean="0"/>
              <a:t>n’ny</a:t>
            </a:r>
            <a:r>
              <a:rPr lang="en-US" dirty="0" smtClean="0"/>
              <a:t> </a:t>
            </a:r>
            <a:r>
              <a:rPr lang="en-US" dirty="0" err="1" smtClean="0"/>
              <a:t>Mpisavalalana</a:t>
            </a:r>
            <a:endParaRPr lang="fr-FR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 err="1" smtClean="0"/>
              <a:t>Ny</a:t>
            </a:r>
            <a:r>
              <a:rPr lang="en-US" dirty="0" smtClean="0"/>
              <a:t> </a:t>
            </a:r>
            <a:r>
              <a:rPr lang="en-US" dirty="0" err="1" smtClean="0"/>
              <a:t>fitsipika</a:t>
            </a:r>
            <a:r>
              <a:rPr lang="en-US" dirty="0" smtClean="0"/>
              <a:t> </a:t>
            </a:r>
            <a:r>
              <a:rPr lang="en-US" dirty="0" err="1" smtClean="0"/>
              <a:t>fampandehanana</a:t>
            </a:r>
            <a:r>
              <a:rPr lang="en-US" dirty="0" smtClean="0"/>
              <a:t> (40mn)</a:t>
            </a:r>
            <a:r>
              <a:rPr lang="fr-FR" dirty="0" smtClean="0"/>
              <a:t/>
            </a:r>
            <a:br>
              <a:rPr lang="fr-FR" dirty="0" smtClean="0"/>
            </a:b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38200" y="1905000"/>
            <a:ext cx="7772400" cy="4648200"/>
          </a:xfrm>
        </p:spPr>
        <p:txBody>
          <a:bodyPr/>
          <a:lstStyle/>
          <a:p>
            <a:pPr lvl="1"/>
            <a:r>
              <a:rPr lang="en-US" dirty="0" err="1" smtClean="0"/>
              <a:t>Fanamiana</a:t>
            </a:r>
            <a:r>
              <a:rPr lang="en-US" dirty="0" smtClean="0"/>
              <a:t> ………………………………… (8mn)</a:t>
            </a:r>
            <a:endParaRPr lang="fr-FR" dirty="0" smtClean="0"/>
          </a:p>
          <a:p>
            <a:pPr lvl="1"/>
            <a:r>
              <a:rPr lang="en-US" dirty="0" err="1" smtClean="0"/>
              <a:t>Ara</a:t>
            </a:r>
            <a:r>
              <a:rPr lang="en-US" dirty="0" smtClean="0"/>
              <a:t>-bola …..………………………………… (8mn)</a:t>
            </a:r>
            <a:endParaRPr lang="fr-FR" dirty="0" smtClean="0"/>
          </a:p>
          <a:p>
            <a:pPr lvl="1"/>
            <a:r>
              <a:rPr lang="en-US" dirty="0" err="1" smtClean="0"/>
              <a:t>Tatitra</a:t>
            </a:r>
            <a:r>
              <a:rPr lang="en-US" dirty="0" smtClean="0"/>
              <a:t> ………………………………… (8mn)</a:t>
            </a:r>
            <a:endParaRPr lang="fr-FR" dirty="0" smtClean="0"/>
          </a:p>
          <a:p>
            <a:pPr lvl="1"/>
            <a:r>
              <a:rPr lang="en-US" dirty="0" err="1" smtClean="0"/>
              <a:t>Ny</a:t>
            </a:r>
            <a:r>
              <a:rPr lang="en-US" dirty="0" smtClean="0"/>
              <a:t> </a:t>
            </a:r>
            <a:r>
              <a:rPr lang="en-US" dirty="0" err="1" smtClean="0"/>
              <a:t>maha-mpikambana</a:t>
            </a:r>
            <a:r>
              <a:rPr lang="en-US" dirty="0" smtClean="0"/>
              <a:t> ……….. (8mn)</a:t>
            </a:r>
            <a:endParaRPr lang="fr-FR" dirty="0" smtClean="0"/>
          </a:p>
          <a:p>
            <a:pPr lvl="1"/>
            <a:r>
              <a:rPr lang="en-US" dirty="0" err="1" smtClean="0"/>
              <a:t>Ny</a:t>
            </a:r>
            <a:r>
              <a:rPr lang="en-US" dirty="0" smtClean="0"/>
              <a:t> </a:t>
            </a:r>
            <a:r>
              <a:rPr lang="en-US" dirty="0" err="1" smtClean="0"/>
              <a:t>Fiantohana</a:t>
            </a:r>
            <a:r>
              <a:rPr lang="en-US" dirty="0" smtClean="0"/>
              <a:t> ……………………… (8mn)</a:t>
            </a:r>
            <a:endParaRPr lang="fr-FR" dirty="0" smtClean="0"/>
          </a:p>
          <a:p>
            <a:endParaRPr lang="fr-FR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1622" name="Object 6"/>
          <p:cNvGraphicFramePr>
            <a:graphicFrameLocks noChangeAspect="1"/>
          </p:cNvGraphicFramePr>
          <p:nvPr/>
        </p:nvGraphicFramePr>
        <p:xfrm>
          <a:off x="381000" y="609600"/>
          <a:ext cx="8382000" cy="547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668" name="MS Org Chart" r:id="rId3" imgW="6076122" imgH="3969026" progId="">
                  <p:embed followColorScheme="full"/>
                </p:oleObj>
              </mc:Choice>
              <mc:Fallback>
                <p:oleObj name="MS Org Chart" r:id="rId3" imgW="6076122" imgH="3969026" progId="">
                  <p:embed followColorScheme="full"/>
                  <p:pic>
                    <p:nvPicPr>
                      <p:cNvPr id="111622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609600"/>
                        <a:ext cx="8382000" cy="5470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01129069"/>
      </p:ext>
    </p:extLst>
  </p:cSld>
  <p:clrMapOvr>
    <a:masterClrMapping/>
  </p:clrMapOvr>
  <p:transition spd="med"/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2642" name="Object 2"/>
          <p:cNvGraphicFramePr>
            <a:graphicFrameLocks noChangeAspect="1"/>
          </p:cNvGraphicFramePr>
          <p:nvPr/>
        </p:nvGraphicFramePr>
        <p:xfrm>
          <a:off x="381000" y="381000"/>
          <a:ext cx="8382000" cy="601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692" name="MS Org Chart" r:id="rId3" imgW="5559261" imgH="3497307" progId="">
                  <p:embed followColorScheme="full"/>
                </p:oleObj>
              </mc:Choice>
              <mc:Fallback>
                <p:oleObj name="MS Org Chart" r:id="rId3" imgW="5559261" imgH="3497307" progId="">
                  <p:embed followColorScheme="full"/>
                  <p:pic>
                    <p:nvPicPr>
                      <p:cNvPr id="112642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381000"/>
                        <a:ext cx="8382000" cy="6013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26569258"/>
      </p:ext>
    </p:extLst>
  </p:cSld>
  <p:clrMapOvr>
    <a:masterClrMapping/>
  </p:clrMapOvr>
  <p:transition spd="med"/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8001000" cy="1143000"/>
          </a:xfrm>
        </p:spPr>
        <p:txBody>
          <a:bodyPr/>
          <a:lstStyle/>
          <a:p>
            <a:r>
              <a:rPr lang="en-US" dirty="0"/>
              <a:t>Certificate of</a:t>
            </a:r>
            <a:br>
              <a:rPr lang="en-US" dirty="0"/>
            </a:br>
            <a:r>
              <a:rPr lang="en-US" dirty="0"/>
              <a:t>Operation</a:t>
            </a:r>
          </a:p>
        </p:txBody>
      </p:sp>
      <p:pic>
        <p:nvPicPr>
          <p:cNvPr id="116742" name="Picture 6" descr="certificateoperation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62200" y="1485900"/>
            <a:ext cx="6324600" cy="488632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50121743"/>
      </p:ext>
    </p:extLst>
  </p:cSld>
  <p:clrMapOvr>
    <a:masterClrMapping/>
  </p:clrMapOvr>
  <p:transition spd="med"/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8001000" cy="1143000"/>
          </a:xfrm>
        </p:spPr>
        <p:txBody>
          <a:bodyPr/>
          <a:lstStyle/>
          <a:p>
            <a:r>
              <a:rPr lang="en-US" dirty="0" smtClean="0"/>
              <a:t>NY MAHA-MPIKAMBANA</a:t>
            </a:r>
            <a:endParaRPr lang="en-US" dirty="0"/>
          </a:p>
        </p:txBody>
      </p:sp>
      <p:sp>
        <p:nvSpPr>
          <p:cNvPr id="1146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76400"/>
            <a:ext cx="8077200" cy="1524000"/>
          </a:xfrm>
        </p:spPr>
        <p:txBody>
          <a:bodyPr/>
          <a:lstStyle/>
          <a:p>
            <a:r>
              <a:rPr lang="en-US" dirty="0" err="1" smtClean="0"/>
              <a:t>Rahoviana</a:t>
            </a:r>
            <a:r>
              <a:rPr lang="en-US" dirty="0" smtClean="0"/>
              <a:t> </a:t>
            </a:r>
            <a:r>
              <a:rPr lang="en-US" dirty="0" err="1" smtClean="0"/>
              <a:t>ny</a:t>
            </a:r>
            <a:r>
              <a:rPr lang="en-US" dirty="0" smtClean="0"/>
              <a:t> </a:t>
            </a:r>
            <a:r>
              <a:rPr lang="en-US" dirty="0" err="1" smtClean="0"/>
              <a:t>tanora</a:t>
            </a:r>
            <a:r>
              <a:rPr lang="en-US" dirty="0" smtClean="0"/>
              <a:t> no </a:t>
            </a:r>
            <a:r>
              <a:rPr lang="en-US" dirty="0" err="1" smtClean="0"/>
              <a:t>mirotsaka</a:t>
            </a:r>
            <a:r>
              <a:rPr lang="en-US" dirty="0" smtClean="0"/>
              <a:t> ho </a:t>
            </a:r>
            <a:r>
              <a:rPr lang="en-US" dirty="0" err="1" smtClean="0"/>
              <a:t>mpikambana</a:t>
            </a:r>
            <a:r>
              <a:rPr lang="en-US" dirty="0" smtClean="0"/>
              <a:t>?</a:t>
            </a:r>
            <a:endParaRPr lang="en-US" dirty="0"/>
          </a:p>
          <a:p>
            <a:pPr lvl="1"/>
            <a:r>
              <a:rPr lang="en-US" dirty="0" err="1" smtClean="0"/>
              <a:t>Isan-taona</a:t>
            </a:r>
            <a:endParaRPr lang="en-US" dirty="0"/>
          </a:p>
          <a:p>
            <a:pPr lvl="1"/>
            <a:r>
              <a:rPr lang="en-US" dirty="0" err="1" smtClean="0"/>
              <a:t>Isan’enimbolana</a:t>
            </a:r>
            <a:endParaRPr lang="en-US" dirty="0"/>
          </a:p>
        </p:txBody>
      </p:sp>
      <p:sp>
        <p:nvSpPr>
          <p:cNvPr id="114693" name="Rectangle 5"/>
          <p:cNvSpPr>
            <a:spLocks noChangeArrowheads="1"/>
          </p:cNvSpPr>
          <p:nvPr/>
        </p:nvSpPr>
        <p:spPr bwMode="auto">
          <a:xfrm>
            <a:off x="1066800" y="3886200"/>
            <a:ext cx="7585075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1143000" lvl="2" indent="-228600">
              <a:spcBef>
                <a:spcPct val="20000"/>
              </a:spcBef>
              <a:buClr>
                <a:schemeClr val="accent1"/>
              </a:buClr>
              <a:buFontTx/>
              <a:buChar char="•"/>
            </a:pPr>
            <a:r>
              <a:rPr lang="en-US" sz="36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Manahirana</a:t>
            </a:r>
            <a:r>
              <a:rPr lang="en-US" sz="36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36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ireo</a:t>
            </a:r>
            <a:r>
              <a:rPr lang="en-US" sz="36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36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Mpanolo-tsaina</a:t>
            </a:r>
            <a:r>
              <a:rPr lang="en-US" sz="36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36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sy</a:t>
            </a:r>
            <a:r>
              <a:rPr lang="en-US" sz="36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36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mpampianatra</a:t>
            </a:r>
            <a:r>
              <a:rPr lang="en-US" sz="36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36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ny</a:t>
            </a:r>
            <a:r>
              <a:rPr lang="en-US" sz="36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36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fidirana</a:t>
            </a:r>
            <a:r>
              <a:rPr lang="en-US" sz="36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@ </a:t>
            </a:r>
            <a:r>
              <a:rPr lang="en-US" sz="36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fotoana</a:t>
            </a:r>
            <a:r>
              <a:rPr lang="en-US" sz="36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36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tsy</a:t>
            </a:r>
            <a:r>
              <a:rPr lang="en-US" sz="36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36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voafetra</a:t>
            </a:r>
            <a:endParaRPr lang="en-US" sz="3600" dirty="0">
              <a:effectLst>
                <a:outerShdw blurRad="38100" dist="38100" dir="2700000" algn="tl">
                  <a:srgbClr val="808080"/>
                </a:outerShdw>
              </a:effectLst>
              <a:latin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819259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46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146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146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146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4691" grpId="0" build="p" autoUpdateAnimBg="0"/>
      <p:bldP spid="114693" grpId="0" build="p" autoUpdateAnimBg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8001000" cy="1143000"/>
          </a:xfrm>
        </p:spPr>
        <p:txBody>
          <a:bodyPr/>
          <a:lstStyle/>
          <a:p>
            <a:r>
              <a:rPr lang="en-US" dirty="0" err="1" smtClean="0"/>
              <a:t>Ny</a:t>
            </a:r>
            <a:r>
              <a:rPr lang="en-US" dirty="0" smtClean="0"/>
              <a:t> </a:t>
            </a:r>
            <a:r>
              <a:rPr lang="en-US" dirty="0" err="1" smtClean="0"/>
              <a:t>maha-mpikambana</a:t>
            </a:r>
            <a:endParaRPr lang="en-US" dirty="0"/>
          </a:p>
        </p:txBody>
      </p:sp>
      <p:sp>
        <p:nvSpPr>
          <p:cNvPr id="1157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76400"/>
            <a:ext cx="8077200" cy="1676400"/>
          </a:xfrm>
        </p:spPr>
        <p:txBody>
          <a:bodyPr/>
          <a:lstStyle/>
          <a:p>
            <a:r>
              <a:rPr lang="en-US" dirty="0" err="1" smtClean="0"/>
              <a:t>Inona</a:t>
            </a:r>
            <a:r>
              <a:rPr lang="en-US" dirty="0" smtClean="0"/>
              <a:t> no </a:t>
            </a:r>
            <a:r>
              <a:rPr lang="en-US" dirty="0" err="1" smtClean="0"/>
              <a:t>fitsipiky</a:t>
            </a:r>
            <a:r>
              <a:rPr lang="en-US" dirty="0" smtClean="0"/>
              <a:t> </a:t>
            </a:r>
            <a:r>
              <a:rPr lang="en-US" dirty="0" err="1" smtClean="0"/>
              <a:t>ny</a:t>
            </a:r>
            <a:r>
              <a:rPr lang="en-US" dirty="0" smtClean="0"/>
              <a:t> </a:t>
            </a:r>
            <a:r>
              <a:rPr lang="en-US" dirty="0" err="1" smtClean="0"/>
              <a:t>firotsahana</a:t>
            </a:r>
            <a:r>
              <a:rPr lang="en-US" dirty="0" smtClean="0"/>
              <a:t>?</a:t>
            </a:r>
            <a:endParaRPr lang="en-US" dirty="0"/>
          </a:p>
          <a:p>
            <a:r>
              <a:rPr lang="en-US" dirty="0" err="1" smtClean="0"/>
              <a:t>Ahoana</a:t>
            </a:r>
            <a:r>
              <a:rPr lang="en-US" dirty="0" smtClean="0"/>
              <a:t> no </a:t>
            </a:r>
            <a:r>
              <a:rPr lang="en-US" dirty="0" err="1" smtClean="0"/>
              <a:t>hanentanana</a:t>
            </a:r>
            <a:r>
              <a:rPr lang="en-US" dirty="0" smtClean="0"/>
              <a:t>  </a:t>
            </a:r>
            <a:r>
              <a:rPr lang="en-US" dirty="0" err="1" smtClean="0"/>
              <a:t>ireo</a:t>
            </a:r>
            <a:r>
              <a:rPr lang="en-US" dirty="0" smtClean="0"/>
              <a:t> </a:t>
            </a:r>
            <a:r>
              <a:rPr lang="en-US" dirty="0" err="1" smtClean="0"/>
              <a:t>Mpisavalalana</a:t>
            </a:r>
            <a:r>
              <a:rPr lang="en-US" dirty="0" smtClean="0"/>
              <a:t> ho </a:t>
            </a:r>
            <a:r>
              <a:rPr lang="en-US" dirty="0" err="1" smtClean="0"/>
              <a:t>tonga</a:t>
            </a:r>
            <a:r>
              <a:rPr lang="en-US" dirty="0" smtClean="0"/>
              <a:t>?</a:t>
            </a:r>
            <a:endParaRPr lang="en-US" dirty="0"/>
          </a:p>
          <a:p>
            <a:pPr lvl="1"/>
            <a:r>
              <a:rPr lang="en-US" dirty="0" err="1" smtClean="0"/>
              <a:t>Systeme</a:t>
            </a:r>
            <a:r>
              <a:rPr lang="en-US" dirty="0" smtClean="0"/>
              <a:t> de Point</a:t>
            </a:r>
            <a:endParaRPr lang="en-US" dirty="0"/>
          </a:p>
          <a:p>
            <a:pPr lvl="1"/>
            <a:r>
              <a:rPr lang="en-US" dirty="0" err="1" smtClean="0"/>
              <a:t>Valisoa</a:t>
            </a:r>
            <a:endParaRPr lang="en-US" dirty="0"/>
          </a:p>
        </p:txBody>
      </p:sp>
      <p:sp>
        <p:nvSpPr>
          <p:cNvPr id="115716" name="Rectangle 4"/>
          <p:cNvSpPr>
            <a:spLocks noChangeArrowheads="1"/>
          </p:cNvSpPr>
          <p:nvPr/>
        </p:nvSpPr>
        <p:spPr bwMode="auto">
          <a:xfrm>
            <a:off x="838200" y="4343400"/>
            <a:ext cx="7620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1143000" lvl="2" indent="-228600">
              <a:spcBef>
                <a:spcPct val="20000"/>
              </a:spcBef>
              <a:buClr>
                <a:schemeClr val="accent1"/>
              </a:buClr>
              <a:buFontTx/>
              <a:buChar char="•"/>
            </a:pPr>
            <a:r>
              <a:rPr lang="en-US" sz="32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NB:  </a:t>
            </a:r>
            <a:r>
              <a:rPr lang="en-US" sz="32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Ny</a:t>
            </a:r>
            <a:r>
              <a:rPr lang="en-US" sz="32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32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famelana</a:t>
            </a:r>
            <a:r>
              <a:rPr lang="en-US" sz="32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32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ireo</a:t>
            </a:r>
            <a:r>
              <a:rPr lang="en-US" sz="32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32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Mpisavalalana</a:t>
            </a:r>
            <a:r>
              <a:rPr lang="en-US" sz="32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ho </a:t>
            </a:r>
            <a:r>
              <a:rPr lang="en-US" sz="32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tonga</a:t>
            </a:r>
            <a:r>
              <a:rPr lang="en-US" sz="32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32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rehefa</a:t>
            </a:r>
            <a:r>
              <a:rPr lang="en-US" sz="32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32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te</a:t>
            </a:r>
            <a:r>
              <a:rPr lang="en-US" sz="32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ho </a:t>
            </a:r>
            <a:r>
              <a:rPr lang="en-US" sz="32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tonga</a:t>
            </a:r>
            <a:r>
              <a:rPr lang="en-US" sz="32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32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dia</a:t>
            </a:r>
            <a:r>
              <a:rPr lang="en-US" sz="32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32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mampidina</a:t>
            </a:r>
            <a:r>
              <a:rPr lang="en-US" sz="32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32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ny</a:t>
            </a:r>
            <a:r>
              <a:rPr lang="en-US" sz="32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32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kalitaon’ny</a:t>
            </a:r>
            <a:r>
              <a:rPr lang="en-US" sz="32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32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programa</a:t>
            </a:r>
            <a:r>
              <a:rPr lang="en-US" sz="32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32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atolotrao</a:t>
            </a:r>
            <a:r>
              <a:rPr lang="en-US" sz="32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.</a:t>
            </a:r>
            <a:endParaRPr lang="en-US" sz="3200" dirty="0">
              <a:effectLst>
                <a:outerShdw blurRad="38100" dist="38100" dir="2700000" algn="tl">
                  <a:srgbClr val="808080"/>
                </a:outerShdw>
              </a:effectLst>
              <a:latin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446329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57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157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157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157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157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5715" grpId="0" build="p" autoUpdateAnimBg="0"/>
      <p:bldP spid="115716" grpId="0" build="p" autoUpdateAnimBg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5" name="Rectangle 5"/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8001000" cy="1143000"/>
          </a:xfrm>
          <a:noFill/>
          <a:ln/>
        </p:spPr>
        <p:txBody>
          <a:bodyPr/>
          <a:lstStyle/>
          <a:p>
            <a:r>
              <a:rPr lang="en-US" dirty="0"/>
              <a:t>Club</a:t>
            </a:r>
            <a:br>
              <a:rPr lang="en-US" dirty="0"/>
            </a:br>
            <a:r>
              <a:rPr lang="en-US" dirty="0"/>
              <a:t>Membership</a:t>
            </a:r>
          </a:p>
        </p:txBody>
      </p:sp>
      <p:pic>
        <p:nvPicPr>
          <p:cNvPr id="117766" name="Picture 6" descr="attendancerecord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05238" y="395288"/>
            <a:ext cx="4652962" cy="60198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105147916"/>
      </p:ext>
    </p:extLst>
  </p:cSld>
  <p:clrMapOvr>
    <a:masterClrMapping/>
  </p:clrMapOvr>
  <p:transition spd="med"/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8001000" cy="1143000"/>
          </a:xfrm>
          <a:noFill/>
          <a:ln/>
        </p:spPr>
        <p:txBody>
          <a:bodyPr/>
          <a:lstStyle/>
          <a:p>
            <a:r>
              <a:rPr lang="en-US" dirty="0"/>
              <a:t>Club</a:t>
            </a:r>
            <a:br>
              <a:rPr lang="en-US" dirty="0"/>
            </a:br>
            <a:r>
              <a:rPr lang="en-US" dirty="0"/>
              <a:t>Membership</a:t>
            </a:r>
          </a:p>
        </p:txBody>
      </p:sp>
      <p:pic>
        <p:nvPicPr>
          <p:cNvPr id="118788" name="Picture 4" descr="attendancerecord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78038" y="1571625"/>
            <a:ext cx="6380162" cy="482917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558341241"/>
      </p:ext>
    </p:extLst>
  </p:cSld>
  <p:clrMapOvr>
    <a:masterClrMapping/>
  </p:clrMapOvr>
  <p:transition spd="med"/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8001000" cy="1143000"/>
          </a:xfrm>
          <a:noFill/>
          <a:ln/>
        </p:spPr>
        <p:txBody>
          <a:bodyPr/>
          <a:lstStyle/>
          <a:p>
            <a:r>
              <a:rPr lang="en-US" dirty="0"/>
              <a:t>Club</a:t>
            </a:r>
            <a:br>
              <a:rPr lang="en-US" dirty="0"/>
            </a:br>
            <a:r>
              <a:rPr lang="en-US" dirty="0"/>
              <a:t>Membership</a:t>
            </a:r>
          </a:p>
        </p:txBody>
      </p:sp>
      <p:pic>
        <p:nvPicPr>
          <p:cNvPr id="119812" name="Picture 4" descr="attendancerecord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17725" y="1981200"/>
            <a:ext cx="6340475" cy="361156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35794286"/>
      </p:ext>
    </p:extLst>
  </p:cSld>
  <p:clrMapOvr>
    <a:masterClrMapping/>
  </p:clrMapOvr>
  <p:transition spd="med"/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8001000" cy="1143000"/>
          </a:xfrm>
        </p:spPr>
        <p:txBody>
          <a:bodyPr/>
          <a:lstStyle/>
          <a:p>
            <a:r>
              <a:rPr lang="en-US" dirty="0" err="1" smtClean="0"/>
              <a:t>Fitsipika</a:t>
            </a:r>
            <a:r>
              <a:rPr lang="en-US" dirty="0" smtClean="0"/>
              <a:t> </a:t>
            </a:r>
            <a:r>
              <a:rPr lang="en-US" dirty="0" err="1" smtClean="0"/>
              <a:t>eo</a:t>
            </a:r>
            <a:r>
              <a:rPr lang="en-US" dirty="0" smtClean="0"/>
              <a:t> </a:t>
            </a:r>
            <a:r>
              <a:rPr lang="en-US" dirty="0" err="1" smtClean="0"/>
              <a:t>anivon’ny</a:t>
            </a:r>
            <a:r>
              <a:rPr lang="en-US" dirty="0" smtClean="0"/>
              <a:t> </a:t>
            </a:r>
            <a:r>
              <a:rPr lang="en-US" dirty="0" err="1" smtClean="0"/>
              <a:t>saha</a:t>
            </a:r>
            <a:endParaRPr lang="en-US" dirty="0"/>
          </a:p>
        </p:txBody>
      </p:sp>
      <p:sp>
        <p:nvSpPr>
          <p:cNvPr id="1208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524000"/>
            <a:ext cx="8077200" cy="2743200"/>
          </a:xfrm>
        </p:spPr>
        <p:txBody>
          <a:bodyPr/>
          <a:lstStyle/>
          <a:p>
            <a:r>
              <a:rPr lang="en-US" sz="3600" dirty="0" err="1" smtClean="0"/>
              <a:t>Fanamiana</a:t>
            </a:r>
            <a:r>
              <a:rPr lang="en-US" sz="3600" dirty="0" smtClean="0"/>
              <a:t>: </a:t>
            </a:r>
            <a:r>
              <a:rPr lang="en-US" dirty="0" err="1" smtClean="0"/>
              <a:t>Hanaovana</a:t>
            </a:r>
            <a:r>
              <a:rPr lang="en-US" dirty="0" smtClean="0"/>
              <a:t>   </a:t>
            </a:r>
            <a:r>
              <a:rPr lang="en-US" dirty="0" err="1" smtClean="0"/>
              <a:t>farafahakeliny</a:t>
            </a:r>
            <a:r>
              <a:rPr lang="en-US" dirty="0" smtClean="0"/>
              <a:t> </a:t>
            </a:r>
            <a:r>
              <a:rPr lang="en-US" dirty="0" err="1" smtClean="0"/>
              <a:t>indray</a:t>
            </a:r>
            <a:r>
              <a:rPr lang="en-US" dirty="0" smtClean="0"/>
              <a:t> </a:t>
            </a:r>
            <a:r>
              <a:rPr lang="en-US" dirty="0" err="1" smtClean="0"/>
              <a:t>mandeha</a:t>
            </a:r>
            <a:r>
              <a:rPr lang="en-US" dirty="0" smtClean="0"/>
              <a:t> </a:t>
            </a:r>
            <a:r>
              <a:rPr lang="en-US" dirty="0" err="1" smtClean="0"/>
              <a:t>isam-bolana</a:t>
            </a:r>
            <a:r>
              <a:rPr lang="en-US" dirty="0" smtClean="0"/>
              <a:t> </a:t>
            </a:r>
            <a:r>
              <a:rPr lang="en-US" dirty="0" err="1" smtClean="0"/>
              <a:t>ny</a:t>
            </a:r>
            <a:r>
              <a:rPr lang="en-US" dirty="0" smtClean="0"/>
              <a:t> </a:t>
            </a:r>
            <a:r>
              <a:rPr lang="en-US" dirty="0"/>
              <a:t>Class “A</a:t>
            </a:r>
            <a:r>
              <a:rPr lang="en-US" dirty="0" smtClean="0"/>
              <a:t>”</a:t>
            </a:r>
            <a:endParaRPr lang="en-US" dirty="0"/>
          </a:p>
          <a:p>
            <a:r>
              <a:rPr lang="en-US" sz="3600" dirty="0" err="1" smtClean="0"/>
              <a:t>Vola</a:t>
            </a:r>
            <a:endParaRPr lang="en-US" sz="3600" dirty="0"/>
          </a:p>
          <a:p>
            <a:r>
              <a:rPr lang="en-US" sz="3600" dirty="0" err="1" smtClean="0"/>
              <a:t>Tatitra</a:t>
            </a:r>
            <a:r>
              <a:rPr lang="en-US" sz="3600" dirty="0" smtClean="0"/>
              <a:t> </a:t>
            </a:r>
            <a:r>
              <a:rPr lang="en-US" sz="3600" dirty="0" err="1" smtClean="0"/>
              <a:t>isam-bolana</a:t>
            </a:r>
            <a:r>
              <a:rPr lang="en-US" sz="3600" dirty="0" smtClean="0"/>
              <a:t>- </a:t>
            </a:r>
            <a:r>
              <a:rPr lang="en-US" sz="3600" dirty="0" err="1" smtClean="0"/>
              <a:t>isan</a:t>
            </a:r>
            <a:r>
              <a:rPr lang="en-US" sz="3600" dirty="0" smtClean="0"/>
              <a:t>- </a:t>
            </a:r>
            <a:r>
              <a:rPr lang="en-US" sz="3600" dirty="0" err="1" smtClean="0"/>
              <a:t>telovolana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07190697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08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208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208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0835" grpId="0" build="p" autoUpdateAnimBg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8001000" cy="1143000"/>
          </a:xfrm>
        </p:spPr>
        <p:txBody>
          <a:bodyPr/>
          <a:lstStyle/>
          <a:p>
            <a:r>
              <a:rPr lang="en-US" dirty="0" err="1" smtClean="0"/>
              <a:t>Fitsipika</a:t>
            </a:r>
            <a:r>
              <a:rPr lang="en-US" dirty="0" smtClean="0"/>
              <a:t> </a:t>
            </a:r>
            <a:r>
              <a:rPr lang="en-US" dirty="0" err="1" smtClean="0"/>
              <a:t>eo</a:t>
            </a:r>
            <a:r>
              <a:rPr lang="en-US" dirty="0" smtClean="0"/>
              <a:t> </a:t>
            </a:r>
            <a:r>
              <a:rPr lang="en-US" dirty="0" err="1" smtClean="0"/>
              <a:t>anivon’ny</a:t>
            </a:r>
            <a:r>
              <a:rPr lang="en-US" dirty="0" smtClean="0"/>
              <a:t> </a:t>
            </a:r>
            <a:r>
              <a:rPr lang="en-US" dirty="0" err="1" smtClean="0"/>
              <a:t>saha</a:t>
            </a:r>
            <a:endParaRPr lang="en-US" dirty="0"/>
          </a:p>
        </p:txBody>
      </p:sp>
      <p:sp>
        <p:nvSpPr>
          <p:cNvPr id="1218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524000"/>
            <a:ext cx="8077200" cy="2971800"/>
          </a:xfrm>
        </p:spPr>
        <p:txBody>
          <a:bodyPr/>
          <a:lstStyle/>
          <a:p>
            <a:r>
              <a:rPr lang="en-US" dirty="0" err="1" smtClean="0"/>
              <a:t>Fiantohana</a:t>
            </a:r>
            <a:r>
              <a:rPr lang="en-US" dirty="0" smtClean="0"/>
              <a:t> </a:t>
            </a:r>
            <a:endParaRPr lang="en-US" dirty="0"/>
          </a:p>
          <a:p>
            <a:pPr lvl="1"/>
            <a:r>
              <a:rPr lang="en-US" dirty="0" err="1" smtClean="0"/>
              <a:t>Ankatoavin’ny</a:t>
            </a:r>
            <a:r>
              <a:rPr lang="en-US" dirty="0" smtClean="0"/>
              <a:t> </a:t>
            </a:r>
            <a:r>
              <a:rPr lang="en-US" dirty="0" err="1" smtClean="0"/>
              <a:t>fiangonana</a:t>
            </a:r>
            <a:r>
              <a:rPr lang="en-US" dirty="0" smtClean="0"/>
              <a:t> </a:t>
            </a:r>
            <a:r>
              <a:rPr lang="en-US" dirty="0" err="1" smtClean="0"/>
              <a:t>ireo</a:t>
            </a:r>
            <a:r>
              <a:rPr lang="en-US" dirty="0" smtClean="0"/>
              <a:t> </a:t>
            </a:r>
            <a:r>
              <a:rPr lang="en-US" dirty="0" err="1" smtClean="0"/>
              <a:t>hetsiky</a:t>
            </a:r>
            <a:r>
              <a:rPr lang="en-US" dirty="0" smtClean="0"/>
              <a:t> </a:t>
            </a:r>
            <a:r>
              <a:rPr lang="en-US" dirty="0" err="1" smtClean="0"/>
              <a:t>ny</a:t>
            </a:r>
            <a:r>
              <a:rPr lang="en-US" dirty="0" smtClean="0"/>
              <a:t> </a:t>
            </a:r>
            <a:r>
              <a:rPr lang="en-US" dirty="0" err="1" smtClean="0"/>
              <a:t>Mpisavalalana</a:t>
            </a:r>
            <a:r>
              <a:rPr lang="en-US" dirty="0" smtClean="0"/>
              <a:t>  </a:t>
            </a:r>
            <a:r>
              <a:rPr lang="en-US" dirty="0" err="1" smtClean="0"/>
              <a:t>hisorohana</a:t>
            </a:r>
            <a:r>
              <a:rPr lang="en-US" dirty="0" smtClean="0"/>
              <a:t> </a:t>
            </a:r>
            <a:r>
              <a:rPr lang="en-US" dirty="0" err="1" smtClean="0"/>
              <a:t>ny</a:t>
            </a:r>
            <a:r>
              <a:rPr lang="en-US" dirty="0" smtClean="0"/>
              <a:t> </a:t>
            </a:r>
            <a:r>
              <a:rPr lang="en-US" dirty="0" err="1" smtClean="0"/>
              <a:t>loza</a:t>
            </a:r>
            <a:r>
              <a:rPr lang="en-US" dirty="0" smtClean="0"/>
              <a:t>(ARM)</a:t>
            </a:r>
            <a:endParaRPr lang="en-US" dirty="0"/>
          </a:p>
          <a:p>
            <a:r>
              <a:rPr lang="en-US" dirty="0" smtClean="0"/>
              <a:t>FIRST</a:t>
            </a:r>
          </a:p>
          <a:p>
            <a:r>
              <a:rPr lang="en-US" dirty="0" err="1" smtClean="0"/>
              <a:t>Feno</a:t>
            </a:r>
            <a:r>
              <a:rPr lang="en-US" dirty="0" smtClean="0"/>
              <a:t> </a:t>
            </a:r>
            <a:r>
              <a:rPr lang="en-US" dirty="0" err="1" smtClean="0"/>
              <a:t>taona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559434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18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218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218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218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859" grpId="0" build="p" autoUpdateAnimBg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200" b="1" dirty="0" smtClean="0"/>
              <a:t>FIZARANA #5</a:t>
            </a:r>
            <a:endParaRPr lang="fr-FR" sz="3200" b="1" dirty="0"/>
          </a:p>
        </p:txBody>
      </p:sp>
      <p:sp>
        <p:nvSpPr>
          <p:cNvPr id="4" name="Sous-titre 3"/>
          <p:cNvSpPr>
            <a:spLocks noGrp="1"/>
          </p:cNvSpPr>
          <p:nvPr>
            <p:ph type="subTitle" idx="1"/>
          </p:nvPr>
        </p:nvSpPr>
        <p:spPr>
          <a:xfrm>
            <a:off x="1371600" y="2667000"/>
            <a:ext cx="7391400" cy="2438400"/>
          </a:xfrm>
        </p:spPr>
        <p:txBody>
          <a:bodyPr/>
          <a:lstStyle/>
          <a:p>
            <a:r>
              <a:rPr lang="en-US" sz="3600" b="1" dirty="0" smtClean="0"/>
              <a:t> PROGRAMA SY DRAFITR’ASAN’NY KLIOBA (75mn)</a:t>
            </a:r>
            <a:endParaRPr lang="fr-FR" sz="36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ZAVA-KENDRENA</a:t>
            </a:r>
            <a:r>
              <a:rPr lang="fr-FR" dirty="0" smtClean="0"/>
              <a:t/>
            </a:r>
            <a:br>
              <a:rPr lang="fr-FR" dirty="0" smtClean="0"/>
            </a:b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Hampivelatrany</a:t>
            </a:r>
            <a:r>
              <a:rPr lang="en-US" dirty="0" smtClean="0"/>
              <a:t> </a:t>
            </a:r>
            <a:r>
              <a:rPr lang="en-US" dirty="0" err="1" smtClean="0"/>
              <a:t>fahalalana</a:t>
            </a:r>
            <a:r>
              <a:rPr lang="en-US" dirty="0" smtClean="0"/>
              <a:t> </a:t>
            </a:r>
            <a:r>
              <a:rPr lang="en-US" dirty="0" err="1" smtClean="0"/>
              <a:t>sy</a:t>
            </a:r>
            <a:r>
              <a:rPr lang="en-US" dirty="0" smtClean="0"/>
              <a:t> </a:t>
            </a:r>
            <a:r>
              <a:rPr lang="en-US" dirty="0" err="1" smtClean="0"/>
              <a:t>ny</a:t>
            </a:r>
            <a:r>
              <a:rPr lang="en-US" dirty="0" smtClean="0"/>
              <a:t> </a:t>
            </a:r>
            <a:r>
              <a:rPr lang="en-US" dirty="0" err="1" smtClean="0"/>
              <a:t>fahazarana</a:t>
            </a:r>
            <a:r>
              <a:rPr lang="en-US" dirty="0" smtClean="0"/>
              <a:t> </a:t>
            </a:r>
            <a:r>
              <a:rPr lang="en-US" dirty="0" err="1" smtClean="0"/>
              <a:t>amin</a:t>
            </a:r>
            <a:r>
              <a:rPr lang="en-US" dirty="0" smtClean="0"/>
              <a:t>’ </a:t>
            </a:r>
            <a:r>
              <a:rPr lang="en-US" dirty="0" err="1" smtClean="0"/>
              <a:t>ireo</a:t>
            </a:r>
            <a:r>
              <a:rPr lang="en-US" dirty="0" smtClean="0"/>
              <a:t> </a:t>
            </a:r>
            <a:r>
              <a:rPr lang="en-US" dirty="0" err="1" smtClean="0"/>
              <a:t>hetsika</a:t>
            </a:r>
            <a:r>
              <a:rPr lang="en-US" dirty="0" smtClean="0"/>
              <a:t> </a:t>
            </a:r>
            <a:r>
              <a:rPr lang="en-US" dirty="0" err="1" smtClean="0"/>
              <a:t>sy</a:t>
            </a:r>
            <a:r>
              <a:rPr lang="en-US" dirty="0" smtClean="0"/>
              <a:t> </a:t>
            </a:r>
            <a:r>
              <a:rPr lang="en-US" dirty="0" err="1" smtClean="0"/>
              <a:t>zavatra</a:t>
            </a:r>
            <a:r>
              <a:rPr lang="en-US" dirty="0" smtClean="0"/>
              <a:t> </a:t>
            </a:r>
            <a:r>
              <a:rPr lang="en-US" dirty="0" err="1" smtClean="0"/>
              <a:t>izay</a:t>
            </a:r>
            <a:r>
              <a:rPr lang="en-US" dirty="0" smtClean="0"/>
              <a:t> </a:t>
            </a:r>
            <a:r>
              <a:rPr lang="en-US" dirty="0" err="1" smtClean="0"/>
              <a:t>mamaritrany</a:t>
            </a:r>
            <a:r>
              <a:rPr lang="en-US" dirty="0" smtClean="0"/>
              <a:t> </a:t>
            </a:r>
            <a:r>
              <a:rPr lang="en-US" dirty="0" err="1" smtClean="0"/>
              <a:t>programan’ny</a:t>
            </a:r>
            <a:r>
              <a:rPr lang="en-US" dirty="0" smtClean="0"/>
              <a:t> </a:t>
            </a:r>
            <a:r>
              <a:rPr lang="en-US" dirty="0" err="1" smtClean="0"/>
              <a:t>Mpisavalalana</a:t>
            </a:r>
            <a:r>
              <a:rPr lang="en-US" dirty="0" smtClean="0"/>
              <a:t>  </a:t>
            </a:r>
            <a:r>
              <a:rPr lang="en-US" dirty="0" err="1" smtClean="0"/>
              <a:t>ary</a:t>
            </a:r>
            <a:r>
              <a:rPr lang="en-US" dirty="0" smtClean="0"/>
              <a:t> </a:t>
            </a:r>
            <a:r>
              <a:rPr lang="en-US" dirty="0" err="1" smtClean="0"/>
              <a:t>hanome</a:t>
            </a:r>
            <a:r>
              <a:rPr lang="en-US" dirty="0" smtClean="0"/>
              <a:t> </a:t>
            </a:r>
            <a:r>
              <a:rPr lang="en-US" dirty="0" err="1" smtClean="0"/>
              <a:t>ireo</a:t>
            </a:r>
            <a:r>
              <a:rPr lang="en-US" dirty="0" smtClean="0"/>
              <a:t> </a:t>
            </a:r>
            <a:r>
              <a:rPr lang="en-US" dirty="0" err="1" smtClean="0"/>
              <a:t>mpitarika</a:t>
            </a:r>
            <a:r>
              <a:rPr lang="en-US" dirty="0" smtClean="0"/>
              <a:t> </a:t>
            </a:r>
            <a:r>
              <a:rPr lang="en-US" dirty="0" err="1" smtClean="0"/>
              <a:t>tohana</a:t>
            </a:r>
            <a:r>
              <a:rPr lang="en-US" dirty="0" smtClean="0"/>
              <a:t> </a:t>
            </a:r>
            <a:r>
              <a:rPr lang="en-US" dirty="0" err="1" smtClean="0"/>
              <a:t>izay</a:t>
            </a:r>
            <a:r>
              <a:rPr lang="en-US" dirty="0" smtClean="0"/>
              <a:t> </a:t>
            </a:r>
            <a:r>
              <a:rPr lang="en-US" dirty="0" err="1" smtClean="0"/>
              <a:t>hahafahan’izy</a:t>
            </a:r>
            <a:r>
              <a:rPr lang="en-US" dirty="0" smtClean="0"/>
              <a:t> </a:t>
            </a:r>
            <a:r>
              <a:rPr lang="en-US" dirty="0" err="1" smtClean="0"/>
              <a:t>ireo</a:t>
            </a:r>
            <a:r>
              <a:rPr lang="en-US" dirty="0" smtClean="0"/>
              <a:t> </a:t>
            </a:r>
            <a:r>
              <a:rPr lang="en-US" dirty="0" err="1" smtClean="0"/>
              <a:t>mamolavola</a:t>
            </a:r>
            <a:r>
              <a:rPr lang="en-US" dirty="0" smtClean="0"/>
              <a:t> </a:t>
            </a:r>
            <a:r>
              <a:rPr lang="en-US" dirty="0" err="1" smtClean="0"/>
              <a:t>sy</a:t>
            </a:r>
            <a:r>
              <a:rPr lang="en-US" dirty="0" smtClean="0"/>
              <a:t> </a:t>
            </a:r>
            <a:r>
              <a:rPr lang="en-US" dirty="0" err="1" smtClean="0"/>
              <a:t>mandrindra</a:t>
            </a:r>
            <a:r>
              <a:rPr lang="en-US" dirty="0" smtClean="0"/>
              <a:t> </a:t>
            </a:r>
            <a:r>
              <a:rPr lang="en-US" dirty="0" err="1" smtClean="0"/>
              <a:t>asa</a:t>
            </a:r>
            <a:r>
              <a:rPr lang="en-US" dirty="0" smtClean="0"/>
              <a:t> </a:t>
            </a:r>
            <a:r>
              <a:rPr lang="en-US" dirty="0" err="1" smtClean="0"/>
              <a:t>fanompoana</a:t>
            </a:r>
            <a:r>
              <a:rPr lang="en-US" dirty="0" smtClean="0"/>
              <a:t> </a:t>
            </a:r>
            <a:r>
              <a:rPr lang="en-US" dirty="0" err="1" smtClean="0"/>
              <a:t>mahomby</a:t>
            </a:r>
            <a:r>
              <a:rPr lang="en-US" dirty="0" smtClean="0"/>
              <a:t> </a:t>
            </a:r>
            <a:r>
              <a:rPr lang="en-US" dirty="0" err="1" smtClean="0"/>
              <a:t>amin’ny</a:t>
            </a:r>
            <a:r>
              <a:rPr lang="en-US" dirty="0" smtClean="0"/>
              <a:t> </a:t>
            </a:r>
            <a:r>
              <a:rPr lang="en-US" dirty="0" err="1" smtClean="0"/>
              <a:t>klioba</a:t>
            </a:r>
            <a:r>
              <a:rPr lang="en-US" dirty="0" smtClean="0"/>
              <a:t> </a:t>
            </a:r>
            <a:r>
              <a:rPr lang="en-US" dirty="0" err="1" smtClean="0"/>
              <a:t>eo</a:t>
            </a:r>
            <a:r>
              <a:rPr lang="en-US" dirty="0" smtClean="0"/>
              <a:t> an-</a:t>
            </a:r>
            <a:r>
              <a:rPr lang="en-US" dirty="0" err="1" smtClean="0"/>
              <a:t>toerana</a:t>
            </a:r>
            <a:r>
              <a:rPr lang="en-US" dirty="0" smtClean="0"/>
              <a:t>.</a:t>
            </a:r>
            <a:endParaRPr lang="fr-FR" dirty="0" smtClean="0"/>
          </a:p>
          <a:p>
            <a:endParaRPr lang="fr-FR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FANAZAVANA</a:t>
            </a:r>
            <a:r>
              <a:rPr lang="fr-FR" dirty="0" smtClean="0"/>
              <a:t/>
            </a:r>
            <a:br>
              <a:rPr lang="fr-FR" dirty="0" smtClean="0"/>
            </a:b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err="1" smtClean="0"/>
              <a:t>Programa</a:t>
            </a:r>
            <a:r>
              <a:rPr lang="en-US" dirty="0" smtClean="0"/>
              <a:t> </a:t>
            </a:r>
            <a:r>
              <a:rPr lang="en-US" dirty="0" err="1" smtClean="0"/>
              <a:t>isan-taona</a:t>
            </a:r>
            <a:r>
              <a:rPr lang="en-US" dirty="0" smtClean="0"/>
              <a:t>…………..(15mn)</a:t>
            </a:r>
            <a:endParaRPr lang="fr-FR" dirty="0" smtClean="0"/>
          </a:p>
          <a:p>
            <a:pPr lvl="1"/>
            <a:r>
              <a:rPr lang="en-US" dirty="0" err="1" smtClean="0"/>
              <a:t>Ireo</a:t>
            </a:r>
            <a:r>
              <a:rPr lang="en-US" dirty="0" smtClean="0"/>
              <a:t> </a:t>
            </a:r>
            <a:r>
              <a:rPr lang="en-US" dirty="0" err="1" smtClean="0"/>
              <a:t>fandaharam-potoana</a:t>
            </a:r>
            <a:r>
              <a:rPr lang="en-US" dirty="0" smtClean="0"/>
              <a:t> </a:t>
            </a:r>
            <a:r>
              <a:rPr lang="en-US" dirty="0" err="1" smtClean="0"/>
              <a:t>mandritra</a:t>
            </a:r>
            <a:r>
              <a:rPr lang="en-US" dirty="0" smtClean="0"/>
              <a:t> </a:t>
            </a:r>
            <a:r>
              <a:rPr lang="en-US" dirty="0" err="1" smtClean="0"/>
              <a:t>ny</a:t>
            </a:r>
            <a:r>
              <a:rPr lang="en-US" dirty="0" smtClean="0"/>
              <a:t> </a:t>
            </a:r>
            <a:r>
              <a:rPr lang="en-US" dirty="0" err="1" smtClean="0"/>
              <a:t>taona</a:t>
            </a:r>
            <a:endParaRPr lang="fr-FR" dirty="0" smtClean="0"/>
          </a:p>
          <a:p>
            <a:pPr lvl="1"/>
            <a:r>
              <a:rPr lang="en-US" dirty="0" err="1" smtClean="0"/>
              <a:t>Fivoriana</a:t>
            </a:r>
            <a:r>
              <a:rPr lang="en-US" dirty="0" smtClean="0"/>
              <a:t> </a:t>
            </a:r>
            <a:r>
              <a:rPr lang="en-US" dirty="0" err="1" smtClean="0"/>
              <a:t>mahazatra</a:t>
            </a:r>
            <a:r>
              <a:rPr lang="en-US" dirty="0" smtClean="0"/>
              <a:t>, </a:t>
            </a:r>
            <a:r>
              <a:rPr lang="en-US" dirty="0" err="1" smtClean="0"/>
              <a:t>hetsika</a:t>
            </a:r>
            <a:r>
              <a:rPr lang="en-US" dirty="0" smtClean="0"/>
              <a:t> </a:t>
            </a:r>
            <a:r>
              <a:rPr lang="en-US" dirty="0" err="1" smtClean="0"/>
              <a:t>isaky</a:t>
            </a:r>
            <a:r>
              <a:rPr lang="en-US" dirty="0" smtClean="0"/>
              <a:t> </a:t>
            </a:r>
            <a:r>
              <a:rPr lang="en-US" dirty="0" err="1" smtClean="0"/>
              <a:t>ny</a:t>
            </a:r>
            <a:r>
              <a:rPr lang="en-US" dirty="0" smtClean="0"/>
              <a:t> 2 </a:t>
            </a:r>
            <a:r>
              <a:rPr lang="en-US" dirty="0" err="1" smtClean="0"/>
              <a:t>volana</a:t>
            </a:r>
            <a:r>
              <a:rPr lang="en-US" dirty="0" smtClean="0"/>
              <a:t>, </a:t>
            </a:r>
            <a:r>
              <a:rPr lang="en-US" dirty="0" err="1" smtClean="0"/>
              <a:t>lasy</a:t>
            </a:r>
            <a:r>
              <a:rPr lang="en-US" dirty="0" smtClean="0"/>
              <a:t>, </a:t>
            </a:r>
            <a:r>
              <a:rPr lang="en-US" dirty="0" err="1" smtClean="0"/>
              <a:t>hetsiky</a:t>
            </a:r>
            <a:r>
              <a:rPr lang="en-US" dirty="0" smtClean="0"/>
              <a:t> </a:t>
            </a:r>
            <a:r>
              <a:rPr lang="en-US" dirty="0" err="1" smtClean="0"/>
              <a:t>ny</a:t>
            </a:r>
            <a:r>
              <a:rPr lang="en-US" dirty="0" smtClean="0"/>
              <a:t> </a:t>
            </a:r>
            <a:r>
              <a:rPr lang="en-US" dirty="0" err="1" smtClean="0"/>
              <a:t>federasiona</a:t>
            </a:r>
            <a:endParaRPr lang="fr-FR" dirty="0" smtClean="0"/>
          </a:p>
          <a:p>
            <a:pPr lvl="1"/>
            <a:r>
              <a:rPr lang="en-US" dirty="0" err="1" smtClean="0"/>
              <a:t>Kilasim-pandrosoana</a:t>
            </a:r>
            <a:r>
              <a:rPr lang="en-US" dirty="0" smtClean="0"/>
              <a:t> – </a:t>
            </a:r>
            <a:r>
              <a:rPr lang="en-US" dirty="0" err="1" smtClean="0"/>
              <a:t>Tsindriana</a:t>
            </a:r>
            <a:r>
              <a:rPr lang="en-US" dirty="0" smtClean="0"/>
              <a:t> </a:t>
            </a:r>
            <a:r>
              <a:rPr lang="en-US" dirty="0" err="1" smtClean="0"/>
              <a:t>tsara</a:t>
            </a:r>
            <a:r>
              <a:rPr lang="en-US" dirty="0" smtClean="0"/>
              <a:t> </a:t>
            </a:r>
            <a:r>
              <a:rPr lang="en-US" dirty="0" err="1" smtClean="0"/>
              <a:t>ny</a:t>
            </a:r>
            <a:r>
              <a:rPr lang="en-US" dirty="0" smtClean="0"/>
              <a:t> </a:t>
            </a:r>
            <a:r>
              <a:rPr lang="en-US" dirty="0" err="1" smtClean="0"/>
              <a:t>fivelaran’ny</a:t>
            </a:r>
            <a:r>
              <a:rPr lang="en-US" dirty="0" smtClean="0"/>
              <a:t> </a:t>
            </a:r>
            <a:r>
              <a:rPr lang="en-US" dirty="0" err="1" smtClean="0"/>
              <a:t>Programa</a:t>
            </a:r>
            <a:r>
              <a:rPr lang="en-US" dirty="0" smtClean="0"/>
              <a:t>.</a:t>
            </a:r>
            <a:endParaRPr lang="fr-FR" dirty="0" smtClean="0"/>
          </a:p>
          <a:p>
            <a:endParaRPr lang="fr-FR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 err="1" smtClean="0"/>
              <a:t>Fivorian’ny</a:t>
            </a:r>
            <a:r>
              <a:rPr lang="en-US" dirty="0" smtClean="0"/>
              <a:t> </a:t>
            </a:r>
            <a:r>
              <a:rPr lang="en-US" dirty="0" err="1" smtClean="0"/>
              <a:t>Klioba</a:t>
            </a:r>
            <a:r>
              <a:rPr lang="en-US" dirty="0" smtClean="0"/>
              <a:t> </a:t>
            </a:r>
            <a:r>
              <a:rPr lang="en-US" dirty="0" err="1" smtClean="0"/>
              <a:t>isan-kerinandro</a:t>
            </a:r>
            <a:r>
              <a:rPr lang="en-US" dirty="0" smtClean="0"/>
              <a:t> (15mn)</a:t>
            </a:r>
            <a:r>
              <a:rPr lang="fr-FR" dirty="0" smtClean="0"/>
              <a:t/>
            </a:r>
            <a:br>
              <a:rPr lang="fr-FR" dirty="0" smtClean="0"/>
            </a:b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85800" y="1600200"/>
            <a:ext cx="7772400" cy="4648200"/>
          </a:xfrm>
        </p:spPr>
        <p:txBody>
          <a:bodyPr/>
          <a:lstStyle/>
          <a:p>
            <a:pPr lvl="1"/>
            <a:r>
              <a:rPr lang="en-US" sz="3600" dirty="0" err="1" smtClean="0"/>
              <a:t>Modely</a:t>
            </a:r>
            <a:r>
              <a:rPr lang="en-US" sz="3600" dirty="0" smtClean="0"/>
              <a:t> </a:t>
            </a:r>
            <a:r>
              <a:rPr lang="en-US" sz="3600" dirty="0" err="1" smtClean="0"/>
              <a:t>na</a:t>
            </a:r>
            <a:r>
              <a:rPr lang="en-US" sz="3600" dirty="0" smtClean="0"/>
              <a:t> </a:t>
            </a:r>
            <a:r>
              <a:rPr lang="en-US" sz="3600" dirty="0" err="1" smtClean="0"/>
              <a:t>programa</a:t>
            </a:r>
            <a:r>
              <a:rPr lang="en-US" sz="3600" dirty="0" smtClean="0"/>
              <a:t> A </a:t>
            </a:r>
            <a:r>
              <a:rPr lang="en-US" sz="3600" dirty="0" err="1" smtClean="0"/>
              <a:t>na</a:t>
            </a:r>
            <a:r>
              <a:rPr lang="en-US" sz="3600" dirty="0" smtClean="0"/>
              <a:t> B</a:t>
            </a:r>
            <a:endParaRPr lang="fr-FR" sz="3600" dirty="0" smtClean="0"/>
          </a:p>
          <a:p>
            <a:pPr lvl="1"/>
            <a:r>
              <a:rPr lang="en-US" sz="3600" dirty="0" err="1" smtClean="0"/>
              <a:t>Ohatry</a:t>
            </a:r>
            <a:r>
              <a:rPr lang="en-US" sz="3600" dirty="0" smtClean="0"/>
              <a:t> </a:t>
            </a:r>
            <a:r>
              <a:rPr lang="en-US" sz="3600" dirty="0" err="1" smtClean="0"/>
              <a:t>ny</a:t>
            </a:r>
            <a:r>
              <a:rPr lang="en-US" sz="3600" dirty="0" smtClean="0"/>
              <a:t> </a:t>
            </a:r>
            <a:r>
              <a:rPr lang="en-US" sz="3600" dirty="0" err="1" smtClean="0"/>
              <a:t>fandaharam-potoana</a:t>
            </a:r>
            <a:endParaRPr lang="fr-FR" sz="3600" dirty="0" smtClean="0"/>
          </a:p>
          <a:p>
            <a:pPr lvl="1"/>
            <a:r>
              <a:rPr lang="en-US" sz="3600" dirty="0" err="1" smtClean="0"/>
              <a:t>Ireo</a:t>
            </a:r>
            <a:r>
              <a:rPr lang="en-US" sz="3600" dirty="0" smtClean="0"/>
              <a:t> </a:t>
            </a:r>
            <a:r>
              <a:rPr lang="en-US" sz="3600" dirty="0" err="1" smtClean="0"/>
              <a:t>dingana</a:t>
            </a:r>
            <a:r>
              <a:rPr lang="en-US" sz="3600" dirty="0" smtClean="0"/>
              <a:t> </a:t>
            </a:r>
            <a:r>
              <a:rPr lang="en-US" sz="3600" dirty="0" err="1" smtClean="0"/>
              <a:t>amin’ny</a:t>
            </a:r>
            <a:r>
              <a:rPr lang="en-US" sz="3600" dirty="0" smtClean="0"/>
              <a:t> </a:t>
            </a:r>
            <a:r>
              <a:rPr lang="en-US" sz="3600" dirty="0" err="1" smtClean="0"/>
              <a:t>fandaminana</a:t>
            </a:r>
            <a:r>
              <a:rPr lang="en-US" sz="3600" dirty="0" smtClean="0"/>
              <a:t> </a:t>
            </a:r>
            <a:r>
              <a:rPr lang="en-US" sz="3600" dirty="0" err="1" smtClean="0"/>
              <a:t>ny</a:t>
            </a:r>
            <a:r>
              <a:rPr lang="en-US" sz="3600" dirty="0" smtClean="0"/>
              <a:t> </a:t>
            </a:r>
            <a:r>
              <a:rPr lang="en-US" sz="3600" dirty="0" err="1" smtClean="0"/>
              <a:t>fivoriana</a:t>
            </a:r>
            <a:endParaRPr lang="fr-FR" sz="36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81000" y="381000"/>
            <a:ext cx="8382000" cy="838200"/>
          </a:xfrm>
        </p:spPr>
        <p:txBody>
          <a:bodyPr/>
          <a:lstStyle/>
          <a:p>
            <a:r>
              <a:rPr lang="en-US" dirty="0" err="1" smtClean="0"/>
              <a:t>Karatra</a:t>
            </a:r>
            <a:r>
              <a:rPr lang="en-US" dirty="0" smtClean="0"/>
              <a:t> </a:t>
            </a:r>
            <a:r>
              <a:rPr lang="en-US" dirty="0" err="1" smtClean="0"/>
              <a:t>firaketana</a:t>
            </a:r>
            <a:r>
              <a:rPr lang="en-US" dirty="0" smtClean="0"/>
              <a:t> </a:t>
            </a:r>
            <a:r>
              <a:rPr lang="en-US" dirty="0" err="1" smtClean="0"/>
              <a:t>sy</a:t>
            </a:r>
            <a:r>
              <a:rPr lang="en-US" dirty="0" smtClean="0"/>
              <a:t> </a:t>
            </a:r>
            <a:r>
              <a:rPr lang="en-US" dirty="0" err="1" smtClean="0"/>
              <a:t>Pasipaoro</a:t>
            </a:r>
            <a:r>
              <a:rPr lang="en-US" dirty="0" smtClean="0"/>
              <a:t> ( 15mn)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sz="4000" dirty="0" err="1" smtClean="0"/>
              <a:t>Ny</a:t>
            </a:r>
            <a:r>
              <a:rPr lang="en-US" sz="4000" dirty="0" smtClean="0"/>
              <a:t> </a:t>
            </a:r>
            <a:r>
              <a:rPr lang="en-US" sz="4000" dirty="0" err="1" smtClean="0"/>
              <a:t>zava-kendreny</a:t>
            </a:r>
            <a:endParaRPr lang="fr-FR" sz="4000" dirty="0" smtClean="0"/>
          </a:p>
          <a:p>
            <a:pPr lvl="1"/>
            <a:r>
              <a:rPr lang="en-US" sz="4000" dirty="0" err="1" smtClean="0"/>
              <a:t>Ny</a:t>
            </a:r>
            <a:r>
              <a:rPr lang="en-US" sz="4000" dirty="0" smtClean="0"/>
              <a:t> </a:t>
            </a:r>
            <a:r>
              <a:rPr lang="en-US" sz="4000" dirty="0" err="1" smtClean="0"/>
              <a:t>fomba</a:t>
            </a:r>
            <a:r>
              <a:rPr lang="en-US" sz="4000" dirty="0" smtClean="0"/>
              <a:t> </a:t>
            </a:r>
            <a:r>
              <a:rPr lang="en-US" sz="4000" dirty="0" err="1" smtClean="0"/>
              <a:t>ahazoana</a:t>
            </a:r>
            <a:r>
              <a:rPr lang="en-US" sz="4000" dirty="0" smtClean="0"/>
              <a:t> </a:t>
            </a:r>
            <a:r>
              <a:rPr lang="en-US" sz="4000" dirty="0" err="1" smtClean="0"/>
              <a:t>azy</a:t>
            </a:r>
            <a:endParaRPr lang="fr-FR" sz="4000" dirty="0" smtClean="0"/>
          </a:p>
          <a:p>
            <a:pPr lvl="1"/>
            <a:r>
              <a:rPr lang="en-US" sz="4000" dirty="0" err="1" smtClean="0"/>
              <a:t>Ny</a:t>
            </a:r>
            <a:r>
              <a:rPr lang="en-US" sz="4000" dirty="0" smtClean="0"/>
              <a:t> </a:t>
            </a:r>
            <a:r>
              <a:rPr lang="en-US" sz="4000" dirty="0" err="1" smtClean="0"/>
              <a:t>fomba</a:t>
            </a:r>
            <a:r>
              <a:rPr lang="en-US" sz="4000" dirty="0" smtClean="0"/>
              <a:t> </a:t>
            </a:r>
            <a:r>
              <a:rPr lang="en-US" sz="4000" dirty="0" err="1" smtClean="0"/>
              <a:t>ampiasana</a:t>
            </a:r>
            <a:r>
              <a:rPr lang="en-US" sz="4000" dirty="0" smtClean="0"/>
              <a:t> </a:t>
            </a:r>
            <a:r>
              <a:rPr lang="en-US" sz="4000" dirty="0" err="1" smtClean="0"/>
              <a:t>azy</a:t>
            </a:r>
            <a:endParaRPr lang="fr-FR" sz="4000" dirty="0" smtClean="0"/>
          </a:p>
          <a:p>
            <a:endParaRPr lang="fr-FR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 err="1" smtClean="0"/>
              <a:t>Ireo</a:t>
            </a:r>
            <a:r>
              <a:rPr lang="en-US" dirty="0" smtClean="0"/>
              <a:t> </a:t>
            </a:r>
            <a:r>
              <a:rPr lang="en-US" dirty="0" err="1" smtClean="0"/>
              <a:t>hetsiky</a:t>
            </a:r>
            <a:r>
              <a:rPr lang="en-US" dirty="0" smtClean="0"/>
              <a:t> </a:t>
            </a:r>
            <a:r>
              <a:rPr lang="en-US" dirty="0" err="1" smtClean="0"/>
              <a:t>ny</a:t>
            </a:r>
            <a:r>
              <a:rPr lang="en-US" dirty="0" smtClean="0"/>
              <a:t> </a:t>
            </a:r>
            <a:r>
              <a:rPr lang="en-US" dirty="0" err="1" smtClean="0"/>
              <a:t>Federasiona</a:t>
            </a:r>
            <a:r>
              <a:rPr lang="en-US" dirty="0" smtClean="0"/>
              <a:t> (20mn)</a:t>
            </a:r>
            <a:r>
              <a:rPr lang="fr-FR" dirty="0" smtClean="0"/>
              <a:t/>
            </a:r>
            <a:br>
              <a:rPr lang="fr-FR" dirty="0" smtClean="0"/>
            </a:b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sz="3600" dirty="0" err="1" smtClean="0"/>
              <a:t>Foaran’ny</a:t>
            </a:r>
            <a:r>
              <a:rPr lang="en-US" sz="3600" dirty="0" smtClean="0"/>
              <a:t> </a:t>
            </a:r>
            <a:r>
              <a:rPr lang="en-US" sz="3600" dirty="0" err="1" smtClean="0"/>
              <a:t>Mpisavalalana</a:t>
            </a:r>
            <a:endParaRPr lang="fr-FR" sz="3600" dirty="0" smtClean="0"/>
          </a:p>
          <a:p>
            <a:pPr lvl="2"/>
            <a:r>
              <a:rPr lang="en-US" sz="3200" dirty="0" err="1" smtClean="0"/>
              <a:t>Ireo</a:t>
            </a:r>
            <a:r>
              <a:rPr lang="en-US" sz="3200" dirty="0" smtClean="0"/>
              <a:t> </a:t>
            </a:r>
            <a:r>
              <a:rPr lang="en-US" sz="3200" dirty="0" err="1" smtClean="0"/>
              <a:t>tanjon’ny</a:t>
            </a:r>
            <a:r>
              <a:rPr lang="en-US" sz="3200" dirty="0" smtClean="0"/>
              <a:t> </a:t>
            </a:r>
            <a:r>
              <a:rPr lang="en-US" sz="3200" dirty="0" err="1" smtClean="0"/>
              <a:t>hetsika</a:t>
            </a:r>
            <a:endParaRPr lang="fr-FR" sz="3200" dirty="0" smtClean="0"/>
          </a:p>
          <a:p>
            <a:pPr lvl="2"/>
            <a:r>
              <a:rPr lang="en-US" sz="3200" dirty="0" err="1" smtClean="0"/>
              <a:t>Fanomanana</a:t>
            </a:r>
            <a:endParaRPr lang="fr-FR" sz="3200" dirty="0" smtClean="0"/>
          </a:p>
          <a:p>
            <a:pPr lvl="1"/>
            <a:r>
              <a:rPr lang="en-US" sz="3600" dirty="0" err="1" smtClean="0"/>
              <a:t>Camporees</a:t>
            </a:r>
            <a:endParaRPr lang="fr-FR" sz="3600" dirty="0" smtClean="0"/>
          </a:p>
          <a:p>
            <a:pPr lvl="2"/>
            <a:r>
              <a:rPr lang="en-US" sz="3200" dirty="0" err="1" smtClean="0"/>
              <a:t>Zava-kendrena</a:t>
            </a:r>
            <a:r>
              <a:rPr lang="en-US" sz="3200" dirty="0" smtClean="0"/>
              <a:t>/ </a:t>
            </a:r>
            <a:r>
              <a:rPr lang="en-US" sz="3200" dirty="0" err="1" smtClean="0"/>
              <a:t>impiry</a:t>
            </a:r>
            <a:endParaRPr lang="fr-FR" sz="3200" dirty="0" smtClean="0"/>
          </a:p>
          <a:p>
            <a:pPr lvl="2"/>
            <a:r>
              <a:rPr lang="en-US" sz="3200" dirty="0" err="1" smtClean="0"/>
              <a:t>Fandraisana</a:t>
            </a:r>
            <a:r>
              <a:rPr lang="en-US" sz="3200" dirty="0" smtClean="0"/>
              <a:t> </a:t>
            </a:r>
            <a:r>
              <a:rPr lang="en-US" sz="3200" dirty="0" err="1" smtClean="0"/>
              <a:t>anjara—iza</a:t>
            </a:r>
            <a:r>
              <a:rPr lang="en-US" sz="3200" dirty="0" smtClean="0"/>
              <a:t> no </a:t>
            </a:r>
            <a:r>
              <a:rPr lang="en-US" sz="3200" dirty="0" err="1" smtClean="0"/>
              <a:t>afaka</a:t>
            </a:r>
            <a:r>
              <a:rPr lang="en-US" sz="3200" dirty="0" smtClean="0"/>
              <a:t> </a:t>
            </a:r>
            <a:r>
              <a:rPr lang="en-US" sz="3200" dirty="0" err="1" smtClean="0"/>
              <a:t>manatrika</a:t>
            </a:r>
            <a:endParaRPr lang="fr-FR" sz="3200" dirty="0" smtClean="0"/>
          </a:p>
          <a:p>
            <a:pPr lvl="2"/>
            <a:r>
              <a:rPr lang="en-US" sz="3200" dirty="0" err="1" smtClean="0"/>
              <a:t>Ireo</a:t>
            </a:r>
            <a:r>
              <a:rPr lang="en-US" sz="3200" dirty="0" smtClean="0"/>
              <a:t> </a:t>
            </a:r>
            <a:r>
              <a:rPr lang="en-US" sz="3200" dirty="0" err="1" smtClean="0"/>
              <a:t>zavatra</a:t>
            </a:r>
            <a:r>
              <a:rPr lang="en-US" sz="3200" dirty="0" smtClean="0"/>
              <a:t> </a:t>
            </a:r>
            <a:r>
              <a:rPr lang="en-US" sz="3200" dirty="0" err="1" smtClean="0"/>
              <a:t>takian’ny</a:t>
            </a:r>
            <a:r>
              <a:rPr lang="en-US" sz="3200" dirty="0" smtClean="0"/>
              <a:t> </a:t>
            </a:r>
            <a:r>
              <a:rPr lang="en-US" sz="3200" dirty="0" err="1" smtClean="0"/>
              <a:t>mpikarakara</a:t>
            </a:r>
            <a:endParaRPr lang="fr-FR" sz="3200" dirty="0" smtClean="0"/>
          </a:p>
          <a:p>
            <a:endParaRPr lang="fr-FR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ctr"/>
            <a:r>
              <a:rPr lang="en-US" dirty="0" smtClean="0"/>
              <a:t>Investitures  (5 </a:t>
            </a:r>
            <a:r>
              <a:rPr lang="en-US" dirty="0" err="1" smtClean="0"/>
              <a:t>mn</a:t>
            </a:r>
            <a:r>
              <a:rPr lang="en-US" dirty="0" smtClean="0"/>
              <a:t>)</a:t>
            </a:r>
            <a:r>
              <a:rPr lang="fr-FR" dirty="0" smtClean="0"/>
              <a:t/>
            </a:r>
            <a:br>
              <a:rPr lang="fr-FR" dirty="0" smtClean="0"/>
            </a:b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dirty="0" err="1" smtClean="0"/>
              <a:t>Fametrahana</a:t>
            </a:r>
            <a:r>
              <a:rPr lang="en-US" dirty="0" smtClean="0"/>
              <a:t> </a:t>
            </a:r>
            <a:r>
              <a:rPr lang="en-US" dirty="0" err="1" smtClean="0"/>
              <a:t>ny</a:t>
            </a:r>
            <a:r>
              <a:rPr lang="en-US" dirty="0" smtClean="0"/>
              <a:t> </a:t>
            </a:r>
            <a:r>
              <a:rPr lang="en-US" dirty="0" err="1" smtClean="0"/>
              <a:t>daty</a:t>
            </a:r>
            <a:endParaRPr lang="fr-FR" dirty="0" smtClean="0"/>
          </a:p>
          <a:p>
            <a:pPr lvl="1"/>
            <a:r>
              <a:rPr lang="en-US" dirty="0" err="1" smtClean="0"/>
              <a:t>Fisafidianana</a:t>
            </a:r>
            <a:r>
              <a:rPr lang="en-US" dirty="0" smtClean="0"/>
              <a:t> </a:t>
            </a:r>
            <a:r>
              <a:rPr lang="en-US" dirty="0" err="1" smtClean="0"/>
              <a:t>ny</a:t>
            </a:r>
            <a:r>
              <a:rPr lang="en-US" dirty="0" smtClean="0"/>
              <a:t> </a:t>
            </a:r>
            <a:r>
              <a:rPr lang="en-US" dirty="0" err="1" smtClean="0"/>
              <a:t>toerana</a:t>
            </a:r>
            <a:endParaRPr lang="fr-FR" dirty="0" smtClean="0"/>
          </a:p>
          <a:p>
            <a:pPr lvl="1"/>
            <a:r>
              <a:rPr lang="en-US" dirty="0" err="1" smtClean="0"/>
              <a:t>Fanafarana</a:t>
            </a:r>
            <a:r>
              <a:rPr lang="en-US" dirty="0" smtClean="0"/>
              <a:t> </a:t>
            </a:r>
            <a:r>
              <a:rPr lang="en-US" dirty="0" err="1" smtClean="0"/>
              <a:t>ireo</a:t>
            </a:r>
            <a:r>
              <a:rPr lang="en-US" dirty="0" smtClean="0"/>
              <a:t> </a:t>
            </a:r>
            <a:r>
              <a:rPr lang="en-US" dirty="0" err="1" smtClean="0"/>
              <a:t>fitaovana</a:t>
            </a:r>
            <a:endParaRPr lang="fr-FR" dirty="0" smtClean="0"/>
          </a:p>
          <a:p>
            <a:pPr lvl="1"/>
            <a:r>
              <a:rPr lang="en-US" dirty="0" err="1" smtClean="0"/>
              <a:t>Fandaminana</a:t>
            </a:r>
            <a:r>
              <a:rPr lang="en-US" dirty="0" smtClean="0"/>
              <a:t> </a:t>
            </a:r>
            <a:r>
              <a:rPr lang="en-US" dirty="0" err="1" smtClean="0"/>
              <a:t>ny</a:t>
            </a:r>
            <a:r>
              <a:rPr lang="en-US" dirty="0" smtClean="0"/>
              <a:t> </a:t>
            </a:r>
            <a:r>
              <a:rPr lang="en-US" dirty="0" err="1" smtClean="0"/>
              <a:t>programa</a:t>
            </a:r>
            <a:endParaRPr lang="fr-FR" dirty="0" smtClean="0"/>
          </a:p>
          <a:p>
            <a:pPr lvl="1"/>
            <a:r>
              <a:rPr lang="en-US" dirty="0" err="1" smtClean="0"/>
              <a:t>Ireo</a:t>
            </a:r>
            <a:r>
              <a:rPr lang="en-US" dirty="0" smtClean="0"/>
              <a:t> </a:t>
            </a:r>
            <a:r>
              <a:rPr lang="en-US" dirty="0" err="1" smtClean="0"/>
              <a:t>fizotran’ny</a:t>
            </a:r>
            <a:r>
              <a:rPr lang="en-US" dirty="0" smtClean="0"/>
              <a:t> </a:t>
            </a:r>
            <a:r>
              <a:rPr lang="en-US" dirty="0" err="1" smtClean="0"/>
              <a:t>programa</a:t>
            </a:r>
            <a:endParaRPr lang="fr-FR" dirty="0" smtClean="0"/>
          </a:p>
          <a:p>
            <a:pPr>
              <a:buNone/>
            </a:pPr>
            <a:r>
              <a:rPr lang="en-US" dirty="0" err="1" smtClean="0"/>
              <a:t>Ireo</a:t>
            </a:r>
            <a:r>
              <a:rPr lang="en-US" dirty="0" smtClean="0"/>
              <a:t> </a:t>
            </a:r>
            <a:r>
              <a:rPr lang="en-US" dirty="0" err="1" smtClean="0"/>
              <a:t>fitsipika</a:t>
            </a:r>
            <a:r>
              <a:rPr lang="en-US" dirty="0" smtClean="0"/>
              <a:t> </a:t>
            </a:r>
            <a:r>
              <a:rPr lang="en-US" dirty="0" err="1" smtClean="0"/>
              <a:t>arahina</a:t>
            </a:r>
            <a:endParaRPr lang="fr-FR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sz="3200" dirty="0" err="1" smtClean="0"/>
              <a:t>Rallye</a:t>
            </a:r>
            <a:r>
              <a:rPr lang="en-US" sz="3200" dirty="0" smtClean="0"/>
              <a:t> (</a:t>
            </a:r>
            <a:r>
              <a:rPr lang="en-US" sz="3200" dirty="0" err="1" smtClean="0"/>
              <a:t>Fihaonam-ben’ny</a:t>
            </a:r>
            <a:r>
              <a:rPr lang="en-US" sz="3200" dirty="0" smtClean="0"/>
              <a:t> </a:t>
            </a:r>
            <a:r>
              <a:rPr lang="en-US" sz="3200" dirty="0" err="1" smtClean="0"/>
              <a:t>fiangonana</a:t>
            </a:r>
            <a:r>
              <a:rPr lang="en-US" sz="3200" dirty="0" smtClean="0"/>
              <a:t>) 5mn)</a:t>
            </a:r>
            <a:r>
              <a:rPr lang="fr-FR" sz="3200" dirty="0" smtClean="0"/>
              <a:t/>
            </a:r>
            <a:br>
              <a:rPr lang="fr-FR" sz="3200" dirty="0" smtClean="0"/>
            </a:br>
            <a:endParaRPr lang="fr-FR" sz="320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sz="3600" dirty="0" err="1" smtClean="0"/>
              <a:t>Zava-kendrena</a:t>
            </a:r>
            <a:endParaRPr lang="fr-FR" sz="3600" dirty="0" smtClean="0"/>
          </a:p>
          <a:p>
            <a:pPr lvl="1"/>
            <a:r>
              <a:rPr lang="en-US" sz="3600" dirty="0" err="1" smtClean="0"/>
              <a:t>Daty</a:t>
            </a:r>
            <a:endParaRPr lang="fr-FR" sz="3600" dirty="0" smtClean="0"/>
          </a:p>
          <a:p>
            <a:pPr lvl="1"/>
            <a:r>
              <a:rPr lang="en-US" sz="3600" dirty="0" err="1" smtClean="0"/>
              <a:t>Fandaminana</a:t>
            </a:r>
            <a:endParaRPr lang="fr-FR" sz="3600" dirty="0" smtClean="0"/>
          </a:p>
          <a:p>
            <a:pPr lvl="1"/>
            <a:r>
              <a:rPr lang="en-US" sz="3600" dirty="0" err="1" smtClean="0"/>
              <a:t>Fitsipika</a:t>
            </a:r>
            <a:r>
              <a:rPr lang="en-US" sz="3600" dirty="0" smtClean="0"/>
              <a:t> </a:t>
            </a:r>
            <a:r>
              <a:rPr lang="en-US" sz="3600" dirty="0" err="1" smtClean="0"/>
              <a:t>arahina</a:t>
            </a:r>
            <a:endParaRPr lang="fr-FR" sz="3600" dirty="0" smtClean="0"/>
          </a:p>
          <a:p>
            <a:endParaRPr lang="fr-FR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8001000" cy="1143000"/>
          </a:xfrm>
        </p:spPr>
        <p:txBody>
          <a:bodyPr/>
          <a:lstStyle/>
          <a:p>
            <a:r>
              <a:rPr lang="en-US" dirty="0" err="1" smtClean="0"/>
              <a:t>Hevitra</a:t>
            </a:r>
            <a:r>
              <a:rPr lang="en-US" dirty="0" smtClean="0"/>
              <a:t> @ FANOMPOAM-PIVAVAHANA</a:t>
            </a:r>
            <a:endParaRPr lang="en-US" dirty="0"/>
          </a:p>
        </p:txBody>
      </p:sp>
      <p:sp>
        <p:nvSpPr>
          <p:cNvPr id="1239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76400"/>
            <a:ext cx="8153400" cy="2590800"/>
          </a:xfrm>
        </p:spPr>
        <p:txBody>
          <a:bodyPr/>
          <a:lstStyle/>
          <a:p>
            <a:r>
              <a:rPr lang="en-US" dirty="0" err="1" smtClean="0"/>
              <a:t>Matio</a:t>
            </a:r>
            <a:r>
              <a:rPr lang="en-US" dirty="0" smtClean="0"/>
              <a:t> </a:t>
            </a:r>
            <a:r>
              <a:rPr lang="en-US" dirty="0"/>
              <a:t>25:14-30</a:t>
            </a:r>
          </a:p>
          <a:p>
            <a:pPr lvl="1"/>
            <a:r>
              <a:rPr lang="en-US" dirty="0" err="1" smtClean="0"/>
              <a:t>Fanoharana</a:t>
            </a:r>
            <a:r>
              <a:rPr lang="en-US" dirty="0" smtClean="0"/>
              <a:t> </a:t>
            </a:r>
            <a:r>
              <a:rPr lang="en-US" dirty="0" err="1" smtClean="0"/>
              <a:t>amin’ireo</a:t>
            </a:r>
            <a:r>
              <a:rPr lang="en-US" dirty="0" smtClean="0"/>
              <a:t> </a:t>
            </a:r>
            <a:r>
              <a:rPr lang="en-US" dirty="0" err="1" smtClean="0"/>
              <a:t>Mpanompo</a:t>
            </a:r>
            <a:r>
              <a:rPr lang="en-US" dirty="0" smtClean="0"/>
              <a:t> </a:t>
            </a:r>
            <a:r>
              <a:rPr lang="en-US" dirty="0" err="1" smtClean="0"/>
              <a:t>telo</a:t>
            </a:r>
            <a:endParaRPr lang="en-US" dirty="0"/>
          </a:p>
        </p:txBody>
      </p:sp>
      <p:pic>
        <p:nvPicPr>
          <p:cNvPr id="123910" name="Picture 6" descr="ROPE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0" y="3140075"/>
            <a:ext cx="3886200" cy="310832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03698124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39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239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907" grpId="0" build="p" autoUpdateAnimBg="0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5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8001000" cy="1143000"/>
          </a:xfrm>
        </p:spPr>
        <p:txBody>
          <a:bodyPr/>
          <a:lstStyle/>
          <a:p>
            <a:r>
              <a:rPr lang="en-US" dirty="0" smtClean="0"/>
              <a:t>PROGRAMA ISAN-TAONA</a:t>
            </a:r>
            <a:endParaRPr lang="en-US" dirty="0"/>
          </a:p>
        </p:txBody>
      </p:sp>
      <p:sp>
        <p:nvSpPr>
          <p:cNvPr id="181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295400"/>
            <a:ext cx="8153400" cy="2590800"/>
          </a:xfrm>
        </p:spPr>
        <p:txBody>
          <a:bodyPr/>
          <a:lstStyle/>
          <a:p>
            <a:r>
              <a:rPr lang="en-US" sz="3600" dirty="0" err="1" smtClean="0"/>
              <a:t>Iraka</a:t>
            </a:r>
            <a:r>
              <a:rPr lang="en-US" sz="3600" dirty="0" smtClean="0"/>
              <a:t> </a:t>
            </a:r>
            <a:r>
              <a:rPr lang="en-US" sz="3600" dirty="0" err="1" smtClean="0"/>
              <a:t>sy</a:t>
            </a:r>
            <a:r>
              <a:rPr lang="en-US" sz="3600" dirty="0" smtClean="0"/>
              <a:t> </a:t>
            </a:r>
            <a:r>
              <a:rPr lang="en-US" sz="3600" dirty="0" err="1" smtClean="0"/>
              <a:t>tanjona</a:t>
            </a:r>
            <a:endParaRPr lang="en-US" sz="3600" dirty="0"/>
          </a:p>
          <a:p>
            <a:pPr lvl="1"/>
            <a:r>
              <a:rPr lang="en-US" sz="3200" dirty="0" err="1" smtClean="0"/>
              <a:t>Ampatsiahivo</a:t>
            </a:r>
            <a:r>
              <a:rPr lang="en-US" sz="3200" dirty="0" smtClean="0"/>
              <a:t> </a:t>
            </a:r>
            <a:r>
              <a:rPr lang="en-US" sz="3200" dirty="0" err="1" smtClean="0"/>
              <a:t>mandrakariva</a:t>
            </a:r>
            <a:r>
              <a:rPr lang="en-US" sz="3200" dirty="0" smtClean="0"/>
              <a:t> </a:t>
            </a:r>
            <a:r>
              <a:rPr lang="en-US" sz="3200" dirty="0" err="1" smtClean="0"/>
              <a:t>ny</a:t>
            </a:r>
            <a:r>
              <a:rPr lang="en-US" sz="3200" dirty="0" smtClean="0"/>
              <a:t> </a:t>
            </a:r>
            <a:r>
              <a:rPr lang="en-US" sz="3200" dirty="0" err="1" smtClean="0"/>
              <a:t>antom-pisian’ny</a:t>
            </a:r>
            <a:r>
              <a:rPr lang="en-US" sz="3200" dirty="0" smtClean="0"/>
              <a:t> </a:t>
            </a:r>
            <a:r>
              <a:rPr lang="en-US" sz="3200" dirty="0" err="1" smtClean="0"/>
              <a:t>Klioba</a:t>
            </a:r>
            <a:endParaRPr lang="en-US" sz="3200" dirty="0"/>
          </a:p>
          <a:p>
            <a:pPr lvl="1"/>
            <a:r>
              <a:rPr lang="en-US" sz="3200" dirty="0" err="1" smtClean="0"/>
              <a:t>Anontanio</a:t>
            </a:r>
            <a:r>
              <a:rPr lang="en-US" sz="3200" dirty="0" smtClean="0"/>
              <a:t> – </a:t>
            </a:r>
            <a:r>
              <a:rPr lang="en-US" sz="3200" dirty="0" err="1" smtClean="0"/>
              <a:t>Inona</a:t>
            </a:r>
            <a:r>
              <a:rPr lang="en-US" sz="3200" dirty="0" smtClean="0"/>
              <a:t> no </a:t>
            </a:r>
            <a:r>
              <a:rPr lang="en-US" sz="3200" dirty="0" err="1" smtClean="0"/>
              <a:t>tanjontsika</a:t>
            </a:r>
            <a:r>
              <a:rPr lang="en-US" sz="3200" dirty="0" smtClean="0"/>
              <a:t> @ </a:t>
            </a:r>
            <a:r>
              <a:rPr lang="en-US" sz="3200" dirty="0" err="1" smtClean="0"/>
              <a:t>ity</a:t>
            </a:r>
            <a:r>
              <a:rPr lang="en-US" sz="3200" dirty="0" smtClean="0"/>
              <a:t> </a:t>
            </a:r>
            <a:r>
              <a:rPr lang="en-US" sz="3200" dirty="0" err="1" smtClean="0"/>
              <a:t>taona</a:t>
            </a:r>
            <a:r>
              <a:rPr lang="en-US" sz="3200" dirty="0" smtClean="0"/>
              <a:t> </a:t>
            </a:r>
            <a:r>
              <a:rPr lang="en-US" sz="3200" dirty="0" err="1" smtClean="0"/>
              <a:t>ity</a:t>
            </a:r>
            <a:r>
              <a:rPr lang="en-US" sz="3200" dirty="0" smtClean="0"/>
              <a:t>?</a:t>
            </a:r>
            <a:endParaRPr lang="en-US" sz="3200" dirty="0"/>
          </a:p>
          <a:p>
            <a:pPr lvl="1"/>
            <a:r>
              <a:rPr lang="en-US" dirty="0" smtClean="0"/>
              <a:t>10 </a:t>
            </a:r>
            <a:r>
              <a:rPr lang="en-US" dirty="0" err="1" smtClean="0"/>
              <a:t>volana</a:t>
            </a:r>
            <a:r>
              <a:rPr lang="en-US" dirty="0" smtClean="0"/>
              <a:t> </a:t>
            </a:r>
            <a:r>
              <a:rPr lang="en-US" dirty="0" err="1" smtClean="0"/>
              <a:t>araka</a:t>
            </a:r>
            <a:r>
              <a:rPr lang="en-US" dirty="0" smtClean="0"/>
              <a:t> </a:t>
            </a:r>
            <a:r>
              <a:rPr lang="en-US" dirty="0" err="1" smtClean="0"/>
              <a:t>ny</a:t>
            </a:r>
            <a:r>
              <a:rPr lang="en-US" dirty="0" smtClean="0"/>
              <a:t> </a:t>
            </a:r>
            <a:r>
              <a:rPr lang="en-US" dirty="0" err="1" smtClean="0"/>
              <a:t>kalendrien-tsekoly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774046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812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812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812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812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1251" grpId="0" build="p" autoUpdateAnimBg="0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8001000" cy="1143000"/>
          </a:xfrm>
        </p:spPr>
        <p:txBody>
          <a:bodyPr/>
          <a:lstStyle/>
          <a:p>
            <a:r>
              <a:rPr lang="en-US" dirty="0" smtClean="0"/>
              <a:t>PROGRAMA ISAN-TAONA</a:t>
            </a:r>
            <a:endParaRPr lang="en-US" dirty="0"/>
          </a:p>
        </p:txBody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76400"/>
            <a:ext cx="8077200" cy="2743200"/>
          </a:xfrm>
        </p:spPr>
        <p:txBody>
          <a:bodyPr/>
          <a:lstStyle/>
          <a:p>
            <a:r>
              <a:rPr lang="en-US" dirty="0" err="1" smtClean="0"/>
              <a:t>Kalendrie</a:t>
            </a:r>
            <a:endParaRPr lang="en-US" dirty="0"/>
          </a:p>
          <a:p>
            <a:pPr lvl="1"/>
            <a:r>
              <a:rPr lang="en-US" dirty="0" err="1" smtClean="0"/>
              <a:t>Fivoriana</a:t>
            </a:r>
            <a:r>
              <a:rPr lang="en-US" dirty="0" smtClean="0"/>
              <a:t> </a:t>
            </a:r>
            <a:r>
              <a:rPr lang="en-US" dirty="0" err="1" smtClean="0"/>
              <a:t>mahazatra</a:t>
            </a:r>
            <a:endParaRPr lang="en-US" dirty="0"/>
          </a:p>
          <a:p>
            <a:pPr lvl="1"/>
            <a:r>
              <a:rPr lang="en-US" dirty="0" err="1" smtClean="0"/>
              <a:t>Asa</a:t>
            </a:r>
            <a:r>
              <a:rPr lang="en-US" dirty="0" smtClean="0"/>
              <a:t> </a:t>
            </a:r>
            <a:r>
              <a:rPr lang="en-US" dirty="0" err="1" smtClean="0"/>
              <a:t>fitoriana</a:t>
            </a:r>
            <a:endParaRPr lang="en-US" dirty="0"/>
          </a:p>
          <a:p>
            <a:pPr lvl="1"/>
            <a:r>
              <a:rPr lang="en-US" dirty="0" err="1" smtClean="0"/>
              <a:t>Lasy</a:t>
            </a:r>
            <a:endParaRPr lang="en-US" dirty="0"/>
          </a:p>
          <a:p>
            <a:pPr lvl="1"/>
            <a:r>
              <a:rPr lang="en-US" dirty="0" err="1" smtClean="0"/>
              <a:t>Hetsiky</a:t>
            </a:r>
            <a:r>
              <a:rPr lang="en-US" dirty="0" smtClean="0"/>
              <a:t> </a:t>
            </a:r>
            <a:r>
              <a:rPr lang="en-US" dirty="0" err="1" smtClean="0"/>
              <a:t>ny</a:t>
            </a:r>
            <a:r>
              <a:rPr lang="en-US" dirty="0" smtClean="0"/>
              <a:t> </a:t>
            </a:r>
            <a:r>
              <a:rPr lang="en-US" dirty="0" err="1" smtClean="0"/>
              <a:t>Federasiona</a:t>
            </a:r>
            <a:r>
              <a:rPr lang="en-US" dirty="0" smtClean="0"/>
              <a:t>/ </a:t>
            </a:r>
            <a:r>
              <a:rPr lang="en-US" dirty="0" err="1" smtClean="0"/>
              <a:t>Faritra</a:t>
            </a:r>
            <a:endParaRPr lang="en-US" dirty="0"/>
          </a:p>
        </p:txBody>
      </p:sp>
      <p:sp>
        <p:nvSpPr>
          <p:cNvPr id="129028" name="Rectangle 4"/>
          <p:cNvSpPr>
            <a:spLocks noChangeArrowheads="1"/>
          </p:cNvSpPr>
          <p:nvPr/>
        </p:nvSpPr>
        <p:spPr bwMode="auto">
          <a:xfrm>
            <a:off x="1828800" y="4267200"/>
            <a:ext cx="7086600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accent1"/>
              </a:buClr>
              <a:buFontTx/>
              <a:buChar char="•"/>
            </a:pPr>
            <a:r>
              <a:rPr lang="en-US" sz="32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Kilasim-pandrosoana</a:t>
            </a:r>
            <a:endParaRPr lang="en-US" sz="3200" dirty="0">
              <a:effectLst>
                <a:outerShdw blurRad="38100" dist="38100" dir="2700000" algn="tl">
                  <a:srgbClr val="808080"/>
                </a:outerShdw>
              </a:effectLst>
              <a:latin typeface="Tahoma" pitchFamily="34" charset="0"/>
            </a:endParaRPr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  <a:buFontTx/>
              <a:buChar char="–"/>
            </a:pPr>
            <a:r>
              <a:rPr lang="en-US" sz="28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Ahoana</a:t>
            </a:r>
            <a:r>
              <a:rPr lang="en-US" sz="28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no </a:t>
            </a:r>
            <a:r>
              <a:rPr lang="en-US" sz="28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fomba</a:t>
            </a:r>
            <a:r>
              <a:rPr lang="en-US" sz="28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28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hamitana</a:t>
            </a:r>
            <a:r>
              <a:rPr lang="en-US" sz="28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28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azy</a:t>
            </a:r>
            <a:endParaRPr lang="en-US" sz="2800" dirty="0">
              <a:effectLst>
                <a:outerShdw blurRad="38100" dist="38100" dir="2700000" algn="tl">
                  <a:srgbClr val="808080"/>
                </a:outerShdw>
              </a:effectLst>
              <a:latin typeface="Tahoma" pitchFamily="34" charset="0"/>
            </a:endParaRPr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  <a:buFontTx/>
              <a:buChar char="–"/>
            </a:pPr>
            <a:r>
              <a:rPr lang="en-US" sz="2600" dirty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Plan unit &amp; group activities to make it fun</a:t>
            </a:r>
          </a:p>
          <a:p>
            <a:pPr marL="342900" indent="-342900">
              <a:spcBef>
                <a:spcPct val="20000"/>
              </a:spcBef>
              <a:buClr>
                <a:schemeClr val="accent1"/>
              </a:buClr>
              <a:buFontTx/>
              <a:buChar char="•"/>
            </a:pPr>
            <a:r>
              <a:rPr lang="en-US" sz="32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Fiaraha-miasa</a:t>
            </a:r>
            <a:r>
              <a:rPr lang="en-US" sz="32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32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amin’ireo</a:t>
            </a:r>
            <a:r>
              <a:rPr lang="en-US" sz="32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RAD</a:t>
            </a:r>
            <a:endParaRPr lang="en-US" sz="2800" dirty="0">
              <a:effectLst>
                <a:outerShdw blurRad="38100" dist="38100" dir="2700000" algn="tl">
                  <a:srgbClr val="808080"/>
                </a:outerShdw>
              </a:effectLst>
              <a:latin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150424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90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29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290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290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290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290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290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290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1290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9027" grpId="0" build="p" autoUpdateAnimBg="0"/>
      <p:bldP spid="129028" grpId="0" build="p" autoUpdateAnimBg="0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8001000" cy="1143000"/>
          </a:xfrm>
        </p:spPr>
        <p:txBody>
          <a:bodyPr/>
          <a:lstStyle/>
          <a:p>
            <a:r>
              <a:rPr lang="en-US" b="1" dirty="0" err="1" smtClean="0"/>
              <a:t>Programa</a:t>
            </a:r>
            <a:r>
              <a:rPr lang="en-US" b="1" dirty="0" smtClean="0"/>
              <a:t> </a:t>
            </a:r>
            <a:r>
              <a:rPr lang="en-US" b="1" dirty="0" err="1" smtClean="0"/>
              <a:t>mandritra</a:t>
            </a:r>
            <a:r>
              <a:rPr lang="en-US" b="1" dirty="0" smtClean="0"/>
              <a:t> </a:t>
            </a:r>
            <a:br>
              <a:rPr lang="en-US" b="1" dirty="0" smtClean="0"/>
            </a:br>
            <a:r>
              <a:rPr lang="en-US" b="1" dirty="0" err="1" smtClean="0"/>
              <a:t>ny</a:t>
            </a:r>
            <a:r>
              <a:rPr lang="en-US" b="1" dirty="0" smtClean="0"/>
              <a:t> FIVORIANA</a:t>
            </a:r>
            <a:endParaRPr lang="en-US" b="1" dirty="0"/>
          </a:p>
        </p:txBody>
      </p:sp>
      <p:sp>
        <p:nvSpPr>
          <p:cNvPr id="136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76400"/>
            <a:ext cx="8077200" cy="2743200"/>
          </a:xfrm>
        </p:spPr>
        <p:txBody>
          <a:bodyPr/>
          <a:lstStyle/>
          <a:p>
            <a:r>
              <a:rPr lang="en-US" dirty="0" smtClean="0"/>
              <a:t>FANOMBOHANA</a:t>
            </a:r>
            <a:endParaRPr lang="en-US" dirty="0"/>
          </a:p>
          <a:p>
            <a:pPr lvl="1"/>
            <a:r>
              <a:rPr lang="en-US" dirty="0" err="1" smtClean="0"/>
              <a:t>Voady</a:t>
            </a:r>
            <a:r>
              <a:rPr lang="en-US" dirty="0" smtClean="0"/>
              <a:t> </a:t>
            </a:r>
            <a:r>
              <a:rPr lang="en-US" dirty="0" err="1" smtClean="0"/>
              <a:t>sy</a:t>
            </a:r>
            <a:r>
              <a:rPr lang="en-US" dirty="0" smtClean="0"/>
              <a:t> </a:t>
            </a:r>
            <a:r>
              <a:rPr lang="en-US" dirty="0" err="1" smtClean="0"/>
              <a:t>Lalana</a:t>
            </a:r>
            <a:r>
              <a:rPr lang="en-US" dirty="0" smtClean="0"/>
              <a:t> </a:t>
            </a:r>
            <a:r>
              <a:rPr lang="en-US" dirty="0" err="1" smtClean="0"/>
              <a:t>ary</a:t>
            </a:r>
            <a:r>
              <a:rPr lang="en-US" dirty="0" smtClean="0"/>
              <a:t> </a:t>
            </a:r>
            <a:r>
              <a:rPr lang="en-US" dirty="0" err="1" smtClean="0"/>
              <a:t>hira</a:t>
            </a:r>
            <a:r>
              <a:rPr lang="en-US" dirty="0" smtClean="0"/>
              <a:t> </a:t>
            </a:r>
            <a:r>
              <a:rPr lang="en-US" dirty="0" err="1" smtClean="0"/>
              <a:t>fanevan’ny</a:t>
            </a:r>
            <a:r>
              <a:rPr lang="en-US" dirty="0" smtClean="0"/>
              <a:t> </a:t>
            </a:r>
            <a:r>
              <a:rPr lang="en-US" dirty="0" err="1" smtClean="0"/>
              <a:t>Mpisavalalana</a:t>
            </a:r>
            <a:r>
              <a:rPr lang="en-US" dirty="0" smtClean="0"/>
              <a:t> </a:t>
            </a:r>
          </a:p>
          <a:p>
            <a:pPr lvl="1"/>
            <a:r>
              <a:rPr lang="en-US" dirty="0" err="1" smtClean="0"/>
              <a:t>Vavaka</a:t>
            </a:r>
            <a:r>
              <a:rPr lang="en-US" dirty="0" smtClean="0"/>
              <a:t> </a:t>
            </a:r>
            <a:r>
              <a:rPr lang="en-US" dirty="0"/>
              <a:t>&amp; </a:t>
            </a:r>
            <a:r>
              <a:rPr lang="en-US" dirty="0" err="1" smtClean="0"/>
              <a:t>Méditation</a:t>
            </a:r>
            <a:endParaRPr lang="en-US" dirty="0"/>
          </a:p>
          <a:p>
            <a:pPr lvl="1"/>
            <a:r>
              <a:rPr lang="en-US" dirty="0" err="1" smtClean="0"/>
              <a:t>Fisafoana</a:t>
            </a:r>
            <a:endParaRPr lang="en-US" dirty="0"/>
          </a:p>
        </p:txBody>
      </p:sp>
      <p:sp>
        <p:nvSpPr>
          <p:cNvPr id="136196" name="Rectangle 4"/>
          <p:cNvSpPr>
            <a:spLocks noChangeArrowheads="1"/>
          </p:cNvSpPr>
          <p:nvPr/>
        </p:nvSpPr>
        <p:spPr bwMode="auto">
          <a:xfrm>
            <a:off x="1828800" y="4343400"/>
            <a:ext cx="7086600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accent1"/>
              </a:buClr>
              <a:buFontTx/>
              <a:buChar char="•"/>
            </a:pPr>
            <a:r>
              <a:rPr lang="en-US" sz="32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Fotoanan’ny</a:t>
            </a:r>
            <a:r>
              <a:rPr lang="en-US" sz="32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32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sokajy</a:t>
            </a:r>
            <a:endParaRPr lang="en-US" sz="3200" dirty="0">
              <a:effectLst>
                <a:outerShdw blurRad="38100" dist="38100" dir="2700000" algn="tl">
                  <a:srgbClr val="808080"/>
                </a:outerShdw>
              </a:effectLst>
              <a:latin typeface="Tahoma" pitchFamily="34" charset="0"/>
            </a:endParaRPr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  <a:buFontTx/>
              <a:buChar char="–"/>
            </a:pPr>
            <a:r>
              <a:rPr lang="en-US" sz="28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Kilasim-pandrosoana</a:t>
            </a:r>
            <a:endParaRPr lang="en-US" sz="2800" dirty="0">
              <a:effectLst>
                <a:outerShdw blurRad="38100" dist="38100" dir="2700000" algn="tl">
                  <a:srgbClr val="808080"/>
                </a:outerShdw>
              </a:effectLst>
              <a:latin typeface="Tahoma" pitchFamily="34" charset="0"/>
            </a:endParaRPr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  <a:buFontTx/>
              <a:buChar char="–"/>
            </a:pPr>
            <a:r>
              <a:rPr lang="en-US" sz="28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Asa</a:t>
            </a:r>
            <a:r>
              <a:rPr lang="en-US" sz="28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28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manavanana</a:t>
            </a:r>
            <a:r>
              <a:rPr lang="en-US" sz="28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/ </a:t>
            </a:r>
            <a:r>
              <a:rPr lang="en-US" sz="28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Hetsika</a:t>
            </a:r>
            <a:endParaRPr lang="en-US" sz="3200" dirty="0">
              <a:effectLst>
                <a:outerShdw blurRad="38100" dist="38100" dir="2700000" algn="tl">
                  <a:srgbClr val="808080"/>
                </a:outerShdw>
              </a:effectLst>
              <a:latin typeface="Tahoma" pitchFamily="34" charset="0"/>
            </a:endParaRPr>
          </a:p>
        </p:txBody>
      </p:sp>
      <p:sp>
        <p:nvSpPr>
          <p:cNvPr id="136197" name="Text Box 5"/>
          <p:cNvSpPr txBox="1">
            <a:spLocks noChangeArrowheads="1"/>
          </p:cNvSpPr>
          <p:nvPr/>
        </p:nvSpPr>
        <p:spPr bwMode="auto">
          <a:xfrm>
            <a:off x="5775325" y="422275"/>
            <a:ext cx="29337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i="1"/>
              <a:t>Staff Manual pp 58-59</a:t>
            </a:r>
          </a:p>
        </p:txBody>
      </p:sp>
    </p:spTree>
    <p:extLst>
      <p:ext uri="{BB962C8B-B14F-4D97-AF65-F5344CB8AC3E}">
        <p14:creationId xmlns:p14="http://schemas.microsoft.com/office/powerpoint/2010/main" val="413146117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36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36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36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36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361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361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361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6195" grpId="0" build="p" autoUpdateAnimBg="0"/>
      <p:bldP spid="136196" grpId="0" build="p" autoUpdateAnimBg="0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8001000" cy="1143000"/>
          </a:xfrm>
        </p:spPr>
        <p:txBody>
          <a:bodyPr/>
          <a:lstStyle/>
          <a:p>
            <a:r>
              <a:rPr lang="en-US" b="1" dirty="0" err="1" smtClean="0"/>
              <a:t>Programa</a:t>
            </a:r>
            <a:r>
              <a:rPr lang="en-US" b="1" dirty="0" smtClean="0"/>
              <a:t> </a:t>
            </a:r>
            <a:r>
              <a:rPr lang="en-US" b="1" dirty="0" err="1" smtClean="0"/>
              <a:t>mandritra</a:t>
            </a:r>
            <a:r>
              <a:rPr lang="en-US" b="1" dirty="0" smtClean="0"/>
              <a:t> </a:t>
            </a:r>
            <a:br>
              <a:rPr lang="en-US" b="1" dirty="0" smtClean="0"/>
            </a:br>
            <a:r>
              <a:rPr lang="en-US" b="1" dirty="0" err="1" smtClean="0"/>
              <a:t>ny</a:t>
            </a:r>
            <a:r>
              <a:rPr lang="en-US" b="1" dirty="0" smtClean="0"/>
              <a:t> FIVORIANA</a:t>
            </a:r>
            <a:endParaRPr lang="en-US" dirty="0"/>
          </a:p>
        </p:txBody>
      </p:sp>
      <p:sp>
        <p:nvSpPr>
          <p:cNvPr id="138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76400"/>
            <a:ext cx="8077200" cy="2743200"/>
          </a:xfrm>
        </p:spPr>
        <p:txBody>
          <a:bodyPr/>
          <a:lstStyle/>
          <a:p>
            <a:r>
              <a:rPr lang="en-US" dirty="0" err="1" smtClean="0"/>
              <a:t>Iarahan’ny</a:t>
            </a:r>
            <a:r>
              <a:rPr lang="en-US" dirty="0" smtClean="0"/>
              <a:t> Club </a:t>
            </a:r>
            <a:endParaRPr lang="en-US" dirty="0"/>
          </a:p>
          <a:p>
            <a:pPr lvl="1"/>
            <a:r>
              <a:rPr lang="en-US" dirty="0" err="1" smtClean="0"/>
              <a:t>Asa</a:t>
            </a:r>
            <a:r>
              <a:rPr lang="en-US" dirty="0" smtClean="0"/>
              <a:t> </a:t>
            </a:r>
            <a:r>
              <a:rPr lang="en-US" dirty="0" err="1" smtClean="0"/>
              <a:t>manavanana</a:t>
            </a:r>
            <a:r>
              <a:rPr lang="en-US" dirty="0" smtClean="0"/>
              <a:t> /</a:t>
            </a:r>
            <a:r>
              <a:rPr lang="en-US" dirty="0" err="1" smtClean="0"/>
              <a:t>Hetsika</a:t>
            </a:r>
            <a:r>
              <a:rPr lang="en-US" dirty="0" smtClean="0"/>
              <a:t> </a:t>
            </a:r>
            <a:r>
              <a:rPr lang="en-US" dirty="0"/>
              <a:t>/ drill</a:t>
            </a:r>
          </a:p>
          <a:p>
            <a:pPr lvl="1"/>
            <a:r>
              <a:rPr lang="en-US" dirty="0" err="1" smtClean="0"/>
              <a:t>Vahiny</a:t>
            </a:r>
            <a:endParaRPr lang="en-US" sz="3200" dirty="0"/>
          </a:p>
          <a:p>
            <a:r>
              <a:rPr lang="en-US" dirty="0" err="1" smtClean="0"/>
              <a:t>Famaranana</a:t>
            </a:r>
            <a:endParaRPr lang="en-US" dirty="0"/>
          </a:p>
        </p:txBody>
      </p:sp>
      <p:sp>
        <p:nvSpPr>
          <p:cNvPr id="138246" name="Rectangle 6"/>
          <p:cNvSpPr>
            <a:spLocks noChangeArrowheads="1"/>
          </p:cNvSpPr>
          <p:nvPr/>
        </p:nvSpPr>
        <p:spPr bwMode="auto">
          <a:xfrm>
            <a:off x="1524000" y="4364038"/>
            <a:ext cx="72390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742950" lvl="1" indent="-285750">
              <a:spcBef>
                <a:spcPct val="20000"/>
              </a:spcBef>
              <a:buClr>
                <a:schemeClr val="hlink"/>
              </a:buClr>
              <a:buFontTx/>
              <a:buChar char="–"/>
            </a:pPr>
            <a:r>
              <a:rPr lang="en-US" sz="3200" dirty="0" err="1" smtClean="0">
                <a:latin typeface="Aharoni" pitchFamily="2" charset="-79"/>
                <a:cs typeface="Aharoni" pitchFamily="2" charset="-79"/>
              </a:rPr>
              <a:t>Filazana</a:t>
            </a:r>
            <a:endParaRPr lang="en-US" sz="3200" dirty="0" smtClean="0">
              <a:latin typeface="Aharoni" pitchFamily="2" charset="-79"/>
              <a:cs typeface="Aharoni" pitchFamily="2" charset="-79"/>
            </a:endParaRPr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  <a:buFontTx/>
              <a:buChar char="–"/>
            </a:pPr>
            <a:r>
              <a:rPr lang="en-US" sz="32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Aharoni" pitchFamily="2" charset="-79"/>
                <a:cs typeface="Aharoni" pitchFamily="2" charset="-79"/>
              </a:rPr>
              <a:t>Firavana</a:t>
            </a:r>
            <a:r>
              <a:rPr lang="en-US" sz="32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Aharoni" pitchFamily="2" charset="-79"/>
                <a:cs typeface="Aharoni" pitchFamily="2" charset="-79"/>
              </a:rPr>
              <a:t> </a:t>
            </a:r>
            <a:endParaRPr lang="en-US" sz="3200" dirty="0">
              <a:effectLst>
                <a:outerShdw blurRad="38100" dist="38100" dir="2700000" algn="tl">
                  <a:srgbClr val="808080"/>
                </a:outerShdw>
              </a:effectLst>
              <a:latin typeface="Aharoni" pitchFamily="2" charset="-79"/>
              <a:cs typeface="Aharoni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21445594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38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38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38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38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382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1382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8243" grpId="0" build="p" autoUpdateAnimBg="0"/>
      <p:bldP spid="138246" grpId="0" build="p" autoUpdateAnimBg="0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8001000" cy="1143000"/>
          </a:xfrm>
        </p:spPr>
        <p:txBody>
          <a:bodyPr/>
          <a:lstStyle/>
          <a:p>
            <a:r>
              <a:rPr lang="en-US" sz="3200" dirty="0" smtClean="0">
                <a:solidFill>
                  <a:srgbClr val="00B0F0"/>
                </a:solidFill>
              </a:rPr>
              <a:t>FIVORIAN’NY CLUB</a:t>
            </a:r>
            <a:br>
              <a:rPr lang="en-US" sz="3200" dirty="0" smtClean="0">
                <a:solidFill>
                  <a:srgbClr val="00B0F0"/>
                </a:solidFill>
              </a:rPr>
            </a:br>
            <a:r>
              <a:rPr lang="en-US" sz="3200" dirty="0" smtClean="0">
                <a:solidFill>
                  <a:srgbClr val="00B0F0"/>
                </a:solidFill>
              </a:rPr>
              <a:t>TARI-DALANA HO @ PROGRAMA</a:t>
            </a:r>
            <a:endParaRPr lang="en-US" sz="3200" dirty="0">
              <a:solidFill>
                <a:srgbClr val="00B0F0"/>
              </a:solidFill>
            </a:endParaRPr>
          </a:p>
        </p:txBody>
      </p:sp>
      <p:sp>
        <p:nvSpPr>
          <p:cNvPr id="137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219200"/>
            <a:ext cx="8077200" cy="2209800"/>
          </a:xfrm>
        </p:spPr>
        <p:txBody>
          <a:bodyPr/>
          <a:lstStyle/>
          <a:p>
            <a:r>
              <a:rPr lang="en-US" dirty="0" err="1" smtClean="0"/>
              <a:t>Tsy</a:t>
            </a:r>
            <a:r>
              <a:rPr lang="en-US" dirty="0" smtClean="0"/>
              <a:t> </a:t>
            </a:r>
            <a:r>
              <a:rPr lang="en-US" dirty="0" err="1" smtClean="0"/>
              <a:t>maharitra</a:t>
            </a:r>
            <a:r>
              <a:rPr lang="en-US" dirty="0" smtClean="0"/>
              <a:t> </a:t>
            </a:r>
            <a:r>
              <a:rPr lang="en-US" dirty="0" err="1" smtClean="0"/>
              <a:t>ny</a:t>
            </a:r>
            <a:r>
              <a:rPr lang="en-US" dirty="0" smtClean="0"/>
              <a:t> </a:t>
            </a:r>
            <a:r>
              <a:rPr lang="en-US" dirty="0" err="1" smtClean="0"/>
              <a:t>fahalianana</a:t>
            </a:r>
            <a:r>
              <a:rPr lang="en-US" dirty="0" smtClean="0"/>
              <a:t> </a:t>
            </a:r>
            <a:r>
              <a:rPr lang="en-US" dirty="0"/>
              <a:t>= </a:t>
            </a:r>
            <a:r>
              <a:rPr lang="en-US" dirty="0" err="1" smtClean="0"/>
              <a:t>Ovay</a:t>
            </a:r>
            <a:r>
              <a:rPr lang="en-US" dirty="0" smtClean="0"/>
              <a:t> </a:t>
            </a:r>
            <a:r>
              <a:rPr lang="en-US" dirty="0" err="1" smtClean="0"/>
              <a:t>matetika</a:t>
            </a:r>
            <a:r>
              <a:rPr lang="en-US" dirty="0" smtClean="0"/>
              <a:t> </a:t>
            </a:r>
            <a:r>
              <a:rPr lang="en-US" dirty="0" err="1" smtClean="0"/>
              <a:t>ireo</a:t>
            </a:r>
            <a:r>
              <a:rPr lang="en-US" dirty="0" smtClean="0"/>
              <a:t> </a:t>
            </a:r>
            <a:r>
              <a:rPr lang="en-US" dirty="0" err="1" smtClean="0"/>
              <a:t>hetsika</a:t>
            </a:r>
            <a:r>
              <a:rPr lang="en-US" dirty="0" smtClean="0"/>
              <a:t>.</a:t>
            </a:r>
            <a:endParaRPr lang="en-US" dirty="0"/>
          </a:p>
          <a:p>
            <a:r>
              <a:rPr lang="en-US" dirty="0" err="1" smtClean="0"/>
              <a:t>Fianarana</a:t>
            </a:r>
            <a:r>
              <a:rPr lang="en-US" dirty="0" smtClean="0"/>
              <a:t> </a:t>
            </a:r>
            <a:r>
              <a:rPr lang="en-US" dirty="0" err="1" smtClean="0"/>
              <a:t>mampandray</a:t>
            </a:r>
            <a:r>
              <a:rPr lang="en-US" dirty="0" smtClean="0"/>
              <a:t> </a:t>
            </a:r>
            <a:r>
              <a:rPr lang="en-US" dirty="0" err="1" smtClean="0"/>
              <a:t>anjara</a:t>
            </a:r>
            <a:r>
              <a:rPr lang="en-US" dirty="0" smtClean="0"/>
              <a:t> no </a:t>
            </a:r>
            <a:r>
              <a:rPr lang="en-US" dirty="0" err="1" smtClean="0"/>
              <a:t>tsara</a:t>
            </a:r>
            <a:r>
              <a:rPr lang="en-US" dirty="0" smtClean="0"/>
              <a:t> </a:t>
            </a:r>
            <a:r>
              <a:rPr lang="en-US" dirty="0" err="1" smtClean="0"/>
              <a:t>kokoa</a:t>
            </a:r>
            <a:r>
              <a:rPr lang="en-US" dirty="0" smtClean="0"/>
              <a:t>.</a:t>
            </a:r>
            <a:endParaRPr lang="en-US" dirty="0"/>
          </a:p>
          <a:p>
            <a:r>
              <a:rPr lang="en-US" dirty="0"/>
              <a:t>20 - 40 </a:t>
            </a:r>
            <a:r>
              <a:rPr lang="en-US" dirty="0" err="1" smtClean="0"/>
              <a:t>minitra</a:t>
            </a:r>
            <a:r>
              <a:rPr lang="en-US" dirty="0" smtClean="0"/>
              <a:t> no </a:t>
            </a:r>
            <a:r>
              <a:rPr lang="en-US" dirty="0" err="1" smtClean="0"/>
              <a:t>faharetany</a:t>
            </a:r>
            <a:endParaRPr lang="en-US" dirty="0"/>
          </a:p>
          <a:p>
            <a:pPr>
              <a:buFontTx/>
              <a:buNone/>
            </a:pPr>
            <a:endParaRPr lang="en-US" dirty="0"/>
          </a:p>
        </p:txBody>
      </p:sp>
      <p:sp>
        <p:nvSpPr>
          <p:cNvPr id="137220" name="Rectangle 4"/>
          <p:cNvSpPr>
            <a:spLocks noChangeArrowheads="1"/>
          </p:cNvSpPr>
          <p:nvPr/>
        </p:nvSpPr>
        <p:spPr bwMode="auto">
          <a:xfrm>
            <a:off x="1828800" y="3810000"/>
            <a:ext cx="7086600" cy="2743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accent1"/>
              </a:buClr>
              <a:buFontTx/>
              <a:buChar char="•"/>
            </a:pPr>
            <a:r>
              <a:rPr lang="en-US" sz="32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Ampandraiso</a:t>
            </a:r>
            <a:r>
              <a:rPr lang="en-US" sz="32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32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anjara</a:t>
            </a:r>
            <a:r>
              <a:rPr lang="en-US" sz="32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32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arak’izay</a:t>
            </a:r>
            <a:r>
              <a:rPr lang="en-US" sz="32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32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azo</a:t>
            </a:r>
            <a:r>
              <a:rPr lang="en-US" sz="32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32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atao</a:t>
            </a:r>
            <a:r>
              <a:rPr lang="en-US" sz="32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32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ireo</a:t>
            </a:r>
            <a:r>
              <a:rPr lang="en-US" sz="32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32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Mpisavalalana</a:t>
            </a:r>
            <a:endParaRPr lang="en-US" sz="3200" dirty="0" smtClean="0">
              <a:effectLst>
                <a:outerShdw blurRad="38100" dist="38100" dir="2700000" algn="tl">
                  <a:srgbClr val="808080"/>
                </a:outerShdw>
              </a:effectLst>
              <a:latin typeface="Tahoma" pitchFamily="34" charset="0"/>
            </a:endParaRPr>
          </a:p>
          <a:p>
            <a:pPr marL="342900" indent="-342900">
              <a:spcBef>
                <a:spcPct val="20000"/>
              </a:spcBef>
              <a:buClr>
                <a:schemeClr val="accent1"/>
              </a:buClr>
              <a:buFontTx/>
              <a:buChar char="•"/>
            </a:pPr>
            <a:r>
              <a:rPr lang="en-US" sz="32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Arararaoty</a:t>
            </a:r>
            <a:r>
              <a:rPr lang="en-US" sz="32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32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ireo</a:t>
            </a:r>
            <a:r>
              <a:rPr lang="en-US" sz="32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LIT </a:t>
            </a:r>
            <a:r>
              <a:rPr lang="en-US" sz="32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sy</a:t>
            </a:r>
            <a:r>
              <a:rPr lang="en-US" sz="32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Aspirants </a:t>
            </a:r>
            <a:r>
              <a:rPr lang="en-US" sz="32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hianatra</a:t>
            </a:r>
            <a:r>
              <a:rPr lang="en-US" sz="32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32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ny</a:t>
            </a:r>
            <a:r>
              <a:rPr lang="en-US" sz="32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32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hitarika</a:t>
            </a:r>
            <a:r>
              <a:rPr lang="en-US" sz="32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.</a:t>
            </a:r>
            <a:endParaRPr lang="en-US" sz="3200" dirty="0">
              <a:effectLst>
                <a:outerShdw blurRad="38100" dist="38100" dir="2700000" algn="tl">
                  <a:srgbClr val="808080"/>
                </a:outerShdw>
              </a:effectLst>
              <a:latin typeface="Tahoma" pitchFamily="34" charset="0"/>
            </a:endParaRPr>
          </a:p>
          <a:p>
            <a:pPr marL="342900" indent="-342900">
              <a:spcBef>
                <a:spcPct val="20000"/>
              </a:spcBef>
              <a:buClr>
                <a:schemeClr val="accent1"/>
              </a:buClr>
              <a:buFontTx/>
              <a:buChar char="•"/>
            </a:pPr>
            <a:r>
              <a:rPr lang="en-US" sz="32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Hajao</a:t>
            </a:r>
            <a:r>
              <a:rPr lang="en-US" sz="32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32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ny</a:t>
            </a:r>
            <a:r>
              <a:rPr lang="en-US" sz="32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32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fandaharam-potoana</a:t>
            </a:r>
            <a:endParaRPr lang="en-US" sz="3200" dirty="0" smtClean="0">
              <a:effectLst>
                <a:outerShdw blurRad="38100" dist="38100" dir="2700000" algn="tl">
                  <a:srgbClr val="808080"/>
                </a:outerShdw>
              </a:effectLst>
              <a:latin typeface="Tahoma" pitchFamily="34" charset="0"/>
            </a:endParaRPr>
          </a:p>
          <a:p>
            <a:pPr marL="342900" indent="-342900">
              <a:spcBef>
                <a:spcPct val="20000"/>
              </a:spcBef>
              <a:buClr>
                <a:schemeClr val="accent1"/>
              </a:buClr>
              <a:buFontTx/>
              <a:buChar char="•"/>
            </a:pPr>
            <a:endParaRPr lang="en-US" sz="3200" dirty="0">
              <a:effectLst>
                <a:outerShdw blurRad="38100" dist="38100" dir="2700000" algn="tl">
                  <a:srgbClr val="808080"/>
                </a:outerShdw>
              </a:effectLst>
              <a:latin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333874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37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37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37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372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372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372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7219" grpId="0" build="p" autoUpdateAnimBg="0"/>
      <p:bldP spid="137220" grpId="0" build="p" autoUpdateAnimBg="0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8001000" cy="1143000"/>
          </a:xfrm>
        </p:spPr>
        <p:txBody>
          <a:bodyPr/>
          <a:lstStyle/>
          <a:p>
            <a:pPr algn="ctr"/>
            <a:r>
              <a:rPr lang="en-US" b="1" dirty="0" smtClean="0"/>
              <a:t>FITSIPI-PITONDRAN-TENA</a:t>
            </a:r>
            <a:endParaRPr lang="en-US" b="1" dirty="0"/>
          </a:p>
        </p:txBody>
      </p:sp>
      <p:sp>
        <p:nvSpPr>
          <p:cNvPr id="1259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76400"/>
            <a:ext cx="8077200" cy="2743200"/>
          </a:xfrm>
        </p:spPr>
        <p:txBody>
          <a:bodyPr/>
          <a:lstStyle/>
          <a:p>
            <a:r>
              <a:rPr lang="en-US" dirty="0" err="1" smtClean="0"/>
              <a:t>Amporisiho</a:t>
            </a:r>
            <a:r>
              <a:rPr lang="en-US" dirty="0" smtClean="0"/>
              <a:t> </a:t>
            </a:r>
            <a:r>
              <a:rPr lang="en-US" dirty="0" err="1" smtClean="0"/>
              <a:t>sy</a:t>
            </a:r>
            <a:r>
              <a:rPr lang="en-US" dirty="0" smtClean="0"/>
              <a:t> </a:t>
            </a:r>
            <a:r>
              <a:rPr lang="en-US" dirty="0" err="1" smtClean="0"/>
              <a:t>tohana</a:t>
            </a:r>
            <a:r>
              <a:rPr lang="en-US" dirty="0" smtClean="0"/>
              <a:t> </a:t>
            </a:r>
            <a:r>
              <a:rPr lang="en-US" dirty="0" err="1" smtClean="0"/>
              <a:t>ireo</a:t>
            </a:r>
            <a:r>
              <a:rPr lang="en-US" dirty="0" smtClean="0"/>
              <a:t> </a:t>
            </a:r>
            <a:r>
              <a:rPr lang="en-US" dirty="0" err="1" smtClean="0"/>
              <a:t>fitsipika</a:t>
            </a:r>
            <a:r>
              <a:rPr lang="en-US" dirty="0" smtClean="0"/>
              <a:t> @ </a:t>
            </a:r>
            <a:r>
              <a:rPr lang="en-US" dirty="0" err="1" smtClean="0"/>
              <a:t>alalan’ny</a:t>
            </a:r>
            <a:r>
              <a:rPr lang="en-US" dirty="0" smtClean="0"/>
              <a:t> </a:t>
            </a:r>
            <a:r>
              <a:rPr lang="en-US" dirty="0" err="1" smtClean="0"/>
              <a:t>fampahafantarana</a:t>
            </a:r>
            <a:r>
              <a:rPr lang="en-US" dirty="0" smtClean="0"/>
              <a:t> </a:t>
            </a:r>
            <a:r>
              <a:rPr lang="en-US" dirty="0" err="1" smtClean="0"/>
              <a:t>sy</a:t>
            </a:r>
            <a:r>
              <a:rPr lang="en-US" dirty="0" smtClean="0"/>
              <a:t> </a:t>
            </a:r>
            <a:r>
              <a:rPr lang="en-US" dirty="0" err="1" smtClean="0"/>
              <a:t>fifanohanana</a:t>
            </a:r>
            <a:endParaRPr lang="en-US" dirty="0"/>
          </a:p>
          <a:p>
            <a:r>
              <a:rPr lang="en-US" dirty="0" err="1" smtClean="0"/>
              <a:t>Aoka</a:t>
            </a:r>
            <a:r>
              <a:rPr lang="en-US" dirty="0" smtClean="0"/>
              <a:t> </a:t>
            </a:r>
            <a:r>
              <a:rPr lang="en-US" dirty="0" err="1" smtClean="0"/>
              <a:t>hazava</a:t>
            </a:r>
            <a:r>
              <a:rPr lang="en-US" dirty="0" smtClean="0"/>
              <a:t> </a:t>
            </a:r>
            <a:r>
              <a:rPr lang="en-US" dirty="0" err="1" smtClean="0"/>
              <a:t>tsara</a:t>
            </a:r>
            <a:r>
              <a:rPr lang="en-US" dirty="0" smtClean="0"/>
              <a:t> </a:t>
            </a:r>
            <a:r>
              <a:rPr lang="en-US" dirty="0" err="1" smtClean="0"/>
              <a:t>ary</a:t>
            </a:r>
            <a:r>
              <a:rPr lang="en-US" dirty="0" smtClean="0"/>
              <a:t> </a:t>
            </a:r>
            <a:r>
              <a:rPr lang="en-US" dirty="0" err="1" smtClean="0"/>
              <a:t>tsy</a:t>
            </a:r>
            <a:r>
              <a:rPr lang="en-US" dirty="0" smtClean="0"/>
              <a:t> </a:t>
            </a:r>
            <a:r>
              <a:rPr lang="en-US" dirty="0" err="1" smtClean="0"/>
              <a:t>misy</a:t>
            </a:r>
            <a:r>
              <a:rPr lang="en-US" dirty="0" smtClean="0"/>
              <a:t> </a:t>
            </a:r>
            <a:r>
              <a:rPr lang="en-US" dirty="0" err="1" smtClean="0"/>
              <a:t>tombo</a:t>
            </a:r>
            <a:r>
              <a:rPr lang="en-US" dirty="0" smtClean="0"/>
              <a:t> </a:t>
            </a:r>
            <a:r>
              <a:rPr lang="en-US" dirty="0" err="1" smtClean="0"/>
              <a:t>sy</a:t>
            </a:r>
            <a:r>
              <a:rPr lang="en-US" dirty="0" smtClean="0"/>
              <a:t> </a:t>
            </a:r>
            <a:r>
              <a:rPr lang="en-US" dirty="0" err="1" smtClean="0"/>
              <a:t>hala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125956" name="Rectangle 4"/>
          <p:cNvSpPr>
            <a:spLocks noChangeArrowheads="1"/>
          </p:cNvSpPr>
          <p:nvPr/>
        </p:nvSpPr>
        <p:spPr bwMode="auto">
          <a:xfrm>
            <a:off x="2057400" y="4038600"/>
            <a:ext cx="7086600" cy="167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accent1"/>
              </a:buClr>
              <a:buFontTx/>
              <a:buChar char="•"/>
            </a:pPr>
            <a:r>
              <a:rPr lang="en-US" sz="32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Aoka</a:t>
            </a:r>
            <a:r>
              <a:rPr lang="en-US" sz="32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ho </a:t>
            </a:r>
            <a:r>
              <a:rPr lang="en-US" sz="32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mavitrika</a:t>
            </a:r>
            <a:r>
              <a:rPr lang="en-US" sz="32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32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nefa</a:t>
            </a:r>
            <a:r>
              <a:rPr lang="en-US" sz="32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32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milamina</a:t>
            </a:r>
            <a:r>
              <a:rPr lang="en-US" sz="32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32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sy</a:t>
            </a:r>
            <a:r>
              <a:rPr lang="en-US" sz="32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32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mahafinaritra</a:t>
            </a:r>
            <a:endParaRPr lang="en-US" sz="3200" dirty="0" smtClean="0">
              <a:effectLst>
                <a:outerShdw blurRad="38100" dist="38100" dir="2700000" algn="tl">
                  <a:srgbClr val="808080"/>
                </a:outerShdw>
              </a:effectLst>
              <a:latin typeface="Tahoma" pitchFamily="34" charset="0"/>
            </a:endParaRPr>
          </a:p>
          <a:p>
            <a:pPr marL="342900" indent="-342900">
              <a:spcBef>
                <a:spcPct val="20000"/>
              </a:spcBef>
              <a:buClr>
                <a:schemeClr val="accent1"/>
              </a:buClr>
              <a:buFontTx/>
              <a:buChar char="•"/>
            </a:pPr>
            <a:r>
              <a:rPr lang="en-US" sz="32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Ampio</a:t>
            </a:r>
            <a:r>
              <a:rPr lang="en-US" sz="32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32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izy</a:t>
            </a:r>
            <a:r>
              <a:rPr lang="en-US" sz="32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32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ireo</a:t>
            </a:r>
            <a:r>
              <a:rPr lang="en-US" sz="32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32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hahatsapa</a:t>
            </a:r>
            <a:r>
              <a:rPr lang="en-US" sz="32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32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fa</a:t>
            </a:r>
            <a:r>
              <a:rPr lang="en-US" sz="32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</a:p>
          <a:p>
            <a:pPr marL="342900" indent="-342900">
              <a:spcBef>
                <a:spcPct val="20000"/>
              </a:spcBef>
              <a:buClr>
                <a:schemeClr val="accent1"/>
              </a:buClr>
            </a:pPr>
            <a:r>
              <a:rPr lang="en-US" sz="32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“</a:t>
            </a:r>
            <a:r>
              <a:rPr lang="en-US" sz="32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Faly</a:t>
            </a:r>
            <a:r>
              <a:rPr lang="en-US" sz="32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32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aho</a:t>
            </a:r>
            <a:r>
              <a:rPr lang="en-US" sz="32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32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mahita</a:t>
            </a:r>
            <a:r>
              <a:rPr lang="en-US" sz="32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32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an’ise</a:t>
            </a:r>
            <a:r>
              <a:rPr lang="en-US" sz="32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.”</a:t>
            </a:r>
            <a:endParaRPr lang="en-US" sz="3200" dirty="0">
              <a:effectLst>
                <a:outerShdw blurRad="38100" dist="38100" dir="2700000" algn="tl">
                  <a:srgbClr val="808080"/>
                </a:outerShdw>
              </a:effectLst>
              <a:latin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526996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59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259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259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259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259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5955" grpId="0" build="p" autoUpdateAnimBg="0"/>
      <p:bldP spid="125956" grpId="0" build="p" autoUpdateAnimBg="0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8001000" cy="1143000"/>
          </a:xfrm>
        </p:spPr>
        <p:txBody>
          <a:bodyPr/>
          <a:lstStyle/>
          <a:p>
            <a:r>
              <a:rPr lang="en-US" b="1" dirty="0" smtClean="0"/>
              <a:t>FITSIPI-PITONDRAN-TENA</a:t>
            </a:r>
            <a:endParaRPr lang="en-US" dirty="0"/>
          </a:p>
        </p:txBody>
      </p:sp>
      <p:sp>
        <p:nvSpPr>
          <p:cNvPr id="139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76400"/>
            <a:ext cx="8077200" cy="2133600"/>
          </a:xfrm>
        </p:spPr>
        <p:txBody>
          <a:bodyPr/>
          <a:lstStyle/>
          <a:p>
            <a:r>
              <a:rPr lang="en-US" dirty="0" err="1" smtClean="0"/>
              <a:t>Amporisiho</a:t>
            </a:r>
            <a:r>
              <a:rPr lang="en-US" dirty="0" smtClean="0"/>
              <a:t> </a:t>
            </a:r>
            <a:r>
              <a:rPr lang="en-US" dirty="0" err="1" smtClean="0"/>
              <a:t>ny</a:t>
            </a:r>
            <a:r>
              <a:rPr lang="en-US" dirty="0" smtClean="0"/>
              <a:t> </a:t>
            </a:r>
            <a:r>
              <a:rPr lang="en-US" dirty="0" err="1" smtClean="0"/>
              <a:t>hetsika</a:t>
            </a:r>
            <a:r>
              <a:rPr lang="en-US" dirty="0" smtClean="0"/>
              <a:t> </a:t>
            </a:r>
            <a:r>
              <a:rPr lang="en-US" dirty="0" err="1" smtClean="0"/>
              <a:t>miaraka</a:t>
            </a:r>
            <a:r>
              <a:rPr lang="en-US" dirty="0" smtClean="0"/>
              <a:t> </a:t>
            </a:r>
            <a:r>
              <a:rPr lang="en-US" dirty="0" err="1" smtClean="0"/>
              <a:t>amin’ireo</a:t>
            </a:r>
            <a:r>
              <a:rPr lang="en-US" dirty="0" smtClean="0"/>
              <a:t> </a:t>
            </a:r>
            <a:r>
              <a:rPr lang="en-US" dirty="0" err="1" smtClean="0"/>
              <a:t>namany</a:t>
            </a:r>
            <a:endParaRPr lang="en-US" dirty="0"/>
          </a:p>
          <a:p>
            <a:r>
              <a:rPr lang="en-US" dirty="0" err="1" smtClean="0"/>
              <a:t>Aoka</a:t>
            </a:r>
            <a:r>
              <a:rPr lang="en-US" dirty="0" smtClean="0"/>
              <a:t> </a:t>
            </a:r>
            <a:r>
              <a:rPr lang="en-US" dirty="0" err="1" smtClean="0"/>
              <a:t>hisy</a:t>
            </a:r>
            <a:r>
              <a:rPr lang="en-US" dirty="0" smtClean="0"/>
              <a:t> </a:t>
            </a:r>
            <a:r>
              <a:rPr lang="en-US" dirty="0" err="1" smtClean="0"/>
              <a:t>ny</a:t>
            </a:r>
            <a:r>
              <a:rPr lang="en-US" dirty="0" smtClean="0"/>
              <a:t> feedback </a:t>
            </a:r>
            <a:r>
              <a:rPr lang="en-US" dirty="0" err="1" smtClean="0"/>
              <a:t>sy</a:t>
            </a:r>
            <a:r>
              <a:rPr lang="en-US" dirty="0" smtClean="0"/>
              <a:t> </a:t>
            </a:r>
            <a:r>
              <a:rPr lang="en-US" dirty="0" err="1" smtClean="0"/>
              <a:t>suivis</a:t>
            </a:r>
            <a:endParaRPr lang="en-US" dirty="0"/>
          </a:p>
        </p:txBody>
      </p:sp>
      <p:sp>
        <p:nvSpPr>
          <p:cNvPr id="139268" name="Rectangle 4"/>
          <p:cNvSpPr>
            <a:spLocks noChangeArrowheads="1"/>
          </p:cNvSpPr>
          <p:nvPr/>
        </p:nvSpPr>
        <p:spPr bwMode="auto">
          <a:xfrm>
            <a:off x="1905000" y="3962400"/>
            <a:ext cx="6934200" cy="213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accent1"/>
              </a:buClr>
              <a:buFontTx/>
              <a:buChar char="•"/>
            </a:pPr>
            <a:r>
              <a:rPr lang="en-US" sz="32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Aoka</a:t>
            </a:r>
            <a:r>
              <a:rPr lang="en-US" sz="32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ho </a:t>
            </a:r>
            <a:r>
              <a:rPr lang="en-US" sz="32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azo</a:t>
            </a:r>
            <a:r>
              <a:rPr lang="en-US" sz="32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32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antoka</a:t>
            </a:r>
            <a:r>
              <a:rPr lang="en-US" sz="32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32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fa</a:t>
            </a:r>
            <a:r>
              <a:rPr lang="en-US" sz="32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32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misy</a:t>
            </a:r>
            <a:r>
              <a:rPr lang="en-US" sz="32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32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olon-dehibe</a:t>
            </a:r>
            <a:r>
              <a:rPr lang="en-US" sz="32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32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iray</a:t>
            </a:r>
            <a:r>
              <a:rPr lang="en-US" sz="32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32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mifandray</a:t>
            </a:r>
            <a:r>
              <a:rPr lang="en-US" sz="32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am-</a:t>
            </a:r>
            <a:r>
              <a:rPr lang="en-US" sz="32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po</a:t>
            </a:r>
            <a:r>
              <a:rPr lang="en-US" sz="32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@ </a:t>
            </a:r>
            <a:r>
              <a:rPr lang="en-US" sz="32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Mpisavalalana</a:t>
            </a:r>
            <a:r>
              <a:rPr lang="en-US" sz="32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32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iray</a:t>
            </a:r>
            <a:r>
              <a:rPr lang="en-US" sz="32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@ </a:t>
            </a:r>
            <a:r>
              <a:rPr lang="en-US" sz="32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fiainany</a:t>
            </a:r>
            <a:r>
              <a:rPr lang="en-US" sz="32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32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manokana</a:t>
            </a:r>
            <a:r>
              <a:rPr lang="en-US" sz="32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32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sy</a:t>
            </a:r>
            <a:r>
              <a:rPr lang="en-US" sz="32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32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ara-panahy</a:t>
            </a:r>
            <a:r>
              <a:rPr lang="en-US" sz="32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.</a:t>
            </a:r>
            <a:endParaRPr lang="en-US" sz="3200" dirty="0">
              <a:effectLst>
                <a:outerShdw blurRad="38100" dist="38100" dir="2700000" algn="tl">
                  <a:srgbClr val="808080"/>
                </a:outerShdw>
              </a:effectLst>
              <a:latin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908468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39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39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392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9267" grpId="0" build="p" autoUpdateAnimBg="0"/>
      <p:bldP spid="139268" grpId="0" build="p" autoUpdateAnimBg="0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8001000" cy="1143000"/>
          </a:xfrm>
        </p:spPr>
        <p:txBody>
          <a:bodyPr/>
          <a:lstStyle/>
          <a:p>
            <a:r>
              <a:rPr lang="en-US" dirty="0" err="1" smtClean="0"/>
              <a:t>Ireo</a:t>
            </a:r>
            <a:r>
              <a:rPr lang="en-US" dirty="0" smtClean="0"/>
              <a:t> </a:t>
            </a:r>
            <a:r>
              <a:rPr lang="en-US" dirty="0" err="1" smtClean="0"/>
              <a:t>hetsiky</a:t>
            </a:r>
            <a:r>
              <a:rPr lang="en-US" dirty="0" smtClean="0"/>
              <a:t> </a:t>
            </a:r>
            <a:r>
              <a:rPr lang="en-US" dirty="0" err="1" smtClean="0"/>
              <a:t>ny</a:t>
            </a:r>
            <a:r>
              <a:rPr lang="en-US" dirty="0" smtClean="0"/>
              <a:t> </a:t>
            </a:r>
            <a:r>
              <a:rPr lang="en-US" dirty="0" err="1" smtClean="0"/>
              <a:t>Federasiona</a:t>
            </a:r>
            <a:endParaRPr lang="en-US" dirty="0"/>
          </a:p>
        </p:txBody>
      </p:sp>
      <p:sp>
        <p:nvSpPr>
          <p:cNvPr id="1269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76400"/>
            <a:ext cx="8077200" cy="2209800"/>
          </a:xfrm>
        </p:spPr>
        <p:txBody>
          <a:bodyPr/>
          <a:lstStyle/>
          <a:p>
            <a:r>
              <a:rPr lang="en-US" dirty="0" err="1"/>
              <a:t>Camporee</a:t>
            </a:r>
            <a:r>
              <a:rPr lang="en-US" dirty="0"/>
              <a:t> -- </a:t>
            </a:r>
            <a:r>
              <a:rPr lang="en-US" dirty="0" err="1" smtClean="0"/>
              <a:t>Aogositra</a:t>
            </a:r>
            <a:r>
              <a:rPr lang="en-US" dirty="0" smtClean="0"/>
              <a:t> (</a:t>
            </a:r>
            <a:r>
              <a:rPr lang="en-US" dirty="0" err="1" smtClean="0"/>
              <a:t>Isan-taona</a:t>
            </a:r>
            <a:r>
              <a:rPr lang="en-US" dirty="0" smtClean="0"/>
              <a:t>)</a:t>
            </a:r>
            <a:endParaRPr lang="en-US" dirty="0"/>
          </a:p>
          <a:p>
            <a:r>
              <a:rPr lang="en-US" dirty="0" err="1" smtClean="0"/>
              <a:t>Fitsangatsanganana</a:t>
            </a:r>
            <a:endParaRPr lang="en-US" dirty="0" smtClean="0"/>
          </a:p>
          <a:p>
            <a:pPr lvl="1"/>
            <a:r>
              <a:rPr lang="en-US" dirty="0" smtClean="0">
                <a:latin typeface="Tahoma" pitchFamily="34" charset="0"/>
              </a:rPr>
              <a:t>Caving -- fall</a:t>
            </a:r>
          </a:p>
          <a:p>
            <a:pPr lvl="1"/>
            <a:r>
              <a:rPr lang="en-US" dirty="0" smtClean="0">
                <a:latin typeface="Tahoma" pitchFamily="34" charset="0"/>
              </a:rPr>
              <a:t>Rock Climbing -- spring (2 weekends)</a:t>
            </a:r>
          </a:p>
          <a:p>
            <a:pPr lvl="1">
              <a:buNone/>
            </a:pPr>
            <a:endParaRPr lang="en-US" dirty="0"/>
          </a:p>
        </p:txBody>
      </p:sp>
      <p:sp>
        <p:nvSpPr>
          <p:cNvPr id="126981" name="Rectangle 5"/>
          <p:cNvSpPr>
            <a:spLocks noChangeArrowheads="1"/>
          </p:cNvSpPr>
          <p:nvPr/>
        </p:nvSpPr>
        <p:spPr bwMode="auto">
          <a:xfrm>
            <a:off x="1524000" y="3865563"/>
            <a:ext cx="7239000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accent1"/>
              </a:buClr>
              <a:buFontTx/>
              <a:buChar char="•"/>
            </a:pPr>
            <a:r>
              <a:rPr lang="en-US" sz="32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AFAFI</a:t>
            </a:r>
          </a:p>
          <a:p>
            <a:pPr marL="342900" indent="-342900">
              <a:spcBef>
                <a:spcPct val="20000"/>
              </a:spcBef>
              <a:buClr>
                <a:schemeClr val="accent1"/>
              </a:buClr>
              <a:buFontTx/>
              <a:buChar char="•"/>
            </a:pPr>
            <a:r>
              <a:rPr lang="en-US" sz="32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ASAFI</a:t>
            </a:r>
          </a:p>
          <a:p>
            <a:pPr marL="342900" indent="-342900">
              <a:spcBef>
                <a:spcPct val="20000"/>
              </a:spcBef>
              <a:buClr>
                <a:schemeClr val="accent1"/>
              </a:buClr>
              <a:buFontTx/>
              <a:buChar char="•"/>
            </a:pPr>
            <a:endParaRPr lang="en-US" sz="3200" dirty="0">
              <a:effectLst>
                <a:outerShdw blurRad="38100" dist="38100" dir="2700000" algn="tl">
                  <a:srgbClr val="808080"/>
                </a:outerShdw>
              </a:effectLst>
              <a:latin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460122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69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269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269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269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269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269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6979" grpId="0" build="p" autoUpdateAnimBg="0"/>
      <p:bldP spid="126981" grpId="0" build="p" autoUpdateAnimBg="0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1026"/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8001000" cy="1143000"/>
          </a:xfrm>
        </p:spPr>
        <p:txBody>
          <a:bodyPr/>
          <a:lstStyle/>
          <a:p>
            <a:r>
              <a:rPr lang="en-US" b="1" dirty="0" smtClean="0"/>
              <a:t>PROGRAMA</a:t>
            </a:r>
            <a:endParaRPr lang="en-US" b="1" dirty="0"/>
          </a:p>
        </p:txBody>
      </p:sp>
      <p:sp>
        <p:nvSpPr>
          <p:cNvPr id="128003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685800" y="1676400"/>
            <a:ext cx="8077200" cy="2590800"/>
          </a:xfrm>
        </p:spPr>
        <p:txBody>
          <a:bodyPr/>
          <a:lstStyle/>
          <a:p>
            <a:r>
              <a:rPr lang="en-US" dirty="0" smtClean="0"/>
              <a:t>FAMPAHAFANTARANA</a:t>
            </a:r>
            <a:endParaRPr lang="en-US" dirty="0"/>
          </a:p>
          <a:p>
            <a:pPr lvl="1"/>
            <a:r>
              <a:rPr lang="en-US" dirty="0" err="1" smtClean="0"/>
              <a:t>Taratasy</a:t>
            </a:r>
            <a:endParaRPr lang="en-US" dirty="0"/>
          </a:p>
          <a:p>
            <a:pPr lvl="1"/>
            <a:r>
              <a:rPr lang="en-US" dirty="0" err="1" smtClean="0"/>
              <a:t>Filazana</a:t>
            </a:r>
            <a:r>
              <a:rPr lang="en-US" dirty="0" smtClean="0"/>
              <a:t> </a:t>
            </a:r>
            <a:r>
              <a:rPr lang="en-US" dirty="0" err="1" smtClean="0"/>
              <a:t>ao</a:t>
            </a:r>
            <a:r>
              <a:rPr lang="en-US" dirty="0" smtClean="0"/>
              <a:t> am-</a:t>
            </a:r>
            <a:r>
              <a:rPr lang="en-US" dirty="0" err="1" smtClean="0"/>
              <a:t>piangonana</a:t>
            </a:r>
            <a:r>
              <a:rPr lang="en-US" dirty="0" smtClean="0"/>
              <a:t> </a:t>
            </a:r>
          </a:p>
          <a:p>
            <a:pPr lvl="1"/>
            <a:r>
              <a:rPr lang="en-US" dirty="0" err="1" smtClean="0"/>
              <a:t>Fisoratana</a:t>
            </a:r>
            <a:r>
              <a:rPr lang="en-US" dirty="0" smtClean="0"/>
              <a:t> </a:t>
            </a:r>
            <a:r>
              <a:rPr lang="en-US" dirty="0" err="1" smtClean="0"/>
              <a:t>anarana</a:t>
            </a:r>
            <a:r>
              <a:rPr lang="en-US" dirty="0"/>
              <a:t/>
            </a:r>
            <a:br>
              <a:rPr lang="en-US" dirty="0"/>
            </a:br>
            <a:r>
              <a:rPr lang="en-US" sz="2400" dirty="0" smtClean="0"/>
              <a:t>( </a:t>
            </a:r>
            <a:r>
              <a:rPr lang="en-US" sz="2400" dirty="0" err="1" smtClean="0"/>
              <a:t>Ireo</a:t>
            </a:r>
            <a:r>
              <a:rPr lang="en-US" sz="2400" dirty="0" smtClean="0"/>
              <a:t> RAD </a:t>
            </a:r>
            <a:r>
              <a:rPr lang="en-US" sz="2400" dirty="0" err="1" smtClean="0"/>
              <a:t>miaraka</a:t>
            </a:r>
            <a:r>
              <a:rPr lang="en-US" sz="2400" dirty="0" smtClean="0"/>
              <a:t> </a:t>
            </a:r>
            <a:r>
              <a:rPr lang="en-US" sz="2400" dirty="0" err="1" smtClean="0"/>
              <a:t>amin’ireo</a:t>
            </a:r>
            <a:r>
              <a:rPr lang="en-US" sz="2400" dirty="0" smtClean="0"/>
              <a:t> </a:t>
            </a:r>
            <a:r>
              <a:rPr lang="en-US" sz="2400" dirty="0" err="1" smtClean="0"/>
              <a:t>izay</a:t>
            </a:r>
            <a:r>
              <a:rPr lang="en-US" sz="2400" dirty="0" smtClean="0"/>
              <a:t> ho </a:t>
            </a:r>
            <a:r>
              <a:rPr lang="en-US" sz="2400" dirty="0" err="1" smtClean="0"/>
              <a:t>Mpisavalalana</a:t>
            </a:r>
            <a:r>
              <a:rPr lang="en-US" sz="2400" dirty="0" smtClean="0"/>
              <a:t>)</a:t>
            </a:r>
            <a:endParaRPr lang="en-US" sz="2400" dirty="0"/>
          </a:p>
        </p:txBody>
      </p:sp>
      <p:sp>
        <p:nvSpPr>
          <p:cNvPr id="128005" name="Rectangle 1029"/>
          <p:cNvSpPr>
            <a:spLocks noChangeArrowheads="1"/>
          </p:cNvSpPr>
          <p:nvPr/>
        </p:nvSpPr>
        <p:spPr bwMode="auto">
          <a:xfrm>
            <a:off x="1524000" y="4232275"/>
            <a:ext cx="7239000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742950" lvl="1" indent="-285750">
              <a:spcBef>
                <a:spcPct val="20000"/>
              </a:spcBef>
              <a:buClr>
                <a:schemeClr val="hlink"/>
              </a:buClr>
              <a:buFontTx/>
              <a:buChar char="–"/>
            </a:pPr>
            <a:r>
              <a:rPr lang="en-US" sz="2800" dirty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Registration &amp; Medical Forms</a:t>
            </a:r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  <a:buFontTx/>
              <a:buChar char="–"/>
            </a:pPr>
            <a:r>
              <a:rPr lang="en-US" sz="2800" dirty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Orientation </a:t>
            </a:r>
            <a:r>
              <a:rPr lang="en-US" dirty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(attendance &amp; behavior policies)</a:t>
            </a:r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  <a:buFontTx/>
              <a:buChar char="–"/>
            </a:pPr>
            <a:r>
              <a:rPr lang="en-US" sz="28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Calendrier</a:t>
            </a:r>
            <a:endParaRPr lang="en-US" sz="2800" dirty="0">
              <a:effectLst>
                <a:outerShdw blurRad="38100" dist="38100" dir="2700000" algn="tl">
                  <a:srgbClr val="808080"/>
                </a:outerShdw>
              </a:effectLst>
              <a:latin typeface="Tahoma" pitchFamily="34" charset="0"/>
            </a:endParaRPr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  <a:buFontTx/>
              <a:buChar char="–"/>
            </a:pPr>
            <a:r>
              <a:rPr lang="en-US" sz="28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Fanafarana</a:t>
            </a:r>
            <a:r>
              <a:rPr lang="en-US" sz="28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28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fitaovana</a:t>
            </a:r>
            <a:r>
              <a:rPr lang="en-US" sz="28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28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sy</a:t>
            </a:r>
            <a:r>
              <a:rPr lang="en-US" sz="28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28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fanamiana</a:t>
            </a:r>
            <a:r>
              <a:rPr lang="en-US" sz="28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endParaRPr lang="en-US" sz="2800" dirty="0">
              <a:effectLst>
                <a:outerShdw blurRad="38100" dist="38100" dir="2700000" algn="tl">
                  <a:srgbClr val="808080"/>
                </a:outerShdw>
              </a:effectLst>
              <a:latin typeface="Tahoma" pitchFamily="34" charset="0"/>
            </a:endParaRPr>
          </a:p>
        </p:txBody>
      </p:sp>
      <p:sp>
        <p:nvSpPr>
          <p:cNvPr id="128006" name="Text Box 1030"/>
          <p:cNvSpPr txBox="1">
            <a:spLocks noChangeArrowheads="1"/>
          </p:cNvSpPr>
          <p:nvPr/>
        </p:nvSpPr>
        <p:spPr bwMode="auto">
          <a:xfrm>
            <a:off x="5562600" y="422275"/>
            <a:ext cx="31369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i="1"/>
              <a:t>Staff Manual pp 48, 121</a:t>
            </a:r>
          </a:p>
        </p:txBody>
      </p:sp>
    </p:spTree>
    <p:extLst>
      <p:ext uri="{BB962C8B-B14F-4D97-AF65-F5344CB8AC3E}">
        <p14:creationId xmlns:p14="http://schemas.microsoft.com/office/powerpoint/2010/main" val="118438404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80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280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280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280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280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2800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2800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2800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8003" grpId="0" build="p" autoUpdateAnimBg="0"/>
      <p:bldP spid="128005" grpId="0" build="p" autoUpdateAnimBg="0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 smtClean="0"/>
              <a:t>FOTOANA MANOKANA</a:t>
            </a:r>
            <a:endParaRPr lang="fr-FR" dirty="0"/>
          </a:p>
        </p:txBody>
      </p:sp>
      <p:sp>
        <p:nvSpPr>
          <p:cNvPr id="5" name="Sous-titr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15097354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838200"/>
            <a:ext cx="8001000" cy="1143000"/>
          </a:xfrm>
        </p:spPr>
        <p:txBody>
          <a:bodyPr/>
          <a:lstStyle/>
          <a:p>
            <a:r>
              <a:rPr lang="en-US" b="1" dirty="0" smtClean="0"/>
              <a:t>ANDRON’NY MPISAVALALANA</a:t>
            </a:r>
            <a:endParaRPr lang="en-US" b="1" dirty="0"/>
          </a:p>
        </p:txBody>
      </p:sp>
      <p:sp>
        <p:nvSpPr>
          <p:cNvPr id="140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76400"/>
            <a:ext cx="8077200" cy="2895600"/>
          </a:xfrm>
        </p:spPr>
        <p:txBody>
          <a:bodyPr/>
          <a:lstStyle/>
          <a:p>
            <a:pPr>
              <a:buNone/>
            </a:pPr>
            <a:r>
              <a:rPr lang="en-US" sz="3200" dirty="0" err="1" smtClean="0"/>
              <a:t>Ireo</a:t>
            </a:r>
            <a:r>
              <a:rPr lang="en-US" sz="3200" dirty="0" smtClean="0"/>
              <a:t> </a:t>
            </a:r>
            <a:r>
              <a:rPr lang="en-US" sz="3200" dirty="0" err="1" smtClean="0"/>
              <a:t>Mpisavalalana</a:t>
            </a:r>
            <a:r>
              <a:rPr lang="en-US" sz="3200" dirty="0" smtClean="0"/>
              <a:t> no </a:t>
            </a:r>
            <a:r>
              <a:rPr lang="en-US" sz="3200" dirty="0" err="1" smtClean="0"/>
              <a:t>mandray</a:t>
            </a:r>
            <a:r>
              <a:rPr lang="en-US" sz="3200" dirty="0" smtClean="0"/>
              <a:t> </a:t>
            </a:r>
            <a:r>
              <a:rPr lang="en-US" sz="3200" dirty="0" err="1" smtClean="0"/>
              <a:t>anjara</a:t>
            </a:r>
            <a:r>
              <a:rPr lang="en-US" sz="3200" dirty="0" smtClean="0"/>
              <a:t> @ ZAVATRA </a:t>
            </a:r>
            <a:r>
              <a:rPr lang="en-US" sz="3200" dirty="0" err="1" smtClean="0"/>
              <a:t>rehetra</a:t>
            </a:r>
            <a:endParaRPr lang="en-US" sz="3200" dirty="0"/>
          </a:p>
          <a:p>
            <a:pPr lvl="2"/>
            <a:r>
              <a:rPr lang="en-US" sz="3200" dirty="0" err="1" smtClean="0"/>
              <a:t>Saina</a:t>
            </a:r>
            <a:r>
              <a:rPr lang="en-US" sz="3200" dirty="0" smtClean="0"/>
              <a:t> </a:t>
            </a:r>
            <a:r>
              <a:rPr lang="en-US" sz="3200" dirty="0"/>
              <a:t>&amp; </a:t>
            </a:r>
            <a:r>
              <a:rPr lang="en-US" sz="3200" dirty="0" err="1" smtClean="0"/>
              <a:t>Voady</a:t>
            </a:r>
            <a:endParaRPr lang="en-US" sz="3200" dirty="0"/>
          </a:p>
          <a:p>
            <a:pPr lvl="2"/>
            <a:r>
              <a:rPr lang="en-US" sz="3200" dirty="0" smtClean="0"/>
              <a:t>Special </a:t>
            </a:r>
            <a:r>
              <a:rPr lang="en-US" sz="3200" dirty="0"/>
              <a:t>Music</a:t>
            </a:r>
          </a:p>
          <a:p>
            <a:pPr lvl="2"/>
            <a:r>
              <a:rPr lang="en-US" sz="3200" dirty="0" err="1" smtClean="0"/>
              <a:t>Fanatitra</a:t>
            </a:r>
            <a:endParaRPr lang="en-US" sz="3200" dirty="0"/>
          </a:p>
        </p:txBody>
      </p:sp>
      <p:sp>
        <p:nvSpPr>
          <p:cNvPr id="140293" name="Text Box 5"/>
          <p:cNvSpPr txBox="1">
            <a:spLocks noChangeArrowheads="1"/>
          </p:cNvSpPr>
          <p:nvPr/>
        </p:nvSpPr>
        <p:spPr bwMode="auto">
          <a:xfrm>
            <a:off x="5486400" y="422275"/>
            <a:ext cx="32385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i="1"/>
              <a:t>Staff Manual pp 121-123</a:t>
            </a:r>
          </a:p>
        </p:txBody>
      </p:sp>
      <p:sp>
        <p:nvSpPr>
          <p:cNvPr id="140294" name="Rectangle 6"/>
          <p:cNvSpPr>
            <a:spLocks noChangeArrowheads="1"/>
          </p:cNvSpPr>
          <p:nvPr/>
        </p:nvSpPr>
        <p:spPr bwMode="auto">
          <a:xfrm>
            <a:off x="1066800" y="5181600"/>
            <a:ext cx="7696200" cy="182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1143000" lvl="2" indent="-228600">
              <a:spcBef>
                <a:spcPct val="20000"/>
              </a:spcBef>
              <a:buClr>
                <a:schemeClr val="accent1"/>
              </a:buClr>
              <a:buFontTx/>
              <a:buChar char="•"/>
            </a:pPr>
            <a:r>
              <a:rPr lang="en-US" sz="32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Vavaka</a:t>
            </a:r>
            <a:endParaRPr lang="en-US" sz="3200" dirty="0">
              <a:effectLst>
                <a:outerShdw blurRad="38100" dist="38100" dir="2700000" algn="tl">
                  <a:srgbClr val="808080"/>
                </a:outerShdw>
              </a:effectLst>
              <a:latin typeface="Tahoma" pitchFamily="34" charset="0"/>
            </a:endParaRPr>
          </a:p>
          <a:p>
            <a:pPr marL="1143000" lvl="2" indent="-228600">
              <a:spcBef>
                <a:spcPct val="20000"/>
              </a:spcBef>
              <a:buClr>
                <a:schemeClr val="accent1"/>
              </a:buClr>
              <a:buFontTx/>
              <a:buChar char="•"/>
            </a:pPr>
            <a:r>
              <a:rPr lang="en-US" sz="32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Mpitoriteny</a:t>
            </a:r>
            <a:r>
              <a:rPr lang="en-US" sz="32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32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Manokana</a:t>
            </a:r>
            <a:endParaRPr lang="en-US" sz="3200" dirty="0">
              <a:effectLst>
                <a:outerShdw blurRad="38100" dist="38100" dir="2700000" algn="tl">
                  <a:srgbClr val="808080"/>
                </a:outerShdw>
              </a:effectLst>
              <a:latin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115116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40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40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40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40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402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402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0291" grpId="0" build="p" autoUpdateAnimBg="0"/>
      <p:bldP spid="140294" grpId="0" build="p" autoUpdateAnimBg="0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8001000" cy="1143000"/>
          </a:xfrm>
        </p:spPr>
        <p:txBody>
          <a:bodyPr/>
          <a:lstStyle/>
          <a:p>
            <a:r>
              <a:rPr lang="en-US" b="1" dirty="0" smtClean="0"/>
              <a:t>INDUCTION</a:t>
            </a:r>
            <a:endParaRPr lang="en-US" b="1" dirty="0"/>
          </a:p>
        </p:txBody>
      </p:sp>
      <p:sp>
        <p:nvSpPr>
          <p:cNvPr id="141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143000"/>
            <a:ext cx="8077200" cy="3505200"/>
          </a:xfrm>
        </p:spPr>
        <p:txBody>
          <a:bodyPr/>
          <a:lstStyle/>
          <a:p>
            <a:pPr lvl="1"/>
            <a:r>
              <a:rPr lang="en-US" dirty="0" err="1" smtClean="0"/>
              <a:t>Fiandohan’ny</a:t>
            </a:r>
            <a:r>
              <a:rPr lang="en-US" dirty="0" smtClean="0"/>
              <a:t> </a:t>
            </a:r>
            <a:r>
              <a:rPr lang="en-US" dirty="0" err="1" smtClean="0"/>
              <a:t>taona</a:t>
            </a:r>
            <a:endParaRPr lang="en-US" dirty="0"/>
          </a:p>
          <a:p>
            <a:pPr lvl="1"/>
            <a:r>
              <a:rPr lang="en-US" dirty="0" err="1" smtClean="0"/>
              <a:t>Lanonana</a:t>
            </a:r>
            <a:r>
              <a:rPr lang="en-US" dirty="0" smtClean="0"/>
              <a:t> </a:t>
            </a:r>
            <a:r>
              <a:rPr lang="en-US" dirty="0" err="1" smtClean="0"/>
              <a:t>handraisana</a:t>
            </a:r>
            <a:r>
              <a:rPr lang="en-US" dirty="0" smtClean="0"/>
              <a:t> </a:t>
            </a:r>
            <a:r>
              <a:rPr lang="en-US" dirty="0" err="1" smtClean="0"/>
              <a:t>ireo</a:t>
            </a:r>
            <a:r>
              <a:rPr lang="en-US" dirty="0" smtClean="0"/>
              <a:t> </a:t>
            </a:r>
            <a:r>
              <a:rPr lang="en-US" dirty="0" err="1" smtClean="0"/>
              <a:t>Mpisavalalana</a:t>
            </a:r>
            <a:r>
              <a:rPr lang="en-US" dirty="0" smtClean="0"/>
              <a:t> </a:t>
            </a:r>
            <a:r>
              <a:rPr lang="en-US" dirty="0" err="1" smtClean="0"/>
              <a:t>vaovao</a:t>
            </a:r>
            <a:r>
              <a:rPr lang="en-US" dirty="0" smtClean="0"/>
              <a:t> </a:t>
            </a:r>
            <a:r>
              <a:rPr lang="en-US" dirty="0" err="1" smtClean="0"/>
              <a:t>ao</a:t>
            </a:r>
            <a:r>
              <a:rPr lang="en-US" dirty="0" smtClean="0"/>
              <a:t> @ </a:t>
            </a:r>
            <a:r>
              <a:rPr lang="en-US" dirty="0" err="1" smtClean="0"/>
              <a:t>fandaminana</a:t>
            </a:r>
            <a:endParaRPr lang="en-US" dirty="0"/>
          </a:p>
          <a:p>
            <a:pPr lvl="1"/>
            <a:r>
              <a:rPr lang="en-US" dirty="0" err="1" smtClean="0"/>
              <a:t>Takariva</a:t>
            </a:r>
            <a:r>
              <a:rPr lang="en-US" dirty="0" smtClean="0"/>
              <a:t> </a:t>
            </a:r>
            <a:r>
              <a:rPr lang="en-US" dirty="0" err="1" smtClean="0"/>
              <a:t>hiarahana</a:t>
            </a:r>
            <a:r>
              <a:rPr lang="en-US" dirty="0" smtClean="0"/>
              <a:t> @ ho </a:t>
            </a:r>
            <a:r>
              <a:rPr lang="en-US" dirty="0" err="1" smtClean="0"/>
              <a:t>an’ny</a:t>
            </a:r>
            <a:r>
              <a:rPr lang="en-US" dirty="0" smtClean="0"/>
              <a:t> </a:t>
            </a:r>
            <a:r>
              <a:rPr lang="en-US" dirty="0" err="1" smtClean="0"/>
              <a:t>Mpisavalalanas</a:t>
            </a:r>
            <a:r>
              <a:rPr lang="en-US" dirty="0"/>
              <a:t>, </a:t>
            </a:r>
            <a:r>
              <a:rPr lang="en-US" dirty="0" smtClean="0"/>
              <a:t>Staff</a:t>
            </a:r>
            <a:r>
              <a:rPr lang="en-US" dirty="0"/>
              <a:t>, </a:t>
            </a:r>
            <a:r>
              <a:rPr lang="en-US" dirty="0" smtClean="0"/>
              <a:t>&amp; RAD</a:t>
            </a:r>
            <a:endParaRPr lang="en-US" dirty="0"/>
          </a:p>
        </p:txBody>
      </p:sp>
      <p:sp>
        <p:nvSpPr>
          <p:cNvPr id="141316" name="Text Box 4"/>
          <p:cNvSpPr txBox="1">
            <a:spLocks noChangeArrowheads="1"/>
          </p:cNvSpPr>
          <p:nvPr/>
        </p:nvSpPr>
        <p:spPr bwMode="auto">
          <a:xfrm>
            <a:off x="5486400" y="422275"/>
            <a:ext cx="32385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i="1"/>
              <a:t>Staff Manual pp 124-126</a:t>
            </a:r>
          </a:p>
        </p:txBody>
      </p:sp>
      <p:sp>
        <p:nvSpPr>
          <p:cNvPr id="141318" name="Rectangle 6"/>
          <p:cNvSpPr>
            <a:spLocks noChangeArrowheads="1"/>
          </p:cNvSpPr>
          <p:nvPr/>
        </p:nvSpPr>
        <p:spPr bwMode="auto">
          <a:xfrm>
            <a:off x="1524000" y="4343400"/>
            <a:ext cx="7059613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742950" lvl="1" indent="-285750">
              <a:spcBef>
                <a:spcPct val="20000"/>
              </a:spcBef>
              <a:buClr>
                <a:schemeClr val="hlink"/>
              </a:buClr>
              <a:buFontTx/>
              <a:buChar char="–"/>
            </a:pPr>
            <a:r>
              <a:rPr lang="en-US" sz="28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Lanonana</a:t>
            </a:r>
            <a:r>
              <a:rPr lang="en-US" sz="28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an-</a:t>
            </a:r>
            <a:r>
              <a:rPr lang="en-US" sz="28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dabozia</a:t>
            </a:r>
            <a:r>
              <a:rPr lang="en-US" sz="28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28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izay</a:t>
            </a:r>
            <a:r>
              <a:rPr lang="en-US" sz="28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28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manampy</a:t>
            </a:r>
            <a:r>
              <a:rPr lang="en-US" sz="28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28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amin’ny</a:t>
            </a:r>
            <a:r>
              <a:rPr lang="en-US" sz="28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28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fanazavana</a:t>
            </a:r>
            <a:r>
              <a:rPr lang="en-US" sz="28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28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ny</a:t>
            </a:r>
            <a:r>
              <a:rPr lang="en-US" sz="28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28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dikan’ireo</a:t>
            </a:r>
            <a:r>
              <a:rPr lang="en-US" sz="28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28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tandindona</a:t>
            </a:r>
            <a:r>
              <a:rPr lang="en-US" sz="28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 ho </a:t>
            </a:r>
            <a:r>
              <a:rPr lang="en-US" sz="28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an’ny</a:t>
            </a:r>
            <a:r>
              <a:rPr lang="en-US" sz="28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 </a:t>
            </a:r>
            <a:r>
              <a:rPr lang="en-US" sz="28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Mpisavalalana</a:t>
            </a:r>
            <a:endParaRPr lang="en-US" sz="2800" dirty="0">
              <a:effectLst>
                <a:outerShdw blurRad="38100" dist="38100" dir="2700000" algn="tl">
                  <a:srgbClr val="808080"/>
                </a:outerShdw>
              </a:effectLst>
              <a:latin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981938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41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41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41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413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1315" grpId="0" build="p" autoUpdateAnimBg="0"/>
      <p:bldP spid="141318" grpId="0" build="p" autoUpdateAnimBg="0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8001000" cy="1143000"/>
          </a:xfrm>
        </p:spPr>
        <p:txBody>
          <a:bodyPr/>
          <a:lstStyle/>
          <a:p>
            <a:r>
              <a:rPr lang="en-US" b="1" dirty="0" smtClean="0"/>
              <a:t>FITSIDIHANA </a:t>
            </a:r>
            <a:endParaRPr lang="en-US" b="1" dirty="0"/>
          </a:p>
        </p:txBody>
      </p:sp>
      <p:sp>
        <p:nvSpPr>
          <p:cNvPr id="142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76400"/>
            <a:ext cx="8153400" cy="2590800"/>
          </a:xfrm>
        </p:spPr>
        <p:txBody>
          <a:bodyPr/>
          <a:lstStyle/>
          <a:p>
            <a:pPr lvl="1"/>
            <a:r>
              <a:rPr lang="en-US" dirty="0" err="1" smtClean="0"/>
              <a:t>Hanasana</a:t>
            </a:r>
            <a:r>
              <a:rPr lang="en-US" dirty="0" smtClean="0"/>
              <a:t> </a:t>
            </a:r>
            <a:r>
              <a:rPr lang="en-US" dirty="0" err="1" smtClean="0"/>
              <a:t>ireo</a:t>
            </a:r>
            <a:r>
              <a:rPr lang="en-US" dirty="0" smtClean="0"/>
              <a:t> </a:t>
            </a:r>
            <a:r>
              <a:rPr lang="en-US" dirty="0" err="1" smtClean="0"/>
              <a:t>mpandrindra</a:t>
            </a:r>
            <a:r>
              <a:rPr lang="en-US" dirty="0" smtClean="0"/>
              <a:t> </a:t>
            </a:r>
            <a:r>
              <a:rPr lang="en-US" dirty="0" err="1" smtClean="0"/>
              <a:t>ny</a:t>
            </a:r>
            <a:r>
              <a:rPr lang="en-US" dirty="0" smtClean="0"/>
              <a:t>  </a:t>
            </a:r>
            <a:r>
              <a:rPr lang="en-US" dirty="0" err="1" smtClean="0"/>
              <a:t>Distrika</a:t>
            </a:r>
            <a:r>
              <a:rPr lang="en-US" dirty="0" smtClean="0"/>
              <a:t>/ </a:t>
            </a:r>
            <a:r>
              <a:rPr lang="en-US" dirty="0" err="1" smtClean="0"/>
              <a:t>Faritra</a:t>
            </a:r>
            <a:endParaRPr lang="en-US" dirty="0"/>
          </a:p>
          <a:p>
            <a:pPr lvl="1"/>
            <a:r>
              <a:rPr lang="en-US" dirty="0" err="1" smtClean="0"/>
              <a:t>Alamino</a:t>
            </a:r>
            <a:r>
              <a:rPr lang="en-US" dirty="0" smtClean="0"/>
              <a:t> </a:t>
            </a:r>
            <a:r>
              <a:rPr lang="en-US" dirty="0" err="1" smtClean="0"/>
              <a:t>sy</a:t>
            </a:r>
            <a:r>
              <a:rPr lang="en-US" dirty="0" smtClean="0"/>
              <a:t> </a:t>
            </a:r>
            <a:r>
              <a:rPr lang="en-US" dirty="0" err="1" smtClean="0"/>
              <a:t>hazavao</a:t>
            </a:r>
            <a:r>
              <a:rPr lang="en-US" dirty="0" smtClean="0"/>
              <a:t> </a:t>
            </a:r>
            <a:r>
              <a:rPr lang="en-US" dirty="0" err="1" smtClean="0"/>
              <a:t>tsara</a:t>
            </a:r>
            <a:r>
              <a:rPr lang="en-US" dirty="0" smtClean="0"/>
              <a:t> </a:t>
            </a:r>
            <a:r>
              <a:rPr lang="en-US" dirty="0" err="1" smtClean="0"/>
              <a:t>izay</a:t>
            </a:r>
            <a:r>
              <a:rPr lang="en-US" dirty="0" smtClean="0"/>
              <a:t> </a:t>
            </a:r>
            <a:r>
              <a:rPr lang="en-US" dirty="0" err="1" smtClean="0"/>
              <a:t>andrasanao</a:t>
            </a:r>
            <a:r>
              <a:rPr lang="en-US" dirty="0" smtClean="0"/>
              <a:t> @ </a:t>
            </a:r>
            <a:r>
              <a:rPr lang="en-US" dirty="0" err="1" smtClean="0"/>
              <a:t>Mpandrindra</a:t>
            </a:r>
            <a:endParaRPr lang="en-US" dirty="0"/>
          </a:p>
        </p:txBody>
      </p:sp>
      <p:sp>
        <p:nvSpPr>
          <p:cNvPr id="142340" name="Text Box 4"/>
          <p:cNvSpPr txBox="1">
            <a:spLocks noChangeArrowheads="1"/>
          </p:cNvSpPr>
          <p:nvPr/>
        </p:nvSpPr>
        <p:spPr bwMode="auto">
          <a:xfrm>
            <a:off x="5486400" y="422275"/>
            <a:ext cx="32385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i="1"/>
              <a:t>Staff Manual pp 124-126</a:t>
            </a:r>
          </a:p>
        </p:txBody>
      </p:sp>
      <p:sp>
        <p:nvSpPr>
          <p:cNvPr id="142342" name="Rectangle 6"/>
          <p:cNvSpPr>
            <a:spLocks noChangeArrowheads="1"/>
          </p:cNvSpPr>
          <p:nvPr/>
        </p:nvSpPr>
        <p:spPr bwMode="auto">
          <a:xfrm>
            <a:off x="1524000" y="4038600"/>
            <a:ext cx="7315200" cy="236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742950" lvl="1" indent="-285750">
              <a:spcBef>
                <a:spcPct val="20000"/>
              </a:spcBef>
              <a:buClr>
                <a:schemeClr val="hlink"/>
              </a:buClr>
              <a:buFontTx/>
              <a:buChar char="–"/>
            </a:pPr>
            <a:r>
              <a:rPr lang="en-US" sz="28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Fanamiana</a:t>
            </a:r>
            <a:r>
              <a:rPr lang="en-US" sz="28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 </a:t>
            </a:r>
            <a:r>
              <a:rPr lang="en-US" sz="28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Kilasy</a:t>
            </a:r>
            <a:r>
              <a:rPr lang="en-US" sz="28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 </a:t>
            </a:r>
            <a:r>
              <a:rPr lang="en-US" sz="2800" dirty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“A” </a:t>
            </a:r>
            <a:endParaRPr lang="en-US" sz="2800" dirty="0" smtClean="0">
              <a:effectLst>
                <a:outerShdw blurRad="38100" dist="38100" dir="2700000" algn="tl">
                  <a:srgbClr val="808080"/>
                </a:outerShdw>
              </a:effectLst>
              <a:latin typeface="Tahoma" pitchFamily="34" charset="0"/>
            </a:endParaRPr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  <a:buFontTx/>
              <a:buChar char="–"/>
            </a:pPr>
            <a:r>
              <a:rPr lang="en-US" sz="28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Fandaharam-potoana</a:t>
            </a:r>
            <a:r>
              <a:rPr lang="en-US" sz="28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28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misy</a:t>
            </a:r>
            <a:r>
              <a:rPr lang="en-US" sz="28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28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kilasim-pandrosoana</a:t>
            </a:r>
            <a:r>
              <a:rPr lang="en-US" sz="28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28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sy</a:t>
            </a:r>
            <a:r>
              <a:rPr lang="en-US" sz="28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28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asa</a:t>
            </a:r>
            <a:r>
              <a:rPr lang="en-US" sz="28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28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manavanana</a:t>
            </a:r>
            <a:endParaRPr lang="en-US" sz="2800" dirty="0" smtClean="0">
              <a:effectLst>
                <a:outerShdw blurRad="38100" dist="38100" dir="2700000" algn="tl">
                  <a:srgbClr val="808080"/>
                </a:outerShdw>
              </a:effectLst>
              <a:latin typeface="Tahoma" pitchFamily="34" charset="0"/>
            </a:endParaRPr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  <a:buFontTx/>
              <a:buChar char="–"/>
            </a:pPr>
            <a:r>
              <a:rPr lang="en-US" sz="28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Fanehoana</a:t>
            </a:r>
            <a:r>
              <a:rPr lang="en-US" sz="28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Drill </a:t>
            </a:r>
            <a:r>
              <a:rPr lang="en-US" sz="2800" dirty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&amp; </a:t>
            </a:r>
            <a:r>
              <a:rPr lang="en-US" sz="28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Famindrana</a:t>
            </a:r>
            <a:r>
              <a:rPr lang="en-US" sz="28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28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Baiko</a:t>
            </a:r>
            <a:r>
              <a:rPr lang="en-US" sz="28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28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eo</a:t>
            </a:r>
            <a:r>
              <a:rPr lang="en-US" sz="28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an-</a:t>
            </a:r>
            <a:r>
              <a:rPr lang="en-US" sz="28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toerana</a:t>
            </a:r>
            <a:r>
              <a:rPr lang="en-US" sz="28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28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sy</a:t>
            </a:r>
            <a:r>
              <a:rPr lang="en-US" sz="28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28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famindrana</a:t>
            </a:r>
            <a:r>
              <a:rPr lang="en-US" sz="28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28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fototra</a:t>
            </a:r>
            <a:endParaRPr lang="en-US" sz="2800" dirty="0">
              <a:effectLst>
                <a:outerShdw blurRad="38100" dist="38100" dir="2700000" algn="tl">
                  <a:srgbClr val="808080"/>
                </a:outerShdw>
              </a:effectLst>
              <a:latin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98352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42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42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423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423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423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2339" grpId="0" build="p" autoUpdateAnimBg="0"/>
      <p:bldP spid="142342" grpId="0" build="p" autoUpdateAnimBg="0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8001000" cy="1143000"/>
          </a:xfrm>
        </p:spPr>
        <p:txBody>
          <a:bodyPr/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FANABEAZANA IREO RAD </a:t>
            </a:r>
            <a:endParaRPr lang="en-US" dirty="0"/>
          </a:p>
        </p:txBody>
      </p:sp>
      <p:sp>
        <p:nvSpPr>
          <p:cNvPr id="143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76400"/>
            <a:ext cx="7772400" cy="3352800"/>
          </a:xfrm>
        </p:spPr>
        <p:txBody>
          <a:bodyPr/>
          <a:lstStyle/>
          <a:p>
            <a:pPr lvl="1"/>
            <a:r>
              <a:rPr lang="en-US" dirty="0" err="1" smtClean="0"/>
              <a:t>Mazàna</a:t>
            </a:r>
            <a:r>
              <a:rPr lang="en-US" dirty="0" smtClean="0"/>
              <a:t> </a:t>
            </a:r>
            <a:r>
              <a:rPr lang="en-US" dirty="0" err="1" smtClean="0"/>
              <a:t>tsy</a:t>
            </a:r>
            <a:r>
              <a:rPr lang="en-US" dirty="0" smtClean="0"/>
              <a:t> </a:t>
            </a:r>
            <a:r>
              <a:rPr lang="en-US" dirty="0" err="1" smtClean="0"/>
              <a:t>manao</a:t>
            </a:r>
            <a:r>
              <a:rPr lang="en-US" dirty="0" smtClean="0"/>
              <a:t> </a:t>
            </a:r>
            <a:r>
              <a:rPr lang="en-US" dirty="0" err="1" smtClean="0"/>
              <a:t>azy</a:t>
            </a:r>
            <a:r>
              <a:rPr lang="en-US" dirty="0" smtClean="0"/>
              <a:t> </a:t>
            </a:r>
            <a:r>
              <a:rPr lang="en-US" dirty="0" err="1" smtClean="0"/>
              <a:t>ity</a:t>
            </a:r>
            <a:r>
              <a:rPr lang="en-US" dirty="0" smtClean="0"/>
              <a:t> </a:t>
            </a:r>
            <a:r>
              <a:rPr lang="en-US" dirty="0" err="1" smtClean="0"/>
              <a:t>tsara</a:t>
            </a:r>
            <a:r>
              <a:rPr lang="en-US" dirty="0" smtClean="0"/>
              <a:t> </a:t>
            </a:r>
            <a:r>
              <a:rPr lang="en-US" dirty="0" err="1" smtClean="0"/>
              <a:t>ny</a:t>
            </a:r>
            <a:r>
              <a:rPr lang="en-US" dirty="0" smtClean="0"/>
              <a:t> </a:t>
            </a:r>
            <a:r>
              <a:rPr lang="en-US" dirty="0" err="1" smtClean="0"/>
              <a:t>klioban’ny</a:t>
            </a:r>
            <a:r>
              <a:rPr lang="en-US" dirty="0" smtClean="0"/>
              <a:t> </a:t>
            </a:r>
            <a:r>
              <a:rPr lang="en-US" dirty="0" err="1" smtClean="0"/>
              <a:t>Mpisavalalana</a:t>
            </a:r>
            <a:endParaRPr lang="en-US" dirty="0"/>
          </a:p>
          <a:p>
            <a:pPr lvl="1"/>
            <a:r>
              <a:rPr lang="en-US" dirty="0" err="1" smtClean="0"/>
              <a:t>Ity</a:t>
            </a:r>
            <a:r>
              <a:rPr lang="en-US" dirty="0" smtClean="0"/>
              <a:t> </a:t>
            </a:r>
            <a:r>
              <a:rPr lang="en-US" dirty="0" err="1" smtClean="0"/>
              <a:t>programa</a:t>
            </a:r>
            <a:r>
              <a:rPr lang="en-US" dirty="0" smtClean="0"/>
              <a:t> </a:t>
            </a:r>
            <a:r>
              <a:rPr lang="en-US" dirty="0" err="1" smtClean="0"/>
              <a:t>ity</a:t>
            </a:r>
            <a:r>
              <a:rPr lang="en-US" dirty="0" smtClean="0"/>
              <a:t> </a:t>
            </a:r>
            <a:r>
              <a:rPr lang="en-US" dirty="0" err="1" smtClean="0"/>
              <a:t>dia</a:t>
            </a:r>
            <a:r>
              <a:rPr lang="en-US" dirty="0" smtClean="0"/>
              <a:t> </a:t>
            </a:r>
            <a:r>
              <a:rPr lang="en-US" dirty="0" err="1" smtClean="0"/>
              <a:t>natao</a:t>
            </a:r>
            <a:r>
              <a:rPr lang="en-US" dirty="0" smtClean="0"/>
              <a:t> </a:t>
            </a:r>
            <a:r>
              <a:rPr lang="en-US" dirty="0" err="1" smtClean="0"/>
              <a:t>hanampiana</a:t>
            </a:r>
            <a:r>
              <a:rPr lang="en-US" dirty="0" smtClean="0"/>
              <a:t> </a:t>
            </a:r>
            <a:r>
              <a:rPr lang="en-US" dirty="0" err="1" smtClean="0"/>
              <a:t>ireo</a:t>
            </a:r>
            <a:r>
              <a:rPr lang="en-US" dirty="0" smtClean="0"/>
              <a:t> RAD </a:t>
            </a:r>
            <a:r>
              <a:rPr lang="en-US" dirty="0" err="1" smtClean="0"/>
              <a:t>hahatakatra</a:t>
            </a:r>
            <a:r>
              <a:rPr lang="en-US" dirty="0" smtClean="0"/>
              <a:t> </a:t>
            </a:r>
            <a:r>
              <a:rPr lang="en-US" dirty="0" err="1" smtClean="0"/>
              <a:t>tsaratsara</a:t>
            </a:r>
            <a:r>
              <a:rPr lang="en-US" dirty="0" smtClean="0"/>
              <a:t> </a:t>
            </a:r>
            <a:r>
              <a:rPr lang="en-US" dirty="0" err="1" smtClean="0"/>
              <a:t>kokoa</a:t>
            </a:r>
            <a:r>
              <a:rPr lang="en-US" dirty="0" smtClean="0"/>
              <a:t> </a:t>
            </a:r>
            <a:r>
              <a:rPr lang="en-US" dirty="0" err="1" smtClean="0"/>
              <a:t>ireo</a:t>
            </a:r>
            <a:r>
              <a:rPr lang="en-US" dirty="0" smtClean="0"/>
              <a:t> </a:t>
            </a:r>
            <a:r>
              <a:rPr lang="en-US" dirty="0" err="1" smtClean="0"/>
              <a:t>ankizy</a:t>
            </a:r>
            <a:r>
              <a:rPr lang="en-US" dirty="0" smtClean="0"/>
              <a:t> </a:t>
            </a:r>
            <a:r>
              <a:rPr lang="en-US" dirty="0" err="1" smtClean="0"/>
              <a:t>sy</a:t>
            </a:r>
            <a:r>
              <a:rPr lang="en-US" dirty="0" smtClean="0"/>
              <a:t> ho </a:t>
            </a:r>
            <a:r>
              <a:rPr lang="en-US" dirty="0" err="1" smtClean="0"/>
              <a:t>tonga</a:t>
            </a:r>
            <a:r>
              <a:rPr lang="en-US" dirty="0" smtClean="0"/>
              <a:t> RAD </a:t>
            </a:r>
            <a:r>
              <a:rPr lang="en-US" dirty="0" err="1" smtClean="0"/>
              <a:t>tsara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143364" name="Text Box 4"/>
          <p:cNvSpPr txBox="1">
            <a:spLocks noChangeArrowheads="1"/>
          </p:cNvSpPr>
          <p:nvPr/>
        </p:nvSpPr>
        <p:spPr bwMode="auto">
          <a:xfrm>
            <a:off x="5486400" y="422275"/>
            <a:ext cx="32385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i="1"/>
              <a:t>Staff Manual pp 124-126</a:t>
            </a:r>
          </a:p>
        </p:txBody>
      </p:sp>
      <p:sp>
        <p:nvSpPr>
          <p:cNvPr id="143366" name="Rectangle 6"/>
          <p:cNvSpPr>
            <a:spLocks noChangeArrowheads="1"/>
          </p:cNvSpPr>
          <p:nvPr/>
        </p:nvSpPr>
        <p:spPr bwMode="auto">
          <a:xfrm>
            <a:off x="1524000" y="4987925"/>
            <a:ext cx="6934200" cy="15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742950" lvl="1" indent="-285750">
              <a:spcBef>
                <a:spcPct val="20000"/>
              </a:spcBef>
              <a:buClr>
                <a:schemeClr val="hlink"/>
              </a:buClr>
              <a:buFontTx/>
              <a:buChar char="–"/>
            </a:pPr>
            <a:r>
              <a:rPr lang="en-US" sz="28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Misy</a:t>
            </a:r>
            <a:r>
              <a:rPr lang="en-US" sz="28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28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zavatra</a:t>
            </a:r>
            <a:r>
              <a:rPr lang="en-US" sz="28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28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mahaliana</a:t>
            </a:r>
            <a:r>
              <a:rPr lang="en-US" sz="28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28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sy</a:t>
            </a:r>
            <a:r>
              <a:rPr lang="en-US" sz="28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28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mahasoa</a:t>
            </a:r>
            <a:r>
              <a:rPr lang="en-US" sz="28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28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ve</a:t>
            </a:r>
            <a:r>
              <a:rPr lang="en-US" sz="28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28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nataonao</a:t>
            </a:r>
            <a:r>
              <a:rPr lang="en-US" sz="28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28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tao</a:t>
            </a:r>
            <a:r>
              <a:rPr lang="en-US" sz="28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@ </a:t>
            </a:r>
            <a:r>
              <a:rPr lang="en-US" sz="28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Klioba</a:t>
            </a:r>
            <a:r>
              <a:rPr lang="en-US" sz="28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?</a:t>
            </a:r>
            <a:endParaRPr lang="en-US" sz="2800" dirty="0">
              <a:effectLst>
                <a:outerShdw blurRad="38100" dist="38100" dir="2700000" algn="tl">
                  <a:srgbClr val="808080"/>
                </a:outerShdw>
              </a:effectLst>
              <a:latin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320203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43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43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433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63" grpId="0" build="p" autoUpdateAnimBg="0"/>
      <p:bldP spid="143366" grpId="0" build="p" autoUpdateAnimBg="0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8001000" cy="1143000"/>
          </a:xfrm>
        </p:spPr>
        <p:txBody>
          <a:bodyPr/>
          <a:lstStyle/>
          <a:p>
            <a:r>
              <a:rPr lang="en-US" b="1" dirty="0" smtClean="0"/>
              <a:t>INVESTITURE </a:t>
            </a:r>
            <a:endParaRPr lang="en-US" b="1" dirty="0"/>
          </a:p>
        </p:txBody>
      </p:sp>
      <p:sp>
        <p:nvSpPr>
          <p:cNvPr id="144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" y="1676400"/>
            <a:ext cx="8763000" cy="3124200"/>
          </a:xfrm>
        </p:spPr>
        <p:txBody>
          <a:bodyPr/>
          <a:lstStyle/>
          <a:p>
            <a:pPr lvl="1"/>
            <a:r>
              <a:rPr lang="en-US" sz="3200" dirty="0" err="1" smtClean="0"/>
              <a:t>Mamarana</a:t>
            </a:r>
            <a:r>
              <a:rPr lang="en-US" sz="3200" dirty="0" smtClean="0"/>
              <a:t> </a:t>
            </a:r>
            <a:r>
              <a:rPr lang="en-US" sz="3200" dirty="0" err="1" smtClean="0"/>
              <a:t>ny</a:t>
            </a:r>
            <a:r>
              <a:rPr lang="en-US" sz="3200" dirty="0" smtClean="0"/>
              <a:t> </a:t>
            </a:r>
            <a:r>
              <a:rPr lang="en-US" sz="3200" dirty="0" err="1" smtClean="0"/>
              <a:t>taona</a:t>
            </a:r>
            <a:endParaRPr lang="en-US" sz="3200" dirty="0"/>
          </a:p>
          <a:p>
            <a:pPr lvl="1"/>
            <a:r>
              <a:rPr lang="en-US" sz="3200" dirty="0" err="1" smtClean="0"/>
              <a:t>Matetika</a:t>
            </a:r>
            <a:r>
              <a:rPr lang="en-US" sz="3200" dirty="0" smtClean="0"/>
              <a:t> </a:t>
            </a:r>
            <a:r>
              <a:rPr lang="en-US" sz="3200" dirty="0" err="1" smtClean="0"/>
              <a:t>atao</a:t>
            </a:r>
            <a:r>
              <a:rPr lang="en-US" sz="3200" dirty="0" smtClean="0"/>
              <a:t> </a:t>
            </a:r>
            <a:r>
              <a:rPr lang="en-US" sz="3200" dirty="0" err="1" smtClean="0"/>
              <a:t>ao</a:t>
            </a:r>
            <a:r>
              <a:rPr lang="en-US" sz="3200" dirty="0" smtClean="0"/>
              <a:t>  am-</a:t>
            </a:r>
            <a:r>
              <a:rPr lang="en-US" sz="3200" dirty="0" err="1" smtClean="0"/>
              <a:t>piangonana</a:t>
            </a:r>
            <a:r>
              <a:rPr lang="en-US" sz="3200" dirty="0" smtClean="0"/>
              <a:t> </a:t>
            </a:r>
            <a:r>
              <a:rPr lang="en-US" sz="3200" dirty="0" err="1" smtClean="0"/>
              <a:t>na</a:t>
            </a:r>
            <a:r>
              <a:rPr lang="en-US" sz="3200" dirty="0" smtClean="0"/>
              <a:t> </a:t>
            </a:r>
            <a:r>
              <a:rPr lang="en-US" sz="3200" dirty="0" err="1" smtClean="0"/>
              <a:t>toeram-pivoriana</a:t>
            </a:r>
            <a:endParaRPr lang="en-US" sz="3200" dirty="0"/>
          </a:p>
          <a:p>
            <a:pPr lvl="1"/>
            <a:r>
              <a:rPr lang="en-US" sz="3200" dirty="0" err="1" smtClean="0"/>
              <a:t>Fotoana</a:t>
            </a:r>
            <a:r>
              <a:rPr lang="en-US" sz="3200" dirty="0" smtClean="0"/>
              <a:t> </a:t>
            </a:r>
            <a:r>
              <a:rPr lang="en-US" sz="3200" dirty="0" err="1" smtClean="0"/>
              <a:t>hanehoan’izy</a:t>
            </a:r>
            <a:r>
              <a:rPr lang="en-US" sz="3200" dirty="0" smtClean="0"/>
              <a:t> </a:t>
            </a:r>
            <a:r>
              <a:rPr lang="en-US" sz="3200" dirty="0" err="1" smtClean="0"/>
              <a:t>ireo</a:t>
            </a:r>
            <a:r>
              <a:rPr lang="en-US" sz="3200" dirty="0" smtClean="0"/>
              <a:t> </a:t>
            </a:r>
            <a:r>
              <a:rPr lang="en-US" sz="3200" dirty="0" err="1" smtClean="0"/>
              <a:t>izay</a:t>
            </a:r>
            <a:r>
              <a:rPr lang="en-US" sz="3200" dirty="0" smtClean="0"/>
              <a:t> </a:t>
            </a:r>
            <a:r>
              <a:rPr lang="en-US" sz="3200" dirty="0" err="1" smtClean="0"/>
              <a:t>zava-bitany</a:t>
            </a:r>
            <a:endParaRPr lang="en-US" sz="3200" dirty="0"/>
          </a:p>
          <a:p>
            <a:pPr lvl="1"/>
            <a:r>
              <a:rPr lang="en-US" sz="3200" dirty="0" err="1" smtClean="0"/>
              <a:t>Fiiderana</a:t>
            </a:r>
            <a:r>
              <a:rPr lang="en-US" sz="3200" dirty="0" smtClean="0"/>
              <a:t> </a:t>
            </a:r>
            <a:r>
              <a:rPr lang="en-US" sz="3200" dirty="0" err="1" smtClean="0"/>
              <a:t>fisaintsainana</a:t>
            </a:r>
            <a:r>
              <a:rPr lang="en-US" sz="3200" dirty="0" smtClean="0"/>
              <a:t> </a:t>
            </a:r>
            <a:r>
              <a:rPr lang="en-US" sz="3200" dirty="0" err="1" smtClean="0"/>
              <a:t>manokana</a:t>
            </a:r>
            <a:endParaRPr lang="en-US" sz="3200" dirty="0"/>
          </a:p>
        </p:txBody>
      </p:sp>
      <p:sp>
        <p:nvSpPr>
          <p:cNvPr id="144388" name="Text Box 4"/>
          <p:cNvSpPr txBox="1">
            <a:spLocks noChangeArrowheads="1"/>
          </p:cNvSpPr>
          <p:nvPr/>
        </p:nvSpPr>
        <p:spPr bwMode="auto">
          <a:xfrm>
            <a:off x="5486400" y="422275"/>
            <a:ext cx="32385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i="1"/>
              <a:t>Staff Manual pp 126-128</a:t>
            </a:r>
          </a:p>
        </p:txBody>
      </p:sp>
      <p:sp>
        <p:nvSpPr>
          <p:cNvPr id="144390" name="Rectangle 6"/>
          <p:cNvSpPr>
            <a:spLocks noChangeArrowheads="1"/>
          </p:cNvSpPr>
          <p:nvPr/>
        </p:nvSpPr>
        <p:spPr bwMode="auto">
          <a:xfrm>
            <a:off x="1524000" y="4724400"/>
            <a:ext cx="7315200" cy="182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742950" lvl="1" indent="-285750">
              <a:spcBef>
                <a:spcPct val="20000"/>
              </a:spcBef>
              <a:buClr>
                <a:schemeClr val="hlink"/>
              </a:buClr>
              <a:buFontTx/>
              <a:buChar char="–"/>
            </a:pPr>
            <a:r>
              <a:rPr lang="en-US" sz="28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Alefa</a:t>
            </a:r>
            <a:r>
              <a:rPr lang="en-US" sz="28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28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mialoha</a:t>
            </a:r>
            <a:r>
              <a:rPr lang="en-US" sz="28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any @ </a:t>
            </a:r>
            <a:r>
              <a:rPr lang="en-US" sz="28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Mpandrindra</a:t>
            </a:r>
            <a:r>
              <a:rPr lang="en-US" sz="28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28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sy</a:t>
            </a:r>
            <a:r>
              <a:rPr lang="en-US" sz="28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28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ny</a:t>
            </a:r>
            <a:r>
              <a:rPr lang="en-US" sz="28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28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Departemanta</a:t>
            </a:r>
            <a:r>
              <a:rPr lang="en-US" sz="28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28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ny</a:t>
            </a:r>
            <a:r>
              <a:rPr lang="en-US" sz="28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28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daty</a:t>
            </a:r>
            <a:r>
              <a:rPr lang="en-US" sz="28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28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mba</a:t>
            </a:r>
            <a:r>
              <a:rPr lang="en-US" sz="28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28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ahazoany</a:t>
            </a:r>
            <a:r>
              <a:rPr lang="en-US" sz="28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28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manatrika</a:t>
            </a:r>
            <a:r>
              <a:rPr lang="en-US" sz="28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28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eo</a:t>
            </a:r>
            <a:r>
              <a:rPr lang="en-US" sz="28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endParaRPr lang="en-US" sz="2800" dirty="0">
              <a:effectLst>
                <a:outerShdw blurRad="38100" dist="38100" dir="2700000" algn="tl">
                  <a:srgbClr val="808080"/>
                </a:outerShdw>
              </a:effectLst>
              <a:latin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319747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44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44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44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44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443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4387" grpId="0" build="p" autoUpdateAnimBg="0"/>
      <p:bldP spid="144390" grpId="0" build="p" autoUpdateAnimBg="0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8001000" cy="1143000"/>
          </a:xfrm>
        </p:spPr>
        <p:txBody>
          <a:bodyPr/>
          <a:lstStyle/>
          <a:p>
            <a:r>
              <a:rPr lang="en-US" b="1" dirty="0" smtClean="0"/>
              <a:t>INVESTITURE </a:t>
            </a:r>
            <a:endParaRPr lang="en-US" dirty="0"/>
          </a:p>
        </p:txBody>
      </p:sp>
      <p:sp>
        <p:nvSpPr>
          <p:cNvPr id="145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447800"/>
            <a:ext cx="8153400" cy="2971800"/>
          </a:xfrm>
        </p:spPr>
        <p:txBody>
          <a:bodyPr/>
          <a:lstStyle/>
          <a:p>
            <a:pPr lvl="1"/>
            <a:r>
              <a:rPr lang="en-US" sz="3200" dirty="0" err="1" smtClean="0"/>
              <a:t>Haseho</a:t>
            </a:r>
            <a:r>
              <a:rPr lang="en-US" sz="3200" dirty="0" smtClean="0"/>
              <a:t> </a:t>
            </a:r>
            <a:r>
              <a:rPr lang="en-US" sz="3200" dirty="0" err="1" smtClean="0"/>
              <a:t>ireo</a:t>
            </a:r>
            <a:r>
              <a:rPr lang="en-US" sz="3200" dirty="0" smtClean="0"/>
              <a:t> </a:t>
            </a:r>
            <a:r>
              <a:rPr lang="en-US" sz="3200" dirty="0" err="1" smtClean="0"/>
              <a:t>dingana</a:t>
            </a:r>
            <a:r>
              <a:rPr lang="en-US" sz="3200" dirty="0" smtClean="0"/>
              <a:t> vita t@ </a:t>
            </a:r>
            <a:r>
              <a:rPr lang="en-US" sz="3200" dirty="0" err="1" smtClean="0"/>
              <a:t>kilasim-pandrosoana</a:t>
            </a:r>
            <a:endParaRPr lang="en-US" sz="3200" dirty="0"/>
          </a:p>
          <a:p>
            <a:pPr lvl="1"/>
            <a:r>
              <a:rPr lang="en-US" sz="3200" dirty="0" err="1" smtClean="0"/>
              <a:t>Vakiana</a:t>
            </a:r>
            <a:r>
              <a:rPr lang="en-US" sz="3200" dirty="0" smtClean="0"/>
              <a:t> </a:t>
            </a:r>
            <a:r>
              <a:rPr lang="en-US" sz="3200" dirty="0" err="1" smtClean="0"/>
              <a:t>na</a:t>
            </a:r>
            <a:r>
              <a:rPr lang="en-US" sz="3200" dirty="0" smtClean="0"/>
              <a:t> </a:t>
            </a:r>
            <a:r>
              <a:rPr lang="en-US" sz="3200" dirty="0" err="1" smtClean="0"/>
              <a:t>Omena</a:t>
            </a:r>
            <a:r>
              <a:rPr lang="en-US" sz="3200" dirty="0" smtClean="0"/>
              <a:t> </a:t>
            </a:r>
            <a:r>
              <a:rPr lang="en-US" sz="3200" dirty="0" err="1" smtClean="0"/>
              <a:t>ireo</a:t>
            </a:r>
            <a:r>
              <a:rPr lang="en-US" sz="3200" dirty="0" smtClean="0"/>
              <a:t> </a:t>
            </a:r>
            <a:r>
              <a:rPr lang="en-US" sz="3200" dirty="0" err="1" smtClean="0"/>
              <a:t>asa</a:t>
            </a:r>
            <a:r>
              <a:rPr lang="en-US" sz="3200" dirty="0" smtClean="0"/>
              <a:t> </a:t>
            </a:r>
            <a:r>
              <a:rPr lang="en-US" sz="3200" dirty="0" err="1" smtClean="0"/>
              <a:t>manavanana</a:t>
            </a:r>
            <a:r>
              <a:rPr lang="en-US" sz="3200" dirty="0" smtClean="0"/>
              <a:t> </a:t>
            </a:r>
            <a:r>
              <a:rPr lang="en-US" sz="3200" dirty="0" err="1" smtClean="0"/>
              <a:t>azo</a:t>
            </a:r>
            <a:r>
              <a:rPr lang="en-US" sz="3200" dirty="0" smtClean="0"/>
              <a:t> </a:t>
            </a:r>
            <a:r>
              <a:rPr lang="en-US" sz="3200" dirty="0" err="1" smtClean="0"/>
              <a:t>nandritra</a:t>
            </a:r>
            <a:r>
              <a:rPr lang="en-US" sz="3200" dirty="0" smtClean="0"/>
              <a:t> </a:t>
            </a:r>
            <a:r>
              <a:rPr lang="en-US" sz="3200" dirty="0" err="1" smtClean="0"/>
              <a:t>ny</a:t>
            </a:r>
            <a:r>
              <a:rPr lang="en-US" sz="3200" dirty="0" smtClean="0"/>
              <a:t> </a:t>
            </a:r>
            <a:r>
              <a:rPr lang="en-US" sz="3200" dirty="0" err="1" smtClean="0"/>
              <a:t>taona</a:t>
            </a:r>
            <a:endParaRPr lang="en-US" sz="3200" dirty="0"/>
          </a:p>
          <a:p>
            <a:pPr lvl="1"/>
            <a:r>
              <a:rPr lang="en-US" sz="3200" dirty="0" err="1" smtClean="0"/>
              <a:t>Hafarana</a:t>
            </a:r>
            <a:r>
              <a:rPr lang="en-US" sz="3200" dirty="0" smtClean="0"/>
              <a:t> @ </a:t>
            </a:r>
            <a:r>
              <a:rPr lang="en-US" sz="3200" dirty="0" err="1" smtClean="0"/>
              <a:t>alàlan’ny</a:t>
            </a:r>
            <a:r>
              <a:rPr lang="en-US" sz="3200" dirty="0" smtClean="0"/>
              <a:t> CR </a:t>
            </a:r>
            <a:r>
              <a:rPr lang="en-US" sz="3200" dirty="0" err="1" smtClean="0"/>
              <a:t>ireo</a:t>
            </a:r>
            <a:r>
              <a:rPr lang="en-US" sz="3200" dirty="0" smtClean="0"/>
              <a:t> </a:t>
            </a:r>
            <a:r>
              <a:rPr lang="en-US" sz="3200" dirty="0" err="1" smtClean="0"/>
              <a:t>fitaovana</a:t>
            </a:r>
            <a:r>
              <a:rPr lang="en-US" sz="3200" dirty="0" smtClean="0"/>
              <a:t> </a:t>
            </a:r>
            <a:r>
              <a:rPr lang="en-US" sz="3200" dirty="0" err="1" smtClean="0"/>
              <a:t>farafahatarany</a:t>
            </a:r>
            <a:r>
              <a:rPr lang="en-US" sz="3200" dirty="0" smtClean="0"/>
              <a:t> </a:t>
            </a:r>
            <a:r>
              <a:rPr lang="en-US" sz="3200" dirty="0" err="1" smtClean="0"/>
              <a:t>iray</a:t>
            </a:r>
            <a:r>
              <a:rPr lang="en-US" sz="3200" dirty="0" smtClean="0"/>
              <a:t> </a:t>
            </a:r>
            <a:r>
              <a:rPr lang="en-US" sz="3200" dirty="0" err="1" smtClean="0"/>
              <a:t>volana</a:t>
            </a:r>
            <a:r>
              <a:rPr lang="en-US" sz="3200" dirty="0" smtClean="0"/>
              <a:t> </a:t>
            </a:r>
            <a:r>
              <a:rPr lang="en-US" sz="3200" dirty="0" err="1" smtClean="0"/>
              <a:t>mialoha</a:t>
            </a:r>
            <a:endParaRPr lang="en-US" sz="3200" dirty="0"/>
          </a:p>
        </p:txBody>
      </p:sp>
      <p:sp>
        <p:nvSpPr>
          <p:cNvPr id="145412" name="Text Box 4"/>
          <p:cNvSpPr txBox="1">
            <a:spLocks noChangeArrowheads="1"/>
          </p:cNvSpPr>
          <p:nvPr/>
        </p:nvSpPr>
        <p:spPr bwMode="auto">
          <a:xfrm>
            <a:off x="5486400" y="422275"/>
            <a:ext cx="32385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i="1"/>
              <a:t>Staff Manual pp 126-128</a:t>
            </a:r>
          </a:p>
        </p:txBody>
      </p:sp>
    </p:spTree>
    <p:extLst>
      <p:ext uri="{BB962C8B-B14F-4D97-AF65-F5344CB8AC3E}">
        <p14:creationId xmlns:p14="http://schemas.microsoft.com/office/powerpoint/2010/main" val="96194595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45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45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45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5411" grpId="0" build="p" autoUpdateAnimBg="0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74" name="Rectangle 2"/>
          <p:cNvSpPr>
            <a:spLocks noChangeArrowheads="1"/>
          </p:cNvSpPr>
          <p:nvPr/>
        </p:nvSpPr>
        <p:spPr bwMode="auto">
          <a:xfrm>
            <a:off x="0" y="0"/>
            <a:ext cx="9601200" cy="6858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</p:spTree>
  </p:cSld>
  <p:clrMapOvr>
    <a:masterClrMapping/>
  </p:clrMapOvr>
  <p:transition spd="med"/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566" name="Picture 6" descr="DOG"/>
          <p:cNvPicPr>
            <a:picLocks noChangeAspect="1" noChangeArrowheads="1"/>
          </p:cNvPicPr>
          <p:nvPr/>
        </p:nvPicPr>
        <p:blipFill>
          <a:blip r:embed="rId2" cstate="print"/>
          <a:srcRect t="11971" r="2177" b="5403"/>
          <a:stretch>
            <a:fillRect/>
          </a:stretch>
        </p:blipFill>
        <p:spPr bwMode="auto">
          <a:xfrm>
            <a:off x="2411413" y="492125"/>
            <a:ext cx="6046787" cy="5803900"/>
          </a:xfrm>
          <a:prstGeom prst="rect">
            <a:avLst/>
          </a:prstGeom>
          <a:noFill/>
        </p:spPr>
      </p:pic>
      <p:sp>
        <p:nvSpPr>
          <p:cNvPr id="66568" name="Text Box 8"/>
          <p:cNvSpPr txBox="1">
            <a:spLocks noChangeArrowheads="1"/>
          </p:cNvSpPr>
          <p:nvPr/>
        </p:nvSpPr>
        <p:spPr bwMode="auto">
          <a:xfrm>
            <a:off x="365125" y="546100"/>
            <a:ext cx="2073275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US" sz="3200" dirty="0" err="1" smtClean="0">
                <a:latin typeface="Arial" charset="0"/>
              </a:rPr>
              <a:t>Hitanareo</a:t>
            </a:r>
            <a:r>
              <a:rPr lang="en-US" sz="3200" dirty="0" smtClean="0">
                <a:latin typeface="Arial" charset="0"/>
              </a:rPr>
              <a:t> </a:t>
            </a:r>
            <a:r>
              <a:rPr lang="en-US" sz="3200" dirty="0" err="1" smtClean="0">
                <a:latin typeface="Arial" charset="0"/>
              </a:rPr>
              <a:t>ve</a:t>
            </a:r>
            <a:r>
              <a:rPr lang="en-US" sz="3200" dirty="0" smtClean="0">
                <a:latin typeface="Arial" charset="0"/>
              </a:rPr>
              <a:t> Chef??</a:t>
            </a:r>
          </a:p>
          <a:p>
            <a:pPr algn="ctr"/>
            <a:r>
              <a:rPr lang="en-US" sz="3200" dirty="0" smtClean="0">
                <a:latin typeface="Arial" charset="0"/>
              </a:rPr>
              <a:t> </a:t>
            </a:r>
            <a:endParaRPr lang="en-US" sz="3200" dirty="0">
              <a:latin typeface="Arial" charset="0"/>
            </a:endParaRPr>
          </a:p>
        </p:txBody>
      </p:sp>
    </p:spTree>
  </p:cSld>
  <p:clrMapOvr>
    <a:masterClrMapping/>
  </p:clrMapOvr>
  <p:transition spd="med">
    <p:dissolve/>
  </p:transition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24" name="Picture 1028" descr="dog-answer-red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38400" y="501650"/>
            <a:ext cx="6019800" cy="5786438"/>
          </a:xfrm>
          <a:prstGeom prst="rect">
            <a:avLst/>
          </a:prstGeom>
          <a:noFill/>
        </p:spPr>
      </p:pic>
      <p:sp>
        <p:nvSpPr>
          <p:cNvPr id="184325" name="Text Box 1029"/>
          <p:cNvSpPr txBox="1">
            <a:spLocks noChangeArrowheads="1"/>
          </p:cNvSpPr>
          <p:nvPr/>
        </p:nvSpPr>
        <p:spPr bwMode="auto">
          <a:xfrm>
            <a:off x="365125" y="546100"/>
            <a:ext cx="1692275" cy="17543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en-US" sz="3600" dirty="0" err="1" smtClean="0">
                <a:latin typeface="Arial" charset="0"/>
              </a:rPr>
              <a:t>Hitanareo</a:t>
            </a:r>
            <a:r>
              <a:rPr lang="en-US" sz="3600" dirty="0" smtClean="0">
                <a:latin typeface="Arial" charset="0"/>
              </a:rPr>
              <a:t> </a:t>
            </a:r>
            <a:r>
              <a:rPr lang="en-US" sz="3600" dirty="0" err="1" smtClean="0">
                <a:latin typeface="Arial" charset="0"/>
              </a:rPr>
              <a:t>ve</a:t>
            </a:r>
            <a:r>
              <a:rPr lang="en-US" sz="3600" dirty="0" smtClean="0">
                <a:latin typeface="Arial" charset="0"/>
              </a:rPr>
              <a:t> Chef??</a:t>
            </a:r>
          </a:p>
        </p:txBody>
      </p:sp>
    </p:spTree>
  </p:cSld>
  <p:clrMapOvr>
    <a:masterClrMapping/>
  </p:clrMapOvr>
  <p:transition spd="med">
    <p:dissolve/>
  </p:transition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346" name="Picture 2" descr="DOG"/>
          <p:cNvPicPr>
            <a:picLocks noChangeAspect="1" noChangeArrowheads="1"/>
          </p:cNvPicPr>
          <p:nvPr/>
        </p:nvPicPr>
        <p:blipFill>
          <a:blip r:embed="rId2" cstate="print"/>
          <a:srcRect t="11971" r="2177" b="5403"/>
          <a:stretch>
            <a:fillRect/>
          </a:stretch>
        </p:blipFill>
        <p:spPr bwMode="auto">
          <a:xfrm>
            <a:off x="2411413" y="492125"/>
            <a:ext cx="6046787" cy="5803900"/>
          </a:xfrm>
          <a:prstGeom prst="rect">
            <a:avLst/>
          </a:prstGeom>
          <a:noFill/>
        </p:spPr>
      </p:pic>
      <p:sp>
        <p:nvSpPr>
          <p:cNvPr id="185347" name="Text Box 3"/>
          <p:cNvSpPr txBox="1">
            <a:spLocks noChangeArrowheads="1"/>
          </p:cNvSpPr>
          <p:nvPr/>
        </p:nvSpPr>
        <p:spPr bwMode="auto">
          <a:xfrm>
            <a:off x="365125" y="546100"/>
            <a:ext cx="1692275" cy="3416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en-US" sz="3600" dirty="0" err="1" smtClean="0">
                <a:latin typeface="Arial" charset="0"/>
              </a:rPr>
              <a:t>Hita-nareo</a:t>
            </a:r>
            <a:r>
              <a:rPr lang="en-US" sz="3600" dirty="0" smtClean="0">
                <a:latin typeface="Arial" charset="0"/>
              </a:rPr>
              <a:t> @</a:t>
            </a:r>
            <a:r>
              <a:rPr lang="en-US" sz="3600" dirty="0" err="1" smtClean="0">
                <a:latin typeface="Arial" charset="0"/>
              </a:rPr>
              <a:t>izay</a:t>
            </a:r>
            <a:r>
              <a:rPr lang="en-US" sz="3600" dirty="0" smtClean="0">
                <a:latin typeface="Arial" charset="0"/>
              </a:rPr>
              <a:t> </a:t>
            </a:r>
            <a:r>
              <a:rPr lang="en-US" sz="3600" dirty="0" err="1" smtClean="0">
                <a:latin typeface="Arial" charset="0"/>
              </a:rPr>
              <a:t>ve</a:t>
            </a:r>
            <a:r>
              <a:rPr lang="en-US" sz="3600" dirty="0" smtClean="0">
                <a:latin typeface="Arial" charset="0"/>
              </a:rPr>
              <a:t> Chef??</a:t>
            </a:r>
          </a:p>
          <a:p>
            <a:pPr algn="ctr"/>
            <a:r>
              <a:rPr lang="en-US" sz="3600" dirty="0" smtClean="0">
                <a:latin typeface="Arial" charset="0"/>
              </a:rPr>
              <a:t> </a:t>
            </a:r>
            <a:endParaRPr lang="en-US" sz="3600" dirty="0">
              <a:latin typeface="Arial" charset="0"/>
            </a:endParaRPr>
          </a:p>
        </p:txBody>
      </p:sp>
    </p:spTree>
  </p:cSld>
  <p:clrMapOvr>
    <a:masterClrMapping/>
  </p:clrMapOvr>
  <p:transition spd="med">
    <p:dissolve/>
  </p:transition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idx="4294967295"/>
          </p:nvPr>
        </p:nvSpPr>
        <p:spPr>
          <a:xfrm>
            <a:off x="1375063" y="1314450"/>
            <a:ext cx="7387937" cy="1132609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		FIZARANA </a:t>
            </a:r>
            <a:r>
              <a:rPr lang="en-US" b="1" dirty="0">
                <a:solidFill>
                  <a:schemeClr val="tx1"/>
                </a:solidFill>
              </a:rPr>
              <a:t>#</a:t>
            </a:r>
            <a:r>
              <a:rPr lang="en-US" b="1" dirty="0" smtClean="0">
                <a:solidFill>
                  <a:schemeClr val="tx1"/>
                </a:solidFill>
              </a:rPr>
              <a:t>6</a:t>
            </a:r>
            <a:r>
              <a:rPr lang="fr-FR" dirty="0">
                <a:solidFill>
                  <a:schemeClr val="tx1"/>
                </a:solidFill>
              </a:rPr>
              <a:t/>
            </a:r>
            <a:br>
              <a:rPr lang="fr-FR" dirty="0">
                <a:solidFill>
                  <a:schemeClr val="tx1"/>
                </a:solidFill>
              </a:rPr>
            </a:br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286000" y="2459504"/>
            <a:ext cx="4572000" cy="3170099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fr-FR" sz="4000" b="1" dirty="0"/>
              <a:t>FAMPIANARANA </a:t>
            </a:r>
            <a:r>
              <a:rPr lang="fr-FR" sz="4000" b="1" dirty="0" smtClean="0"/>
              <a:t> </a:t>
            </a:r>
            <a:r>
              <a:rPr lang="fr-FR" sz="4000" b="1" dirty="0"/>
              <a:t>NY </a:t>
            </a:r>
            <a:r>
              <a:rPr lang="fr-FR" sz="4000" b="1" dirty="0" smtClean="0"/>
              <a:t>KILASIM-PANDROSOANA </a:t>
            </a:r>
            <a:r>
              <a:rPr lang="fr-FR" sz="4000" b="1" dirty="0"/>
              <a:t>(120mn)</a:t>
            </a:r>
            <a:br>
              <a:rPr lang="fr-FR" sz="4000" b="1" dirty="0"/>
            </a:br>
            <a:endParaRPr lang="fr-FR" sz="4000" b="1" dirty="0"/>
          </a:p>
        </p:txBody>
      </p:sp>
    </p:spTree>
    <p:extLst>
      <p:ext uri="{BB962C8B-B14F-4D97-AF65-F5344CB8AC3E}">
        <p14:creationId xmlns:p14="http://schemas.microsoft.com/office/powerpoint/2010/main" val="3221869377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idx="4294967295"/>
          </p:nvPr>
        </p:nvSpPr>
        <p:spPr>
          <a:xfrm>
            <a:off x="457200" y="685800"/>
            <a:ext cx="8153400" cy="1132609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tx1"/>
                </a:solidFill>
              </a:rPr>
              <a:t>		</a:t>
            </a:r>
            <a:r>
              <a:rPr lang="en-US" b="1" dirty="0">
                <a:solidFill>
                  <a:schemeClr val="tx1"/>
                </a:solidFill>
              </a:rPr>
              <a:t> </a:t>
            </a:r>
            <a:r>
              <a:rPr lang="fr-FR" dirty="0">
                <a:solidFill>
                  <a:schemeClr val="tx1"/>
                </a:solidFill>
              </a:rPr>
              <a:t/>
            </a:r>
            <a:br>
              <a:rPr lang="fr-FR" dirty="0">
                <a:solidFill>
                  <a:schemeClr val="tx1"/>
                </a:solidFill>
              </a:rPr>
            </a:br>
            <a:r>
              <a:rPr lang="en-US" b="1" dirty="0" smtClean="0">
                <a:solidFill>
                  <a:schemeClr val="tx1"/>
                </a:solidFill>
              </a:rPr>
              <a:t>ZAVA-KENDRENA</a:t>
            </a:r>
            <a:r>
              <a:rPr lang="fr-FR" dirty="0">
                <a:solidFill>
                  <a:schemeClr val="tx1"/>
                </a:solidFill>
              </a:rPr>
              <a:t/>
            </a:r>
            <a:br>
              <a:rPr lang="fr-FR" dirty="0">
                <a:solidFill>
                  <a:schemeClr val="tx1"/>
                </a:solidFill>
              </a:rPr>
            </a:br>
            <a:r>
              <a:rPr lang="en-US" dirty="0" err="1">
                <a:solidFill>
                  <a:schemeClr val="tx1"/>
                </a:solidFill>
              </a:rPr>
              <a:t>Ny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Hahita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ny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mahazava-dehibe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sy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ny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tombambidin’ny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fomba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fampianarana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tia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karokaroka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ary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ny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hianarana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ireo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fomba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hampivelarana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ny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fahaiza-mitarika</a:t>
            </a:r>
            <a:r>
              <a:rPr lang="en-US" dirty="0">
                <a:solidFill>
                  <a:schemeClr val="tx1"/>
                </a:solidFill>
              </a:rPr>
              <a:t>. </a:t>
            </a:r>
            <a:r>
              <a:rPr lang="en-US" dirty="0" err="1">
                <a:solidFill>
                  <a:schemeClr val="tx1"/>
                </a:solidFill>
              </a:rPr>
              <a:t>Hanome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ireo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zavatra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rehetra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ilaina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hampianarana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ny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Mpisavalalana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smtClean="0">
                <a:solidFill>
                  <a:schemeClr val="tx1"/>
                </a:solidFill>
              </a:rPr>
              <a:t>	</a:t>
            </a:r>
            <a:r>
              <a:rPr lang="en-US" dirty="0" err="1" smtClean="0">
                <a:solidFill>
                  <a:schemeClr val="tx1"/>
                </a:solidFill>
              </a:rPr>
              <a:t>ireo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kilasaim-pandrosoana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smtClean="0">
                <a:solidFill>
                  <a:schemeClr val="tx1"/>
                </a:solidFill>
              </a:rPr>
              <a:t>		</a:t>
            </a:r>
            <a:r>
              <a:rPr lang="en-US" dirty="0" err="1" smtClean="0">
                <a:solidFill>
                  <a:schemeClr val="tx1"/>
                </a:solidFill>
              </a:rPr>
              <a:t>amin’ny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fomba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tia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karokaroka</a:t>
            </a:r>
            <a:r>
              <a:rPr lang="en-US" dirty="0">
                <a:solidFill>
                  <a:schemeClr val="tx1"/>
                </a:solidFill>
              </a:rPr>
              <a:t>.</a:t>
            </a:r>
            <a:r>
              <a:rPr lang="fr-FR" dirty="0">
                <a:solidFill>
                  <a:schemeClr val="tx1"/>
                </a:solidFill>
              </a:rPr>
              <a:t/>
            </a:r>
            <a:br>
              <a:rPr lang="fr-FR" dirty="0">
                <a:solidFill>
                  <a:schemeClr val="tx1"/>
                </a:solidFill>
              </a:rPr>
            </a:br>
            <a:endParaRPr lang="fr-FR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9974728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4294967295"/>
          </p:nvPr>
        </p:nvSpPr>
        <p:spPr>
          <a:xfrm>
            <a:off x="685800" y="685800"/>
            <a:ext cx="7924800" cy="290988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/>
              <a:t>FANAZAVANA</a:t>
            </a:r>
            <a:endParaRPr lang="fr-FR" sz="2400" dirty="0"/>
          </a:p>
          <a:p>
            <a:pPr marL="0" indent="0">
              <a:buNone/>
            </a:pPr>
            <a:r>
              <a:rPr lang="en-US" sz="2400" dirty="0" err="1"/>
              <a:t>Ireo</a:t>
            </a:r>
            <a:r>
              <a:rPr lang="en-US" sz="2400" dirty="0"/>
              <a:t> </a:t>
            </a:r>
            <a:r>
              <a:rPr lang="en-US" sz="2400" dirty="0" err="1"/>
              <a:t>mpandray</a:t>
            </a:r>
            <a:r>
              <a:rPr lang="en-US" sz="2400" dirty="0"/>
              <a:t> </a:t>
            </a:r>
            <a:r>
              <a:rPr lang="en-US" sz="2400" dirty="0" err="1"/>
              <a:t>anjara</a:t>
            </a:r>
            <a:r>
              <a:rPr lang="en-US" sz="2400" dirty="0"/>
              <a:t> </a:t>
            </a:r>
            <a:r>
              <a:rPr lang="en-US" sz="2400" dirty="0" err="1"/>
              <a:t>amin’ny</a:t>
            </a:r>
            <a:r>
              <a:rPr lang="en-US" sz="2400" dirty="0"/>
              <a:t> </a:t>
            </a:r>
            <a:r>
              <a:rPr lang="en-US" sz="2400" dirty="0" err="1"/>
              <a:t>fampianarana</a:t>
            </a:r>
            <a:r>
              <a:rPr lang="en-US" sz="2400" dirty="0"/>
              <a:t> </a:t>
            </a:r>
            <a:r>
              <a:rPr lang="en-US" sz="2400" dirty="0" err="1"/>
              <a:t>dia</a:t>
            </a:r>
            <a:r>
              <a:rPr lang="en-US" sz="2400" dirty="0"/>
              <a:t> </a:t>
            </a:r>
            <a:r>
              <a:rPr lang="en-US" sz="2400" dirty="0" err="1"/>
              <a:t>hanome</a:t>
            </a:r>
            <a:r>
              <a:rPr lang="en-US" sz="2400" dirty="0"/>
              <a:t> </a:t>
            </a:r>
            <a:r>
              <a:rPr lang="en-US" sz="2400" dirty="0" err="1"/>
              <a:t>lesona</a:t>
            </a:r>
            <a:r>
              <a:rPr lang="en-US" sz="2400" dirty="0"/>
              <a:t> </a:t>
            </a:r>
            <a:r>
              <a:rPr lang="en-US" sz="2400" dirty="0" err="1"/>
              <a:t>amin’ireto</a:t>
            </a:r>
            <a:r>
              <a:rPr lang="en-US" sz="2400" dirty="0"/>
              <a:t> </a:t>
            </a:r>
            <a:r>
              <a:rPr lang="en-US" sz="2400" dirty="0" err="1"/>
              <a:t>faritra</a:t>
            </a:r>
            <a:r>
              <a:rPr lang="en-US" sz="2400" dirty="0"/>
              <a:t> </a:t>
            </a:r>
            <a:r>
              <a:rPr lang="en-US" sz="2400" dirty="0" err="1"/>
              <a:t>roa</a:t>
            </a:r>
            <a:r>
              <a:rPr lang="en-US" sz="2400" dirty="0"/>
              <a:t> </a:t>
            </a:r>
            <a:r>
              <a:rPr lang="en-US" sz="2400" dirty="0" err="1"/>
              <a:t>fototra</a:t>
            </a:r>
            <a:r>
              <a:rPr lang="en-US" sz="2400" dirty="0"/>
              <a:t> </a:t>
            </a:r>
            <a:r>
              <a:rPr lang="en-US" sz="2400" dirty="0" err="1"/>
              <a:t>ireto</a:t>
            </a:r>
            <a:r>
              <a:rPr lang="en-US" sz="2400" dirty="0"/>
              <a:t>:</a:t>
            </a:r>
            <a:endParaRPr lang="fr-FR" sz="2400" dirty="0"/>
          </a:p>
          <a:p>
            <a:pPr marL="0" indent="0">
              <a:buNone/>
            </a:pPr>
            <a:endParaRPr lang="en-US" sz="2400" dirty="0"/>
          </a:p>
          <a:p>
            <a:pPr marL="457200" indent="-457200">
              <a:buFont typeface="+mj-lt"/>
              <a:buAutoNum type="arabicPeriod"/>
            </a:pPr>
            <a:r>
              <a:rPr lang="en-US" sz="2400" dirty="0" err="1"/>
              <a:t>Mahatakatra</a:t>
            </a:r>
            <a:r>
              <a:rPr lang="en-US" sz="2400" dirty="0"/>
              <a:t> </a:t>
            </a:r>
            <a:r>
              <a:rPr lang="en-US" sz="2400" dirty="0" err="1"/>
              <a:t>ny</a:t>
            </a:r>
            <a:r>
              <a:rPr lang="en-US" sz="2400" dirty="0"/>
              <a:t> </a:t>
            </a:r>
            <a:r>
              <a:rPr lang="en-US" sz="2400" dirty="0" err="1"/>
              <a:t>atao</a:t>
            </a:r>
            <a:r>
              <a:rPr lang="en-US" sz="2400" dirty="0"/>
              <a:t> hoe </a:t>
            </a:r>
            <a:r>
              <a:rPr lang="en-US" sz="2400" dirty="0" err="1"/>
              <a:t>fahaiza-mikaroka</a:t>
            </a:r>
            <a:r>
              <a:rPr lang="en-US" sz="2400" dirty="0" smtClean="0"/>
              <a:t>……. </a:t>
            </a:r>
            <a:r>
              <a:rPr lang="en-US" sz="2400" dirty="0"/>
              <a:t>(45mn)</a:t>
            </a:r>
            <a:endParaRPr lang="fr-FR" sz="2400" dirty="0"/>
          </a:p>
          <a:p>
            <a:pPr lvl="1" algn="ctr"/>
            <a:r>
              <a:rPr lang="en-US" dirty="0" err="1"/>
              <a:t>Ireo</a:t>
            </a:r>
            <a:r>
              <a:rPr lang="en-US" dirty="0"/>
              <a:t> </a:t>
            </a:r>
            <a:r>
              <a:rPr lang="en-US" dirty="0" err="1"/>
              <a:t>zava-kendrena</a:t>
            </a:r>
            <a:r>
              <a:rPr lang="en-US" dirty="0"/>
              <a:t> </a:t>
            </a:r>
            <a:r>
              <a:rPr lang="en-US" dirty="0" err="1"/>
              <a:t>sy</a:t>
            </a:r>
            <a:r>
              <a:rPr lang="en-US" dirty="0"/>
              <a:t> </a:t>
            </a:r>
            <a:r>
              <a:rPr lang="en-US" dirty="0" err="1"/>
              <a:t>ny</a:t>
            </a:r>
            <a:r>
              <a:rPr lang="en-US" dirty="0"/>
              <a:t> </a:t>
            </a:r>
            <a:r>
              <a:rPr lang="en-US" dirty="0" err="1"/>
              <a:t>tombambidin’ny</a:t>
            </a:r>
            <a:r>
              <a:rPr lang="en-US" dirty="0"/>
              <a:t> </a:t>
            </a:r>
            <a:r>
              <a:rPr lang="en-US" dirty="0" err="1"/>
              <a:t>fampiasana</a:t>
            </a:r>
            <a:r>
              <a:rPr lang="en-US" dirty="0"/>
              <a:t> </a:t>
            </a:r>
            <a:r>
              <a:rPr lang="en-US" dirty="0" err="1"/>
              <a:t>ireo</a:t>
            </a:r>
            <a:r>
              <a:rPr lang="en-US" dirty="0"/>
              <a:t> </a:t>
            </a:r>
            <a:r>
              <a:rPr lang="en-US" dirty="0" err="1"/>
              <a:t>hetsika</a:t>
            </a:r>
            <a:r>
              <a:rPr lang="en-US" dirty="0"/>
              <a:t> </a:t>
            </a:r>
            <a:r>
              <a:rPr lang="en-US" dirty="0" err="1"/>
              <a:t>mampivelatra</a:t>
            </a:r>
            <a:r>
              <a:rPr lang="en-US" dirty="0"/>
              <a:t> </a:t>
            </a:r>
            <a:r>
              <a:rPr lang="en-US" dirty="0" err="1"/>
              <a:t>ny</a:t>
            </a:r>
            <a:r>
              <a:rPr lang="en-US" dirty="0"/>
              <a:t> </a:t>
            </a:r>
            <a:r>
              <a:rPr lang="en-US" dirty="0" err="1" smtClean="0"/>
              <a:t>fahaiza-mikaroka</a:t>
            </a:r>
            <a:r>
              <a:rPr lang="en-US" dirty="0" smtClean="0"/>
              <a:t> </a:t>
            </a:r>
            <a:endParaRPr lang="fr-FR" dirty="0"/>
          </a:p>
          <a:p>
            <a:pPr lvl="1" algn="ctr"/>
            <a:r>
              <a:rPr lang="en-US" dirty="0" smtClean="0"/>
              <a:t> </a:t>
            </a:r>
            <a:r>
              <a:rPr lang="en-US" dirty="0" err="1" smtClean="0"/>
              <a:t>Ireo</a:t>
            </a:r>
            <a:r>
              <a:rPr lang="en-US" dirty="0" smtClean="0"/>
              <a:t> </a:t>
            </a:r>
            <a:r>
              <a:rPr lang="en-US" dirty="0" err="1"/>
              <a:t>dingana</a:t>
            </a:r>
            <a:r>
              <a:rPr lang="en-US" dirty="0"/>
              <a:t> </a:t>
            </a:r>
            <a:r>
              <a:rPr lang="en-US" dirty="0" err="1"/>
              <a:t>arahina</a:t>
            </a:r>
            <a:r>
              <a:rPr lang="en-US" dirty="0"/>
              <a:t> </a:t>
            </a:r>
            <a:r>
              <a:rPr lang="en-US" dirty="0" err="1"/>
              <a:t>amin’izany</a:t>
            </a:r>
            <a:endParaRPr lang="fr-FR" dirty="0"/>
          </a:p>
          <a:p>
            <a:pPr lvl="1" algn="ctr"/>
            <a:r>
              <a:rPr lang="en-US" dirty="0" err="1"/>
              <a:t>Ireo</a:t>
            </a:r>
            <a:r>
              <a:rPr lang="en-US" dirty="0"/>
              <a:t> </a:t>
            </a:r>
            <a:r>
              <a:rPr lang="en-US" dirty="0" err="1"/>
              <a:t>fitaovana</a:t>
            </a:r>
            <a:r>
              <a:rPr lang="en-US" dirty="0"/>
              <a:t> </a:t>
            </a:r>
            <a:r>
              <a:rPr lang="en-US" dirty="0" err="1"/>
              <a:t>amin’ny</a:t>
            </a:r>
            <a:r>
              <a:rPr lang="en-US" dirty="0"/>
              <a:t> </a:t>
            </a:r>
            <a:r>
              <a:rPr lang="en-US" dirty="0" err="1"/>
              <a:t>fahaiza-mikaroka</a:t>
            </a:r>
            <a:endParaRPr lang="fr-FR" dirty="0"/>
          </a:p>
          <a:p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494524329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80555" y="878029"/>
            <a:ext cx="7408718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3000" dirty="0" smtClean="0"/>
              <a:t>2- </a:t>
            </a:r>
            <a:r>
              <a:rPr lang="en-US" sz="3000" dirty="0" err="1" smtClean="0"/>
              <a:t>Mampianatra</a:t>
            </a:r>
            <a:r>
              <a:rPr lang="en-US" sz="3000" dirty="0" smtClean="0"/>
              <a:t> </a:t>
            </a:r>
            <a:r>
              <a:rPr lang="en-US" sz="3000" dirty="0" err="1"/>
              <a:t>ny</a:t>
            </a:r>
            <a:r>
              <a:rPr lang="en-US" sz="3000" dirty="0"/>
              <a:t> </a:t>
            </a:r>
            <a:r>
              <a:rPr lang="en-US" sz="3000" dirty="0" err="1"/>
              <a:t>kilasim-pandrosoana</a:t>
            </a:r>
            <a:r>
              <a:rPr lang="en-US" sz="3000" dirty="0"/>
              <a:t> </a:t>
            </a:r>
            <a:r>
              <a:rPr lang="en-US" sz="3000" dirty="0" err="1"/>
              <a:t>amin’ny</a:t>
            </a:r>
            <a:r>
              <a:rPr lang="en-US" sz="3000" dirty="0"/>
              <a:t> </a:t>
            </a:r>
            <a:r>
              <a:rPr lang="en-US" sz="3000" dirty="0" err="1" smtClean="0"/>
              <a:t>fomba</a:t>
            </a:r>
            <a:r>
              <a:rPr lang="en-US" sz="3000" dirty="0" smtClean="0"/>
              <a:t> </a:t>
            </a:r>
            <a:r>
              <a:rPr lang="en-US" sz="3000" dirty="0" err="1"/>
              <a:t>tia</a:t>
            </a:r>
            <a:r>
              <a:rPr lang="en-US" sz="3000" dirty="0"/>
              <a:t> </a:t>
            </a:r>
            <a:r>
              <a:rPr lang="en-US" sz="3000" dirty="0" err="1"/>
              <a:t>karokaroka</a:t>
            </a:r>
            <a:r>
              <a:rPr lang="en-US" sz="3000" dirty="0"/>
              <a:t> …… (75mn)</a:t>
            </a:r>
            <a:endParaRPr lang="fr-FR" sz="3000" dirty="0"/>
          </a:p>
          <a:p>
            <a:pPr marL="771525" lvl="1" indent="-428625">
              <a:buFont typeface="Arial" panose="020B0604020202020204" pitchFamily="34" charset="0"/>
              <a:buChar char="•"/>
            </a:pPr>
            <a:r>
              <a:rPr lang="en-US" sz="3000" dirty="0" err="1"/>
              <a:t>Ilaina</a:t>
            </a:r>
            <a:r>
              <a:rPr lang="en-US" sz="3000" dirty="0"/>
              <a:t> </a:t>
            </a:r>
            <a:r>
              <a:rPr lang="en-US" sz="3000" dirty="0" err="1"/>
              <a:t>ny</a:t>
            </a:r>
            <a:r>
              <a:rPr lang="en-US" sz="3000" dirty="0"/>
              <a:t> </a:t>
            </a:r>
            <a:r>
              <a:rPr lang="en-US" sz="3000" dirty="0" err="1"/>
              <a:t>mianatra</a:t>
            </a:r>
            <a:r>
              <a:rPr lang="en-US" sz="3000" dirty="0"/>
              <a:t> </a:t>
            </a:r>
            <a:r>
              <a:rPr lang="en-US" sz="3000" dirty="0" err="1"/>
              <a:t>ny</a:t>
            </a:r>
            <a:r>
              <a:rPr lang="en-US" sz="3000" dirty="0"/>
              <a:t> </a:t>
            </a:r>
            <a:r>
              <a:rPr lang="en-US" sz="3000" dirty="0" err="1"/>
              <a:t>kilasim-pandrosoana</a:t>
            </a:r>
            <a:endParaRPr lang="fr-FR" sz="3000" dirty="0"/>
          </a:p>
          <a:p>
            <a:pPr marL="771525" lvl="1" indent="-428625">
              <a:buFont typeface="Arial" panose="020B0604020202020204" pitchFamily="34" charset="0"/>
              <a:buChar char="•"/>
            </a:pPr>
            <a:r>
              <a:rPr lang="en-US" sz="3000" dirty="0" err="1"/>
              <a:t>Jerena</a:t>
            </a:r>
            <a:r>
              <a:rPr lang="en-US" sz="3000" dirty="0"/>
              <a:t> </a:t>
            </a:r>
            <a:r>
              <a:rPr lang="en-US" sz="3000" dirty="0" err="1"/>
              <a:t>ireo</a:t>
            </a:r>
            <a:r>
              <a:rPr lang="en-US" sz="3000" dirty="0"/>
              <a:t> </a:t>
            </a:r>
            <a:r>
              <a:rPr lang="en-US" sz="3000" dirty="0" err="1"/>
              <a:t>zavatra</a:t>
            </a:r>
            <a:r>
              <a:rPr lang="en-US" sz="3000" dirty="0"/>
              <a:t> </a:t>
            </a:r>
            <a:r>
              <a:rPr lang="en-US" sz="3000" dirty="0" err="1"/>
              <a:t>ilain’ny</a:t>
            </a:r>
            <a:r>
              <a:rPr lang="en-US" sz="3000" dirty="0"/>
              <a:t> </a:t>
            </a:r>
            <a:r>
              <a:rPr lang="en-US" sz="3000" dirty="0" err="1"/>
              <a:t>kilasy</a:t>
            </a:r>
            <a:endParaRPr lang="fr-FR" sz="3000" dirty="0"/>
          </a:p>
          <a:p>
            <a:pPr marL="771525" lvl="1" indent="-428625">
              <a:buFont typeface="Arial" panose="020B0604020202020204" pitchFamily="34" charset="0"/>
              <a:buChar char="•"/>
            </a:pPr>
            <a:r>
              <a:rPr lang="en-US" sz="3000" dirty="0" err="1"/>
              <a:t>Manao</a:t>
            </a:r>
            <a:r>
              <a:rPr lang="en-US" sz="3000" dirty="0"/>
              <a:t> </a:t>
            </a:r>
            <a:r>
              <a:rPr lang="en-US" sz="3000" dirty="0" err="1"/>
              <a:t>ny</a:t>
            </a:r>
            <a:r>
              <a:rPr lang="en-US" sz="3000" dirty="0"/>
              <a:t> </a:t>
            </a:r>
            <a:r>
              <a:rPr lang="en-US" sz="3000" dirty="0" err="1"/>
              <a:t>drafi-pampianarana</a:t>
            </a:r>
            <a:endParaRPr lang="fr-FR" sz="3000" dirty="0"/>
          </a:p>
          <a:p>
            <a:pPr marL="771525" lvl="1" indent="-428625">
              <a:buFont typeface="Arial" panose="020B0604020202020204" pitchFamily="34" charset="0"/>
              <a:buChar char="•"/>
            </a:pPr>
            <a:r>
              <a:rPr lang="en-US" sz="3000" dirty="0" err="1"/>
              <a:t>Ireo</a:t>
            </a:r>
            <a:r>
              <a:rPr lang="en-US" sz="3000" dirty="0"/>
              <a:t> </a:t>
            </a:r>
            <a:r>
              <a:rPr lang="en-US" sz="3000" dirty="0" err="1"/>
              <a:t>fitaovana</a:t>
            </a:r>
            <a:r>
              <a:rPr lang="en-US" sz="3000" dirty="0"/>
              <a:t> </a:t>
            </a:r>
            <a:r>
              <a:rPr lang="en-US" sz="3000" dirty="0" err="1"/>
              <a:t>ilaina</a:t>
            </a:r>
            <a:endParaRPr lang="fr-FR" sz="3000" dirty="0"/>
          </a:p>
          <a:p>
            <a:pPr marL="771525" lvl="1" indent="-428625">
              <a:buFont typeface="Arial" panose="020B0604020202020204" pitchFamily="34" charset="0"/>
              <a:buChar char="•"/>
            </a:pPr>
            <a:r>
              <a:rPr lang="en-US" sz="3000" dirty="0" err="1"/>
              <a:t>Manaova</a:t>
            </a:r>
            <a:r>
              <a:rPr lang="en-US" sz="3000" dirty="0"/>
              <a:t> </a:t>
            </a:r>
            <a:r>
              <a:rPr lang="en-US" sz="3000" dirty="0" err="1"/>
              <a:t>drafitra</a:t>
            </a:r>
            <a:r>
              <a:rPr lang="en-US" sz="3000" dirty="0"/>
              <a:t> </a:t>
            </a:r>
            <a:r>
              <a:rPr lang="en-US" sz="3000" dirty="0" err="1"/>
              <a:t>amin’ny</a:t>
            </a:r>
            <a:r>
              <a:rPr lang="en-US" sz="3000" dirty="0"/>
              <a:t> </a:t>
            </a:r>
            <a:r>
              <a:rPr lang="en-US" sz="3000" dirty="0" err="1"/>
              <a:t>asanao</a:t>
            </a:r>
            <a:r>
              <a:rPr lang="en-US" sz="3000" dirty="0"/>
              <a:t> </a:t>
            </a:r>
            <a:r>
              <a:rPr lang="en-US" sz="3000" dirty="0" err="1"/>
              <a:t>ary</a:t>
            </a:r>
            <a:r>
              <a:rPr lang="en-US" sz="3000" dirty="0"/>
              <a:t> </a:t>
            </a:r>
            <a:r>
              <a:rPr lang="en-US" sz="3000" dirty="0" err="1"/>
              <a:t>tanteraho</a:t>
            </a:r>
            <a:r>
              <a:rPr lang="en-US" sz="3000" dirty="0"/>
              <a:t> </a:t>
            </a:r>
            <a:r>
              <a:rPr lang="en-US" sz="3000" dirty="0" err="1"/>
              <a:t>ny</a:t>
            </a:r>
            <a:r>
              <a:rPr lang="en-US" sz="3000" dirty="0"/>
              <a:t> </a:t>
            </a:r>
            <a:r>
              <a:rPr lang="en-US" sz="3000" dirty="0" err="1"/>
              <a:t>drafitra</a:t>
            </a:r>
            <a:r>
              <a:rPr lang="en-US" sz="3000" dirty="0"/>
              <a:t> </a:t>
            </a:r>
            <a:r>
              <a:rPr lang="en-US" sz="3000" dirty="0" err="1"/>
              <a:t>nataonao</a:t>
            </a:r>
            <a:endParaRPr lang="fr-FR" sz="3000" dirty="0"/>
          </a:p>
        </p:txBody>
      </p:sp>
    </p:spTree>
    <p:extLst>
      <p:ext uri="{BB962C8B-B14F-4D97-AF65-F5344CB8AC3E}">
        <p14:creationId xmlns:p14="http://schemas.microsoft.com/office/powerpoint/2010/main" val="3356916794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8000" dirty="0" smtClean="0"/>
              <a:t>“</a:t>
            </a:r>
            <a:r>
              <a:rPr lang="en-US" sz="8000" dirty="0" err="1" smtClean="0"/>
              <a:t>Ology</a:t>
            </a:r>
            <a:r>
              <a:rPr lang="en-US" sz="8000" dirty="0" smtClean="0"/>
              <a:t>” Quiz</a:t>
            </a:r>
            <a:br>
              <a:rPr lang="en-US" sz="8000" dirty="0" smtClean="0"/>
            </a:br>
            <a:endParaRPr lang="fr-FR" sz="8000" dirty="0"/>
          </a:p>
        </p:txBody>
      </p:sp>
      <p:sp>
        <p:nvSpPr>
          <p:cNvPr id="5" name="Sous-titr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4000" dirty="0" err="1" smtClean="0"/>
              <a:t>Inona</a:t>
            </a:r>
            <a:r>
              <a:rPr lang="en-US" sz="4000" dirty="0" smtClean="0"/>
              <a:t> no </a:t>
            </a:r>
            <a:r>
              <a:rPr lang="en-US" sz="4000" dirty="0" err="1" smtClean="0"/>
              <a:t>valiny</a:t>
            </a:r>
            <a:r>
              <a:rPr lang="en-US" sz="4000" dirty="0" smtClean="0"/>
              <a:t> marina?</a:t>
            </a:r>
            <a:endParaRPr lang="fr-FR" sz="4000" dirty="0"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1026"/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8001000" cy="1143000"/>
          </a:xfrm>
        </p:spPr>
        <p:txBody>
          <a:bodyPr/>
          <a:lstStyle/>
          <a:p>
            <a:pPr algn="ctr"/>
            <a:r>
              <a:rPr lang="en-US" dirty="0" smtClean="0"/>
              <a:t>1. </a:t>
            </a:r>
            <a:r>
              <a:rPr lang="en-US" dirty="0" err="1" smtClean="0"/>
              <a:t>Ny</a:t>
            </a:r>
            <a:r>
              <a:rPr lang="en-US" dirty="0" smtClean="0"/>
              <a:t> </a:t>
            </a:r>
            <a:r>
              <a:rPr lang="en-US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Conchology</a:t>
            </a:r>
            <a:r>
              <a:rPr lang="en-US" dirty="0" smtClean="0"/>
              <a:t> </a:t>
            </a:r>
            <a:r>
              <a:rPr lang="en-US" dirty="0" err="1" smtClean="0"/>
              <a:t>dia</a:t>
            </a:r>
            <a:r>
              <a:rPr lang="en-US" dirty="0" smtClean="0"/>
              <a:t> </a:t>
            </a:r>
            <a:r>
              <a:rPr lang="en-US" dirty="0" err="1" smtClean="0"/>
              <a:t>fianarana</a:t>
            </a:r>
            <a:r>
              <a:rPr lang="en-US" dirty="0" smtClean="0"/>
              <a:t> </a:t>
            </a:r>
            <a:r>
              <a:rPr lang="en-US" dirty="0" err="1" smtClean="0"/>
              <a:t>momban’ny</a:t>
            </a:r>
            <a:r>
              <a:rPr lang="en-US" dirty="0" smtClean="0"/>
              <a:t>:</a:t>
            </a:r>
            <a:endParaRPr lang="en-US" dirty="0"/>
          </a:p>
        </p:txBody>
      </p:sp>
      <p:sp>
        <p:nvSpPr>
          <p:cNvPr id="132099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1524000" y="1676400"/>
            <a:ext cx="7239000" cy="2743200"/>
          </a:xfrm>
        </p:spPr>
        <p:txBody>
          <a:bodyPr/>
          <a:lstStyle/>
          <a:p>
            <a:pPr lvl="1">
              <a:buFontTx/>
              <a:buNone/>
            </a:pPr>
            <a:r>
              <a:rPr lang="en-US" sz="4000" dirty="0" smtClean="0"/>
              <a:t>A. </a:t>
            </a:r>
            <a:r>
              <a:rPr lang="en-US" sz="4000" dirty="0" err="1" smtClean="0"/>
              <a:t>Hazo</a:t>
            </a:r>
            <a:endParaRPr lang="en-US" sz="4000" dirty="0" smtClean="0"/>
          </a:p>
          <a:p>
            <a:pPr lvl="1">
              <a:buFontTx/>
              <a:buNone/>
            </a:pPr>
            <a:r>
              <a:rPr lang="en-US" sz="4000" dirty="0" smtClean="0"/>
              <a:t>B</a:t>
            </a:r>
            <a:r>
              <a:rPr lang="en-US" sz="4000" dirty="0"/>
              <a:t>. </a:t>
            </a:r>
            <a:r>
              <a:rPr lang="en-US" sz="4000" dirty="0" err="1" smtClean="0"/>
              <a:t>Akorandriaka</a:t>
            </a:r>
            <a:r>
              <a:rPr lang="en-US" sz="4000" dirty="0" smtClean="0"/>
              <a:t> </a:t>
            </a:r>
            <a:endParaRPr lang="en-US" sz="4000" dirty="0"/>
          </a:p>
          <a:p>
            <a:pPr lvl="1">
              <a:buFontTx/>
              <a:buNone/>
            </a:pPr>
            <a:r>
              <a:rPr lang="en-US" sz="4000" dirty="0"/>
              <a:t>C. </a:t>
            </a:r>
            <a:r>
              <a:rPr lang="en-US" sz="4000" dirty="0" err="1" smtClean="0"/>
              <a:t>Fandrefesana</a:t>
            </a:r>
            <a:r>
              <a:rPr lang="en-US" sz="4000" dirty="0" smtClean="0"/>
              <a:t> </a:t>
            </a:r>
            <a:endParaRPr lang="en-US" sz="4000" dirty="0"/>
          </a:p>
          <a:p>
            <a:pPr lvl="1">
              <a:buFontTx/>
              <a:buNone/>
            </a:pPr>
            <a:r>
              <a:rPr lang="en-US" sz="4000" dirty="0"/>
              <a:t>D. </a:t>
            </a:r>
            <a:r>
              <a:rPr lang="en-US" sz="4000" dirty="0" err="1" smtClean="0"/>
              <a:t>Olona</a:t>
            </a:r>
            <a:r>
              <a:rPr lang="en-US" sz="4000" dirty="0" smtClean="0"/>
              <a:t> </a:t>
            </a:r>
            <a:endParaRPr lang="en-US" sz="4000" dirty="0"/>
          </a:p>
        </p:txBody>
      </p:sp>
    </p:spTree>
  </p:cSld>
  <p:clrMapOvr>
    <a:masterClrMapping/>
  </p:clrMapOvr>
  <p:transition spd="med"/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Rectangle 1026"/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8001000" cy="1143000"/>
          </a:xfrm>
        </p:spPr>
        <p:txBody>
          <a:bodyPr/>
          <a:lstStyle/>
          <a:p>
            <a:pPr algn="ctr"/>
            <a:r>
              <a:rPr lang="en-US" dirty="0" smtClean="0"/>
              <a:t>1. </a:t>
            </a:r>
            <a:r>
              <a:rPr lang="en-US" dirty="0" err="1" smtClean="0"/>
              <a:t>Ny</a:t>
            </a:r>
            <a:r>
              <a:rPr lang="en-US" dirty="0" smtClean="0"/>
              <a:t> </a:t>
            </a:r>
            <a:r>
              <a:rPr lang="en-US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Conchology</a:t>
            </a:r>
            <a:r>
              <a:rPr lang="en-US" dirty="0" smtClean="0"/>
              <a:t> </a:t>
            </a:r>
            <a:r>
              <a:rPr lang="en-US" dirty="0" err="1" smtClean="0"/>
              <a:t>dia</a:t>
            </a:r>
            <a:r>
              <a:rPr lang="en-US" dirty="0" smtClean="0"/>
              <a:t> </a:t>
            </a:r>
            <a:r>
              <a:rPr lang="en-US" dirty="0" err="1" smtClean="0"/>
              <a:t>fianarana</a:t>
            </a:r>
            <a:r>
              <a:rPr lang="en-US" dirty="0" smtClean="0"/>
              <a:t> </a:t>
            </a:r>
            <a:r>
              <a:rPr lang="en-US" dirty="0" err="1" smtClean="0"/>
              <a:t>momban’ny</a:t>
            </a:r>
            <a:endParaRPr lang="en-US" dirty="0"/>
          </a:p>
        </p:txBody>
      </p:sp>
      <p:sp>
        <p:nvSpPr>
          <p:cNvPr id="165891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1524000" y="1676400"/>
            <a:ext cx="7239000" cy="2743200"/>
          </a:xfrm>
        </p:spPr>
        <p:txBody>
          <a:bodyPr/>
          <a:lstStyle/>
          <a:p>
            <a:pPr lvl="1">
              <a:buFontTx/>
              <a:buNone/>
            </a:pPr>
            <a:r>
              <a:rPr lang="en-US" sz="4000" dirty="0" smtClean="0"/>
              <a:t>A. </a:t>
            </a:r>
            <a:r>
              <a:rPr lang="en-US" sz="4000" dirty="0" err="1" smtClean="0"/>
              <a:t>Hazo</a:t>
            </a:r>
            <a:endParaRPr lang="en-US" sz="4000" dirty="0" smtClean="0"/>
          </a:p>
          <a:p>
            <a:pPr lvl="1">
              <a:buFontTx/>
              <a:buNone/>
            </a:pPr>
            <a:r>
              <a:rPr lang="en-US" sz="4000" dirty="0" smtClean="0">
                <a:solidFill>
                  <a:srgbClr val="FF33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B. </a:t>
            </a:r>
            <a:r>
              <a:rPr lang="en-US" sz="4000" dirty="0" err="1" smtClean="0">
                <a:solidFill>
                  <a:srgbClr val="FF33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Akorandriaka</a:t>
            </a:r>
            <a:r>
              <a:rPr lang="en-US" sz="4000" dirty="0" smtClean="0"/>
              <a:t> </a:t>
            </a:r>
          </a:p>
          <a:p>
            <a:pPr lvl="1">
              <a:buFontTx/>
              <a:buNone/>
            </a:pPr>
            <a:r>
              <a:rPr lang="en-US" sz="4000" dirty="0" smtClean="0"/>
              <a:t>C. </a:t>
            </a:r>
            <a:r>
              <a:rPr lang="en-US" sz="4000" dirty="0" err="1" smtClean="0"/>
              <a:t>Fandrefesana</a:t>
            </a:r>
            <a:r>
              <a:rPr lang="en-US" sz="4000" dirty="0" smtClean="0"/>
              <a:t> </a:t>
            </a:r>
          </a:p>
          <a:p>
            <a:pPr lvl="1">
              <a:buFontTx/>
              <a:buNone/>
            </a:pPr>
            <a:r>
              <a:rPr lang="en-US" sz="4000" dirty="0" smtClean="0"/>
              <a:t>D. </a:t>
            </a:r>
            <a:r>
              <a:rPr lang="en-US" sz="4000" dirty="0" err="1" smtClean="0"/>
              <a:t>Olona</a:t>
            </a:r>
            <a:r>
              <a:rPr lang="en-US" sz="4000" dirty="0" smtClean="0"/>
              <a:t> </a:t>
            </a:r>
            <a:endParaRPr lang="en-US" sz="4000" dirty="0"/>
          </a:p>
        </p:txBody>
      </p:sp>
    </p:spTree>
  </p:cSld>
  <p:clrMapOvr>
    <a:masterClrMapping/>
  </p:clrMapOvr>
  <p:transition spd="med"/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8001000" cy="1143000"/>
          </a:xfrm>
        </p:spPr>
        <p:txBody>
          <a:bodyPr/>
          <a:lstStyle/>
          <a:p>
            <a:pPr algn="ctr"/>
            <a:r>
              <a:rPr lang="en-US" dirty="0" smtClean="0">
                <a:latin typeface="Tahoma" pitchFamily="34" charset="0"/>
              </a:rPr>
              <a:t>2. </a:t>
            </a:r>
            <a:r>
              <a:rPr lang="en-US" dirty="0" err="1" smtClean="0">
                <a:latin typeface="Tahoma" pitchFamily="34" charset="0"/>
              </a:rPr>
              <a:t>Ny</a:t>
            </a:r>
            <a:r>
              <a:rPr lang="en-US" dirty="0" smtClean="0">
                <a:latin typeface="Tahoma" pitchFamily="34" charset="0"/>
              </a:rPr>
              <a:t>  </a:t>
            </a:r>
            <a:r>
              <a:rPr lang="en-US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ahoma" pitchFamily="34" charset="0"/>
              </a:rPr>
              <a:t>Geology</a:t>
            </a:r>
            <a:r>
              <a:rPr lang="en-US" dirty="0" smtClean="0">
                <a:latin typeface="Tahoma" pitchFamily="34" charset="0"/>
              </a:rPr>
              <a:t> </a:t>
            </a:r>
            <a:r>
              <a:rPr lang="en-US" dirty="0" err="1" smtClean="0">
                <a:latin typeface="Tahoma" pitchFamily="34" charset="0"/>
              </a:rPr>
              <a:t>dia</a:t>
            </a:r>
            <a:r>
              <a:rPr lang="en-US" dirty="0" smtClean="0">
                <a:latin typeface="Tahoma" pitchFamily="34" charset="0"/>
              </a:rPr>
              <a:t> </a:t>
            </a:r>
            <a:r>
              <a:rPr lang="en-US" dirty="0" err="1" smtClean="0">
                <a:latin typeface="Tahoma" pitchFamily="34" charset="0"/>
              </a:rPr>
              <a:t>fianarana</a:t>
            </a:r>
            <a:r>
              <a:rPr lang="en-US" dirty="0" smtClean="0">
                <a:latin typeface="Tahoma" pitchFamily="34" charset="0"/>
              </a:rPr>
              <a:t> </a:t>
            </a:r>
            <a:r>
              <a:rPr lang="en-US" dirty="0" err="1" smtClean="0">
                <a:latin typeface="Tahoma" pitchFamily="34" charset="0"/>
              </a:rPr>
              <a:t>momban’ny</a:t>
            </a:r>
            <a:r>
              <a:rPr lang="en-US" dirty="0" smtClean="0">
                <a:latin typeface="Tahoma" pitchFamily="34" charset="0"/>
              </a:rPr>
              <a:t> :</a:t>
            </a:r>
            <a:endParaRPr lang="en-US" dirty="0"/>
          </a:p>
        </p:txBody>
      </p:sp>
      <p:sp>
        <p:nvSpPr>
          <p:cNvPr id="146436" name="Rectangle 4"/>
          <p:cNvSpPr>
            <a:spLocks noChangeArrowheads="1"/>
          </p:cNvSpPr>
          <p:nvPr/>
        </p:nvSpPr>
        <p:spPr bwMode="auto">
          <a:xfrm>
            <a:off x="1524000" y="1676400"/>
            <a:ext cx="7391400" cy="335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742950" lvl="1" indent="-285750">
              <a:spcBef>
                <a:spcPct val="20000"/>
              </a:spcBef>
              <a:buClr>
                <a:schemeClr val="hlink"/>
              </a:buClr>
            </a:pPr>
            <a:r>
              <a:rPr lang="en-US" sz="40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A</a:t>
            </a:r>
            <a:r>
              <a:rPr lang="en-US" sz="4000" dirty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. </a:t>
            </a:r>
            <a:r>
              <a:rPr lang="en-US" sz="40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Hazo</a:t>
            </a:r>
            <a:endParaRPr lang="en-US" sz="4000" dirty="0">
              <a:effectLst>
                <a:outerShdw blurRad="38100" dist="38100" dir="2700000" algn="tl">
                  <a:srgbClr val="808080"/>
                </a:outerShdw>
              </a:effectLst>
              <a:latin typeface="Tahoma" pitchFamily="34" charset="0"/>
            </a:endParaRPr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</a:pPr>
            <a:r>
              <a:rPr lang="en-US" sz="4000" dirty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B. </a:t>
            </a:r>
            <a:r>
              <a:rPr lang="en-US" sz="40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Lozoka</a:t>
            </a:r>
            <a:r>
              <a:rPr lang="en-US" sz="40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endParaRPr lang="en-US" sz="4000" dirty="0">
              <a:effectLst>
                <a:outerShdw blurRad="38100" dist="38100" dir="2700000" algn="tl">
                  <a:srgbClr val="808080"/>
                </a:outerShdw>
              </a:effectLst>
              <a:latin typeface="Tahoma" pitchFamily="34" charset="0"/>
            </a:endParaRPr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</a:pPr>
            <a:r>
              <a:rPr lang="en-US" sz="4000" dirty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C. </a:t>
            </a:r>
            <a:r>
              <a:rPr lang="en-US" sz="40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Akorandriaka</a:t>
            </a:r>
            <a:r>
              <a:rPr lang="en-US" sz="40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endParaRPr lang="en-US" sz="4000" dirty="0">
              <a:effectLst>
                <a:outerShdw blurRad="38100" dist="38100" dir="2700000" algn="tl">
                  <a:srgbClr val="808080"/>
                </a:outerShdw>
              </a:effectLst>
              <a:latin typeface="Tahoma" pitchFamily="34" charset="0"/>
            </a:endParaRPr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</a:pPr>
            <a:r>
              <a:rPr lang="en-US" sz="4000" dirty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D. </a:t>
            </a:r>
            <a:r>
              <a:rPr lang="en-US" sz="40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Boky</a:t>
            </a:r>
            <a:r>
              <a:rPr lang="en-US" sz="40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endParaRPr lang="en-US" sz="4000" dirty="0">
              <a:effectLst>
                <a:outerShdw blurRad="38100" dist="38100" dir="2700000" algn="tl">
                  <a:srgbClr val="808080"/>
                </a:outerShdw>
              </a:effectLst>
              <a:latin typeface="Tahoma" pitchFamily="34" charset="0"/>
            </a:endParaRPr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</a:pPr>
            <a:r>
              <a:rPr lang="en-US" sz="4000" dirty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E. </a:t>
            </a:r>
            <a:r>
              <a:rPr lang="en-US" sz="40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Tany</a:t>
            </a:r>
            <a:endParaRPr lang="en-US" sz="4000" dirty="0">
              <a:effectLst>
                <a:outerShdw blurRad="38100" dist="38100" dir="2700000" algn="tl">
                  <a:srgbClr val="808080"/>
                </a:outerShdw>
              </a:effectLst>
              <a:latin typeface="Tahoma" pitchFamily="34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464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464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464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464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464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6436" grpId="0" build="p" autoUpdateAnimBg="0" advAuto="0"/>
    </p:bld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1026"/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8001000" cy="1143000"/>
          </a:xfrm>
        </p:spPr>
        <p:txBody>
          <a:bodyPr/>
          <a:lstStyle/>
          <a:p>
            <a:pPr algn="ctr"/>
            <a:r>
              <a:rPr lang="en-US" dirty="0" smtClean="0">
                <a:latin typeface="Tahoma" pitchFamily="34" charset="0"/>
              </a:rPr>
              <a:t>2. </a:t>
            </a:r>
            <a:r>
              <a:rPr lang="en-US" dirty="0" err="1" smtClean="0">
                <a:latin typeface="Tahoma" pitchFamily="34" charset="0"/>
              </a:rPr>
              <a:t>Ny</a:t>
            </a:r>
            <a:r>
              <a:rPr lang="en-US" dirty="0" smtClean="0">
                <a:latin typeface="Tahoma" pitchFamily="34" charset="0"/>
              </a:rPr>
              <a:t>  </a:t>
            </a:r>
            <a:r>
              <a:rPr lang="en-US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ahoma" pitchFamily="34" charset="0"/>
              </a:rPr>
              <a:t>Geology</a:t>
            </a:r>
            <a:r>
              <a:rPr lang="en-US" dirty="0" smtClean="0">
                <a:latin typeface="Tahoma" pitchFamily="34" charset="0"/>
              </a:rPr>
              <a:t> </a:t>
            </a:r>
            <a:r>
              <a:rPr lang="en-US" dirty="0" err="1" smtClean="0">
                <a:latin typeface="Tahoma" pitchFamily="34" charset="0"/>
              </a:rPr>
              <a:t>dia</a:t>
            </a:r>
            <a:r>
              <a:rPr lang="en-US" dirty="0" smtClean="0">
                <a:latin typeface="Tahoma" pitchFamily="34" charset="0"/>
              </a:rPr>
              <a:t> </a:t>
            </a:r>
            <a:r>
              <a:rPr lang="en-US" dirty="0" err="1" smtClean="0">
                <a:latin typeface="Tahoma" pitchFamily="34" charset="0"/>
              </a:rPr>
              <a:t>fianarana</a:t>
            </a:r>
            <a:r>
              <a:rPr lang="en-US" dirty="0" smtClean="0">
                <a:latin typeface="Tahoma" pitchFamily="34" charset="0"/>
              </a:rPr>
              <a:t> </a:t>
            </a:r>
            <a:r>
              <a:rPr lang="en-US" dirty="0" err="1" smtClean="0">
                <a:latin typeface="Tahoma" pitchFamily="34" charset="0"/>
              </a:rPr>
              <a:t>momban’ny</a:t>
            </a:r>
            <a:r>
              <a:rPr lang="en-US" dirty="0" smtClean="0">
                <a:latin typeface="Tahoma" pitchFamily="34" charset="0"/>
              </a:rPr>
              <a:t> :</a:t>
            </a:r>
            <a:endParaRPr lang="en-US" dirty="0"/>
          </a:p>
        </p:txBody>
      </p:sp>
      <p:sp>
        <p:nvSpPr>
          <p:cNvPr id="166915" name="Rectangle 1027"/>
          <p:cNvSpPr>
            <a:spLocks noChangeArrowheads="1"/>
          </p:cNvSpPr>
          <p:nvPr/>
        </p:nvSpPr>
        <p:spPr bwMode="auto">
          <a:xfrm>
            <a:off x="1524000" y="1676400"/>
            <a:ext cx="7391400" cy="335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742950" lvl="1" indent="-285750">
              <a:spcBef>
                <a:spcPct val="20000"/>
              </a:spcBef>
              <a:buClr>
                <a:schemeClr val="hlink"/>
              </a:buClr>
            </a:pPr>
            <a:r>
              <a:rPr lang="en-US" sz="40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A. </a:t>
            </a:r>
            <a:r>
              <a:rPr lang="en-US" sz="40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Hazo</a:t>
            </a:r>
            <a:endParaRPr lang="en-US" sz="4000" dirty="0" smtClean="0">
              <a:effectLst>
                <a:outerShdw blurRad="38100" dist="38100" dir="2700000" algn="tl">
                  <a:srgbClr val="808080"/>
                </a:outerShdw>
              </a:effectLst>
              <a:latin typeface="Tahoma" pitchFamily="34" charset="0"/>
            </a:endParaRPr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</a:pPr>
            <a:r>
              <a:rPr lang="en-US" sz="40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B. </a:t>
            </a:r>
            <a:r>
              <a:rPr lang="en-US" sz="40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Lozoka</a:t>
            </a:r>
            <a:r>
              <a:rPr lang="en-US" sz="40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</a:pPr>
            <a:r>
              <a:rPr lang="en-US" sz="40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C. </a:t>
            </a:r>
            <a:r>
              <a:rPr lang="en-US" sz="40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Akorandriaka</a:t>
            </a:r>
            <a:r>
              <a:rPr lang="en-US" sz="40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</a:pPr>
            <a:r>
              <a:rPr lang="en-US" sz="40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D. </a:t>
            </a:r>
            <a:r>
              <a:rPr lang="en-US" sz="40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Boky</a:t>
            </a:r>
            <a:r>
              <a:rPr lang="en-US" sz="40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</a:pPr>
            <a:r>
              <a:rPr lang="en-US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E. </a:t>
            </a:r>
            <a:r>
              <a:rPr lang="en-US" sz="4000" b="1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Tany</a:t>
            </a:r>
            <a:endParaRPr lang="en-US" sz="4000" b="1" dirty="0">
              <a:solidFill>
                <a:srgbClr val="FF0000"/>
              </a:solidFill>
              <a:effectLst>
                <a:outerShdw blurRad="38100" dist="38100" dir="2700000" algn="tl">
                  <a:srgbClr val="808080"/>
                </a:outerShdw>
              </a:effectLst>
              <a:latin typeface="Tahoma" pitchFamily="34" charset="0"/>
            </a:endParaRPr>
          </a:p>
        </p:txBody>
      </p:sp>
    </p:spTree>
  </p:cSld>
  <p:clrMapOvr>
    <a:masterClrMapping/>
  </p:clrMapOvr>
  <p:transition spd="med"/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Rectangle 1026"/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8001000" cy="1143000"/>
          </a:xfrm>
        </p:spPr>
        <p:txBody>
          <a:bodyPr/>
          <a:lstStyle/>
          <a:p>
            <a:pPr marL="342900" indent="-342900" algn="ctr">
              <a:spcBef>
                <a:spcPct val="20000"/>
              </a:spcBef>
            </a:pPr>
            <a:r>
              <a:rPr lang="en-US" dirty="0" smtClean="0">
                <a:latin typeface="Tahoma" pitchFamily="34" charset="0"/>
              </a:rPr>
              <a:t>3. </a:t>
            </a:r>
            <a:r>
              <a:rPr lang="en-US" dirty="0" err="1" smtClean="0">
                <a:latin typeface="Tahoma" pitchFamily="34" charset="0"/>
              </a:rPr>
              <a:t>Ny</a:t>
            </a:r>
            <a:r>
              <a:rPr lang="en-US" dirty="0" smtClean="0">
                <a:latin typeface="Tahoma" pitchFamily="34" charset="0"/>
              </a:rPr>
              <a:t> </a:t>
            </a:r>
            <a:r>
              <a:rPr lang="en-US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ahoma" pitchFamily="34" charset="0"/>
              </a:rPr>
              <a:t>Theology</a:t>
            </a:r>
            <a:r>
              <a:rPr lang="en-US" dirty="0" smtClean="0">
                <a:latin typeface="Tahoma" pitchFamily="34" charset="0"/>
              </a:rPr>
              <a:t> </a:t>
            </a:r>
            <a:r>
              <a:rPr lang="en-US" dirty="0" err="1" smtClean="0">
                <a:latin typeface="Tahoma" pitchFamily="34" charset="0"/>
              </a:rPr>
              <a:t>dia</a:t>
            </a:r>
            <a:r>
              <a:rPr lang="en-US" dirty="0" smtClean="0">
                <a:latin typeface="Tahoma" pitchFamily="34" charset="0"/>
              </a:rPr>
              <a:t> </a:t>
            </a:r>
            <a:r>
              <a:rPr lang="en-US" dirty="0" err="1" smtClean="0">
                <a:latin typeface="Tahoma" pitchFamily="34" charset="0"/>
              </a:rPr>
              <a:t>fianarana</a:t>
            </a:r>
            <a:r>
              <a:rPr lang="en-US" dirty="0" smtClean="0">
                <a:latin typeface="Tahoma" pitchFamily="34" charset="0"/>
              </a:rPr>
              <a:t> </a:t>
            </a:r>
            <a:br>
              <a:rPr lang="en-US" dirty="0" smtClean="0">
                <a:latin typeface="Tahoma" pitchFamily="34" charset="0"/>
              </a:rPr>
            </a:br>
            <a:r>
              <a:rPr lang="en-US" dirty="0" err="1" smtClean="0">
                <a:latin typeface="Tahoma" pitchFamily="34" charset="0"/>
              </a:rPr>
              <a:t>momba</a:t>
            </a:r>
            <a:r>
              <a:rPr lang="en-US" dirty="0" smtClean="0">
                <a:latin typeface="Tahoma" pitchFamily="34" charset="0"/>
              </a:rPr>
              <a:t> </a:t>
            </a:r>
            <a:r>
              <a:rPr lang="en-US" dirty="0" err="1" smtClean="0">
                <a:latin typeface="Tahoma" pitchFamily="34" charset="0"/>
              </a:rPr>
              <a:t>ny</a:t>
            </a:r>
            <a:r>
              <a:rPr lang="en-US" dirty="0" smtClean="0">
                <a:latin typeface="Tahoma" pitchFamily="34" charset="0"/>
              </a:rPr>
              <a:t> :</a:t>
            </a:r>
            <a:endParaRPr lang="en-US" dirty="0">
              <a:latin typeface="Tahoma" pitchFamily="34" charset="0"/>
            </a:endParaRPr>
          </a:p>
        </p:txBody>
      </p:sp>
      <p:sp>
        <p:nvSpPr>
          <p:cNvPr id="147459" name="Rectangle 1027"/>
          <p:cNvSpPr>
            <a:spLocks noChangeArrowheads="1"/>
          </p:cNvSpPr>
          <p:nvPr/>
        </p:nvSpPr>
        <p:spPr bwMode="auto">
          <a:xfrm>
            <a:off x="1524000" y="1676400"/>
            <a:ext cx="7391400" cy="335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742950" lvl="1" indent="-285750">
              <a:spcBef>
                <a:spcPct val="20000"/>
              </a:spcBef>
              <a:buClr>
                <a:schemeClr val="hlink"/>
              </a:buClr>
            </a:pPr>
            <a:r>
              <a:rPr lang="en-US" sz="4000" b="1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A</a:t>
            </a:r>
            <a:r>
              <a:rPr lang="en-US" sz="4000" b="1" dirty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. </a:t>
            </a:r>
            <a:r>
              <a:rPr lang="en-US" sz="4000" b="1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Teny</a:t>
            </a:r>
            <a:r>
              <a:rPr lang="en-US" sz="4000" b="1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endParaRPr lang="en-US" sz="4000" b="1" dirty="0">
              <a:effectLst>
                <a:outerShdw blurRad="38100" dist="38100" dir="2700000" algn="tl">
                  <a:srgbClr val="808080"/>
                </a:outerShdw>
              </a:effectLst>
              <a:latin typeface="Tahoma" pitchFamily="34" charset="0"/>
            </a:endParaRPr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</a:pPr>
            <a:r>
              <a:rPr lang="en-US" sz="4000" b="1" dirty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B. </a:t>
            </a:r>
            <a:r>
              <a:rPr lang="en-US" sz="4000" b="1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Baiboly</a:t>
            </a:r>
            <a:r>
              <a:rPr lang="en-US" sz="4000" b="1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endParaRPr lang="en-US" sz="4000" b="1" dirty="0">
              <a:effectLst>
                <a:outerShdw blurRad="38100" dist="38100" dir="2700000" algn="tl">
                  <a:srgbClr val="808080"/>
                </a:outerShdw>
              </a:effectLst>
              <a:latin typeface="Tahoma" pitchFamily="34" charset="0"/>
            </a:endParaRPr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</a:pPr>
            <a:r>
              <a:rPr lang="en-US" sz="4000" b="1" dirty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C. </a:t>
            </a:r>
            <a:r>
              <a:rPr lang="en-US" sz="4000" b="1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Andriamanitra</a:t>
            </a:r>
            <a:r>
              <a:rPr lang="en-US" sz="4000" b="1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endParaRPr lang="en-US" sz="4000" b="1" dirty="0">
              <a:effectLst>
                <a:outerShdw blurRad="38100" dist="38100" dir="2700000" algn="tl">
                  <a:srgbClr val="808080"/>
                </a:outerShdw>
              </a:effectLst>
              <a:latin typeface="Tahoma" pitchFamily="34" charset="0"/>
            </a:endParaRPr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</a:pPr>
            <a:r>
              <a:rPr lang="en-US" sz="4000" b="1" dirty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D. </a:t>
            </a:r>
            <a:r>
              <a:rPr lang="en-US" sz="4000" b="1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Solosaina</a:t>
            </a:r>
            <a:endParaRPr lang="en-US" sz="4000" b="1" dirty="0">
              <a:effectLst>
                <a:outerShdw blurRad="38100" dist="38100" dir="2700000" algn="tl">
                  <a:srgbClr val="808080"/>
                </a:outerShdw>
              </a:effectLst>
              <a:latin typeface="Tahoma" pitchFamily="34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47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47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47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47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7459" grpId="0" build="p" autoUpdateAnimBg="0" advAuto="0"/>
    </p:bld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8001000" cy="1143000"/>
          </a:xfrm>
        </p:spPr>
        <p:txBody>
          <a:bodyPr/>
          <a:lstStyle/>
          <a:p>
            <a:r>
              <a:rPr lang="en-US" dirty="0" smtClean="0">
                <a:latin typeface="Tahoma" pitchFamily="34" charset="0"/>
              </a:rPr>
              <a:t>3. </a:t>
            </a:r>
            <a:r>
              <a:rPr lang="en-US" dirty="0" err="1" smtClean="0">
                <a:latin typeface="Tahoma" pitchFamily="34" charset="0"/>
              </a:rPr>
              <a:t>Ny</a:t>
            </a:r>
            <a:r>
              <a:rPr lang="en-US" dirty="0" smtClean="0">
                <a:latin typeface="Tahoma" pitchFamily="34" charset="0"/>
              </a:rPr>
              <a:t> </a:t>
            </a:r>
            <a:r>
              <a:rPr lang="en-US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ahoma" pitchFamily="34" charset="0"/>
              </a:rPr>
              <a:t>Theology</a:t>
            </a:r>
            <a:r>
              <a:rPr lang="en-US" dirty="0" smtClean="0">
                <a:latin typeface="Tahoma" pitchFamily="34" charset="0"/>
              </a:rPr>
              <a:t> </a:t>
            </a:r>
            <a:r>
              <a:rPr lang="en-US" dirty="0" err="1" smtClean="0">
                <a:latin typeface="Tahoma" pitchFamily="34" charset="0"/>
              </a:rPr>
              <a:t>dia</a:t>
            </a:r>
            <a:r>
              <a:rPr lang="en-US" dirty="0" smtClean="0">
                <a:latin typeface="Tahoma" pitchFamily="34" charset="0"/>
              </a:rPr>
              <a:t> </a:t>
            </a:r>
            <a:r>
              <a:rPr lang="en-US" dirty="0" err="1" smtClean="0">
                <a:latin typeface="Tahoma" pitchFamily="34" charset="0"/>
              </a:rPr>
              <a:t>fianarana</a:t>
            </a:r>
            <a:r>
              <a:rPr lang="en-US" dirty="0" smtClean="0">
                <a:latin typeface="Tahoma" pitchFamily="34" charset="0"/>
              </a:rPr>
              <a:t> </a:t>
            </a:r>
            <a:r>
              <a:rPr lang="en-US" dirty="0" err="1" smtClean="0">
                <a:latin typeface="Tahoma" pitchFamily="34" charset="0"/>
              </a:rPr>
              <a:t>momba</a:t>
            </a:r>
            <a:r>
              <a:rPr lang="en-US" dirty="0" smtClean="0">
                <a:latin typeface="Tahoma" pitchFamily="34" charset="0"/>
              </a:rPr>
              <a:t> </a:t>
            </a:r>
            <a:r>
              <a:rPr lang="en-US" dirty="0" err="1" smtClean="0">
                <a:latin typeface="Tahoma" pitchFamily="34" charset="0"/>
              </a:rPr>
              <a:t>ny</a:t>
            </a:r>
            <a:r>
              <a:rPr lang="en-US" dirty="0" smtClean="0">
                <a:latin typeface="Tahoma" pitchFamily="34" charset="0"/>
              </a:rPr>
              <a:t> :</a:t>
            </a:r>
            <a:endParaRPr lang="en-US" dirty="0"/>
          </a:p>
        </p:txBody>
      </p:sp>
      <p:sp>
        <p:nvSpPr>
          <p:cNvPr id="167939" name="Rectangle 3"/>
          <p:cNvSpPr>
            <a:spLocks noChangeArrowheads="1"/>
          </p:cNvSpPr>
          <p:nvPr/>
        </p:nvSpPr>
        <p:spPr bwMode="auto">
          <a:xfrm>
            <a:off x="1524000" y="1676400"/>
            <a:ext cx="7391400" cy="335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742950" lvl="1" indent="-285750">
              <a:spcBef>
                <a:spcPct val="20000"/>
              </a:spcBef>
              <a:buClr>
                <a:schemeClr val="hlink"/>
              </a:buClr>
            </a:pPr>
            <a:r>
              <a:rPr lang="en-US" sz="4000" b="1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A. </a:t>
            </a:r>
            <a:r>
              <a:rPr lang="en-US" sz="4000" b="1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Teny</a:t>
            </a:r>
            <a:r>
              <a:rPr lang="en-US" sz="4000" b="1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</a:pPr>
            <a:r>
              <a:rPr lang="en-US" sz="4000" b="1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B. </a:t>
            </a:r>
            <a:r>
              <a:rPr lang="en-US" sz="4000" b="1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Baiboly</a:t>
            </a:r>
            <a:r>
              <a:rPr lang="en-US" sz="4000" b="1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</a:pPr>
            <a:r>
              <a:rPr lang="en-US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C. </a:t>
            </a:r>
            <a:r>
              <a:rPr lang="en-US" sz="4000" b="1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Andriamanitra</a:t>
            </a:r>
            <a:r>
              <a:rPr lang="en-US" sz="4000" b="1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</a:pPr>
            <a:r>
              <a:rPr lang="en-US" sz="4000" b="1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D. </a:t>
            </a:r>
            <a:r>
              <a:rPr lang="en-US" sz="4000" b="1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Solosaina</a:t>
            </a:r>
            <a:endParaRPr lang="en-US" sz="4000" b="1" dirty="0">
              <a:effectLst>
                <a:outerShdw blurRad="38100" dist="38100" dir="2700000" algn="tl">
                  <a:srgbClr val="808080"/>
                </a:outerShdw>
              </a:effectLst>
              <a:latin typeface="Tahoma" pitchFamily="34" charset="0"/>
            </a:endParaRPr>
          </a:p>
        </p:txBody>
      </p:sp>
    </p:spTree>
  </p:cSld>
  <p:clrMapOvr>
    <a:masterClrMapping/>
  </p:clrMapOvr>
  <p:transition spd="med"/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2050"/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8001000" cy="1143000"/>
          </a:xfrm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US" dirty="0" smtClean="0">
                <a:latin typeface="Tahoma" pitchFamily="34" charset="0"/>
              </a:rPr>
              <a:t>4. </a:t>
            </a:r>
            <a:r>
              <a:rPr lang="en-US" dirty="0" err="1" smtClean="0">
                <a:latin typeface="Tahoma" pitchFamily="34" charset="0"/>
              </a:rPr>
              <a:t>Ny</a:t>
            </a:r>
            <a:r>
              <a:rPr lang="en-US" dirty="0" smtClean="0">
                <a:latin typeface="Tahoma" pitchFamily="34" charset="0"/>
              </a:rPr>
              <a:t> </a:t>
            </a:r>
            <a:r>
              <a:rPr lang="en-US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ahoma" pitchFamily="34" charset="0"/>
              </a:rPr>
              <a:t>Paleontology</a:t>
            </a:r>
            <a:r>
              <a:rPr lang="en-US" dirty="0" smtClean="0">
                <a:latin typeface="Tahoma" pitchFamily="34" charset="0"/>
              </a:rPr>
              <a:t> </a:t>
            </a:r>
            <a:r>
              <a:rPr lang="en-US" dirty="0" err="1" smtClean="0">
                <a:latin typeface="Tahoma" pitchFamily="34" charset="0"/>
              </a:rPr>
              <a:t>dia</a:t>
            </a:r>
            <a:r>
              <a:rPr lang="en-US" dirty="0" smtClean="0">
                <a:latin typeface="Tahoma" pitchFamily="34" charset="0"/>
              </a:rPr>
              <a:t> </a:t>
            </a:r>
            <a:r>
              <a:rPr lang="en-US" dirty="0" err="1" smtClean="0">
                <a:latin typeface="Tahoma" pitchFamily="34" charset="0"/>
              </a:rPr>
              <a:t>fianarana</a:t>
            </a:r>
            <a:r>
              <a:rPr lang="en-US" dirty="0" smtClean="0">
                <a:latin typeface="Tahoma" pitchFamily="34" charset="0"/>
              </a:rPr>
              <a:t> </a:t>
            </a:r>
            <a:r>
              <a:rPr lang="en-US" dirty="0" err="1" smtClean="0">
                <a:latin typeface="Tahoma" pitchFamily="34" charset="0"/>
              </a:rPr>
              <a:t>momba</a:t>
            </a:r>
            <a:r>
              <a:rPr lang="en-US" dirty="0" smtClean="0">
                <a:latin typeface="Tahoma" pitchFamily="34" charset="0"/>
              </a:rPr>
              <a:t> </a:t>
            </a:r>
            <a:r>
              <a:rPr lang="en-US" dirty="0" err="1" smtClean="0">
                <a:latin typeface="Tahoma" pitchFamily="34" charset="0"/>
              </a:rPr>
              <a:t>ny</a:t>
            </a:r>
            <a:r>
              <a:rPr lang="en-US" dirty="0" smtClean="0">
                <a:latin typeface="Tahoma" pitchFamily="34" charset="0"/>
              </a:rPr>
              <a:t>:</a:t>
            </a:r>
            <a:endParaRPr lang="en-US" dirty="0">
              <a:latin typeface="Tahoma" pitchFamily="34" charset="0"/>
            </a:endParaRPr>
          </a:p>
        </p:txBody>
      </p:sp>
      <p:sp>
        <p:nvSpPr>
          <p:cNvPr id="148483" name="Rectangle 2051"/>
          <p:cNvSpPr>
            <a:spLocks noChangeArrowheads="1"/>
          </p:cNvSpPr>
          <p:nvPr/>
        </p:nvSpPr>
        <p:spPr bwMode="auto">
          <a:xfrm>
            <a:off x="1524000" y="1676400"/>
            <a:ext cx="7391400" cy="335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742950" lvl="1" indent="-285750">
              <a:spcBef>
                <a:spcPct val="20000"/>
              </a:spcBef>
              <a:buClr>
                <a:schemeClr val="hlink"/>
              </a:buClr>
            </a:pPr>
            <a:r>
              <a:rPr lang="en-US" sz="4000" b="1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A</a:t>
            </a:r>
            <a:r>
              <a:rPr lang="en-US" sz="4000" b="1" dirty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. </a:t>
            </a:r>
            <a:r>
              <a:rPr lang="en-US" sz="4000" b="1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Fiainana</a:t>
            </a:r>
            <a:r>
              <a:rPr lang="en-US" sz="4000" b="1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4000" b="1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talohan’n</a:t>
            </a:r>
            <a:r>
              <a:rPr lang="en-US" sz="4000" b="1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4000" b="1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fahatany</a:t>
            </a:r>
            <a:r>
              <a:rPr lang="en-US" sz="4000" b="1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4000" b="1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gasy</a:t>
            </a:r>
            <a:r>
              <a:rPr lang="en-US" sz="4000" b="1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endParaRPr lang="en-US" sz="4000" b="1" dirty="0">
              <a:effectLst>
                <a:outerShdw blurRad="38100" dist="38100" dir="2700000" algn="tl">
                  <a:srgbClr val="808080"/>
                </a:outerShdw>
              </a:effectLst>
              <a:latin typeface="Tahoma" pitchFamily="34" charset="0"/>
            </a:endParaRPr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</a:pPr>
            <a:r>
              <a:rPr lang="en-US" sz="4000" b="1" dirty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B. </a:t>
            </a:r>
            <a:r>
              <a:rPr lang="en-US" sz="4000" b="1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Sela</a:t>
            </a:r>
            <a:endParaRPr lang="en-US" sz="4000" b="1" dirty="0">
              <a:effectLst>
                <a:outerShdw blurRad="38100" dist="38100" dir="2700000" algn="tl">
                  <a:srgbClr val="808080"/>
                </a:outerShdw>
              </a:effectLst>
              <a:latin typeface="Tahoma" pitchFamily="34" charset="0"/>
            </a:endParaRPr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</a:pPr>
            <a:r>
              <a:rPr lang="en-US" sz="4000" b="1" dirty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C. </a:t>
            </a:r>
            <a:r>
              <a:rPr lang="en-US" sz="4000" b="1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Vato</a:t>
            </a:r>
            <a:r>
              <a:rPr lang="en-US" sz="4000" b="1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4000" b="1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sy</a:t>
            </a:r>
            <a:r>
              <a:rPr lang="en-US" sz="4000" b="1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4000" b="1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mineraly</a:t>
            </a:r>
            <a:endParaRPr lang="en-US" sz="4000" b="1" dirty="0">
              <a:effectLst>
                <a:outerShdw blurRad="38100" dist="38100" dir="2700000" algn="tl">
                  <a:srgbClr val="808080"/>
                </a:outerShdw>
              </a:effectLst>
              <a:latin typeface="Tahoma" pitchFamily="34" charset="0"/>
            </a:endParaRPr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</a:pPr>
            <a:r>
              <a:rPr lang="en-US" sz="4000" b="1" dirty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D. </a:t>
            </a:r>
            <a:r>
              <a:rPr lang="en-US" sz="4000" b="1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Hazo</a:t>
            </a:r>
            <a:endParaRPr lang="en-US" sz="4000" b="1" dirty="0">
              <a:effectLst>
                <a:outerShdw blurRad="38100" dist="38100" dir="2700000" algn="tl">
                  <a:srgbClr val="808080"/>
                </a:outerShdw>
              </a:effectLst>
              <a:latin typeface="Tahoma" pitchFamily="34" charset="0"/>
            </a:endParaRPr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</a:pPr>
            <a:r>
              <a:rPr lang="en-US" sz="4000" b="1" dirty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E. </a:t>
            </a:r>
            <a:r>
              <a:rPr lang="en-US" sz="4000" b="1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Biby</a:t>
            </a:r>
            <a:r>
              <a:rPr lang="en-US" sz="4000" b="1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4000" b="1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anatirano</a:t>
            </a:r>
            <a:r>
              <a:rPr lang="en-US" sz="4000" b="1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4000" b="1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tsy</a:t>
            </a:r>
            <a:r>
              <a:rPr lang="en-US" sz="4000" b="1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4000" b="1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misy</a:t>
            </a:r>
            <a:r>
              <a:rPr lang="en-US" sz="4000" b="1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4000" b="1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hazondamosina</a:t>
            </a:r>
            <a:endParaRPr lang="en-US" sz="4000" b="1" dirty="0">
              <a:effectLst>
                <a:outerShdw blurRad="38100" dist="38100" dir="2700000" algn="tl">
                  <a:srgbClr val="808080"/>
                </a:outerShdw>
              </a:effectLst>
              <a:latin typeface="Tahoma" pitchFamily="34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48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48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48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48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48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8483" grpId="0" build="p" autoUpdateAnimBg="0" advAuto="0"/>
    </p:bld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8001000" cy="1143000"/>
          </a:xfrm>
        </p:spPr>
        <p:txBody>
          <a:bodyPr/>
          <a:lstStyle/>
          <a:p>
            <a:r>
              <a:rPr lang="en-US" dirty="0" smtClean="0">
                <a:latin typeface="Tahoma" pitchFamily="34" charset="0"/>
              </a:rPr>
              <a:t>4. </a:t>
            </a:r>
            <a:r>
              <a:rPr lang="en-US" dirty="0" err="1" smtClean="0">
                <a:latin typeface="Tahoma" pitchFamily="34" charset="0"/>
              </a:rPr>
              <a:t>Ny</a:t>
            </a:r>
            <a:r>
              <a:rPr lang="en-US" dirty="0" smtClean="0">
                <a:latin typeface="Tahoma" pitchFamily="34" charset="0"/>
              </a:rPr>
              <a:t> </a:t>
            </a:r>
            <a:r>
              <a:rPr lang="en-US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ahoma" pitchFamily="34" charset="0"/>
              </a:rPr>
              <a:t>Paleontology</a:t>
            </a:r>
            <a:r>
              <a:rPr lang="en-US" dirty="0" smtClean="0">
                <a:latin typeface="Tahoma" pitchFamily="34" charset="0"/>
              </a:rPr>
              <a:t> </a:t>
            </a:r>
            <a:r>
              <a:rPr lang="en-US" dirty="0" err="1" smtClean="0">
                <a:latin typeface="Tahoma" pitchFamily="34" charset="0"/>
              </a:rPr>
              <a:t>dia</a:t>
            </a:r>
            <a:r>
              <a:rPr lang="en-US" dirty="0" smtClean="0">
                <a:latin typeface="Tahoma" pitchFamily="34" charset="0"/>
              </a:rPr>
              <a:t> </a:t>
            </a:r>
            <a:r>
              <a:rPr lang="en-US" dirty="0" err="1" smtClean="0">
                <a:latin typeface="Tahoma" pitchFamily="34" charset="0"/>
              </a:rPr>
              <a:t>fianarana</a:t>
            </a:r>
            <a:r>
              <a:rPr lang="en-US" dirty="0" smtClean="0">
                <a:latin typeface="Tahoma" pitchFamily="34" charset="0"/>
              </a:rPr>
              <a:t> </a:t>
            </a:r>
            <a:r>
              <a:rPr lang="en-US" dirty="0" err="1" smtClean="0">
                <a:latin typeface="Tahoma" pitchFamily="34" charset="0"/>
              </a:rPr>
              <a:t>momba</a:t>
            </a:r>
            <a:r>
              <a:rPr lang="en-US" dirty="0" smtClean="0">
                <a:latin typeface="Tahoma" pitchFamily="34" charset="0"/>
              </a:rPr>
              <a:t> </a:t>
            </a:r>
            <a:r>
              <a:rPr lang="en-US" dirty="0" err="1" smtClean="0">
                <a:latin typeface="Tahoma" pitchFamily="34" charset="0"/>
              </a:rPr>
              <a:t>ny</a:t>
            </a:r>
            <a:r>
              <a:rPr lang="en-US" dirty="0" smtClean="0">
                <a:latin typeface="Tahoma" pitchFamily="34" charset="0"/>
              </a:rPr>
              <a:t>:</a:t>
            </a:r>
            <a:endParaRPr lang="en-US" dirty="0"/>
          </a:p>
        </p:txBody>
      </p:sp>
      <p:sp>
        <p:nvSpPr>
          <p:cNvPr id="168963" name="Rectangle 3"/>
          <p:cNvSpPr>
            <a:spLocks noChangeArrowheads="1"/>
          </p:cNvSpPr>
          <p:nvPr/>
        </p:nvSpPr>
        <p:spPr bwMode="auto">
          <a:xfrm>
            <a:off x="1524000" y="1676400"/>
            <a:ext cx="7391400" cy="335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742950" lvl="1" indent="-285750">
              <a:spcBef>
                <a:spcPct val="20000"/>
              </a:spcBef>
              <a:buClr>
                <a:schemeClr val="hlink"/>
              </a:buClr>
            </a:pPr>
            <a:r>
              <a:rPr lang="en-US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A. </a:t>
            </a:r>
            <a:r>
              <a:rPr lang="en-US" sz="4000" b="1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Fiainana</a:t>
            </a:r>
            <a:r>
              <a:rPr lang="en-US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4000" b="1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talohan’ny</a:t>
            </a:r>
            <a:r>
              <a:rPr lang="en-US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4000" b="1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fahatany</a:t>
            </a:r>
            <a:r>
              <a:rPr lang="en-US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4000" b="1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gasy</a:t>
            </a:r>
            <a:r>
              <a:rPr lang="en-US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</a:pPr>
            <a:r>
              <a:rPr lang="en-US" sz="4000" b="1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B. </a:t>
            </a:r>
            <a:r>
              <a:rPr lang="en-US" sz="4000" b="1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Sela</a:t>
            </a:r>
            <a:endParaRPr lang="en-US" sz="4000" b="1" dirty="0" smtClean="0">
              <a:effectLst>
                <a:outerShdw blurRad="38100" dist="38100" dir="2700000" algn="tl">
                  <a:srgbClr val="808080"/>
                </a:outerShdw>
              </a:effectLst>
              <a:latin typeface="Tahoma" pitchFamily="34" charset="0"/>
            </a:endParaRPr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</a:pPr>
            <a:r>
              <a:rPr lang="en-US" sz="4000" b="1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C. </a:t>
            </a:r>
            <a:r>
              <a:rPr lang="en-US" sz="4000" b="1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Vato</a:t>
            </a:r>
            <a:r>
              <a:rPr lang="en-US" sz="4000" b="1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4000" b="1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sy</a:t>
            </a:r>
            <a:r>
              <a:rPr lang="en-US" sz="4000" b="1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4000" b="1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mineraly</a:t>
            </a:r>
            <a:endParaRPr lang="en-US" sz="4000" b="1" dirty="0" smtClean="0">
              <a:effectLst>
                <a:outerShdw blurRad="38100" dist="38100" dir="2700000" algn="tl">
                  <a:srgbClr val="808080"/>
                </a:outerShdw>
              </a:effectLst>
              <a:latin typeface="Tahoma" pitchFamily="34" charset="0"/>
            </a:endParaRPr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</a:pPr>
            <a:r>
              <a:rPr lang="en-US" sz="4000" b="1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D. </a:t>
            </a:r>
            <a:r>
              <a:rPr lang="en-US" sz="4000" b="1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Hazo</a:t>
            </a:r>
            <a:r>
              <a:rPr lang="en-US" sz="4000" b="1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</a:pPr>
            <a:r>
              <a:rPr lang="en-US" sz="4000" b="1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E. </a:t>
            </a:r>
            <a:r>
              <a:rPr lang="en-US" sz="4000" b="1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Biby</a:t>
            </a:r>
            <a:r>
              <a:rPr lang="en-US" sz="4000" b="1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4000" b="1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anatirano</a:t>
            </a:r>
            <a:r>
              <a:rPr lang="en-US" sz="4000" b="1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4000" b="1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tsy</a:t>
            </a:r>
            <a:r>
              <a:rPr lang="en-US" sz="4000" b="1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4000" b="1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misy</a:t>
            </a:r>
            <a:r>
              <a:rPr lang="en-US" sz="4000" b="1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4000" b="1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hazondamosina</a:t>
            </a:r>
            <a:endParaRPr lang="en-US" sz="4000" b="1" dirty="0">
              <a:effectLst>
                <a:outerShdw blurRad="38100" dist="38100" dir="2700000" algn="tl">
                  <a:srgbClr val="808080"/>
                </a:outerShdw>
              </a:effectLst>
              <a:latin typeface="Tahoma" pitchFamily="34" charset="0"/>
            </a:endParaRPr>
          </a:p>
        </p:txBody>
      </p:sp>
    </p:spTree>
  </p:cSld>
  <p:clrMapOvr>
    <a:masterClrMapping/>
  </p:clrMapOvr>
  <p:transition spd="med"/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8001000" cy="1143000"/>
          </a:xfrm>
        </p:spPr>
        <p:txBody>
          <a:bodyPr/>
          <a:lstStyle/>
          <a:p>
            <a:pPr algn="ctr"/>
            <a:r>
              <a:rPr lang="en-US" dirty="0" smtClean="0">
                <a:latin typeface="Tahoma" pitchFamily="34" charset="0"/>
              </a:rPr>
              <a:t>5. </a:t>
            </a:r>
            <a:r>
              <a:rPr lang="en-US" dirty="0" err="1" smtClean="0">
                <a:latin typeface="Tahoma" pitchFamily="34" charset="0"/>
              </a:rPr>
              <a:t>Ny</a:t>
            </a:r>
            <a:r>
              <a:rPr lang="en-US" dirty="0" smtClean="0">
                <a:latin typeface="Tahoma" pitchFamily="34" charset="0"/>
              </a:rPr>
              <a:t> </a:t>
            </a:r>
            <a:r>
              <a:rPr lang="en-US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ahoma" pitchFamily="34" charset="0"/>
              </a:rPr>
              <a:t>Herpatology</a:t>
            </a:r>
            <a:r>
              <a:rPr lang="en-US" dirty="0" smtClean="0">
                <a:latin typeface="Tahoma" pitchFamily="34" charset="0"/>
              </a:rPr>
              <a:t> </a:t>
            </a:r>
            <a:r>
              <a:rPr lang="en-US" dirty="0" err="1" smtClean="0">
                <a:latin typeface="Tahoma" pitchFamily="34" charset="0"/>
              </a:rPr>
              <a:t>dia</a:t>
            </a:r>
            <a:r>
              <a:rPr lang="en-US" dirty="0" smtClean="0">
                <a:latin typeface="Tahoma" pitchFamily="34" charset="0"/>
              </a:rPr>
              <a:t> </a:t>
            </a:r>
            <a:r>
              <a:rPr lang="en-US" dirty="0" err="1" smtClean="0">
                <a:latin typeface="Tahoma" pitchFamily="34" charset="0"/>
              </a:rPr>
              <a:t>fianarana</a:t>
            </a:r>
            <a:r>
              <a:rPr lang="en-US" dirty="0" smtClean="0">
                <a:latin typeface="Tahoma" pitchFamily="34" charset="0"/>
              </a:rPr>
              <a:t> </a:t>
            </a:r>
            <a:r>
              <a:rPr lang="en-US" dirty="0" err="1" smtClean="0">
                <a:latin typeface="Tahoma" pitchFamily="34" charset="0"/>
              </a:rPr>
              <a:t>momba</a:t>
            </a:r>
            <a:r>
              <a:rPr lang="en-US" dirty="0" smtClean="0">
                <a:latin typeface="Tahoma" pitchFamily="34" charset="0"/>
              </a:rPr>
              <a:t> </a:t>
            </a:r>
            <a:r>
              <a:rPr lang="en-US" dirty="0" err="1" smtClean="0">
                <a:latin typeface="Tahoma" pitchFamily="34" charset="0"/>
              </a:rPr>
              <a:t>ny</a:t>
            </a:r>
            <a:endParaRPr lang="en-US" dirty="0"/>
          </a:p>
        </p:txBody>
      </p:sp>
      <p:sp>
        <p:nvSpPr>
          <p:cNvPr id="149507" name="Rectangle 3"/>
          <p:cNvSpPr>
            <a:spLocks noChangeArrowheads="1"/>
          </p:cNvSpPr>
          <p:nvPr/>
        </p:nvSpPr>
        <p:spPr bwMode="auto">
          <a:xfrm>
            <a:off x="1524000" y="1676400"/>
            <a:ext cx="7391400" cy="335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accent1"/>
              </a:buClr>
            </a:pPr>
            <a:endParaRPr lang="en-US" sz="4400" b="1" dirty="0">
              <a:effectLst>
                <a:outerShdw blurRad="38100" dist="38100" dir="2700000" algn="tl">
                  <a:srgbClr val="808080"/>
                </a:outerShdw>
              </a:effectLst>
              <a:latin typeface="Tahoma" pitchFamily="34" charset="0"/>
            </a:endParaRPr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</a:pPr>
            <a:r>
              <a:rPr lang="en-US" sz="4000" b="1" dirty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A. </a:t>
            </a:r>
            <a:r>
              <a:rPr lang="en-US" sz="4000" b="1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Bozaka</a:t>
            </a:r>
            <a:r>
              <a:rPr lang="en-US" sz="4000" b="1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4000" b="1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aman’ahitra</a:t>
            </a:r>
            <a:r>
              <a:rPr lang="en-US" sz="4000" b="1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endParaRPr lang="en-US" sz="4000" b="1" dirty="0">
              <a:effectLst>
                <a:outerShdw blurRad="38100" dist="38100" dir="2700000" algn="tl">
                  <a:srgbClr val="808080"/>
                </a:outerShdw>
              </a:effectLst>
              <a:latin typeface="Tahoma" pitchFamily="34" charset="0"/>
            </a:endParaRPr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</a:pPr>
            <a:r>
              <a:rPr lang="en-US" sz="4000" b="1" dirty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B. </a:t>
            </a:r>
            <a:r>
              <a:rPr lang="en-US" sz="4000" b="1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Biby</a:t>
            </a:r>
            <a:r>
              <a:rPr lang="en-US" sz="4000" b="1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4000" b="1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kely</a:t>
            </a:r>
            <a:r>
              <a:rPr lang="en-US" sz="4000" b="1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4000" b="1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mampinono</a:t>
            </a:r>
            <a:r>
              <a:rPr lang="en-US" sz="4000" b="1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endParaRPr lang="en-US" sz="4000" b="1" dirty="0">
              <a:effectLst>
                <a:outerShdw blurRad="38100" dist="38100" dir="2700000" algn="tl">
                  <a:srgbClr val="808080"/>
                </a:outerShdw>
              </a:effectLst>
              <a:latin typeface="Tahoma" pitchFamily="34" charset="0"/>
            </a:endParaRPr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</a:pPr>
            <a:r>
              <a:rPr lang="en-US" sz="4000" b="1" dirty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C. </a:t>
            </a:r>
            <a:r>
              <a:rPr lang="en-US" sz="4000" b="1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Holatra</a:t>
            </a:r>
            <a:endParaRPr lang="en-US" sz="4000" b="1" dirty="0">
              <a:effectLst>
                <a:outerShdw blurRad="38100" dist="38100" dir="2700000" algn="tl">
                  <a:srgbClr val="808080"/>
                </a:outerShdw>
              </a:effectLst>
              <a:latin typeface="Tahoma" pitchFamily="34" charset="0"/>
            </a:endParaRPr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</a:pPr>
            <a:r>
              <a:rPr lang="en-US" sz="4000" b="1" dirty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D. </a:t>
            </a:r>
            <a:r>
              <a:rPr lang="en-US" sz="4000" b="1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Karazam-bibilava</a:t>
            </a:r>
            <a:endParaRPr lang="en-US" sz="4000" b="1" dirty="0">
              <a:effectLst>
                <a:outerShdw blurRad="38100" dist="38100" dir="2700000" algn="tl">
                  <a:srgbClr val="808080"/>
                </a:outerShdw>
              </a:effectLst>
              <a:latin typeface="Tahoma" pitchFamily="34" charset="0"/>
            </a:endParaRPr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</a:pPr>
            <a:r>
              <a:rPr lang="en-US" sz="4000" b="1" dirty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E. </a:t>
            </a:r>
            <a:r>
              <a:rPr lang="en-US" sz="4000" b="1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Andriamanitra</a:t>
            </a:r>
            <a:endParaRPr lang="en-US" sz="4000" b="1" dirty="0">
              <a:effectLst>
                <a:outerShdw blurRad="38100" dist="38100" dir="2700000" algn="tl">
                  <a:srgbClr val="808080"/>
                </a:outerShdw>
              </a:effectLst>
              <a:latin typeface="Tahoma" pitchFamily="34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49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49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49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495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495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9507" grpId="0" build="p" autoUpdateAnimBg="0" advAuto="0"/>
    </p:bld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8001000" cy="1143000"/>
          </a:xfrm>
        </p:spPr>
        <p:txBody>
          <a:bodyPr/>
          <a:lstStyle/>
          <a:p>
            <a:pPr algn="ctr"/>
            <a:r>
              <a:rPr lang="en-US" dirty="0" smtClean="0">
                <a:latin typeface="Tahoma" pitchFamily="34" charset="0"/>
              </a:rPr>
              <a:t>5. </a:t>
            </a:r>
            <a:r>
              <a:rPr lang="en-US" dirty="0" err="1" smtClean="0">
                <a:latin typeface="Tahoma" pitchFamily="34" charset="0"/>
              </a:rPr>
              <a:t>Ny</a:t>
            </a:r>
            <a:r>
              <a:rPr lang="en-US" dirty="0" smtClean="0">
                <a:latin typeface="Tahoma" pitchFamily="34" charset="0"/>
              </a:rPr>
              <a:t> </a:t>
            </a:r>
            <a:r>
              <a:rPr lang="en-US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ahoma" pitchFamily="34" charset="0"/>
              </a:rPr>
              <a:t>Herpatology</a:t>
            </a:r>
            <a:r>
              <a:rPr lang="en-US" dirty="0" smtClean="0">
                <a:latin typeface="Tahoma" pitchFamily="34" charset="0"/>
              </a:rPr>
              <a:t> </a:t>
            </a:r>
            <a:r>
              <a:rPr lang="en-US" dirty="0" err="1" smtClean="0">
                <a:latin typeface="Tahoma" pitchFamily="34" charset="0"/>
              </a:rPr>
              <a:t>dia</a:t>
            </a:r>
            <a:r>
              <a:rPr lang="en-US" dirty="0" smtClean="0">
                <a:latin typeface="Tahoma" pitchFamily="34" charset="0"/>
              </a:rPr>
              <a:t> </a:t>
            </a:r>
            <a:r>
              <a:rPr lang="en-US" dirty="0" err="1" smtClean="0">
                <a:latin typeface="Tahoma" pitchFamily="34" charset="0"/>
              </a:rPr>
              <a:t>fianarana</a:t>
            </a:r>
            <a:r>
              <a:rPr lang="en-US" dirty="0" smtClean="0">
                <a:latin typeface="Tahoma" pitchFamily="34" charset="0"/>
              </a:rPr>
              <a:t> </a:t>
            </a:r>
            <a:r>
              <a:rPr lang="en-US" dirty="0" err="1" smtClean="0">
                <a:latin typeface="Tahoma" pitchFamily="34" charset="0"/>
              </a:rPr>
              <a:t>momba</a:t>
            </a:r>
            <a:r>
              <a:rPr lang="en-US" dirty="0" smtClean="0">
                <a:latin typeface="Tahoma" pitchFamily="34" charset="0"/>
              </a:rPr>
              <a:t> </a:t>
            </a:r>
            <a:r>
              <a:rPr lang="en-US" dirty="0" err="1" smtClean="0">
                <a:latin typeface="Tahoma" pitchFamily="34" charset="0"/>
              </a:rPr>
              <a:t>ny</a:t>
            </a:r>
            <a:endParaRPr lang="en-US" dirty="0"/>
          </a:p>
        </p:txBody>
      </p:sp>
      <p:sp>
        <p:nvSpPr>
          <p:cNvPr id="169987" name="Rectangle 3"/>
          <p:cNvSpPr>
            <a:spLocks noChangeArrowheads="1"/>
          </p:cNvSpPr>
          <p:nvPr/>
        </p:nvSpPr>
        <p:spPr bwMode="auto">
          <a:xfrm>
            <a:off x="1524000" y="1676400"/>
            <a:ext cx="7391400" cy="335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accent1"/>
              </a:buClr>
            </a:pPr>
            <a:endParaRPr lang="en-US" sz="4400" b="1" dirty="0" smtClean="0">
              <a:effectLst>
                <a:outerShdw blurRad="38100" dist="38100" dir="2700000" algn="tl">
                  <a:srgbClr val="808080"/>
                </a:outerShdw>
              </a:effectLst>
              <a:latin typeface="Tahoma" pitchFamily="34" charset="0"/>
            </a:endParaRPr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</a:pPr>
            <a:r>
              <a:rPr lang="en-US" sz="4000" b="1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A. </a:t>
            </a:r>
            <a:r>
              <a:rPr lang="en-US" sz="4000" b="1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Bozaka</a:t>
            </a:r>
            <a:r>
              <a:rPr lang="en-US" sz="4000" b="1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4000" b="1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aman’ahitra</a:t>
            </a:r>
            <a:r>
              <a:rPr lang="en-US" sz="4000" b="1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</a:pPr>
            <a:r>
              <a:rPr lang="en-US" sz="4000" b="1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B. </a:t>
            </a:r>
            <a:r>
              <a:rPr lang="en-US" sz="4000" b="1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Biby</a:t>
            </a:r>
            <a:r>
              <a:rPr lang="en-US" sz="4000" b="1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4000" b="1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kely</a:t>
            </a:r>
            <a:r>
              <a:rPr lang="en-US" sz="4000" b="1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4000" b="1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mampinono</a:t>
            </a:r>
            <a:r>
              <a:rPr lang="en-US" sz="4000" b="1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</a:pPr>
            <a:r>
              <a:rPr lang="en-US" sz="4000" b="1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C. </a:t>
            </a:r>
            <a:r>
              <a:rPr lang="en-US" sz="4000" b="1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Holatra</a:t>
            </a:r>
            <a:endParaRPr lang="en-US" sz="4000" b="1" dirty="0" smtClean="0">
              <a:effectLst>
                <a:outerShdw blurRad="38100" dist="38100" dir="2700000" algn="tl">
                  <a:srgbClr val="808080"/>
                </a:outerShdw>
              </a:effectLst>
              <a:latin typeface="Tahoma" pitchFamily="34" charset="0"/>
            </a:endParaRPr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</a:pPr>
            <a:r>
              <a:rPr lang="en-US" sz="4000" b="1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D. </a:t>
            </a:r>
            <a:r>
              <a:rPr lang="en-US" sz="4000" b="1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Karazam-bibilava</a:t>
            </a:r>
            <a:endParaRPr lang="en-US" sz="4000" b="1" dirty="0" smtClean="0">
              <a:solidFill>
                <a:srgbClr val="FF0000"/>
              </a:solidFill>
              <a:effectLst>
                <a:outerShdw blurRad="38100" dist="38100" dir="2700000" algn="tl">
                  <a:srgbClr val="808080"/>
                </a:outerShdw>
              </a:effectLst>
              <a:latin typeface="Tahoma" pitchFamily="34" charset="0"/>
            </a:endParaRPr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</a:pPr>
            <a:r>
              <a:rPr lang="en-US" sz="4000" b="1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E. </a:t>
            </a:r>
            <a:r>
              <a:rPr lang="en-US" sz="4000" b="1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Andriamanitra</a:t>
            </a:r>
            <a:endParaRPr lang="en-US" sz="4000" b="1" dirty="0">
              <a:effectLst>
                <a:outerShdw blurRad="38100" dist="38100" dir="2700000" algn="tl">
                  <a:srgbClr val="808080"/>
                </a:outerShdw>
              </a:effectLst>
              <a:latin typeface="Tahoma" pitchFamily="34" charset="0"/>
            </a:endParaRPr>
          </a:p>
        </p:txBody>
      </p:sp>
    </p:spTree>
  </p:cSld>
  <p:clrMapOvr>
    <a:masterClrMapping/>
  </p:clrMapOvr>
  <p:transition spd="med"/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1026"/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8001000" cy="1143000"/>
          </a:xfrm>
        </p:spPr>
        <p:txBody>
          <a:bodyPr/>
          <a:lstStyle/>
          <a:p>
            <a:pPr marL="342900" indent="-342900" algn="ctr">
              <a:spcBef>
                <a:spcPct val="20000"/>
              </a:spcBef>
            </a:pPr>
            <a:r>
              <a:rPr lang="en-US" dirty="0" smtClean="0">
                <a:latin typeface="Tahoma" pitchFamily="34" charset="0"/>
              </a:rPr>
              <a:t>6. </a:t>
            </a:r>
            <a:r>
              <a:rPr lang="en-US" dirty="0" err="1" smtClean="0">
                <a:latin typeface="Tahoma" pitchFamily="34" charset="0"/>
              </a:rPr>
              <a:t>Ny</a:t>
            </a:r>
            <a:r>
              <a:rPr lang="en-US" dirty="0" smtClean="0">
                <a:latin typeface="Tahoma" pitchFamily="34" charset="0"/>
              </a:rPr>
              <a:t> </a:t>
            </a:r>
            <a:r>
              <a:rPr lang="en-US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ahoma" pitchFamily="34" charset="0"/>
              </a:rPr>
              <a:t>Metrology</a:t>
            </a:r>
            <a:r>
              <a:rPr lang="en-US" dirty="0" smtClean="0">
                <a:latin typeface="Tahoma" pitchFamily="34" charset="0"/>
              </a:rPr>
              <a:t> </a:t>
            </a:r>
            <a:r>
              <a:rPr lang="en-US" dirty="0" err="1" smtClean="0">
                <a:latin typeface="Tahoma" pitchFamily="34" charset="0"/>
              </a:rPr>
              <a:t>dia</a:t>
            </a:r>
            <a:r>
              <a:rPr lang="en-US" dirty="0" smtClean="0">
                <a:latin typeface="Tahoma" pitchFamily="34" charset="0"/>
              </a:rPr>
              <a:t> </a:t>
            </a:r>
            <a:r>
              <a:rPr lang="en-US" dirty="0" err="1" smtClean="0">
                <a:latin typeface="Tahoma" pitchFamily="34" charset="0"/>
              </a:rPr>
              <a:t>fianarana</a:t>
            </a:r>
            <a:r>
              <a:rPr lang="en-US" dirty="0" smtClean="0">
                <a:latin typeface="Tahoma" pitchFamily="34" charset="0"/>
              </a:rPr>
              <a:t> </a:t>
            </a:r>
            <a:r>
              <a:rPr lang="en-US" dirty="0" err="1" smtClean="0">
                <a:latin typeface="Tahoma" pitchFamily="34" charset="0"/>
              </a:rPr>
              <a:t>momban’ny</a:t>
            </a:r>
            <a:r>
              <a:rPr lang="en-US" dirty="0" smtClean="0">
                <a:latin typeface="Tahoma" pitchFamily="34" charset="0"/>
              </a:rPr>
              <a:t> </a:t>
            </a:r>
            <a:endParaRPr lang="en-US" dirty="0">
              <a:latin typeface="Tahoma" pitchFamily="34" charset="0"/>
            </a:endParaRPr>
          </a:p>
        </p:txBody>
      </p:sp>
      <p:sp>
        <p:nvSpPr>
          <p:cNvPr id="150531" name="Rectangle 1027"/>
          <p:cNvSpPr>
            <a:spLocks noChangeArrowheads="1"/>
          </p:cNvSpPr>
          <p:nvPr/>
        </p:nvSpPr>
        <p:spPr bwMode="auto">
          <a:xfrm>
            <a:off x="1524000" y="1676400"/>
            <a:ext cx="7391400" cy="335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742950" lvl="1" indent="-285750">
              <a:spcBef>
                <a:spcPct val="20000"/>
              </a:spcBef>
              <a:buClr>
                <a:schemeClr val="hlink"/>
              </a:buClr>
            </a:pPr>
            <a:r>
              <a:rPr lang="en-US" sz="4000" b="1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A</a:t>
            </a:r>
            <a:r>
              <a:rPr lang="en-US" sz="4000" b="1" dirty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. </a:t>
            </a:r>
            <a:r>
              <a:rPr lang="en-US" sz="4000" b="1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 </a:t>
            </a:r>
            <a:r>
              <a:rPr lang="en-US" sz="4000" b="1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Meteorita</a:t>
            </a:r>
            <a:endParaRPr lang="en-US" sz="4000" b="1" dirty="0">
              <a:effectLst>
                <a:outerShdw blurRad="38100" dist="38100" dir="2700000" algn="tl">
                  <a:srgbClr val="808080"/>
                </a:outerShdw>
              </a:effectLst>
              <a:latin typeface="Tahoma" pitchFamily="34" charset="0"/>
            </a:endParaRPr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</a:pPr>
            <a:r>
              <a:rPr lang="en-US" sz="4000" b="1" dirty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B. </a:t>
            </a:r>
            <a:r>
              <a:rPr lang="en-US" sz="4000" b="1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 </a:t>
            </a:r>
            <a:r>
              <a:rPr lang="en-US" sz="4000" b="1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Fandrefesana</a:t>
            </a:r>
            <a:endParaRPr lang="en-US" sz="4000" b="1" dirty="0" smtClean="0">
              <a:effectLst>
                <a:outerShdw blurRad="38100" dist="38100" dir="2700000" algn="tl">
                  <a:srgbClr val="808080"/>
                </a:outerShdw>
              </a:effectLst>
              <a:latin typeface="Tahoma" pitchFamily="34" charset="0"/>
            </a:endParaRPr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</a:pPr>
            <a:r>
              <a:rPr lang="en-US" sz="4000" b="1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C.   </a:t>
            </a:r>
            <a:r>
              <a:rPr lang="en-US" sz="4000" b="1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Mponin’ny</a:t>
            </a:r>
            <a:r>
              <a:rPr lang="en-US" sz="4000" b="1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4000" b="1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lanitra</a:t>
            </a:r>
            <a:r>
              <a:rPr lang="en-US" sz="4000" b="1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</a:pPr>
            <a:r>
              <a:rPr lang="en-US" sz="4000" b="1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D</a:t>
            </a:r>
            <a:r>
              <a:rPr lang="en-US" sz="4000" b="1" dirty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. </a:t>
            </a:r>
            <a:r>
              <a:rPr lang="en-US" sz="4000" b="1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 </a:t>
            </a:r>
            <a:r>
              <a:rPr lang="en-US" sz="4000" b="1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Sela</a:t>
            </a:r>
            <a:endParaRPr lang="en-US" sz="4000" b="1" dirty="0">
              <a:effectLst>
                <a:outerShdw blurRad="38100" dist="38100" dir="2700000" algn="tl">
                  <a:srgbClr val="808080"/>
                </a:outerShdw>
              </a:effectLst>
              <a:latin typeface="Tahoma" pitchFamily="34" charset="0"/>
            </a:endParaRPr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</a:pPr>
            <a:r>
              <a:rPr lang="en-US" sz="4000" b="1" dirty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E. </a:t>
            </a:r>
            <a:r>
              <a:rPr lang="en-US" sz="4000" b="1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 </a:t>
            </a:r>
            <a:r>
              <a:rPr lang="en-US" sz="4000" b="1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Mozika</a:t>
            </a:r>
            <a:endParaRPr lang="en-US" sz="4000" b="1" dirty="0">
              <a:effectLst>
                <a:outerShdw blurRad="38100" dist="38100" dir="2700000" algn="tl">
                  <a:srgbClr val="808080"/>
                </a:outerShdw>
              </a:effectLst>
              <a:latin typeface="Tahoma" pitchFamily="34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50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50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50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50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50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0531" grpId="0" build="p" autoUpdateAnimBg="0" advAuto="0"/>
    </p:bld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8001000" cy="1143000"/>
          </a:xfrm>
        </p:spPr>
        <p:txBody>
          <a:bodyPr/>
          <a:lstStyle/>
          <a:p>
            <a:pPr algn="ctr"/>
            <a:r>
              <a:rPr lang="en-US" dirty="0" smtClean="0">
                <a:latin typeface="Tahoma" pitchFamily="34" charset="0"/>
              </a:rPr>
              <a:t>6. </a:t>
            </a:r>
            <a:r>
              <a:rPr lang="en-US" dirty="0" err="1" smtClean="0">
                <a:latin typeface="Tahoma" pitchFamily="34" charset="0"/>
              </a:rPr>
              <a:t>Ny</a:t>
            </a:r>
            <a:r>
              <a:rPr lang="en-US" dirty="0" smtClean="0">
                <a:latin typeface="Tahoma" pitchFamily="34" charset="0"/>
              </a:rPr>
              <a:t> </a:t>
            </a:r>
            <a:r>
              <a:rPr lang="en-US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ahoma" pitchFamily="34" charset="0"/>
              </a:rPr>
              <a:t>Metrology</a:t>
            </a:r>
            <a:r>
              <a:rPr lang="en-US" dirty="0" smtClean="0">
                <a:latin typeface="Tahoma" pitchFamily="34" charset="0"/>
              </a:rPr>
              <a:t> </a:t>
            </a:r>
            <a:r>
              <a:rPr lang="en-US" dirty="0" err="1" smtClean="0">
                <a:latin typeface="Tahoma" pitchFamily="34" charset="0"/>
              </a:rPr>
              <a:t>dia</a:t>
            </a:r>
            <a:r>
              <a:rPr lang="en-US" dirty="0" smtClean="0">
                <a:latin typeface="Tahoma" pitchFamily="34" charset="0"/>
              </a:rPr>
              <a:t> </a:t>
            </a:r>
            <a:r>
              <a:rPr lang="en-US" dirty="0" err="1" smtClean="0">
                <a:latin typeface="Tahoma" pitchFamily="34" charset="0"/>
              </a:rPr>
              <a:t>fianarana</a:t>
            </a:r>
            <a:r>
              <a:rPr lang="en-US" dirty="0" smtClean="0">
                <a:latin typeface="Tahoma" pitchFamily="34" charset="0"/>
              </a:rPr>
              <a:t> </a:t>
            </a:r>
            <a:r>
              <a:rPr lang="en-US" dirty="0" err="1" smtClean="0">
                <a:latin typeface="Tahoma" pitchFamily="34" charset="0"/>
              </a:rPr>
              <a:t>momban’ny</a:t>
            </a:r>
            <a:r>
              <a:rPr lang="en-US" dirty="0" smtClean="0">
                <a:latin typeface="Tahoma" pitchFamily="34" charset="0"/>
              </a:rPr>
              <a:t> </a:t>
            </a:r>
            <a:endParaRPr lang="en-US" dirty="0"/>
          </a:p>
        </p:txBody>
      </p:sp>
      <p:sp>
        <p:nvSpPr>
          <p:cNvPr id="171011" name="Rectangle 3"/>
          <p:cNvSpPr>
            <a:spLocks noChangeArrowheads="1"/>
          </p:cNvSpPr>
          <p:nvPr/>
        </p:nvSpPr>
        <p:spPr bwMode="auto">
          <a:xfrm>
            <a:off x="1524000" y="1676400"/>
            <a:ext cx="7391400" cy="335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742950" lvl="1" indent="-285750">
              <a:spcBef>
                <a:spcPct val="20000"/>
              </a:spcBef>
              <a:buClr>
                <a:schemeClr val="hlink"/>
              </a:buClr>
            </a:pPr>
            <a:r>
              <a:rPr lang="en-US" sz="4000" b="1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A.   </a:t>
            </a:r>
            <a:r>
              <a:rPr lang="en-US" sz="4000" b="1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Meteorita</a:t>
            </a:r>
            <a:endParaRPr lang="en-US" sz="4000" b="1" dirty="0" smtClean="0">
              <a:effectLst>
                <a:outerShdw blurRad="38100" dist="38100" dir="2700000" algn="tl">
                  <a:srgbClr val="808080"/>
                </a:outerShdw>
              </a:effectLst>
              <a:latin typeface="Tahoma" pitchFamily="34" charset="0"/>
            </a:endParaRPr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</a:pPr>
            <a:r>
              <a:rPr lang="en-US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B.   </a:t>
            </a:r>
            <a:r>
              <a:rPr lang="en-US" sz="4000" b="1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Fandrefesana</a:t>
            </a:r>
            <a:endParaRPr lang="en-US" sz="4000" b="1" dirty="0" smtClean="0">
              <a:solidFill>
                <a:srgbClr val="FF0000"/>
              </a:solidFill>
              <a:effectLst>
                <a:outerShdw blurRad="38100" dist="38100" dir="2700000" algn="tl">
                  <a:srgbClr val="808080"/>
                </a:outerShdw>
              </a:effectLst>
              <a:latin typeface="Tahoma" pitchFamily="34" charset="0"/>
            </a:endParaRPr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</a:pPr>
            <a:r>
              <a:rPr lang="en-US" sz="4000" b="1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C.   </a:t>
            </a:r>
            <a:r>
              <a:rPr lang="en-US" sz="4000" b="1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Mponin’ny</a:t>
            </a:r>
            <a:r>
              <a:rPr lang="en-US" sz="4000" b="1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4000" b="1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lanitra</a:t>
            </a:r>
            <a:r>
              <a:rPr lang="en-US" sz="4000" b="1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</a:pPr>
            <a:r>
              <a:rPr lang="en-US" sz="4000" b="1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D.   </a:t>
            </a:r>
            <a:r>
              <a:rPr lang="en-US" sz="4000" b="1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Sela</a:t>
            </a:r>
            <a:endParaRPr lang="en-US" sz="4000" b="1" dirty="0" smtClean="0">
              <a:effectLst>
                <a:outerShdw blurRad="38100" dist="38100" dir="2700000" algn="tl">
                  <a:srgbClr val="808080"/>
                </a:outerShdw>
              </a:effectLst>
              <a:latin typeface="Tahoma" pitchFamily="34" charset="0"/>
            </a:endParaRPr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</a:pPr>
            <a:r>
              <a:rPr lang="en-US" sz="4000" b="1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E.   </a:t>
            </a:r>
            <a:r>
              <a:rPr lang="en-US" sz="4000" b="1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Mozika</a:t>
            </a:r>
            <a:endParaRPr lang="en-US" sz="4000" b="1" dirty="0">
              <a:effectLst>
                <a:outerShdw blurRad="38100" dist="38100" dir="2700000" algn="tl">
                  <a:srgbClr val="808080"/>
                </a:outerShdw>
              </a:effectLst>
              <a:latin typeface="Tahoma" pitchFamily="34" charset="0"/>
            </a:endParaRPr>
          </a:p>
        </p:txBody>
      </p:sp>
    </p:spTree>
  </p:cSld>
  <p:clrMapOvr>
    <a:masterClrMapping/>
  </p:clrMapOvr>
  <p:transition spd="med"/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1026"/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8001000" cy="1143000"/>
          </a:xfrm>
        </p:spPr>
        <p:txBody>
          <a:bodyPr/>
          <a:lstStyle/>
          <a:p>
            <a:pPr marL="342900" indent="-342900" algn="ctr">
              <a:spcBef>
                <a:spcPct val="20000"/>
              </a:spcBef>
            </a:pPr>
            <a:r>
              <a:rPr lang="en-US" dirty="0" smtClean="0">
                <a:latin typeface="Tahoma" pitchFamily="34" charset="0"/>
              </a:rPr>
              <a:t>7. </a:t>
            </a:r>
            <a:r>
              <a:rPr lang="en-US" dirty="0" err="1" smtClean="0">
                <a:latin typeface="Tahoma" pitchFamily="34" charset="0"/>
              </a:rPr>
              <a:t>Ny</a:t>
            </a:r>
            <a:r>
              <a:rPr lang="en-US" dirty="0" smtClean="0">
                <a:latin typeface="Tahoma" pitchFamily="34" charset="0"/>
              </a:rPr>
              <a:t> </a:t>
            </a:r>
            <a:r>
              <a:rPr lang="en-US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ahoma" pitchFamily="34" charset="0"/>
              </a:rPr>
              <a:t>Lithology</a:t>
            </a:r>
            <a:r>
              <a:rPr lang="en-US" dirty="0" smtClean="0">
                <a:latin typeface="Tahoma" pitchFamily="34" charset="0"/>
              </a:rPr>
              <a:t> </a:t>
            </a:r>
            <a:r>
              <a:rPr lang="en-US" dirty="0" err="1" smtClean="0">
                <a:latin typeface="Tahoma" pitchFamily="34" charset="0"/>
              </a:rPr>
              <a:t>dia</a:t>
            </a:r>
            <a:r>
              <a:rPr lang="en-US" dirty="0" smtClean="0">
                <a:latin typeface="Tahoma" pitchFamily="34" charset="0"/>
              </a:rPr>
              <a:t> </a:t>
            </a:r>
            <a:r>
              <a:rPr lang="en-US" dirty="0" err="1" smtClean="0">
                <a:latin typeface="Tahoma" pitchFamily="34" charset="0"/>
              </a:rPr>
              <a:t>fianarana</a:t>
            </a:r>
            <a:r>
              <a:rPr lang="en-US" dirty="0" smtClean="0">
                <a:latin typeface="Tahoma" pitchFamily="34" charset="0"/>
              </a:rPr>
              <a:t> </a:t>
            </a:r>
            <a:r>
              <a:rPr lang="en-US" dirty="0" err="1" smtClean="0">
                <a:latin typeface="Tahoma" pitchFamily="34" charset="0"/>
              </a:rPr>
              <a:t>momban’ny</a:t>
            </a:r>
            <a:r>
              <a:rPr lang="en-US" dirty="0" smtClean="0">
                <a:latin typeface="Tahoma" pitchFamily="34" charset="0"/>
              </a:rPr>
              <a:t> </a:t>
            </a:r>
            <a:endParaRPr lang="en-US" dirty="0">
              <a:latin typeface="Tahoma" pitchFamily="34" charset="0"/>
            </a:endParaRPr>
          </a:p>
        </p:txBody>
      </p:sp>
      <p:sp>
        <p:nvSpPr>
          <p:cNvPr id="151555" name="Rectangle 1027"/>
          <p:cNvSpPr>
            <a:spLocks noChangeArrowheads="1"/>
          </p:cNvSpPr>
          <p:nvPr/>
        </p:nvSpPr>
        <p:spPr bwMode="auto">
          <a:xfrm>
            <a:off x="1524000" y="1676400"/>
            <a:ext cx="7391400" cy="335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742950" lvl="1" indent="-285750">
              <a:spcBef>
                <a:spcPct val="20000"/>
              </a:spcBef>
              <a:buClr>
                <a:schemeClr val="hlink"/>
              </a:buClr>
            </a:pPr>
            <a:r>
              <a:rPr lang="en-US" sz="4000" b="1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A</a:t>
            </a:r>
            <a:r>
              <a:rPr lang="en-US" sz="4000" b="1" dirty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. </a:t>
            </a:r>
            <a:r>
              <a:rPr lang="en-US" sz="4000" b="1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 </a:t>
            </a:r>
            <a:r>
              <a:rPr lang="en-US" sz="4000" b="1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Fihetseham-po</a:t>
            </a:r>
            <a:r>
              <a:rPr lang="en-US" sz="4000" b="1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endParaRPr lang="en-US" sz="4000" b="1" dirty="0">
              <a:effectLst>
                <a:outerShdw blurRad="38100" dist="38100" dir="2700000" algn="tl">
                  <a:srgbClr val="808080"/>
                </a:outerShdw>
              </a:effectLst>
              <a:latin typeface="Tahoma" pitchFamily="34" charset="0"/>
            </a:endParaRPr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</a:pPr>
            <a:r>
              <a:rPr lang="en-US" sz="4000" b="1" dirty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B. </a:t>
            </a:r>
            <a:r>
              <a:rPr lang="en-US" sz="4000" b="1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 </a:t>
            </a:r>
            <a:r>
              <a:rPr lang="en-US" sz="4000" b="1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Bibikely</a:t>
            </a:r>
            <a:r>
              <a:rPr lang="en-US" sz="4000" b="1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- Insect</a:t>
            </a:r>
            <a:endParaRPr lang="en-US" sz="4000" b="1" dirty="0">
              <a:effectLst>
                <a:outerShdw blurRad="38100" dist="38100" dir="2700000" algn="tl">
                  <a:srgbClr val="808080"/>
                </a:outerShdw>
              </a:effectLst>
              <a:latin typeface="Tahoma" pitchFamily="34" charset="0"/>
            </a:endParaRPr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</a:pPr>
            <a:r>
              <a:rPr lang="en-US" sz="4000" b="1" dirty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C. </a:t>
            </a:r>
            <a:r>
              <a:rPr lang="en-US" sz="4000" b="1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 </a:t>
            </a:r>
            <a:r>
              <a:rPr lang="en-US" sz="4000" b="1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Voankazo</a:t>
            </a:r>
            <a:endParaRPr lang="en-US" sz="4000" b="1" dirty="0">
              <a:effectLst>
                <a:outerShdw blurRad="38100" dist="38100" dir="2700000" algn="tl">
                  <a:srgbClr val="808080"/>
                </a:outerShdw>
              </a:effectLst>
              <a:latin typeface="Tahoma" pitchFamily="34" charset="0"/>
            </a:endParaRPr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</a:pPr>
            <a:r>
              <a:rPr lang="en-US" sz="4000" b="1" dirty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D. </a:t>
            </a:r>
            <a:r>
              <a:rPr lang="en-US" sz="4000" b="1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 </a:t>
            </a:r>
            <a:r>
              <a:rPr lang="en-US" sz="4000" b="1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Vato</a:t>
            </a:r>
            <a:endParaRPr lang="en-US" sz="4000" b="1" dirty="0">
              <a:effectLst>
                <a:outerShdw blurRad="38100" dist="38100" dir="2700000" algn="tl">
                  <a:srgbClr val="808080"/>
                </a:outerShdw>
              </a:effectLst>
              <a:latin typeface="Tahoma" pitchFamily="34" charset="0"/>
            </a:endParaRPr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</a:pPr>
            <a:r>
              <a:rPr lang="en-US" sz="4000" b="1" dirty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E. </a:t>
            </a:r>
            <a:r>
              <a:rPr lang="en-US" sz="4000" b="1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 </a:t>
            </a:r>
            <a:r>
              <a:rPr lang="en-US" sz="4000" b="1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Fiainana</a:t>
            </a:r>
            <a:r>
              <a:rPr lang="en-US" sz="4000" b="1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4000" b="1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talohan’ny</a:t>
            </a:r>
            <a:r>
              <a:rPr lang="en-US" sz="4000" b="1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4000" b="1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fahatany</a:t>
            </a:r>
            <a:r>
              <a:rPr lang="en-US" sz="4000" b="1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4000" b="1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gasy</a:t>
            </a:r>
            <a:r>
              <a:rPr lang="en-US" sz="4000" b="1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endParaRPr lang="en-US" sz="4000" b="1" dirty="0">
              <a:effectLst>
                <a:outerShdw blurRad="38100" dist="38100" dir="2700000" algn="tl">
                  <a:srgbClr val="808080"/>
                </a:outerShdw>
              </a:effectLst>
              <a:latin typeface="Tahoma" pitchFamily="34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51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1555" grpId="0" autoUpdateAnimBg="0"/>
    </p:bld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8001000" cy="1143000"/>
          </a:xfrm>
        </p:spPr>
        <p:txBody>
          <a:bodyPr/>
          <a:lstStyle/>
          <a:p>
            <a:pPr algn="ctr"/>
            <a:r>
              <a:rPr lang="en-US" dirty="0" smtClean="0">
                <a:latin typeface="Tahoma" pitchFamily="34" charset="0"/>
              </a:rPr>
              <a:t>7. </a:t>
            </a:r>
            <a:r>
              <a:rPr lang="en-US" dirty="0" err="1" smtClean="0">
                <a:latin typeface="Tahoma" pitchFamily="34" charset="0"/>
              </a:rPr>
              <a:t>Ny</a:t>
            </a:r>
            <a:r>
              <a:rPr lang="en-US" dirty="0" smtClean="0">
                <a:latin typeface="Tahoma" pitchFamily="34" charset="0"/>
              </a:rPr>
              <a:t> </a:t>
            </a:r>
            <a:r>
              <a:rPr lang="en-US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ahoma" pitchFamily="34" charset="0"/>
              </a:rPr>
              <a:t>Lithology</a:t>
            </a:r>
            <a:r>
              <a:rPr lang="en-US" dirty="0" smtClean="0">
                <a:latin typeface="Tahoma" pitchFamily="34" charset="0"/>
              </a:rPr>
              <a:t> </a:t>
            </a:r>
            <a:r>
              <a:rPr lang="en-US" dirty="0" err="1" smtClean="0">
                <a:latin typeface="Tahoma" pitchFamily="34" charset="0"/>
              </a:rPr>
              <a:t>dia</a:t>
            </a:r>
            <a:r>
              <a:rPr lang="en-US" dirty="0" smtClean="0">
                <a:latin typeface="Tahoma" pitchFamily="34" charset="0"/>
              </a:rPr>
              <a:t> </a:t>
            </a:r>
            <a:r>
              <a:rPr lang="en-US" dirty="0" err="1" smtClean="0">
                <a:latin typeface="Tahoma" pitchFamily="34" charset="0"/>
              </a:rPr>
              <a:t>fianarana</a:t>
            </a:r>
            <a:r>
              <a:rPr lang="en-US" dirty="0" smtClean="0">
                <a:latin typeface="Tahoma" pitchFamily="34" charset="0"/>
              </a:rPr>
              <a:t> </a:t>
            </a:r>
            <a:r>
              <a:rPr lang="en-US" dirty="0" err="1" smtClean="0">
                <a:latin typeface="Tahoma" pitchFamily="34" charset="0"/>
              </a:rPr>
              <a:t>momban’ny</a:t>
            </a:r>
            <a:r>
              <a:rPr lang="en-US" dirty="0" smtClean="0">
                <a:latin typeface="Tahoma" pitchFamily="34" charset="0"/>
              </a:rPr>
              <a:t> </a:t>
            </a:r>
            <a:endParaRPr lang="en-US" dirty="0"/>
          </a:p>
        </p:txBody>
      </p:sp>
      <p:sp>
        <p:nvSpPr>
          <p:cNvPr id="172035" name="Rectangle 3"/>
          <p:cNvSpPr>
            <a:spLocks noChangeArrowheads="1"/>
          </p:cNvSpPr>
          <p:nvPr/>
        </p:nvSpPr>
        <p:spPr bwMode="auto">
          <a:xfrm>
            <a:off x="1524000" y="1676400"/>
            <a:ext cx="7391400" cy="335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742950" lvl="1" indent="-285750">
              <a:spcBef>
                <a:spcPct val="20000"/>
              </a:spcBef>
              <a:buClr>
                <a:schemeClr val="hlink"/>
              </a:buClr>
            </a:pPr>
            <a:r>
              <a:rPr lang="en-US" sz="4000" b="1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A.   </a:t>
            </a:r>
            <a:r>
              <a:rPr lang="en-US" sz="4000" b="1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Fihetseham-po</a:t>
            </a:r>
            <a:r>
              <a:rPr lang="en-US" sz="4000" b="1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</a:pPr>
            <a:r>
              <a:rPr lang="en-US" sz="4000" b="1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B.   </a:t>
            </a:r>
            <a:r>
              <a:rPr lang="en-US" sz="4000" b="1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Bibikely</a:t>
            </a:r>
            <a:r>
              <a:rPr lang="en-US" sz="4000" b="1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- Insect</a:t>
            </a:r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</a:pPr>
            <a:r>
              <a:rPr lang="en-US" sz="4000" b="1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C.   </a:t>
            </a:r>
            <a:r>
              <a:rPr lang="en-US" sz="4000" b="1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Voankazo</a:t>
            </a:r>
            <a:endParaRPr lang="en-US" sz="4000" b="1" dirty="0" smtClean="0">
              <a:effectLst>
                <a:outerShdw blurRad="38100" dist="38100" dir="2700000" algn="tl">
                  <a:srgbClr val="808080"/>
                </a:outerShdw>
              </a:effectLst>
              <a:latin typeface="Tahoma" pitchFamily="34" charset="0"/>
            </a:endParaRPr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</a:pPr>
            <a:r>
              <a:rPr lang="en-US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D.   </a:t>
            </a:r>
            <a:r>
              <a:rPr lang="en-US" sz="4000" b="1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Vato</a:t>
            </a:r>
            <a:endParaRPr lang="en-US" sz="4000" b="1" dirty="0" smtClean="0">
              <a:solidFill>
                <a:srgbClr val="FF0000"/>
              </a:solidFill>
              <a:effectLst>
                <a:outerShdw blurRad="38100" dist="38100" dir="2700000" algn="tl">
                  <a:srgbClr val="808080"/>
                </a:outerShdw>
              </a:effectLst>
              <a:latin typeface="Tahoma" pitchFamily="34" charset="0"/>
            </a:endParaRPr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</a:pPr>
            <a:r>
              <a:rPr lang="en-US" sz="4000" b="1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E.   </a:t>
            </a:r>
            <a:r>
              <a:rPr lang="en-US" sz="4000" b="1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Fiainana</a:t>
            </a:r>
            <a:r>
              <a:rPr lang="en-US" sz="4000" b="1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4000" b="1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talohan’ny</a:t>
            </a:r>
            <a:r>
              <a:rPr lang="en-US" sz="4000" b="1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4000" b="1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fahatany</a:t>
            </a:r>
            <a:r>
              <a:rPr lang="en-US" sz="4000" b="1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4000" b="1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gasy</a:t>
            </a:r>
            <a:r>
              <a:rPr lang="en-US" sz="4000" b="1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endParaRPr lang="en-US" sz="4000" b="1" dirty="0">
              <a:effectLst>
                <a:outerShdw blurRad="38100" dist="38100" dir="2700000" algn="tl">
                  <a:srgbClr val="808080"/>
                </a:outerShdw>
              </a:effectLst>
              <a:latin typeface="Tahoma" pitchFamily="34" charset="0"/>
            </a:endParaRPr>
          </a:p>
        </p:txBody>
      </p:sp>
    </p:spTree>
  </p:cSld>
  <p:clrMapOvr>
    <a:masterClrMapping/>
  </p:clrMapOvr>
  <p:transition spd="med"/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8001000" cy="1143000"/>
          </a:xfrm>
        </p:spPr>
        <p:txBody>
          <a:bodyPr/>
          <a:lstStyle/>
          <a:p>
            <a:pPr algn="ctr"/>
            <a:r>
              <a:rPr lang="en-US" sz="4000" dirty="0" smtClean="0">
                <a:latin typeface="Tahoma" pitchFamily="34" charset="0"/>
              </a:rPr>
              <a:t>8. </a:t>
            </a:r>
            <a:r>
              <a:rPr lang="en-US" sz="4000" dirty="0" err="1" smtClean="0">
                <a:latin typeface="Tahoma" pitchFamily="34" charset="0"/>
              </a:rPr>
              <a:t>Ny</a:t>
            </a:r>
            <a:r>
              <a:rPr lang="en-US" sz="4000" dirty="0" smtClean="0">
                <a:latin typeface="Tahoma" pitchFamily="34" charset="0"/>
              </a:rPr>
              <a:t>  </a:t>
            </a:r>
            <a:r>
              <a:rPr lang="en-US" sz="4000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ahoma" pitchFamily="34" charset="0"/>
              </a:rPr>
              <a:t>Cetology</a:t>
            </a:r>
            <a:r>
              <a:rPr lang="en-US" sz="4000" dirty="0" smtClean="0">
                <a:latin typeface="Tahoma" pitchFamily="34" charset="0"/>
              </a:rPr>
              <a:t>  </a:t>
            </a:r>
            <a:r>
              <a:rPr lang="en-US" sz="4000" dirty="0" err="1" smtClean="0">
                <a:latin typeface="Tahoma" pitchFamily="34" charset="0"/>
              </a:rPr>
              <a:t>fianarana</a:t>
            </a:r>
            <a:r>
              <a:rPr lang="en-US" sz="4000" dirty="0" smtClean="0">
                <a:latin typeface="Tahoma" pitchFamily="34" charset="0"/>
              </a:rPr>
              <a:t> </a:t>
            </a:r>
            <a:r>
              <a:rPr lang="en-US" sz="4000" dirty="0" err="1" smtClean="0">
                <a:latin typeface="Tahoma" pitchFamily="34" charset="0"/>
              </a:rPr>
              <a:t>momban'ny</a:t>
            </a:r>
            <a:endParaRPr lang="en-US" sz="4000" dirty="0"/>
          </a:p>
        </p:txBody>
      </p:sp>
      <p:sp>
        <p:nvSpPr>
          <p:cNvPr id="152579" name="Rectangle 3"/>
          <p:cNvSpPr>
            <a:spLocks noChangeArrowheads="1"/>
          </p:cNvSpPr>
          <p:nvPr/>
        </p:nvSpPr>
        <p:spPr bwMode="auto">
          <a:xfrm>
            <a:off x="1524000" y="1676400"/>
            <a:ext cx="7391400" cy="335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742950" lvl="1" indent="-285750">
              <a:spcBef>
                <a:spcPct val="20000"/>
              </a:spcBef>
              <a:buClr>
                <a:schemeClr val="hlink"/>
              </a:buClr>
            </a:pPr>
            <a:r>
              <a:rPr lang="en-US" sz="4000" b="1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A</a:t>
            </a:r>
            <a:r>
              <a:rPr lang="en-US" sz="4000" b="1" dirty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. </a:t>
            </a:r>
            <a:r>
              <a:rPr lang="en-US" sz="4000" b="1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 </a:t>
            </a:r>
            <a:r>
              <a:rPr lang="en-US" sz="4000" b="1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Trozona</a:t>
            </a:r>
            <a:r>
              <a:rPr lang="en-US" sz="4000" b="1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(</a:t>
            </a:r>
            <a:r>
              <a:rPr lang="en-US" sz="4000" b="1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baleine</a:t>
            </a:r>
            <a:r>
              <a:rPr lang="en-US" sz="4000" b="1" dirty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)</a:t>
            </a:r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</a:pPr>
            <a:r>
              <a:rPr lang="en-US" sz="4000" b="1" dirty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B. </a:t>
            </a:r>
            <a:r>
              <a:rPr lang="en-US" sz="4000" b="1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 </a:t>
            </a:r>
            <a:r>
              <a:rPr lang="en-US" sz="4000" b="1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Biby</a:t>
            </a:r>
            <a:r>
              <a:rPr lang="en-US" sz="4000" b="1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4000" b="1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kely</a:t>
            </a:r>
            <a:r>
              <a:rPr lang="en-US" sz="4000" b="1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endParaRPr lang="en-US" sz="4000" b="1" dirty="0">
              <a:effectLst>
                <a:outerShdw blurRad="38100" dist="38100" dir="2700000" algn="tl">
                  <a:srgbClr val="808080"/>
                </a:outerShdw>
              </a:effectLst>
              <a:latin typeface="Tahoma" pitchFamily="34" charset="0"/>
            </a:endParaRPr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</a:pPr>
            <a:r>
              <a:rPr lang="en-US" sz="4000" b="1" dirty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C. </a:t>
            </a:r>
            <a:r>
              <a:rPr lang="en-US" sz="4000" b="1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 </a:t>
            </a:r>
            <a:r>
              <a:rPr lang="en-US" sz="4000" b="1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Alika</a:t>
            </a:r>
            <a:endParaRPr lang="en-US" sz="4000" b="1" dirty="0">
              <a:effectLst>
                <a:outerShdw blurRad="38100" dist="38100" dir="2700000" algn="tl">
                  <a:srgbClr val="808080"/>
                </a:outerShdw>
              </a:effectLst>
              <a:latin typeface="Tahoma" pitchFamily="34" charset="0"/>
            </a:endParaRPr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</a:pPr>
            <a:r>
              <a:rPr lang="en-US" sz="4000" b="1" dirty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D. </a:t>
            </a:r>
            <a:r>
              <a:rPr lang="en-US" sz="4000" b="1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 </a:t>
            </a:r>
            <a:r>
              <a:rPr lang="en-US" sz="4000" b="1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Tsilo</a:t>
            </a:r>
            <a:endParaRPr lang="en-US" sz="4000" b="1" dirty="0">
              <a:effectLst>
                <a:outerShdw blurRad="38100" dist="38100" dir="2700000" algn="tl">
                  <a:srgbClr val="808080"/>
                </a:outerShdw>
              </a:effectLst>
              <a:latin typeface="Tahoma" pitchFamily="34" charset="0"/>
            </a:endParaRPr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</a:pPr>
            <a:r>
              <a:rPr lang="en-US" sz="4000" b="1" dirty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E. </a:t>
            </a:r>
            <a:r>
              <a:rPr lang="en-US" sz="4000" b="1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 </a:t>
            </a:r>
            <a:r>
              <a:rPr lang="en-US" sz="4000" b="1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Voa</a:t>
            </a:r>
            <a:endParaRPr lang="en-US" sz="4000" b="1" dirty="0">
              <a:effectLst>
                <a:outerShdw blurRad="38100" dist="38100" dir="2700000" algn="tl">
                  <a:srgbClr val="808080"/>
                </a:outerShdw>
              </a:effectLst>
              <a:latin typeface="Tahoma" pitchFamily="34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52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52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52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52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525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2579" grpId="0" build="p" autoUpdateAnimBg="0" advAuto="0"/>
    </p:bld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8001000" cy="1143000"/>
          </a:xfrm>
        </p:spPr>
        <p:txBody>
          <a:bodyPr/>
          <a:lstStyle/>
          <a:p>
            <a:pPr algn="ctr"/>
            <a:r>
              <a:rPr lang="en-US" sz="4000" dirty="0" smtClean="0">
                <a:latin typeface="Tahoma" pitchFamily="34" charset="0"/>
              </a:rPr>
              <a:t>8. </a:t>
            </a:r>
            <a:r>
              <a:rPr lang="en-US" sz="4000" dirty="0" err="1" smtClean="0">
                <a:latin typeface="Tahoma" pitchFamily="34" charset="0"/>
              </a:rPr>
              <a:t>Ny</a:t>
            </a:r>
            <a:r>
              <a:rPr lang="en-US" sz="4000" dirty="0" smtClean="0">
                <a:latin typeface="Tahoma" pitchFamily="34" charset="0"/>
              </a:rPr>
              <a:t>  </a:t>
            </a:r>
            <a:r>
              <a:rPr lang="en-US" sz="4000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ahoma" pitchFamily="34" charset="0"/>
              </a:rPr>
              <a:t>Cetology</a:t>
            </a:r>
            <a:r>
              <a:rPr lang="en-US" sz="4000" dirty="0" smtClean="0">
                <a:latin typeface="Tahoma" pitchFamily="34" charset="0"/>
              </a:rPr>
              <a:t>  </a:t>
            </a:r>
            <a:r>
              <a:rPr lang="en-US" sz="4000" dirty="0" err="1" smtClean="0">
                <a:latin typeface="Tahoma" pitchFamily="34" charset="0"/>
              </a:rPr>
              <a:t>fianarana</a:t>
            </a:r>
            <a:r>
              <a:rPr lang="en-US" sz="4000" dirty="0" smtClean="0">
                <a:latin typeface="Tahoma" pitchFamily="34" charset="0"/>
              </a:rPr>
              <a:t> </a:t>
            </a:r>
            <a:r>
              <a:rPr lang="en-US" sz="4000" dirty="0" err="1" smtClean="0">
                <a:latin typeface="Tahoma" pitchFamily="34" charset="0"/>
              </a:rPr>
              <a:t>momban'ny</a:t>
            </a:r>
            <a:endParaRPr lang="en-US" sz="4000" dirty="0"/>
          </a:p>
        </p:txBody>
      </p:sp>
      <p:sp>
        <p:nvSpPr>
          <p:cNvPr id="173059" name="Rectangle 3"/>
          <p:cNvSpPr>
            <a:spLocks noChangeArrowheads="1"/>
          </p:cNvSpPr>
          <p:nvPr/>
        </p:nvSpPr>
        <p:spPr bwMode="auto">
          <a:xfrm>
            <a:off x="1524000" y="1676400"/>
            <a:ext cx="7391400" cy="335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742950" lvl="1" indent="-285750">
              <a:spcBef>
                <a:spcPct val="20000"/>
              </a:spcBef>
              <a:buClr>
                <a:schemeClr val="hlink"/>
              </a:buClr>
            </a:pPr>
            <a:r>
              <a:rPr lang="en-US" sz="4000" b="1" dirty="0" smtClean="0">
                <a:solidFill>
                  <a:srgbClr val="FF0000"/>
                </a:solidFill>
                <a:latin typeface="Tahoma" pitchFamily="34" charset="0"/>
              </a:rPr>
              <a:t>A.   </a:t>
            </a:r>
            <a:r>
              <a:rPr lang="en-US" sz="4000" b="1" dirty="0" err="1" smtClean="0">
                <a:solidFill>
                  <a:srgbClr val="FF0000"/>
                </a:solidFill>
                <a:latin typeface="Tahoma" pitchFamily="34" charset="0"/>
              </a:rPr>
              <a:t>Trozona</a:t>
            </a:r>
            <a:r>
              <a:rPr lang="en-US" sz="4000" b="1" dirty="0" smtClean="0">
                <a:solidFill>
                  <a:srgbClr val="FF0000"/>
                </a:solidFill>
                <a:latin typeface="Tahoma" pitchFamily="34" charset="0"/>
              </a:rPr>
              <a:t> </a:t>
            </a:r>
            <a:r>
              <a:rPr lang="en-US" sz="4000" b="1" dirty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(</a:t>
            </a:r>
            <a:r>
              <a:rPr lang="en-US" sz="4000" b="1" dirty="0" err="1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baleine</a:t>
            </a:r>
            <a:r>
              <a:rPr lang="en-US" sz="4000" b="1" dirty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)</a:t>
            </a:r>
            <a:endParaRPr lang="en-US" sz="4000" b="1" dirty="0" smtClean="0">
              <a:solidFill>
                <a:srgbClr val="FF0000"/>
              </a:solidFill>
              <a:latin typeface="Tahoma" pitchFamily="34" charset="0"/>
            </a:endParaRPr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</a:pPr>
            <a:r>
              <a:rPr lang="en-US" sz="4000" b="1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B.   </a:t>
            </a:r>
            <a:r>
              <a:rPr lang="en-US" sz="4000" b="1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Biby</a:t>
            </a:r>
            <a:r>
              <a:rPr lang="en-US" sz="4000" b="1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4000" b="1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kely</a:t>
            </a:r>
            <a:r>
              <a:rPr lang="en-US" sz="4000" b="1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</a:pPr>
            <a:r>
              <a:rPr lang="en-US" sz="4000" b="1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C.   </a:t>
            </a:r>
            <a:r>
              <a:rPr lang="en-US" sz="4000" b="1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Alika</a:t>
            </a:r>
            <a:endParaRPr lang="en-US" sz="4000" b="1" dirty="0" smtClean="0">
              <a:effectLst>
                <a:outerShdw blurRad="38100" dist="38100" dir="2700000" algn="tl">
                  <a:srgbClr val="808080"/>
                </a:outerShdw>
              </a:effectLst>
              <a:latin typeface="Tahoma" pitchFamily="34" charset="0"/>
            </a:endParaRPr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</a:pPr>
            <a:r>
              <a:rPr lang="en-US" sz="4000" b="1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D.   </a:t>
            </a:r>
            <a:r>
              <a:rPr lang="en-US" sz="4000" b="1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Tsilo</a:t>
            </a:r>
            <a:r>
              <a:rPr lang="en-US" sz="4000" b="1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</a:pPr>
            <a:r>
              <a:rPr lang="en-US" sz="4000" b="1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E.   </a:t>
            </a:r>
            <a:r>
              <a:rPr lang="en-US" sz="4000" b="1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Voa</a:t>
            </a:r>
            <a:endParaRPr lang="en-US" sz="4000" b="1" dirty="0">
              <a:effectLst>
                <a:outerShdw blurRad="38100" dist="38100" dir="2700000" algn="tl">
                  <a:srgbClr val="808080"/>
                </a:outerShdw>
              </a:effectLst>
              <a:latin typeface="Tahoma" pitchFamily="34" charset="0"/>
            </a:endParaRPr>
          </a:p>
        </p:txBody>
      </p:sp>
    </p:spTree>
  </p:cSld>
  <p:clrMapOvr>
    <a:masterClrMapping/>
  </p:clrMapOvr>
  <p:transition spd="med"/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1026"/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8001000" cy="1143000"/>
          </a:xfrm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US" sz="4000" dirty="0" smtClean="0">
                <a:latin typeface="Tahoma" pitchFamily="34" charset="0"/>
              </a:rPr>
              <a:t>9. </a:t>
            </a:r>
            <a:r>
              <a:rPr lang="en-US" sz="4000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ahoma" pitchFamily="34" charset="0"/>
              </a:rPr>
              <a:t>Cytology</a:t>
            </a:r>
            <a:r>
              <a:rPr lang="en-US" sz="4000" dirty="0" smtClean="0">
                <a:latin typeface="Tahoma" pitchFamily="34" charset="0"/>
              </a:rPr>
              <a:t>  </a:t>
            </a:r>
            <a:r>
              <a:rPr lang="en-US" sz="4000" dirty="0" err="1" smtClean="0">
                <a:latin typeface="Tahoma" pitchFamily="34" charset="0"/>
              </a:rPr>
              <a:t>fianarana</a:t>
            </a:r>
            <a:r>
              <a:rPr lang="en-US" sz="4000" dirty="0" smtClean="0">
                <a:latin typeface="Tahoma" pitchFamily="34" charset="0"/>
              </a:rPr>
              <a:t> </a:t>
            </a:r>
            <a:r>
              <a:rPr lang="en-US" sz="4000" dirty="0" err="1" smtClean="0">
                <a:latin typeface="Tahoma" pitchFamily="34" charset="0"/>
              </a:rPr>
              <a:t>momban'ny</a:t>
            </a:r>
            <a:endParaRPr lang="en-US" sz="4000" dirty="0">
              <a:latin typeface="Tahoma" pitchFamily="34" charset="0"/>
            </a:endParaRPr>
          </a:p>
        </p:txBody>
      </p:sp>
      <p:sp>
        <p:nvSpPr>
          <p:cNvPr id="153603" name="Rectangle 1027"/>
          <p:cNvSpPr>
            <a:spLocks noChangeArrowheads="1"/>
          </p:cNvSpPr>
          <p:nvPr/>
        </p:nvSpPr>
        <p:spPr bwMode="auto">
          <a:xfrm>
            <a:off x="1524000" y="1676400"/>
            <a:ext cx="7391400" cy="335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742950" lvl="1" indent="-285750">
              <a:spcBef>
                <a:spcPct val="20000"/>
              </a:spcBef>
              <a:buClr>
                <a:srgbClr val="00FFFF"/>
              </a:buClr>
            </a:pPr>
            <a:r>
              <a:rPr lang="en-US" sz="4000" b="1" dirty="0" smtClean="0">
                <a:solidFill>
                  <a:srgbClr val="F8F8F8"/>
                </a:solidFill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A.   </a:t>
            </a:r>
            <a:r>
              <a:rPr lang="en-US" sz="4000" b="1" dirty="0" err="1" smtClean="0">
                <a:solidFill>
                  <a:srgbClr val="F8F8F8"/>
                </a:solidFill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Saka</a:t>
            </a:r>
            <a:endParaRPr lang="en-US" sz="4000" b="1" dirty="0" smtClean="0">
              <a:solidFill>
                <a:srgbClr val="F8F8F8"/>
              </a:solidFill>
              <a:effectLst>
                <a:outerShdw blurRad="38100" dist="38100" dir="2700000" algn="tl">
                  <a:srgbClr val="808080"/>
                </a:outerShdw>
              </a:effectLst>
              <a:latin typeface="Tahoma" pitchFamily="34" charset="0"/>
            </a:endParaRPr>
          </a:p>
          <a:p>
            <a:pPr marL="742950" lvl="1" indent="-285750">
              <a:spcBef>
                <a:spcPct val="20000"/>
              </a:spcBef>
              <a:buClr>
                <a:srgbClr val="00FFFF"/>
              </a:buClr>
            </a:pPr>
            <a:r>
              <a:rPr lang="en-US" sz="4000" b="1" dirty="0" smtClean="0">
                <a:solidFill>
                  <a:srgbClr val="F8F8F8"/>
                </a:solidFill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B.   </a:t>
            </a:r>
            <a:r>
              <a:rPr lang="en-US" sz="4000" b="1" dirty="0" err="1" smtClean="0">
                <a:solidFill>
                  <a:srgbClr val="F8F8F8"/>
                </a:solidFill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Tsilo</a:t>
            </a:r>
            <a:r>
              <a:rPr lang="en-US" sz="4000" b="1" dirty="0" smtClean="0">
                <a:solidFill>
                  <a:srgbClr val="F8F8F8"/>
                </a:solidFill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</a:p>
          <a:p>
            <a:pPr marL="742950" lvl="1" indent="-285750">
              <a:spcBef>
                <a:spcPct val="20000"/>
              </a:spcBef>
              <a:buClr>
                <a:srgbClr val="00FFFF"/>
              </a:buClr>
            </a:pPr>
            <a:r>
              <a:rPr lang="en-US" sz="4000" b="1" dirty="0" smtClean="0">
                <a:solidFill>
                  <a:srgbClr val="F8F8F8"/>
                </a:solidFill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C.   Internet </a:t>
            </a:r>
          </a:p>
          <a:p>
            <a:pPr marL="742950" lvl="1" indent="-285750">
              <a:spcBef>
                <a:spcPct val="20000"/>
              </a:spcBef>
              <a:buClr>
                <a:srgbClr val="00FFFF"/>
              </a:buClr>
            </a:pPr>
            <a:r>
              <a:rPr lang="en-US" sz="4000" b="1" dirty="0" smtClean="0">
                <a:solidFill>
                  <a:srgbClr val="F8F8F8"/>
                </a:solidFill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D.   </a:t>
            </a:r>
            <a:r>
              <a:rPr lang="en-US" sz="4000" b="1" dirty="0" err="1" smtClean="0">
                <a:solidFill>
                  <a:srgbClr val="F8F8F8"/>
                </a:solidFill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Fiainan’olombelona</a:t>
            </a:r>
            <a:r>
              <a:rPr lang="en-US" sz="4000" b="1" dirty="0" smtClean="0">
                <a:solidFill>
                  <a:srgbClr val="F8F8F8"/>
                </a:solidFill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</a:p>
          <a:p>
            <a:pPr marL="742950" lvl="1" indent="-285750">
              <a:spcBef>
                <a:spcPct val="20000"/>
              </a:spcBef>
              <a:buClr>
                <a:srgbClr val="00FFFF"/>
              </a:buClr>
            </a:pPr>
            <a:r>
              <a:rPr lang="en-US" sz="4000" b="1" dirty="0" smtClean="0">
                <a:effectLst>
                  <a:outerShdw blurRad="38100" dist="38100" dir="2700000" algn="tl">
                    <a:srgbClr val="FFFFFF"/>
                  </a:outerShdw>
                </a:effectLst>
                <a:latin typeface="Tahoma" pitchFamily="34" charset="0"/>
              </a:rPr>
              <a:t>E.   </a:t>
            </a:r>
            <a:r>
              <a:rPr lang="en-US" sz="4000" b="1" dirty="0" err="1" smtClean="0">
                <a:effectLst>
                  <a:outerShdw blurRad="38100" dist="38100" dir="2700000" algn="tl">
                    <a:srgbClr val="FFFFFF"/>
                  </a:outerShdw>
                </a:effectLst>
                <a:latin typeface="Tahoma" pitchFamily="34" charset="0"/>
              </a:rPr>
              <a:t>Sela</a:t>
            </a:r>
            <a:endParaRPr lang="en-US" sz="4000" b="1" dirty="0">
              <a:effectLst>
                <a:outerShdw blurRad="38100" dist="38100" dir="2700000" algn="tl">
                  <a:srgbClr val="FFFFFF"/>
                </a:outerShdw>
              </a:effectLst>
              <a:latin typeface="Tahoma" pitchFamily="34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53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53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53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53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53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03" grpId="0" build="p" autoUpdateAnimBg="0" advAuto="0"/>
    </p:bld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8001000" cy="1143000"/>
          </a:xfrm>
        </p:spPr>
        <p:txBody>
          <a:bodyPr/>
          <a:lstStyle/>
          <a:p>
            <a:r>
              <a:rPr lang="en-US" dirty="0" smtClean="0">
                <a:latin typeface="Tahoma" pitchFamily="34" charset="0"/>
              </a:rPr>
              <a:t>9. </a:t>
            </a:r>
            <a:r>
              <a:rPr lang="en-US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ahoma" pitchFamily="34" charset="0"/>
              </a:rPr>
              <a:t>Cytology</a:t>
            </a:r>
            <a:r>
              <a:rPr lang="en-US" dirty="0" smtClean="0">
                <a:latin typeface="Tahoma" pitchFamily="34" charset="0"/>
              </a:rPr>
              <a:t>  </a:t>
            </a:r>
            <a:r>
              <a:rPr lang="en-US" dirty="0" err="1" smtClean="0">
                <a:latin typeface="Tahoma" pitchFamily="34" charset="0"/>
              </a:rPr>
              <a:t>fianarana</a:t>
            </a:r>
            <a:r>
              <a:rPr lang="en-US" dirty="0" smtClean="0">
                <a:latin typeface="Tahoma" pitchFamily="34" charset="0"/>
              </a:rPr>
              <a:t> </a:t>
            </a:r>
            <a:r>
              <a:rPr lang="en-US" dirty="0" err="1" smtClean="0">
                <a:latin typeface="Tahoma" pitchFamily="34" charset="0"/>
              </a:rPr>
              <a:t>momban'ny</a:t>
            </a:r>
            <a:endParaRPr lang="en-US" dirty="0"/>
          </a:p>
        </p:txBody>
      </p:sp>
      <p:sp>
        <p:nvSpPr>
          <p:cNvPr id="174083" name="Rectangle 3"/>
          <p:cNvSpPr>
            <a:spLocks noChangeArrowheads="1"/>
          </p:cNvSpPr>
          <p:nvPr/>
        </p:nvSpPr>
        <p:spPr bwMode="auto">
          <a:xfrm>
            <a:off x="1524000" y="1676400"/>
            <a:ext cx="7391400" cy="335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742950" lvl="1" indent="-285750">
              <a:spcBef>
                <a:spcPct val="20000"/>
              </a:spcBef>
              <a:buClr>
                <a:schemeClr val="hlink"/>
              </a:buClr>
            </a:pPr>
            <a:r>
              <a:rPr lang="en-US" sz="4000" b="1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A</a:t>
            </a:r>
            <a:r>
              <a:rPr lang="en-US" sz="4000" b="1" dirty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. </a:t>
            </a:r>
            <a:r>
              <a:rPr lang="en-US" sz="4000" b="1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 </a:t>
            </a:r>
            <a:r>
              <a:rPr lang="en-US" sz="4000" b="1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Saka</a:t>
            </a:r>
            <a:endParaRPr lang="en-US" sz="4000" b="1" dirty="0">
              <a:effectLst>
                <a:outerShdw blurRad="38100" dist="38100" dir="2700000" algn="tl">
                  <a:srgbClr val="808080"/>
                </a:outerShdw>
              </a:effectLst>
              <a:latin typeface="Tahoma" pitchFamily="34" charset="0"/>
            </a:endParaRPr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</a:pPr>
            <a:r>
              <a:rPr lang="en-US" sz="4000" b="1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B.   </a:t>
            </a:r>
            <a:r>
              <a:rPr lang="en-US" sz="4000" b="1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Tsilo</a:t>
            </a:r>
            <a:endParaRPr lang="en-US" sz="4000" b="1" dirty="0">
              <a:effectLst>
                <a:outerShdw blurRad="38100" dist="38100" dir="2700000" algn="tl">
                  <a:srgbClr val="808080"/>
                </a:outerShdw>
              </a:effectLst>
              <a:latin typeface="Tahoma" pitchFamily="34" charset="0"/>
            </a:endParaRPr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</a:pPr>
            <a:r>
              <a:rPr lang="en-US" sz="4000" b="1" dirty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C. </a:t>
            </a:r>
            <a:r>
              <a:rPr lang="en-US" sz="4000" b="1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 Internet </a:t>
            </a:r>
            <a:endParaRPr lang="en-US" sz="4000" b="1" dirty="0">
              <a:effectLst>
                <a:outerShdw blurRad="38100" dist="38100" dir="2700000" algn="tl">
                  <a:srgbClr val="808080"/>
                </a:outerShdw>
              </a:effectLst>
              <a:latin typeface="Tahoma" pitchFamily="34" charset="0"/>
            </a:endParaRPr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</a:pPr>
            <a:r>
              <a:rPr lang="en-US" sz="4000" b="1" dirty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D. </a:t>
            </a:r>
            <a:r>
              <a:rPr lang="en-US" sz="4000" b="1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 </a:t>
            </a:r>
            <a:r>
              <a:rPr lang="en-US" sz="4000" b="1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Fiainan’olona</a:t>
            </a:r>
            <a:r>
              <a:rPr lang="en-US" sz="4000" b="1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endParaRPr lang="en-US" sz="4000" b="1" dirty="0">
              <a:effectLst>
                <a:outerShdw blurRad="38100" dist="38100" dir="2700000" algn="tl">
                  <a:srgbClr val="808080"/>
                </a:outerShdw>
              </a:effectLst>
              <a:latin typeface="Tahoma" pitchFamily="34" charset="0"/>
            </a:endParaRPr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</a:pPr>
            <a:r>
              <a:rPr lang="en-US" sz="4000" b="1" dirty="0">
                <a:solidFill>
                  <a:srgbClr val="FF33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ahoma" pitchFamily="34" charset="0"/>
              </a:rPr>
              <a:t>E. </a:t>
            </a:r>
            <a:r>
              <a:rPr lang="en-US" sz="4000" b="1" dirty="0" smtClean="0">
                <a:solidFill>
                  <a:srgbClr val="FF33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ahoma" pitchFamily="34" charset="0"/>
              </a:rPr>
              <a:t>  </a:t>
            </a:r>
            <a:r>
              <a:rPr lang="en-US" sz="4000" b="1" dirty="0" err="1" smtClean="0">
                <a:solidFill>
                  <a:srgbClr val="FF33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ahoma" pitchFamily="34" charset="0"/>
              </a:rPr>
              <a:t>Sela</a:t>
            </a:r>
            <a:endParaRPr lang="en-US" sz="4000" b="1" dirty="0">
              <a:solidFill>
                <a:srgbClr val="FF3300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Tahoma" pitchFamily="34" charset="0"/>
            </a:endParaRPr>
          </a:p>
        </p:txBody>
      </p:sp>
    </p:spTree>
  </p:cSld>
  <p:clrMapOvr>
    <a:masterClrMapping/>
  </p:clrMapOvr>
  <p:transition spd="med"/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1026"/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8001000" cy="1143000"/>
          </a:xfrm>
        </p:spPr>
        <p:txBody>
          <a:bodyPr/>
          <a:lstStyle/>
          <a:p>
            <a:pPr algn="ctr"/>
            <a:r>
              <a:rPr lang="en-US" b="1" dirty="0" smtClean="0">
                <a:latin typeface="Tahoma" pitchFamily="34" charset="0"/>
              </a:rPr>
              <a:t>10. </a:t>
            </a:r>
            <a:r>
              <a:rPr lang="en-US" b="1" dirty="0" err="1" smtClean="0">
                <a:latin typeface="Tahoma" pitchFamily="34" charset="0"/>
              </a:rPr>
              <a:t>Ny</a:t>
            </a:r>
            <a:r>
              <a:rPr lang="en-US" b="1" dirty="0" smtClean="0">
                <a:latin typeface="Tahoma" pitchFamily="34" charset="0"/>
              </a:rPr>
              <a:t>  </a:t>
            </a:r>
            <a:r>
              <a:rPr lang="en-US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ahoma" pitchFamily="34" charset="0"/>
              </a:rPr>
              <a:t>Dendrology</a:t>
            </a:r>
            <a:r>
              <a:rPr lang="en-US" b="1" dirty="0" smtClean="0">
                <a:latin typeface="Tahoma" pitchFamily="34" charset="0"/>
              </a:rPr>
              <a:t> </a:t>
            </a:r>
            <a:r>
              <a:rPr lang="en-US" b="1" dirty="0" err="1" smtClean="0">
                <a:latin typeface="Tahoma" pitchFamily="34" charset="0"/>
              </a:rPr>
              <a:t>dia</a:t>
            </a:r>
            <a:r>
              <a:rPr lang="en-US" b="1" dirty="0" smtClean="0">
                <a:latin typeface="Tahoma" pitchFamily="34" charset="0"/>
              </a:rPr>
              <a:t> </a:t>
            </a:r>
            <a:r>
              <a:rPr lang="en-US" b="1" dirty="0" err="1" smtClean="0">
                <a:latin typeface="Tahoma" pitchFamily="34" charset="0"/>
              </a:rPr>
              <a:t>fianarana</a:t>
            </a:r>
            <a:r>
              <a:rPr lang="en-US" b="1" dirty="0" smtClean="0">
                <a:latin typeface="Tahoma" pitchFamily="34" charset="0"/>
              </a:rPr>
              <a:t> </a:t>
            </a:r>
            <a:r>
              <a:rPr lang="en-US" b="1" dirty="0" err="1" smtClean="0">
                <a:latin typeface="Tahoma" pitchFamily="34" charset="0"/>
              </a:rPr>
              <a:t>momban'ny</a:t>
            </a:r>
            <a:endParaRPr lang="en-US" b="1" dirty="0"/>
          </a:p>
        </p:txBody>
      </p:sp>
      <p:sp>
        <p:nvSpPr>
          <p:cNvPr id="154627" name="Rectangle 1027"/>
          <p:cNvSpPr>
            <a:spLocks noChangeArrowheads="1"/>
          </p:cNvSpPr>
          <p:nvPr/>
        </p:nvSpPr>
        <p:spPr bwMode="auto">
          <a:xfrm>
            <a:off x="1295400" y="1676400"/>
            <a:ext cx="7620000" cy="335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742950" lvl="1" indent="-285750">
              <a:spcBef>
                <a:spcPct val="20000"/>
              </a:spcBef>
              <a:buClr>
                <a:schemeClr val="hlink"/>
              </a:buClr>
            </a:pPr>
            <a:r>
              <a:rPr lang="en-US" sz="4000" b="1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 A.   </a:t>
            </a:r>
            <a:r>
              <a:rPr lang="en-US" sz="4000" b="1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Hazo</a:t>
            </a:r>
            <a:endParaRPr lang="en-US" sz="4000" b="1" dirty="0" smtClean="0">
              <a:effectLst>
                <a:outerShdw blurRad="38100" dist="38100" dir="2700000" algn="tl">
                  <a:srgbClr val="808080"/>
                </a:outerShdw>
              </a:effectLst>
              <a:latin typeface="Tahoma" pitchFamily="34" charset="0"/>
            </a:endParaRPr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</a:pPr>
            <a:r>
              <a:rPr lang="en-US" sz="4000" b="1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 </a:t>
            </a:r>
            <a:r>
              <a:rPr lang="en-US" sz="4000" b="1" dirty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B. </a:t>
            </a:r>
            <a:r>
              <a:rPr lang="en-US" sz="4000" b="1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 </a:t>
            </a:r>
            <a:r>
              <a:rPr lang="en-US" sz="4000" b="1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Orchidés</a:t>
            </a:r>
            <a:r>
              <a:rPr lang="en-US" sz="4000" b="1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endParaRPr lang="en-US" sz="4000" b="1" dirty="0">
              <a:effectLst>
                <a:outerShdw blurRad="38100" dist="38100" dir="2700000" algn="tl">
                  <a:srgbClr val="808080"/>
                </a:outerShdw>
              </a:effectLst>
              <a:latin typeface="Tahoma" pitchFamily="34" charset="0"/>
            </a:endParaRPr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</a:pPr>
            <a:r>
              <a:rPr lang="en-US" sz="4000" b="1" dirty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 C. </a:t>
            </a:r>
            <a:r>
              <a:rPr lang="en-US" sz="4000" b="1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 </a:t>
            </a:r>
            <a:r>
              <a:rPr lang="en-US" sz="4000" b="1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Kintana</a:t>
            </a:r>
            <a:endParaRPr lang="en-US" sz="4000" b="1" dirty="0">
              <a:effectLst>
                <a:outerShdw blurRad="38100" dist="38100" dir="2700000" algn="tl">
                  <a:srgbClr val="808080"/>
                </a:outerShdw>
              </a:effectLst>
              <a:latin typeface="Tahoma" pitchFamily="34" charset="0"/>
            </a:endParaRPr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</a:pPr>
            <a:r>
              <a:rPr lang="en-US" sz="4000" b="1" dirty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 D. </a:t>
            </a:r>
            <a:r>
              <a:rPr lang="en-US" sz="4000" b="1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 </a:t>
            </a:r>
            <a:r>
              <a:rPr lang="en-US" sz="4000" b="1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Fiarovana</a:t>
            </a:r>
            <a:r>
              <a:rPr lang="en-US" sz="4000" b="1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4000" b="1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ny</a:t>
            </a:r>
            <a:r>
              <a:rPr lang="en-US" sz="4000" b="1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4000" b="1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tontolo</a:t>
            </a:r>
            <a:r>
              <a:rPr lang="en-US" sz="4000" b="1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			</a:t>
            </a:r>
            <a:r>
              <a:rPr lang="en-US" sz="4000" b="1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iainana</a:t>
            </a:r>
            <a:endParaRPr lang="en-US" sz="4000" b="1" dirty="0">
              <a:effectLst>
                <a:outerShdw blurRad="38100" dist="38100" dir="2700000" algn="tl">
                  <a:srgbClr val="808080"/>
                </a:outerShdw>
              </a:effectLst>
              <a:latin typeface="Tahoma" pitchFamily="34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54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54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54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54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4627" grpId="0" build="p" autoUpdateAnimBg="0" advAuto="0"/>
    </p:bld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Rectangle 2050"/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8001000" cy="1143000"/>
          </a:xfrm>
        </p:spPr>
        <p:txBody>
          <a:bodyPr/>
          <a:lstStyle/>
          <a:p>
            <a:pPr algn="ctr"/>
            <a:r>
              <a:rPr lang="en-US" b="1" dirty="0" smtClean="0">
                <a:latin typeface="Tahoma" pitchFamily="34" charset="0"/>
              </a:rPr>
              <a:t>10. </a:t>
            </a:r>
            <a:r>
              <a:rPr lang="en-US" b="1" dirty="0" err="1" smtClean="0">
                <a:latin typeface="Tahoma" pitchFamily="34" charset="0"/>
              </a:rPr>
              <a:t>Ny</a:t>
            </a:r>
            <a:r>
              <a:rPr lang="en-US" b="1" dirty="0" smtClean="0">
                <a:latin typeface="Tahoma" pitchFamily="34" charset="0"/>
              </a:rPr>
              <a:t>  </a:t>
            </a:r>
            <a:r>
              <a:rPr lang="en-US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ahoma" pitchFamily="34" charset="0"/>
              </a:rPr>
              <a:t>Dendrology</a:t>
            </a:r>
            <a:r>
              <a:rPr lang="en-US" b="1" dirty="0" smtClean="0">
                <a:latin typeface="Tahoma" pitchFamily="34" charset="0"/>
              </a:rPr>
              <a:t> </a:t>
            </a:r>
            <a:r>
              <a:rPr lang="en-US" b="1" dirty="0" err="1" smtClean="0">
                <a:latin typeface="Tahoma" pitchFamily="34" charset="0"/>
              </a:rPr>
              <a:t>dia</a:t>
            </a:r>
            <a:r>
              <a:rPr lang="en-US" b="1" dirty="0" smtClean="0">
                <a:latin typeface="Tahoma" pitchFamily="34" charset="0"/>
              </a:rPr>
              <a:t> </a:t>
            </a:r>
            <a:r>
              <a:rPr lang="en-US" b="1" dirty="0" err="1" smtClean="0">
                <a:latin typeface="Tahoma" pitchFamily="34" charset="0"/>
              </a:rPr>
              <a:t>fianarana</a:t>
            </a:r>
            <a:r>
              <a:rPr lang="en-US" b="1" dirty="0" smtClean="0">
                <a:latin typeface="Tahoma" pitchFamily="34" charset="0"/>
              </a:rPr>
              <a:t> </a:t>
            </a:r>
            <a:r>
              <a:rPr lang="en-US" b="1" dirty="0" err="1" smtClean="0">
                <a:latin typeface="Tahoma" pitchFamily="34" charset="0"/>
              </a:rPr>
              <a:t>momban'ny</a:t>
            </a:r>
            <a:endParaRPr lang="en-US" dirty="0"/>
          </a:p>
        </p:txBody>
      </p:sp>
      <p:sp>
        <p:nvSpPr>
          <p:cNvPr id="175107" name="Rectangle 2051"/>
          <p:cNvSpPr>
            <a:spLocks noChangeArrowheads="1"/>
          </p:cNvSpPr>
          <p:nvPr/>
        </p:nvSpPr>
        <p:spPr bwMode="auto">
          <a:xfrm>
            <a:off x="1295400" y="1676400"/>
            <a:ext cx="7620000" cy="335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742950" lvl="1" indent="-285750">
              <a:spcBef>
                <a:spcPct val="20000"/>
              </a:spcBef>
              <a:buClr>
                <a:schemeClr val="hlink"/>
              </a:buClr>
            </a:pPr>
            <a:r>
              <a:rPr lang="en-US" sz="4000" b="1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 </a:t>
            </a:r>
            <a:r>
              <a:rPr lang="en-US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A.   </a:t>
            </a:r>
            <a:r>
              <a:rPr lang="en-US" sz="4000" b="1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Hazo</a:t>
            </a:r>
            <a:endParaRPr lang="en-US" sz="4000" b="1" dirty="0" smtClean="0">
              <a:solidFill>
                <a:srgbClr val="FF0000"/>
              </a:solidFill>
              <a:effectLst>
                <a:outerShdw blurRad="38100" dist="38100" dir="2700000" algn="tl">
                  <a:srgbClr val="808080"/>
                </a:outerShdw>
              </a:effectLst>
              <a:latin typeface="Tahoma" pitchFamily="34" charset="0"/>
            </a:endParaRPr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</a:pPr>
            <a:r>
              <a:rPr lang="en-US" sz="4000" b="1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 B.   </a:t>
            </a:r>
            <a:r>
              <a:rPr lang="en-US" sz="4000" b="1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Orchidés</a:t>
            </a:r>
            <a:r>
              <a:rPr lang="en-US" sz="4000" b="1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</a:pPr>
            <a:r>
              <a:rPr lang="en-US" sz="4000" b="1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 C.   </a:t>
            </a:r>
            <a:r>
              <a:rPr lang="en-US" sz="4000" b="1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Kintana</a:t>
            </a:r>
            <a:endParaRPr lang="en-US" sz="4000" b="1" dirty="0" smtClean="0">
              <a:effectLst>
                <a:outerShdw blurRad="38100" dist="38100" dir="2700000" algn="tl">
                  <a:srgbClr val="808080"/>
                </a:outerShdw>
              </a:effectLst>
              <a:latin typeface="Tahoma" pitchFamily="34" charset="0"/>
            </a:endParaRPr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</a:pPr>
            <a:r>
              <a:rPr lang="en-US" sz="4000" b="1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 D.   </a:t>
            </a:r>
            <a:r>
              <a:rPr lang="en-US" sz="4000" b="1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Fiarovana</a:t>
            </a:r>
            <a:r>
              <a:rPr lang="en-US" sz="4000" b="1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4000" b="1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ny</a:t>
            </a:r>
            <a:r>
              <a:rPr lang="en-US" sz="4000" b="1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4000" b="1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tontolo</a:t>
            </a:r>
            <a:r>
              <a:rPr lang="en-US" sz="4000" b="1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			</a:t>
            </a:r>
            <a:r>
              <a:rPr lang="en-US" sz="4000" b="1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iainana</a:t>
            </a:r>
            <a:endParaRPr lang="en-US" sz="4000" b="1" dirty="0">
              <a:effectLst>
                <a:outerShdw blurRad="38100" dist="38100" dir="2700000" algn="tl">
                  <a:srgbClr val="808080"/>
                </a:outerShdw>
              </a:effectLst>
              <a:latin typeface="Tahoma" pitchFamily="34" charset="0"/>
            </a:endParaRPr>
          </a:p>
        </p:txBody>
      </p:sp>
    </p:spTree>
  </p:cSld>
  <p:clrMapOvr>
    <a:masterClrMapping/>
  </p:clrMapOvr>
  <p:transition spd="med"/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8001000" cy="1143000"/>
          </a:xfrm>
        </p:spPr>
        <p:txBody>
          <a:bodyPr/>
          <a:lstStyle/>
          <a:p>
            <a:pPr algn="ctr"/>
            <a:r>
              <a:rPr lang="en-US" sz="4000" dirty="0" smtClean="0">
                <a:latin typeface="Tahoma" pitchFamily="34" charset="0"/>
              </a:rPr>
              <a:t>11. </a:t>
            </a:r>
            <a:r>
              <a:rPr lang="en-US" sz="4000" dirty="0" err="1" smtClean="0">
                <a:latin typeface="Tahoma" pitchFamily="34" charset="0"/>
              </a:rPr>
              <a:t>Ny</a:t>
            </a:r>
            <a:r>
              <a:rPr lang="en-US" sz="4000" dirty="0" smtClean="0">
                <a:latin typeface="Tahoma" pitchFamily="34" charset="0"/>
              </a:rPr>
              <a:t> </a:t>
            </a:r>
            <a:r>
              <a:rPr lang="en-US" sz="4000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ahoma" pitchFamily="34" charset="0"/>
              </a:rPr>
              <a:t>Agrology</a:t>
            </a:r>
            <a:r>
              <a:rPr lang="en-US" sz="4000" dirty="0" smtClean="0">
                <a:latin typeface="Tahoma" pitchFamily="34" charset="0"/>
              </a:rPr>
              <a:t> </a:t>
            </a:r>
            <a:r>
              <a:rPr lang="en-US" sz="4000" dirty="0" err="1" smtClean="0">
                <a:latin typeface="Tahoma" pitchFamily="34" charset="0"/>
              </a:rPr>
              <a:t>dia</a:t>
            </a:r>
            <a:r>
              <a:rPr lang="en-US" sz="4000" dirty="0" smtClean="0">
                <a:latin typeface="Tahoma" pitchFamily="34" charset="0"/>
              </a:rPr>
              <a:t> </a:t>
            </a:r>
            <a:r>
              <a:rPr lang="en-US" sz="4000" dirty="0" err="1" smtClean="0">
                <a:latin typeface="Tahoma" pitchFamily="34" charset="0"/>
              </a:rPr>
              <a:t>fianarana</a:t>
            </a:r>
            <a:r>
              <a:rPr lang="en-US" sz="4000" dirty="0" smtClean="0">
                <a:latin typeface="Tahoma" pitchFamily="34" charset="0"/>
              </a:rPr>
              <a:t> </a:t>
            </a:r>
            <a:r>
              <a:rPr lang="en-US" sz="4000" dirty="0" err="1" smtClean="0">
                <a:latin typeface="Tahoma" pitchFamily="34" charset="0"/>
              </a:rPr>
              <a:t>momban'ny</a:t>
            </a:r>
            <a:endParaRPr lang="en-US" sz="4000" dirty="0"/>
          </a:p>
        </p:txBody>
      </p:sp>
      <p:sp>
        <p:nvSpPr>
          <p:cNvPr id="160771" name="Rectangle 3"/>
          <p:cNvSpPr>
            <a:spLocks noChangeArrowheads="1"/>
          </p:cNvSpPr>
          <p:nvPr/>
        </p:nvSpPr>
        <p:spPr bwMode="auto">
          <a:xfrm>
            <a:off x="1295400" y="1676400"/>
            <a:ext cx="7620000" cy="335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742950" lvl="1" indent="-285750">
              <a:spcBef>
                <a:spcPct val="20000"/>
              </a:spcBef>
              <a:buClr>
                <a:schemeClr val="hlink"/>
              </a:buClr>
            </a:pPr>
            <a:r>
              <a:rPr lang="en-US" sz="4000" b="1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 A.   </a:t>
            </a:r>
            <a:r>
              <a:rPr lang="en-US" sz="4000" b="1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Zava-maniry</a:t>
            </a:r>
            <a:r>
              <a:rPr lang="en-US" sz="4000" b="1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4000" b="1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bitika</a:t>
            </a:r>
            <a:endParaRPr lang="en-US" sz="4000" b="1" dirty="0" smtClean="0">
              <a:effectLst>
                <a:outerShdw blurRad="38100" dist="38100" dir="2700000" algn="tl">
                  <a:srgbClr val="808080"/>
                </a:outerShdw>
              </a:effectLst>
              <a:latin typeface="Tahoma" pitchFamily="34" charset="0"/>
            </a:endParaRPr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</a:pPr>
            <a:r>
              <a:rPr lang="en-US" sz="4000" b="1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 </a:t>
            </a:r>
            <a:r>
              <a:rPr lang="en-US" sz="4000" b="1" dirty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B. </a:t>
            </a:r>
            <a:r>
              <a:rPr lang="en-US" sz="4000" b="1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 </a:t>
            </a:r>
            <a:r>
              <a:rPr lang="en-US" sz="4000" b="1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Fanaovana</a:t>
            </a:r>
            <a:r>
              <a:rPr lang="en-US" sz="4000" b="1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4000" b="1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harona</a:t>
            </a:r>
            <a:r>
              <a:rPr lang="en-US" sz="4000" b="1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endParaRPr lang="en-US" sz="4000" b="1" dirty="0">
              <a:effectLst>
                <a:outerShdw blurRad="38100" dist="38100" dir="2700000" algn="tl">
                  <a:srgbClr val="808080"/>
                </a:outerShdw>
              </a:effectLst>
              <a:latin typeface="Tahoma" pitchFamily="34" charset="0"/>
            </a:endParaRPr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</a:pPr>
            <a:r>
              <a:rPr lang="en-US" sz="4000" b="1" dirty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 C. </a:t>
            </a:r>
            <a:r>
              <a:rPr lang="en-US" sz="4000" b="1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 </a:t>
            </a:r>
            <a:r>
              <a:rPr lang="en-US" sz="4000" b="1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Holatra</a:t>
            </a:r>
            <a:endParaRPr lang="en-US" sz="4000" b="1" dirty="0">
              <a:effectLst>
                <a:outerShdw blurRad="38100" dist="38100" dir="2700000" algn="tl">
                  <a:srgbClr val="808080"/>
                </a:outerShdw>
              </a:effectLst>
              <a:latin typeface="Tahoma" pitchFamily="34" charset="0"/>
            </a:endParaRPr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</a:pPr>
            <a:r>
              <a:rPr lang="en-US" sz="4000" b="1" dirty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 D. </a:t>
            </a:r>
            <a:r>
              <a:rPr lang="en-US" sz="4000" b="1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 </a:t>
            </a:r>
            <a:r>
              <a:rPr lang="en-US" sz="4000" b="1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Olatra</a:t>
            </a:r>
            <a:endParaRPr lang="en-US" sz="4000" b="1" dirty="0">
              <a:effectLst>
                <a:outerShdw blurRad="38100" dist="38100" dir="2700000" algn="tl">
                  <a:srgbClr val="808080"/>
                </a:outerShdw>
              </a:effectLst>
              <a:latin typeface="Tahoma" pitchFamily="34" charset="0"/>
            </a:endParaRPr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</a:pPr>
            <a:r>
              <a:rPr lang="en-US" sz="4000" b="1" dirty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 E. </a:t>
            </a:r>
            <a:r>
              <a:rPr lang="en-US" sz="4000" b="1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 </a:t>
            </a:r>
            <a:r>
              <a:rPr lang="en-US" sz="4000" b="1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Tany</a:t>
            </a:r>
            <a:r>
              <a:rPr lang="en-US" sz="4000" b="1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4000" b="1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fambolena</a:t>
            </a:r>
            <a:endParaRPr lang="en-US" sz="4000" b="1" dirty="0">
              <a:effectLst>
                <a:outerShdw blurRad="38100" dist="38100" dir="2700000" algn="tl">
                  <a:srgbClr val="808080"/>
                </a:outerShdw>
              </a:effectLst>
              <a:latin typeface="Tahoma" pitchFamily="34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60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60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60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607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607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0771" grpId="0" build="p" autoUpdateAnimBg="0" advAuto="0"/>
    </p:bldLst>
  </p:timing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8001000" cy="1143000"/>
          </a:xfrm>
        </p:spPr>
        <p:txBody>
          <a:bodyPr/>
          <a:lstStyle/>
          <a:p>
            <a:pPr algn="ctr"/>
            <a:r>
              <a:rPr lang="en-US" dirty="0" smtClean="0">
                <a:latin typeface="Tahoma" pitchFamily="34" charset="0"/>
              </a:rPr>
              <a:t>11. </a:t>
            </a:r>
            <a:r>
              <a:rPr lang="en-US" dirty="0" err="1" smtClean="0">
                <a:latin typeface="Tahoma" pitchFamily="34" charset="0"/>
              </a:rPr>
              <a:t>Ny</a:t>
            </a:r>
            <a:r>
              <a:rPr lang="en-US" dirty="0" smtClean="0">
                <a:latin typeface="Tahoma" pitchFamily="34" charset="0"/>
              </a:rPr>
              <a:t> </a:t>
            </a:r>
            <a:r>
              <a:rPr lang="en-US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ahoma" pitchFamily="34" charset="0"/>
              </a:rPr>
              <a:t>Agrology</a:t>
            </a:r>
            <a:r>
              <a:rPr lang="en-US" dirty="0" smtClean="0">
                <a:latin typeface="Tahoma" pitchFamily="34" charset="0"/>
              </a:rPr>
              <a:t> </a:t>
            </a:r>
            <a:r>
              <a:rPr lang="en-US" dirty="0" err="1" smtClean="0">
                <a:latin typeface="Tahoma" pitchFamily="34" charset="0"/>
              </a:rPr>
              <a:t>dia</a:t>
            </a:r>
            <a:r>
              <a:rPr lang="en-US" dirty="0" smtClean="0">
                <a:latin typeface="Tahoma" pitchFamily="34" charset="0"/>
              </a:rPr>
              <a:t> </a:t>
            </a:r>
            <a:r>
              <a:rPr lang="en-US" dirty="0" err="1" smtClean="0">
                <a:latin typeface="Tahoma" pitchFamily="34" charset="0"/>
              </a:rPr>
              <a:t>fianarana</a:t>
            </a:r>
            <a:r>
              <a:rPr lang="en-US" dirty="0" smtClean="0">
                <a:latin typeface="Tahoma" pitchFamily="34" charset="0"/>
              </a:rPr>
              <a:t> </a:t>
            </a:r>
            <a:r>
              <a:rPr lang="en-US" dirty="0" err="1" smtClean="0">
                <a:latin typeface="Tahoma" pitchFamily="34" charset="0"/>
              </a:rPr>
              <a:t>momban'ny</a:t>
            </a:r>
            <a:endParaRPr lang="en-US" dirty="0"/>
          </a:p>
        </p:txBody>
      </p:sp>
      <p:sp>
        <p:nvSpPr>
          <p:cNvPr id="176131" name="Rectangle 3"/>
          <p:cNvSpPr>
            <a:spLocks noChangeArrowheads="1"/>
          </p:cNvSpPr>
          <p:nvPr/>
        </p:nvSpPr>
        <p:spPr bwMode="auto">
          <a:xfrm>
            <a:off x="1295400" y="1676400"/>
            <a:ext cx="7620000" cy="335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742950" lvl="1" indent="-285750">
              <a:spcBef>
                <a:spcPct val="20000"/>
              </a:spcBef>
              <a:buClr>
                <a:schemeClr val="hlink"/>
              </a:buClr>
            </a:pPr>
            <a:r>
              <a:rPr lang="en-US" sz="4000" b="1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A.   </a:t>
            </a:r>
            <a:r>
              <a:rPr lang="en-US" sz="4000" b="1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Zava-maniry</a:t>
            </a:r>
            <a:r>
              <a:rPr lang="en-US" sz="4000" b="1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4000" b="1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bitika</a:t>
            </a:r>
            <a:endParaRPr lang="en-US" sz="4000" b="1" dirty="0" smtClean="0">
              <a:effectLst>
                <a:outerShdw blurRad="38100" dist="38100" dir="2700000" algn="tl">
                  <a:srgbClr val="808080"/>
                </a:outerShdw>
              </a:effectLst>
              <a:latin typeface="Tahoma" pitchFamily="34" charset="0"/>
            </a:endParaRPr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</a:pPr>
            <a:r>
              <a:rPr lang="en-US" sz="4000" b="1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 B.   </a:t>
            </a:r>
            <a:r>
              <a:rPr lang="en-US" sz="4000" b="1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Fanaovana</a:t>
            </a:r>
            <a:r>
              <a:rPr lang="en-US" sz="4000" b="1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4000" b="1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harona</a:t>
            </a:r>
            <a:r>
              <a:rPr lang="en-US" sz="4000" b="1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</a:pPr>
            <a:r>
              <a:rPr lang="en-US" sz="4000" b="1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 C.   </a:t>
            </a:r>
            <a:r>
              <a:rPr lang="en-US" sz="4000" b="1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Holatra</a:t>
            </a:r>
            <a:r>
              <a:rPr lang="en-US" sz="4000" b="1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</a:pPr>
            <a:r>
              <a:rPr lang="en-US" sz="4000" b="1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 D.   </a:t>
            </a:r>
            <a:r>
              <a:rPr lang="en-US" sz="4000" b="1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Olatra</a:t>
            </a:r>
            <a:endParaRPr lang="en-US" sz="4000" b="1" dirty="0" smtClean="0">
              <a:effectLst>
                <a:outerShdw blurRad="38100" dist="38100" dir="2700000" algn="tl">
                  <a:srgbClr val="808080"/>
                </a:outerShdw>
              </a:effectLst>
              <a:latin typeface="Tahoma" pitchFamily="34" charset="0"/>
            </a:endParaRPr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</a:pPr>
            <a:r>
              <a:rPr lang="en-US" sz="4000" b="1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 </a:t>
            </a:r>
            <a:r>
              <a:rPr lang="en-US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E.   </a:t>
            </a:r>
            <a:r>
              <a:rPr lang="en-US" sz="4000" b="1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Tany</a:t>
            </a:r>
            <a:r>
              <a:rPr lang="en-US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4000" b="1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fambolena</a:t>
            </a:r>
            <a:endParaRPr lang="en-US" sz="2800" dirty="0">
              <a:solidFill>
                <a:srgbClr val="FF0000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Tahoma" pitchFamily="34" charset="0"/>
            </a:endParaRPr>
          </a:p>
        </p:txBody>
      </p:sp>
    </p:spTree>
  </p:cSld>
  <p:clrMapOvr>
    <a:masterClrMapping/>
  </p:clrMapOvr>
  <p:transition spd="med"/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1026"/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8001000" cy="1143000"/>
          </a:xfrm>
        </p:spPr>
        <p:txBody>
          <a:bodyPr/>
          <a:lstStyle/>
          <a:p>
            <a:r>
              <a:rPr lang="en-US" dirty="0" smtClean="0">
                <a:latin typeface="Tahoma" pitchFamily="34" charset="0"/>
              </a:rPr>
              <a:t>12. </a:t>
            </a:r>
            <a:r>
              <a:rPr lang="en-US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ahoma" pitchFamily="34" charset="0"/>
              </a:rPr>
              <a:t>Speleology</a:t>
            </a:r>
            <a:r>
              <a:rPr lang="en-US" dirty="0" smtClean="0">
                <a:latin typeface="Tahoma" pitchFamily="34" charset="0"/>
              </a:rPr>
              <a:t>  </a:t>
            </a:r>
            <a:r>
              <a:rPr lang="en-US" dirty="0" err="1" smtClean="0">
                <a:latin typeface="Tahoma" pitchFamily="34" charset="0"/>
              </a:rPr>
              <a:t>fianarana</a:t>
            </a:r>
            <a:r>
              <a:rPr lang="en-US" dirty="0" smtClean="0">
                <a:latin typeface="Tahoma" pitchFamily="34" charset="0"/>
              </a:rPr>
              <a:t> </a:t>
            </a:r>
            <a:r>
              <a:rPr lang="en-US" dirty="0" err="1" smtClean="0">
                <a:latin typeface="Tahoma" pitchFamily="34" charset="0"/>
              </a:rPr>
              <a:t>momban'ny</a:t>
            </a:r>
            <a:endParaRPr lang="en-US" dirty="0"/>
          </a:p>
        </p:txBody>
      </p:sp>
      <p:sp>
        <p:nvSpPr>
          <p:cNvPr id="161795" name="Rectangle 1027"/>
          <p:cNvSpPr>
            <a:spLocks noChangeArrowheads="1"/>
          </p:cNvSpPr>
          <p:nvPr/>
        </p:nvSpPr>
        <p:spPr bwMode="auto">
          <a:xfrm>
            <a:off x="1295400" y="1676400"/>
            <a:ext cx="7620000" cy="335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742950" lvl="1" indent="-285750">
              <a:spcBef>
                <a:spcPct val="20000"/>
              </a:spcBef>
              <a:buClr>
                <a:schemeClr val="hlink"/>
              </a:buClr>
            </a:pPr>
            <a:r>
              <a:rPr lang="en-US" sz="4000" b="1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 </a:t>
            </a:r>
            <a:r>
              <a:rPr lang="en-US" sz="4000" b="1" dirty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A. </a:t>
            </a:r>
            <a:r>
              <a:rPr lang="en-US" sz="4000" b="1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 </a:t>
            </a:r>
            <a:r>
              <a:rPr lang="en-US" sz="4000" b="1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Zohy</a:t>
            </a:r>
            <a:r>
              <a:rPr lang="en-US" sz="4000" b="1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endParaRPr lang="en-US" sz="4000" b="1" dirty="0">
              <a:effectLst>
                <a:outerShdw blurRad="38100" dist="38100" dir="2700000" algn="tl">
                  <a:srgbClr val="808080"/>
                </a:outerShdw>
              </a:effectLst>
              <a:latin typeface="Tahoma" pitchFamily="34" charset="0"/>
            </a:endParaRPr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</a:pPr>
            <a:r>
              <a:rPr lang="en-US" sz="4000" b="1" dirty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 B. </a:t>
            </a:r>
            <a:r>
              <a:rPr lang="en-US" sz="4000" b="1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 </a:t>
            </a:r>
            <a:r>
              <a:rPr lang="en-US" sz="4000" b="1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Tany</a:t>
            </a:r>
            <a:r>
              <a:rPr lang="en-US" sz="4000" b="1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4000" b="1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fambolena</a:t>
            </a:r>
            <a:endParaRPr lang="en-US" sz="4000" b="1" dirty="0">
              <a:effectLst>
                <a:outerShdw blurRad="38100" dist="38100" dir="2700000" algn="tl">
                  <a:srgbClr val="808080"/>
                </a:outerShdw>
              </a:effectLst>
              <a:latin typeface="Tahoma" pitchFamily="34" charset="0"/>
            </a:endParaRPr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</a:pPr>
            <a:r>
              <a:rPr lang="en-US" sz="4000" b="1" dirty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 C. </a:t>
            </a:r>
            <a:r>
              <a:rPr lang="en-US" sz="4000" b="1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 </a:t>
            </a:r>
            <a:r>
              <a:rPr lang="en-US" sz="4000" b="1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Fifandraisana</a:t>
            </a:r>
            <a:r>
              <a:rPr lang="en-US" sz="4000" b="1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					</a:t>
            </a:r>
            <a:r>
              <a:rPr lang="en-US" sz="4000" b="1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moderina</a:t>
            </a:r>
            <a:endParaRPr lang="en-US" sz="4000" b="1" dirty="0">
              <a:effectLst>
                <a:outerShdw blurRad="38100" dist="38100" dir="2700000" algn="tl">
                  <a:srgbClr val="808080"/>
                </a:outerShdw>
              </a:effectLst>
              <a:latin typeface="Tahoma" pitchFamily="34" charset="0"/>
            </a:endParaRPr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</a:pPr>
            <a:r>
              <a:rPr lang="en-US" sz="4000" b="1" dirty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 D. </a:t>
            </a:r>
            <a:r>
              <a:rPr lang="en-US" sz="4000" b="1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 </a:t>
            </a:r>
            <a:r>
              <a:rPr lang="en-US" sz="4000" b="1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Hazavana</a:t>
            </a:r>
            <a:r>
              <a:rPr lang="en-US" sz="4000" b="1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endParaRPr lang="en-US" sz="4000" b="1" dirty="0">
              <a:effectLst>
                <a:outerShdw blurRad="38100" dist="38100" dir="2700000" algn="tl">
                  <a:srgbClr val="808080"/>
                </a:outerShdw>
              </a:effectLst>
              <a:latin typeface="Tahoma" pitchFamily="34" charset="0"/>
            </a:endParaRPr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</a:pPr>
            <a:r>
              <a:rPr lang="en-US" sz="4000" b="1" dirty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 E. </a:t>
            </a:r>
            <a:r>
              <a:rPr lang="en-US" sz="4000" b="1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 </a:t>
            </a:r>
            <a:r>
              <a:rPr lang="en-US" sz="4000" b="1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Kintana</a:t>
            </a:r>
            <a:endParaRPr lang="en-US" sz="4000" b="1" dirty="0">
              <a:effectLst>
                <a:outerShdw blurRad="38100" dist="38100" dir="2700000" algn="tl">
                  <a:srgbClr val="808080"/>
                </a:outerShdw>
              </a:effectLst>
              <a:latin typeface="Tahoma" pitchFamily="34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61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61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617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617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617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1795" grpId="0" build="p" autoUpdateAnimBg="0" advAuto="0"/>
    </p:bldLst>
  </p:timing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8001000" cy="1143000"/>
          </a:xfrm>
        </p:spPr>
        <p:txBody>
          <a:bodyPr/>
          <a:lstStyle/>
          <a:p>
            <a:r>
              <a:rPr lang="en-US" dirty="0"/>
              <a:t>“</a:t>
            </a:r>
            <a:r>
              <a:rPr lang="en-US" dirty="0" err="1"/>
              <a:t>Ology</a:t>
            </a:r>
            <a:r>
              <a:rPr lang="en-US" dirty="0"/>
              <a:t>” Quiz</a:t>
            </a:r>
            <a:br>
              <a:rPr lang="en-US" dirty="0"/>
            </a:br>
            <a:r>
              <a:rPr lang="en-US" dirty="0"/>
              <a:t>Pick the Correct Answer</a:t>
            </a:r>
          </a:p>
        </p:txBody>
      </p:sp>
      <p:sp>
        <p:nvSpPr>
          <p:cNvPr id="177155" name="Rectangle 3"/>
          <p:cNvSpPr>
            <a:spLocks noChangeArrowheads="1"/>
          </p:cNvSpPr>
          <p:nvPr/>
        </p:nvSpPr>
        <p:spPr bwMode="auto">
          <a:xfrm>
            <a:off x="1295400" y="1676400"/>
            <a:ext cx="7620000" cy="335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742950" lvl="1" indent="-285750">
              <a:spcBef>
                <a:spcPct val="20000"/>
              </a:spcBef>
              <a:buClr>
                <a:schemeClr val="hlink"/>
              </a:buClr>
            </a:pPr>
            <a:r>
              <a:rPr lang="en-US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 A.   </a:t>
            </a:r>
            <a:r>
              <a:rPr lang="en-US" sz="4000" b="1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Zohy</a:t>
            </a:r>
            <a:r>
              <a:rPr lang="en-US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</a:pPr>
            <a:r>
              <a:rPr lang="en-US" sz="4000" b="1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 B.   </a:t>
            </a:r>
            <a:r>
              <a:rPr lang="en-US" sz="4000" b="1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Tany</a:t>
            </a:r>
            <a:r>
              <a:rPr lang="en-US" sz="4000" b="1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4000" b="1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fambolena</a:t>
            </a:r>
            <a:endParaRPr lang="en-US" sz="4000" b="1" dirty="0" smtClean="0">
              <a:effectLst>
                <a:outerShdw blurRad="38100" dist="38100" dir="2700000" algn="tl">
                  <a:srgbClr val="808080"/>
                </a:outerShdw>
              </a:effectLst>
              <a:latin typeface="Tahoma" pitchFamily="34" charset="0"/>
            </a:endParaRPr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</a:pPr>
            <a:r>
              <a:rPr lang="en-US" sz="4000" b="1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 C.   </a:t>
            </a:r>
            <a:r>
              <a:rPr lang="en-US" sz="4000" b="1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Fifandraisana</a:t>
            </a:r>
            <a:r>
              <a:rPr lang="en-US" sz="4000" b="1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					</a:t>
            </a:r>
            <a:r>
              <a:rPr lang="en-US" sz="4000" b="1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moderina</a:t>
            </a:r>
            <a:endParaRPr lang="en-US" sz="4000" b="1" dirty="0" smtClean="0">
              <a:effectLst>
                <a:outerShdw blurRad="38100" dist="38100" dir="2700000" algn="tl">
                  <a:srgbClr val="808080"/>
                </a:outerShdw>
              </a:effectLst>
              <a:latin typeface="Tahoma" pitchFamily="34" charset="0"/>
            </a:endParaRPr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</a:pPr>
            <a:r>
              <a:rPr lang="en-US" sz="4000" b="1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 D.   </a:t>
            </a:r>
            <a:r>
              <a:rPr lang="en-US" sz="4000" b="1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Hazavana</a:t>
            </a:r>
            <a:r>
              <a:rPr lang="en-US" sz="4000" b="1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</a:pPr>
            <a:r>
              <a:rPr lang="en-US" sz="4000" b="1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 E.   </a:t>
            </a:r>
            <a:r>
              <a:rPr lang="en-US" sz="4000" b="1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Kintana</a:t>
            </a:r>
            <a:endParaRPr lang="en-US" sz="2800" dirty="0">
              <a:effectLst>
                <a:outerShdw blurRad="38100" dist="38100" dir="2700000" algn="tl">
                  <a:srgbClr val="808080"/>
                </a:outerShdw>
              </a:effectLst>
              <a:latin typeface="Tahoma" pitchFamily="34" charset="0"/>
            </a:endParaRPr>
          </a:p>
        </p:txBody>
      </p:sp>
    </p:spTree>
  </p:cSld>
  <p:clrMapOvr>
    <a:masterClrMapping/>
  </p:clrMapOvr>
  <p:transition spd="med"/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Rectangle 1026"/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8001000" cy="1143000"/>
          </a:xfrm>
        </p:spPr>
        <p:txBody>
          <a:bodyPr/>
          <a:lstStyle/>
          <a:p>
            <a:pPr marL="342900" indent="-342900" algn="ctr">
              <a:spcBef>
                <a:spcPct val="20000"/>
              </a:spcBef>
            </a:pPr>
            <a:r>
              <a:rPr lang="en-US" dirty="0" smtClean="0">
                <a:latin typeface="Tahoma" pitchFamily="34" charset="0"/>
              </a:rPr>
              <a:t>13. </a:t>
            </a:r>
            <a:r>
              <a:rPr lang="en-US" dirty="0" err="1" smtClean="0">
                <a:latin typeface="Tahoma" pitchFamily="34" charset="0"/>
              </a:rPr>
              <a:t>Ny</a:t>
            </a:r>
            <a:r>
              <a:rPr lang="en-US" dirty="0" smtClean="0">
                <a:latin typeface="Tahoma" pitchFamily="34" charset="0"/>
              </a:rPr>
              <a:t>  </a:t>
            </a:r>
            <a:r>
              <a:rPr lang="en-US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ahoma" pitchFamily="34" charset="0"/>
              </a:rPr>
              <a:t>Pomology</a:t>
            </a:r>
            <a:r>
              <a:rPr lang="en-US" dirty="0" smtClean="0">
                <a:latin typeface="Tahoma" pitchFamily="34" charset="0"/>
              </a:rPr>
              <a:t> </a:t>
            </a:r>
            <a:r>
              <a:rPr lang="en-US" dirty="0" err="1" smtClean="0">
                <a:latin typeface="Tahoma" pitchFamily="34" charset="0"/>
              </a:rPr>
              <a:t>dia</a:t>
            </a:r>
            <a:r>
              <a:rPr lang="en-US" dirty="0" smtClean="0">
                <a:latin typeface="Tahoma" pitchFamily="34" charset="0"/>
              </a:rPr>
              <a:t> </a:t>
            </a:r>
            <a:r>
              <a:rPr lang="en-US" dirty="0" err="1" smtClean="0">
                <a:latin typeface="Tahoma" pitchFamily="34" charset="0"/>
              </a:rPr>
              <a:t>fianarana</a:t>
            </a:r>
            <a:r>
              <a:rPr lang="en-US" dirty="0" smtClean="0">
                <a:latin typeface="Tahoma" pitchFamily="34" charset="0"/>
              </a:rPr>
              <a:t> </a:t>
            </a:r>
            <a:r>
              <a:rPr lang="en-US" dirty="0" err="1" smtClean="0">
                <a:latin typeface="Tahoma" pitchFamily="34" charset="0"/>
              </a:rPr>
              <a:t>momban'ny</a:t>
            </a:r>
            <a:r>
              <a:rPr lang="en-US" dirty="0" smtClean="0">
                <a:latin typeface="Tahoma" pitchFamily="34" charset="0"/>
              </a:rPr>
              <a:t>:</a:t>
            </a:r>
            <a:endParaRPr lang="en-US" dirty="0">
              <a:latin typeface="Tahoma" pitchFamily="34" charset="0"/>
            </a:endParaRPr>
          </a:p>
        </p:txBody>
      </p:sp>
      <p:sp>
        <p:nvSpPr>
          <p:cNvPr id="162819" name="Rectangle 1027"/>
          <p:cNvSpPr>
            <a:spLocks noChangeArrowheads="1"/>
          </p:cNvSpPr>
          <p:nvPr/>
        </p:nvSpPr>
        <p:spPr bwMode="auto">
          <a:xfrm>
            <a:off x="1295400" y="1676400"/>
            <a:ext cx="7620000" cy="335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accent1"/>
              </a:buClr>
            </a:pPr>
            <a:r>
              <a:rPr lang="en-US" sz="36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	   A</a:t>
            </a:r>
            <a:r>
              <a:rPr lang="en-US" sz="3600" dirty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. </a:t>
            </a:r>
            <a:r>
              <a:rPr lang="en-US" sz="36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 </a:t>
            </a:r>
            <a:r>
              <a:rPr lang="en-US" sz="36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Famoronan’Andriamanitra</a:t>
            </a:r>
            <a:endParaRPr lang="en-US" sz="3600" dirty="0">
              <a:effectLst>
                <a:outerShdw blurRad="38100" dist="38100" dir="2700000" algn="tl">
                  <a:srgbClr val="808080"/>
                </a:outerShdw>
              </a:effectLst>
              <a:latin typeface="Tahoma" pitchFamily="34" charset="0"/>
            </a:endParaRPr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</a:pPr>
            <a:r>
              <a:rPr lang="en-US" sz="3600" dirty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 B. </a:t>
            </a:r>
            <a:r>
              <a:rPr lang="en-US" sz="36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 </a:t>
            </a:r>
            <a:r>
              <a:rPr lang="en-US" sz="36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Hazo</a:t>
            </a:r>
            <a:r>
              <a:rPr lang="en-US" sz="36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36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fihinam</a:t>
            </a:r>
            <a:r>
              <a:rPr lang="en-US" sz="36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-boa</a:t>
            </a:r>
            <a:endParaRPr lang="en-US" sz="3600" dirty="0">
              <a:effectLst>
                <a:outerShdw blurRad="38100" dist="38100" dir="2700000" algn="tl">
                  <a:srgbClr val="808080"/>
                </a:outerShdw>
              </a:effectLst>
              <a:latin typeface="Tahoma" pitchFamily="34" charset="0"/>
            </a:endParaRPr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</a:pPr>
            <a:r>
              <a:rPr lang="en-US" sz="3600" dirty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 C. </a:t>
            </a:r>
            <a:r>
              <a:rPr lang="en-US" sz="36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 Ala </a:t>
            </a:r>
            <a:endParaRPr lang="en-US" sz="3600" dirty="0">
              <a:effectLst>
                <a:outerShdw blurRad="38100" dist="38100" dir="2700000" algn="tl">
                  <a:srgbClr val="808080"/>
                </a:outerShdw>
              </a:effectLst>
              <a:latin typeface="Tahoma" pitchFamily="34" charset="0"/>
            </a:endParaRPr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</a:pPr>
            <a:r>
              <a:rPr lang="en-US" sz="3600" dirty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 D. </a:t>
            </a:r>
            <a:r>
              <a:rPr lang="en-US" sz="36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 </a:t>
            </a:r>
            <a:r>
              <a:rPr lang="en-US" sz="36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Fiandohan’ny</a:t>
            </a:r>
            <a:r>
              <a:rPr lang="en-US" sz="36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36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olombelona</a:t>
            </a:r>
            <a:r>
              <a:rPr lang="en-US" sz="36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endParaRPr lang="en-US" sz="3600" dirty="0">
              <a:effectLst>
                <a:outerShdw blurRad="38100" dist="38100" dir="2700000" algn="tl">
                  <a:srgbClr val="808080"/>
                </a:outerShdw>
              </a:effectLst>
              <a:latin typeface="Tahoma" pitchFamily="34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62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62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62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628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2819" grpId="0" build="p" autoUpdateAnimBg="0" advAuto="0"/>
    </p:bldLst>
  </p:timing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8" name="Rectangle 1026"/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8001000" cy="1143000"/>
          </a:xfrm>
        </p:spPr>
        <p:txBody>
          <a:bodyPr/>
          <a:lstStyle/>
          <a:p>
            <a:pPr algn="ctr"/>
            <a:r>
              <a:rPr lang="en-US" dirty="0" smtClean="0">
                <a:latin typeface="Tahoma" pitchFamily="34" charset="0"/>
              </a:rPr>
              <a:t>13. </a:t>
            </a:r>
            <a:r>
              <a:rPr lang="en-US" dirty="0" err="1" smtClean="0">
                <a:latin typeface="Tahoma" pitchFamily="34" charset="0"/>
              </a:rPr>
              <a:t>Ny</a:t>
            </a:r>
            <a:r>
              <a:rPr lang="en-US" dirty="0" smtClean="0">
                <a:latin typeface="Tahoma" pitchFamily="34" charset="0"/>
              </a:rPr>
              <a:t>  </a:t>
            </a:r>
            <a:r>
              <a:rPr lang="en-US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ahoma" pitchFamily="34" charset="0"/>
              </a:rPr>
              <a:t>Pomology</a:t>
            </a:r>
            <a:r>
              <a:rPr lang="en-US" dirty="0" smtClean="0">
                <a:latin typeface="Tahoma" pitchFamily="34" charset="0"/>
              </a:rPr>
              <a:t> </a:t>
            </a:r>
            <a:r>
              <a:rPr lang="en-US" dirty="0" err="1" smtClean="0">
                <a:latin typeface="Tahoma" pitchFamily="34" charset="0"/>
              </a:rPr>
              <a:t>dia</a:t>
            </a:r>
            <a:r>
              <a:rPr lang="en-US" dirty="0" smtClean="0">
                <a:latin typeface="Tahoma" pitchFamily="34" charset="0"/>
              </a:rPr>
              <a:t> </a:t>
            </a:r>
            <a:r>
              <a:rPr lang="en-US" dirty="0" err="1" smtClean="0">
                <a:latin typeface="Tahoma" pitchFamily="34" charset="0"/>
              </a:rPr>
              <a:t>fianarana</a:t>
            </a:r>
            <a:r>
              <a:rPr lang="en-US" dirty="0" smtClean="0">
                <a:latin typeface="Tahoma" pitchFamily="34" charset="0"/>
              </a:rPr>
              <a:t> </a:t>
            </a:r>
            <a:r>
              <a:rPr lang="en-US" dirty="0" err="1" smtClean="0">
                <a:latin typeface="Tahoma" pitchFamily="34" charset="0"/>
              </a:rPr>
              <a:t>momban'ny</a:t>
            </a:r>
            <a:r>
              <a:rPr lang="en-US" dirty="0" smtClean="0">
                <a:latin typeface="Tahoma" pitchFamily="34" charset="0"/>
              </a:rPr>
              <a:t>:</a:t>
            </a:r>
            <a:endParaRPr lang="en-US" dirty="0"/>
          </a:p>
        </p:txBody>
      </p:sp>
      <p:sp>
        <p:nvSpPr>
          <p:cNvPr id="178179" name="Rectangle 1027"/>
          <p:cNvSpPr>
            <a:spLocks noChangeArrowheads="1"/>
          </p:cNvSpPr>
          <p:nvPr/>
        </p:nvSpPr>
        <p:spPr bwMode="auto">
          <a:xfrm>
            <a:off x="1295400" y="1676400"/>
            <a:ext cx="7620000" cy="335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accent1"/>
              </a:buClr>
            </a:pPr>
            <a:r>
              <a:rPr lang="en-US" sz="36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	   A.   </a:t>
            </a:r>
            <a:r>
              <a:rPr lang="en-US" sz="36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Famoronan’Andriamanitra</a:t>
            </a:r>
            <a:endParaRPr lang="en-US" sz="3600" dirty="0" smtClean="0">
              <a:effectLst>
                <a:outerShdw blurRad="38100" dist="38100" dir="2700000" algn="tl">
                  <a:srgbClr val="808080"/>
                </a:outerShdw>
              </a:effectLst>
              <a:latin typeface="Tahoma" pitchFamily="34" charset="0"/>
            </a:endParaRPr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</a:pPr>
            <a:r>
              <a:rPr lang="en-US" sz="36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 </a:t>
            </a:r>
            <a:r>
              <a:rPr lang="en-US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B.   </a:t>
            </a:r>
            <a:r>
              <a:rPr lang="en-US" sz="3600" b="1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Hazo</a:t>
            </a:r>
            <a:r>
              <a:rPr lang="en-US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3600" b="1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fihinam</a:t>
            </a:r>
            <a:r>
              <a:rPr lang="en-US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-boa</a:t>
            </a:r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</a:pPr>
            <a:r>
              <a:rPr lang="en-US" sz="36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 C.   Ala</a:t>
            </a:r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</a:pPr>
            <a:r>
              <a:rPr lang="en-US" sz="36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 D.   </a:t>
            </a:r>
            <a:r>
              <a:rPr lang="en-US" sz="36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Fiandohan’ny</a:t>
            </a:r>
            <a:r>
              <a:rPr lang="en-US" sz="36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36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olombelona</a:t>
            </a:r>
            <a:r>
              <a:rPr lang="en-US" sz="36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endParaRPr lang="en-US" sz="3600" dirty="0">
              <a:effectLst>
                <a:outerShdw blurRad="38100" dist="38100" dir="2700000" algn="tl">
                  <a:srgbClr val="808080"/>
                </a:outerShdw>
              </a:effectLst>
              <a:latin typeface="Tahoma" pitchFamily="34" charset="0"/>
            </a:endParaRPr>
          </a:p>
        </p:txBody>
      </p:sp>
    </p:spTree>
  </p:cSld>
  <p:clrMapOvr>
    <a:masterClrMapping/>
  </p:clrMapOvr>
  <p:transition spd="med"/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Rectangle 1026"/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8001000" cy="1143000"/>
          </a:xfrm>
        </p:spPr>
        <p:txBody>
          <a:bodyPr/>
          <a:lstStyle/>
          <a:p>
            <a:pPr algn="ctr"/>
            <a:r>
              <a:rPr lang="en-US" b="1" dirty="0" smtClean="0">
                <a:latin typeface="Tahoma" pitchFamily="34" charset="0"/>
              </a:rPr>
              <a:t>14. </a:t>
            </a:r>
            <a:r>
              <a:rPr lang="en-US" b="1" dirty="0" err="1" smtClean="0">
                <a:latin typeface="Tahoma" pitchFamily="34" charset="0"/>
              </a:rPr>
              <a:t>Ny</a:t>
            </a:r>
            <a:r>
              <a:rPr lang="en-US" b="1" dirty="0" smtClean="0">
                <a:latin typeface="Tahoma" pitchFamily="34" charset="0"/>
              </a:rPr>
              <a:t> </a:t>
            </a:r>
            <a:r>
              <a:rPr lang="en-US" b="1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ahoma" pitchFamily="34" charset="0"/>
              </a:rPr>
              <a:t>Oology</a:t>
            </a:r>
            <a:r>
              <a:rPr lang="en-US" b="1" dirty="0" smtClean="0">
                <a:latin typeface="Tahoma" pitchFamily="34" charset="0"/>
              </a:rPr>
              <a:t> </a:t>
            </a:r>
            <a:r>
              <a:rPr lang="en-US" b="1" dirty="0" err="1" smtClean="0">
                <a:latin typeface="Tahoma" pitchFamily="34" charset="0"/>
              </a:rPr>
              <a:t>dia</a:t>
            </a:r>
            <a:r>
              <a:rPr lang="en-US" b="1" dirty="0" smtClean="0">
                <a:latin typeface="Tahoma" pitchFamily="34" charset="0"/>
              </a:rPr>
              <a:t> </a:t>
            </a:r>
            <a:r>
              <a:rPr lang="en-US" b="1" dirty="0" err="1" smtClean="0">
                <a:latin typeface="Tahoma" pitchFamily="34" charset="0"/>
              </a:rPr>
              <a:t>fianarana</a:t>
            </a:r>
            <a:r>
              <a:rPr lang="en-US" b="1" dirty="0" smtClean="0">
                <a:latin typeface="Tahoma" pitchFamily="34" charset="0"/>
              </a:rPr>
              <a:t> </a:t>
            </a:r>
            <a:r>
              <a:rPr lang="en-US" b="1" dirty="0" err="1" smtClean="0">
                <a:latin typeface="Tahoma" pitchFamily="34" charset="0"/>
              </a:rPr>
              <a:t>momban'ny</a:t>
            </a:r>
            <a:endParaRPr lang="en-US" b="1" dirty="0"/>
          </a:p>
        </p:txBody>
      </p:sp>
      <p:sp>
        <p:nvSpPr>
          <p:cNvPr id="163843" name="Rectangle 1027"/>
          <p:cNvSpPr>
            <a:spLocks noChangeArrowheads="1"/>
          </p:cNvSpPr>
          <p:nvPr/>
        </p:nvSpPr>
        <p:spPr bwMode="auto">
          <a:xfrm>
            <a:off x="1295400" y="1676400"/>
            <a:ext cx="7620000" cy="335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accent1"/>
              </a:buClr>
            </a:pPr>
            <a:endParaRPr lang="en-US" sz="4400" b="1" dirty="0" smtClean="0">
              <a:effectLst>
                <a:outerShdw blurRad="38100" dist="38100" dir="2700000" algn="tl">
                  <a:srgbClr val="808080"/>
                </a:outerShdw>
              </a:effectLst>
              <a:latin typeface="Tahoma" pitchFamily="34" charset="0"/>
            </a:endParaRPr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</a:pPr>
            <a:r>
              <a:rPr lang="en-US" sz="4000" b="1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 A.   </a:t>
            </a:r>
            <a:r>
              <a:rPr lang="en-US" sz="4000" b="1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Atodim-borona</a:t>
            </a:r>
            <a:r>
              <a:rPr lang="en-US" sz="4000" b="1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</a:pPr>
            <a:r>
              <a:rPr lang="en-US" sz="4000" b="1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 </a:t>
            </a:r>
            <a:r>
              <a:rPr lang="en-US" sz="4000" b="1" dirty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B. </a:t>
            </a:r>
            <a:r>
              <a:rPr lang="en-US" sz="4000" b="1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 </a:t>
            </a:r>
            <a:r>
              <a:rPr lang="en-US" sz="4000" b="1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Fiainam-biby</a:t>
            </a:r>
            <a:r>
              <a:rPr lang="en-US" sz="4000" b="1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(zoo)</a:t>
            </a:r>
            <a:endParaRPr lang="en-US" sz="4000" b="1" dirty="0">
              <a:effectLst>
                <a:outerShdw blurRad="38100" dist="38100" dir="2700000" algn="tl">
                  <a:srgbClr val="808080"/>
                </a:outerShdw>
              </a:effectLst>
              <a:latin typeface="Tahoma" pitchFamily="34" charset="0"/>
            </a:endParaRPr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</a:pPr>
            <a:r>
              <a:rPr lang="en-US" sz="4000" b="1" dirty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 C. </a:t>
            </a:r>
            <a:r>
              <a:rPr lang="en-US" sz="4000" b="1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 </a:t>
            </a:r>
            <a:r>
              <a:rPr lang="en-US" sz="4000" b="1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Bibikely</a:t>
            </a:r>
            <a:r>
              <a:rPr lang="en-US" sz="4000" b="1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4000" b="1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mampinono</a:t>
            </a:r>
            <a:r>
              <a:rPr lang="en-US" sz="4000" b="1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endParaRPr lang="en-US" sz="4000" b="1" dirty="0">
              <a:effectLst>
                <a:outerShdw blurRad="38100" dist="38100" dir="2700000" algn="tl">
                  <a:srgbClr val="808080"/>
                </a:outerShdw>
              </a:effectLst>
              <a:latin typeface="Tahoma" pitchFamily="34" charset="0"/>
            </a:endParaRPr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</a:pPr>
            <a:r>
              <a:rPr lang="en-US" sz="4000" b="1" dirty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 D. </a:t>
            </a:r>
            <a:r>
              <a:rPr lang="en-US" sz="4000" b="1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 </a:t>
            </a:r>
            <a:r>
              <a:rPr lang="en-US" sz="4000" b="1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Fiompiana</a:t>
            </a:r>
            <a:r>
              <a:rPr lang="en-US" sz="4000" b="1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4000" b="1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trondro</a:t>
            </a:r>
            <a:endParaRPr lang="en-US" sz="4000" b="1" dirty="0">
              <a:effectLst>
                <a:outerShdw blurRad="38100" dist="38100" dir="2700000" algn="tl">
                  <a:srgbClr val="808080"/>
                </a:outerShdw>
              </a:effectLst>
              <a:latin typeface="Tahoma" pitchFamily="34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63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63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638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638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43" grpId="0" build="p" autoUpdateAnimBg="0" advAuto="0"/>
    </p:bldLst>
  </p:timing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2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8001000" cy="1143000"/>
          </a:xfrm>
        </p:spPr>
        <p:txBody>
          <a:bodyPr/>
          <a:lstStyle/>
          <a:p>
            <a:pPr algn="ctr"/>
            <a:r>
              <a:rPr lang="en-US" b="1" dirty="0" smtClean="0">
                <a:latin typeface="Tahoma" pitchFamily="34" charset="0"/>
              </a:rPr>
              <a:t>14. </a:t>
            </a:r>
            <a:r>
              <a:rPr lang="en-US" b="1" dirty="0" err="1" smtClean="0">
                <a:latin typeface="Tahoma" pitchFamily="34" charset="0"/>
              </a:rPr>
              <a:t>Ny</a:t>
            </a:r>
            <a:r>
              <a:rPr lang="en-US" b="1" dirty="0" smtClean="0">
                <a:latin typeface="Tahoma" pitchFamily="34" charset="0"/>
              </a:rPr>
              <a:t> </a:t>
            </a:r>
            <a:r>
              <a:rPr lang="en-US" b="1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ahoma" pitchFamily="34" charset="0"/>
              </a:rPr>
              <a:t>Oology</a:t>
            </a:r>
            <a:r>
              <a:rPr lang="en-US" b="1" dirty="0" smtClean="0">
                <a:latin typeface="Tahoma" pitchFamily="34" charset="0"/>
              </a:rPr>
              <a:t> </a:t>
            </a:r>
            <a:r>
              <a:rPr lang="en-US" b="1" dirty="0" err="1" smtClean="0">
                <a:latin typeface="Tahoma" pitchFamily="34" charset="0"/>
              </a:rPr>
              <a:t>dia</a:t>
            </a:r>
            <a:r>
              <a:rPr lang="en-US" b="1" dirty="0" smtClean="0">
                <a:latin typeface="Tahoma" pitchFamily="34" charset="0"/>
              </a:rPr>
              <a:t> </a:t>
            </a:r>
            <a:r>
              <a:rPr lang="en-US" b="1" dirty="0" err="1" smtClean="0">
                <a:latin typeface="Tahoma" pitchFamily="34" charset="0"/>
              </a:rPr>
              <a:t>fianarana</a:t>
            </a:r>
            <a:r>
              <a:rPr lang="en-US" b="1" dirty="0" smtClean="0">
                <a:latin typeface="Tahoma" pitchFamily="34" charset="0"/>
              </a:rPr>
              <a:t> </a:t>
            </a:r>
            <a:r>
              <a:rPr lang="en-US" b="1" dirty="0" err="1" smtClean="0">
                <a:latin typeface="Tahoma" pitchFamily="34" charset="0"/>
              </a:rPr>
              <a:t>momban'ny</a:t>
            </a:r>
            <a:endParaRPr lang="en-US" dirty="0"/>
          </a:p>
        </p:txBody>
      </p:sp>
      <p:sp>
        <p:nvSpPr>
          <p:cNvPr id="179203" name="Rectangle 3"/>
          <p:cNvSpPr>
            <a:spLocks noChangeArrowheads="1"/>
          </p:cNvSpPr>
          <p:nvPr/>
        </p:nvSpPr>
        <p:spPr bwMode="auto">
          <a:xfrm>
            <a:off x="1295400" y="1676400"/>
            <a:ext cx="7620000" cy="335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accent1"/>
              </a:buClr>
            </a:pPr>
            <a:endParaRPr lang="en-US" sz="4400" b="1" dirty="0" smtClean="0">
              <a:effectLst>
                <a:outerShdw blurRad="38100" dist="38100" dir="2700000" algn="tl">
                  <a:srgbClr val="808080"/>
                </a:outerShdw>
              </a:effectLst>
              <a:latin typeface="Tahoma" pitchFamily="34" charset="0"/>
            </a:endParaRPr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</a:pPr>
            <a:r>
              <a:rPr lang="en-US" sz="4000" b="1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 </a:t>
            </a:r>
            <a:r>
              <a:rPr lang="en-US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A.   </a:t>
            </a:r>
            <a:r>
              <a:rPr lang="en-US" sz="4000" b="1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Atodim-borona</a:t>
            </a:r>
            <a:r>
              <a:rPr lang="en-US" sz="4000" b="1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</a:pPr>
            <a:r>
              <a:rPr lang="en-US" sz="4000" b="1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 B.   </a:t>
            </a:r>
            <a:r>
              <a:rPr lang="en-US" sz="4000" b="1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Fiainam-biby</a:t>
            </a:r>
            <a:r>
              <a:rPr lang="en-US" sz="4000" b="1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(zoo)</a:t>
            </a:r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</a:pPr>
            <a:r>
              <a:rPr lang="en-US" sz="4000" b="1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 C.   </a:t>
            </a:r>
            <a:r>
              <a:rPr lang="en-US" sz="4000" b="1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Bibikely</a:t>
            </a:r>
            <a:r>
              <a:rPr lang="en-US" sz="4000" b="1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4000" b="1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mampinono</a:t>
            </a:r>
            <a:r>
              <a:rPr lang="en-US" sz="4000" b="1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</a:pPr>
            <a:r>
              <a:rPr lang="en-US" sz="4000" b="1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 D.   </a:t>
            </a:r>
            <a:r>
              <a:rPr lang="en-US" sz="4000" b="1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Fiompiana</a:t>
            </a:r>
            <a:r>
              <a:rPr lang="en-US" sz="4000" b="1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4000" b="1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trondro</a:t>
            </a:r>
            <a:endParaRPr lang="en-US" sz="4000" b="1" dirty="0">
              <a:effectLst>
                <a:outerShdw blurRad="38100" dist="38100" dir="2700000" algn="tl">
                  <a:srgbClr val="808080"/>
                </a:outerShdw>
              </a:effectLst>
              <a:latin typeface="Tahoma" pitchFamily="34" charset="0"/>
            </a:endParaRPr>
          </a:p>
        </p:txBody>
      </p:sp>
    </p:spTree>
  </p:cSld>
  <p:clrMapOvr>
    <a:masterClrMapping/>
  </p:clrMapOvr>
  <p:transition spd="med"/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Rectangle 1026"/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8001000" cy="1143000"/>
          </a:xfrm>
        </p:spPr>
        <p:txBody>
          <a:bodyPr/>
          <a:lstStyle/>
          <a:p>
            <a:r>
              <a:rPr lang="en-US" b="1" dirty="0" smtClean="0">
                <a:latin typeface="Tahoma" pitchFamily="34" charset="0"/>
              </a:rPr>
              <a:t>15. </a:t>
            </a:r>
            <a:r>
              <a:rPr lang="en-US" b="1" dirty="0" err="1" smtClean="0">
                <a:latin typeface="Tahoma" pitchFamily="34" charset="0"/>
              </a:rPr>
              <a:t>Ny</a:t>
            </a:r>
            <a:r>
              <a:rPr lang="en-US" b="1" dirty="0" smtClean="0">
                <a:latin typeface="Tahoma" pitchFamily="34" charset="0"/>
              </a:rPr>
              <a:t> </a:t>
            </a:r>
            <a:r>
              <a:rPr lang="en-US" b="1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ahoma" pitchFamily="34" charset="0"/>
              </a:rPr>
              <a:t>Micology</a:t>
            </a:r>
            <a:r>
              <a:rPr lang="en-US" b="1" dirty="0" smtClean="0">
                <a:latin typeface="Tahoma" pitchFamily="34" charset="0"/>
              </a:rPr>
              <a:t> </a:t>
            </a:r>
            <a:r>
              <a:rPr lang="en-US" b="1" dirty="0" err="1" smtClean="0">
                <a:latin typeface="Tahoma" pitchFamily="34" charset="0"/>
              </a:rPr>
              <a:t>dia</a:t>
            </a:r>
            <a:r>
              <a:rPr lang="en-US" b="1" dirty="0" smtClean="0">
                <a:latin typeface="Tahoma" pitchFamily="34" charset="0"/>
              </a:rPr>
              <a:t> </a:t>
            </a:r>
            <a:r>
              <a:rPr lang="en-US" b="1" dirty="0" err="1" smtClean="0">
                <a:latin typeface="Tahoma" pitchFamily="34" charset="0"/>
              </a:rPr>
              <a:t>fianarana</a:t>
            </a:r>
            <a:r>
              <a:rPr lang="en-US" b="1" dirty="0" smtClean="0">
                <a:latin typeface="Tahoma" pitchFamily="34" charset="0"/>
              </a:rPr>
              <a:t> </a:t>
            </a:r>
            <a:r>
              <a:rPr lang="en-US" b="1" dirty="0" err="1" smtClean="0">
                <a:latin typeface="Tahoma" pitchFamily="34" charset="0"/>
              </a:rPr>
              <a:t>momban'ny</a:t>
            </a:r>
            <a:r>
              <a:rPr lang="en-US" b="1" dirty="0" smtClean="0">
                <a:latin typeface="Tahoma" pitchFamily="34" charset="0"/>
              </a:rPr>
              <a:t>: </a:t>
            </a:r>
            <a:endParaRPr lang="en-US" dirty="0"/>
          </a:p>
        </p:txBody>
      </p:sp>
      <p:sp>
        <p:nvSpPr>
          <p:cNvPr id="164867" name="Rectangle 1027"/>
          <p:cNvSpPr>
            <a:spLocks noChangeArrowheads="1"/>
          </p:cNvSpPr>
          <p:nvPr/>
        </p:nvSpPr>
        <p:spPr bwMode="auto">
          <a:xfrm>
            <a:off x="1295400" y="1676400"/>
            <a:ext cx="7620000" cy="335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accent1"/>
              </a:buClr>
            </a:pPr>
            <a:r>
              <a:rPr lang="en-US" sz="40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	   A</a:t>
            </a:r>
            <a:r>
              <a:rPr lang="en-US" sz="4000" dirty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. </a:t>
            </a:r>
            <a:r>
              <a:rPr lang="en-US" sz="40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 </a:t>
            </a:r>
            <a:r>
              <a:rPr lang="en-US" sz="40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Teny</a:t>
            </a:r>
            <a:endParaRPr lang="en-US" sz="4000" dirty="0">
              <a:effectLst>
                <a:outerShdw blurRad="38100" dist="38100" dir="2700000" algn="tl">
                  <a:srgbClr val="808080"/>
                </a:outerShdw>
              </a:effectLst>
              <a:latin typeface="Tahoma" pitchFamily="34" charset="0"/>
            </a:endParaRPr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</a:pPr>
            <a:r>
              <a:rPr lang="en-US" sz="4000" dirty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 B. </a:t>
            </a:r>
            <a:r>
              <a:rPr lang="en-US" sz="40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 </a:t>
            </a:r>
            <a:r>
              <a:rPr lang="en-US" sz="40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Aina</a:t>
            </a:r>
            <a:r>
              <a:rPr lang="en-US" sz="40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40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bitika</a:t>
            </a:r>
            <a:endParaRPr lang="en-US" sz="4000" dirty="0">
              <a:effectLst>
                <a:outerShdw blurRad="38100" dist="38100" dir="2700000" algn="tl">
                  <a:srgbClr val="808080"/>
                </a:outerShdw>
              </a:effectLst>
              <a:latin typeface="Tahoma" pitchFamily="34" charset="0"/>
            </a:endParaRPr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</a:pPr>
            <a:r>
              <a:rPr lang="en-US" sz="4000" dirty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 C. </a:t>
            </a:r>
            <a:r>
              <a:rPr lang="en-US" sz="40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 </a:t>
            </a:r>
            <a:r>
              <a:rPr lang="en-US" sz="40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Trondro</a:t>
            </a:r>
            <a:r>
              <a:rPr lang="en-US" sz="40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endParaRPr lang="en-US" sz="4000" dirty="0">
              <a:effectLst>
                <a:outerShdw blurRad="38100" dist="38100" dir="2700000" algn="tl">
                  <a:srgbClr val="808080"/>
                </a:outerShdw>
              </a:effectLst>
              <a:latin typeface="Tahoma" pitchFamily="34" charset="0"/>
            </a:endParaRPr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</a:pPr>
            <a:r>
              <a:rPr lang="en-US" sz="4000" dirty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 D. </a:t>
            </a:r>
            <a:r>
              <a:rPr lang="en-US" sz="40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 </a:t>
            </a:r>
            <a:r>
              <a:rPr lang="en-US" sz="40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Holatra</a:t>
            </a:r>
            <a:endParaRPr lang="en-US" sz="4000" dirty="0">
              <a:effectLst>
                <a:outerShdw blurRad="38100" dist="38100" dir="2700000" algn="tl">
                  <a:srgbClr val="808080"/>
                </a:outerShdw>
              </a:effectLst>
              <a:latin typeface="Tahoma" pitchFamily="34" charset="0"/>
            </a:endParaRPr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</a:pPr>
            <a:r>
              <a:rPr lang="en-US" sz="4000" dirty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 E. </a:t>
            </a:r>
            <a:r>
              <a:rPr lang="en-US" sz="40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 </a:t>
            </a:r>
            <a:r>
              <a:rPr lang="en-US" sz="40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Sela</a:t>
            </a:r>
            <a:endParaRPr lang="en-US" sz="4000" dirty="0">
              <a:effectLst>
                <a:outerShdw blurRad="38100" dist="38100" dir="2700000" algn="tl">
                  <a:srgbClr val="808080"/>
                </a:outerShdw>
              </a:effectLst>
              <a:latin typeface="Tahoma" pitchFamily="34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64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64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64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648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648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4867" grpId="0" build="p" autoUpdateAnimBg="0" advAuto="0"/>
    </p:bldLst>
  </p:timing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8001000" cy="1143000"/>
          </a:xfrm>
        </p:spPr>
        <p:txBody>
          <a:bodyPr/>
          <a:lstStyle/>
          <a:p>
            <a:r>
              <a:rPr lang="en-US" b="1" dirty="0" smtClean="0">
                <a:latin typeface="Tahoma" pitchFamily="34" charset="0"/>
              </a:rPr>
              <a:t>15. </a:t>
            </a:r>
            <a:r>
              <a:rPr lang="en-US" b="1" dirty="0" err="1" smtClean="0">
                <a:latin typeface="Tahoma" pitchFamily="34" charset="0"/>
              </a:rPr>
              <a:t>Ny</a:t>
            </a:r>
            <a:r>
              <a:rPr lang="en-US" b="1" dirty="0" smtClean="0">
                <a:latin typeface="Tahoma" pitchFamily="34" charset="0"/>
              </a:rPr>
              <a:t> </a:t>
            </a:r>
            <a:r>
              <a:rPr lang="en-US" b="1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ahoma" pitchFamily="34" charset="0"/>
              </a:rPr>
              <a:t>Micology</a:t>
            </a:r>
            <a:r>
              <a:rPr lang="en-US" b="1" dirty="0" smtClean="0">
                <a:latin typeface="Tahoma" pitchFamily="34" charset="0"/>
              </a:rPr>
              <a:t> </a:t>
            </a:r>
            <a:r>
              <a:rPr lang="en-US" b="1" dirty="0" err="1" smtClean="0">
                <a:latin typeface="Tahoma" pitchFamily="34" charset="0"/>
              </a:rPr>
              <a:t>dia</a:t>
            </a:r>
            <a:r>
              <a:rPr lang="en-US" b="1" dirty="0" smtClean="0">
                <a:latin typeface="Tahoma" pitchFamily="34" charset="0"/>
              </a:rPr>
              <a:t> </a:t>
            </a:r>
            <a:r>
              <a:rPr lang="en-US" b="1" dirty="0" err="1" smtClean="0">
                <a:latin typeface="Tahoma" pitchFamily="34" charset="0"/>
              </a:rPr>
              <a:t>fianarana</a:t>
            </a:r>
            <a:r>
              <a:rPr lang="en-US" b="1" dirty="0" smtClean="0">
                <a:latin typeface="Tahoma" pitchFamily="34" charset="0"/>
              </a:rPr>
              <a:t> </a:t>
            </a:r>
            <a:r>
              <a:rPr lang="en-US" b="1" dirty="0" err="1" smtClean="0">
                <a:latin typeface="Tahoma" pitchFamily="34" charset="0"/>
              </a:rPr>
              <a:t>momban'ny</a:t>
            </a:r>
            <a:r>
              <a:rPr lang="en-US" b="1" dirty="0" smtClean="0">
                <a:latin typeface="Tahoma" pitchFamily="34" charset="0"/>
              </a:rPr>
              <a:t>: </a:t>
            </a:r>
            <a:endParaRPr lang="en-US" dirty="0"/>
          </a:p>
        </p:txBody>
      </p:sp>
      <p:sp>
        <p:nvSpPr>
          <p:cNvPr id="180227" name="Rectangle 3"/>
          <p:cNvSpPr>
            <a:spLocks noChangeArrowheads="1"/>
          </p:cNvSpPr>
          <p:nvPr/>
        </p:nvSpPr>
        <p:spPr bwMode="auto">
          <a:xfrm>
            <a:off x="1295400" y="1676400"/>
            <a:ext cx="7620000" cy="335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accent1"/>
              </a:buClr>
            </a:pPr>
            <a:r>
              <a:rPr lang="en-US" sz="40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	   A.   </a:t>
            </a:r>
            <a:r>
              <a:rPr lang="en-US" sz="40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Teny</a:t>
            </a:r>
            <a:endParaRPr lang="en-US" sz="4000" dirty="0" smtClean="0">
              <a:effectLst>
                <a:outerShdw blurRad="38100" dist="38100" dir="2700000" algn="tl">
                  <a:srgbClr val="808080"/>
                </a:outerShdw>
              </a:effectLst>
              <a:latin typeface="Tahoma" pitchFamily="34" charset="0"/>
            </a:endParaRPr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</a:pPr>
            <a:r>
              <a:rPr lang="en-US" sz="40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 B.   </a:t>
            </a:r>
            <a:r>
              <a:rPr lang="en-US" sz="40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Aina</a:t>
            </a:r>
            <a:r>
              <a:rPr lang="en-US" sz="40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40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bitika</a:t>
            </a:r>
            <a:r>
              <a:rPr lang="en-US" sz="40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</a:pPr>
            <a:r>
              <a:rPr lang="en-US" sz="40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 C.   </a:t>
            </a:r>
            <a:r>
              <a:rPr lang="en-US" sz="40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Trondro</a:t>
            </a:r>
            <a:r>
              <a:rPr lang="en-US" sz="40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</a:pPr>
            <a:r>
              <a:rPr lang="en-US" sz="40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 </a:t>
            </a:r>
            <a:r>
              <a:rPr lang="en-US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D.   </a:t>
            </a:r>
            <a:r>
              <a:rPr lang="en-US" sz="4000" b="1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Holatra</a:t>
            </a:r>
            <a:endParaRPr lang="en-US" sz="4000" b="1" dirty="0" smtClean="0">
              <a:solidFill>
                <a:srgbClr val="FF0000"/>
              </a:solidFill>
              <a:effectLst>
                <a:outerShdw blurRad="38100" dist="38100" dir="2700000" algn="tl">
                  <a:srgbClr val="808080"/>
                </a:outerShdw>
              </a:effectLst>
              <a:latin typeface="Tahoma" pitchFamily="34" charset="0"/>
            </a:endParaRPr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</a:pPr>
            <a:r>
              <a:rPr lang="en-US" sz="40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 E.   </a:t>
            </a:r>
            <a:r>
              <a:rPr lang="en-US" sz="40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Sela</a:t>
            </a:r>
            <a:endParaRPr lang="en-US" sz="4000" dirty="0">
              <a:effectLst>
                <a:outerShdw blurRad="38100" dist="38100" dir="2700000" algn="tl">
                  <a:srgbClr val="808080"/>
                </a:outerShdw>
              </a:effectLst>
              <a:latin typeface="Tahoma" pitchFamily="34" charset="0"/>
            </a:endParaRPr>
          </a:p>
        </p:txBody>
      </p:sp>
    </p:spTree>
  </p:cSld>
  <p:clrMapOvr>
    <a:masterClrMapping/>
  </p:clrMapOvr>
  <p:transition spd="med"/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8001000" cy="1143000"/>
          </a:xfrm>
        </p:spPr>
        <p:txBody>
          <a:bodyPr/>
          <a:lstStyle/>
          <a:p>
            <a:pPr algn="ctr"/>
            <a:r>
              <a:rPr lang="en-US" dirty="0" smtClean="0"/>
              <a:t>FAMPIANARANA IREO MPISAVALALANA NY TARANJA</a:t>
            </a:r>
            <a:endParaRPr lang="en-US" dirty="0"/>
          </a:p>
        </p:txBody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76400"/>
            <a:ext cx="7772400" cy="2438400"/>
          </a:xfrm>
        </p:spPr>
        <p:txBody>
          <a:bodyPr/>
          <a:lstStyle/>
          <a:p>
            <a:pPr>
              <a:lnSpc>
                <a:spcPct val="90000"/>
              </a:lnSpc>
              <a:buNone/>
            </a:pPr>
            <a:r>
              <a:rPr lang="en-US" sz="4000" b="1" dirty="0" err="1" smtClean="0">
                <a:cs typeface="Arial" charset="0"/>
              </a:rPr>
              <a:t>Filozofia</a:t>
            </a:r>
            <a:r>
              <a:rPr lang="en-US" sz="4000" b="1" dirty="0" smtClean="0">
                <a:cs typeface="Arial" charset="0"/>
              </a:rPr>
              <a:t>:</a:t>
            </a:r>
            <a:r>
              <a:rPr lang="en-US" sz="3600" dirty="0" smtClean="0">
                <a:cs typeface="Arial" charset="0"/>
              </a:rPr>
              <a:t> </a:t>
            </a:r>
            <a:r>
              <a:rPr lang="en-US" sz="3600" dirty="0" err="1" smtClean="0">
                <a:cs typeface="Arial" charset="0"/>
              </a:rPr>
              <a:t>Jereo</a:t>
            </a:r>
            <a:r>
              <a:rPr lang="en-US" sz="3600" dirty="0" smtClean="0">
                <a:cs typeface="Arial" charset="0"/>
              </a:rPr>
              <a:t> </a:t>
            </a:r>
            <a:r>
              <a:rPr lang="en-US" sz="3600" dirty="0" err="1" smtClean="0">
                <a:cs typeface="Arial" charset="0"/>
              </a:rPr>
              <a:t>ireo</a:t>
            </a:r>
            <a:r>
              <a:rPr lang="en-US" sz="3600" dirty="0" smtClean="0">
                <a:cs typeface="Arial" charset="0"/>
              </a:rPr>
              <a:t> </a:t>
            </a:r>
            <a:r>
              <a:rPr lang="en-US" sz="3600" dirty="0" err="1" smtClean="0">
                <a:cs typeface="Arial" charset="0"/>
              </a:rPr>
              <a:t>zavatra</a:t>
            </a:r>
            <a:r>
              <a:rPr lang="en-US" sz="3600" dirty="0" smtClean="0">
                <a:cs typeface="Arial" charset="0"/>
              </a:rPr>
              <a:t> </a:t>
            </a:r>
            <a:r>
              <a:rPr lang="en-US" sz="3600" dirty="0" err="1" smtClean="0">
                <a:cs typeface="Arial" charset="0"/>
              </a:rPr>
              <a:t>takiana</a:t>
            </a:r>
            <a:r>
              <a:rPr lang="en-US" sz="3600" dirty="0" smtClean="0">
                <a:cs typeface="Arial" charset="0"/>
              </a:rPr>
              <a:t> </a:t>
            </a:r>
            <a:r>
              <a:rPr lang="en-US" sz="3600" dirty="0" err="1" smtClean="0">
                <a:cs typeface="Arial" charset="0"/>
              </a:rPr>
              <a:t>ary</a:t>
            </a:r>
            <a:r>
              <a:rPr lang="en-US" sz="3600" dirty="0" smtClean="0">
                <a:cs typeface="Arial" charset="0"/>
              </a:rPr>
              <a:t> </a:t>
            </a:r>
            <a:r>
              <a:rPr lang="en-US" sz="3600" dirty="0" err="1" smtClean="0">
                <a:cs typeface="Arial" charset="0"/>
              </a:rPr>
              <a:t>anontanio</a:t>
            </a:r>
            <a:r>
              <a:rPr lang="en-US" sz="3600" dirty="0" smtClean="0">
                <a:cs typeface="Arial" charset="0"/>
              </a:rPr>
              <a:t>  hoe </a:t>
            </a:r>
            <a:r>
              <a:rPr lang="en-US" sz="3600" dirty="0" err="1" smtClean="0">
                <a:cs typeface="Arial" charset="0"/>
              </a:rPr>
              <a:t>inona</a:t>
            </a:r>
            <a:r>
              <a:rPr lang="en-US" sz="3600" dirty="0" smtClean="0">
                <a:cs typeface="Arial" charset="0"/>
              </a:rPr>
              <a:t> </a:t>
            </a:r>
            <a:r>
              <a:rPr lang="en-US" sz="3600" dirty="0" err="1" smtClean="0">
                <a:cs typeface="Arial" charset="0"/>
              </a:rPr>
              <a:t>ireo</a:t>
            </a:r>
            <a:r>
              <a:rPr lang="en-US" sz="3600" dirty="0" smtClean="0">
                <a:cs typeface="Arial" charset="0"/>
              </a:rPr>
              <a:t>:</a:t>
            </a:r>
            <a:endParaRPr lang="en-US" sz="3600" dirty="0">
              <a:cs typeface="Arial" charset="0"/>
            </a:endParaRPr>
          </a:p>
        </p:txBody>
      </p:sp>
      <p:sp>
        <p:nvSpPr>
          <p:cNvPr id="71685" name="Rectangle 5"/>
          <p:cNvSpPr>
            <a:spLocks noChangeArrowheads="1"/>
          </p:cNvSpPr>
          <p:nvPr/>
        </p:nvSpPr>
        <p:spPr bwMode="auto">
          <a:xfrm>
            <a:off x="1524000" y="3006725"/>
            <a:ext cx="7315200" cy="1946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742950" lvl="1" indent="-285750">
              <a:spcBef>
                <a:spcPct val="20000"/>
              </a:spcBef>
              <a:buClr>
                <a:schemeClr val="hlink"/>
              </a:buClr>
              <a:buFontTx/>
              <a:buChar char="–"/>
            </a:pPr>
            <a:r>
              <a:rPr lang="en-US" sz="36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  <a:cs typeface="Arial" charset="0"/>
              </a:rPr>
              <a:t>“</a:t>
            </a:r>
            <a:r>
              <a:rPr lang="en-US" sz="36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  <a:cs typeface="Arial" charset="0"/>
              </a:rPr>
              <a:t>Zavatra</a:t>
            </a:r>
            <a:r>
              <a:rPr lang="en-US" sz="36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  <a:cs typeface="Arial" charset="0"/>
              </a:rPr>
              <a:t> </a:t>
            </a:r>
            <a:r>
              <a:rPr lang="en-US" sz="36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  <a:cs typeface="Arial" charset="0"/>
              </a:rPr>
              <a:t>izay</a:t>
            </a:r>
            <a:r>
              <a:rPr lang="en-US" sz="36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  <a:cs typeface="Arial" charset="0"/>
              </a:rPr>
              <a:t> </a:t>
            </a:r>
            <a:r>
              <a:rPr lang="en-US" sz="36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  <a:cs typeface="Arial" charset="0"/>
              </a:rPr>
              <a:t>antenaina</a:t>
            </a:r>
            <a:r>
              <a:rPr lang="en-US" sz="36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  <a:cs typeface="Arial" charset="0"/>
              </a:rPr>
              <a:t> ho </a:t>
            </a:r>
            <a:r>
              <a:rPr lang="en-US" sz="36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  <a:cs typeface="Arial" charset="0"/>
              </a:rPr>
              <a:t>azon’ny</a:t>
            </a:r>
            <a:r>
              <a:rPr lang="en-US" sz="36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  <a:cs typeface="Arial" charset="0"/>
              </a:rPr>
              <a:t> </a:t>
            </a:r>
            <a:r>
              <a:rPr lang="en-US" sz="36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  <a:cs typeface="Arial" charset="0"/>
              </a:rPr>
              <a:t>ankizy</a:t>
            </a:r>
            <a:r>
              <a:rPr lang="en-US" sz="36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  <a:cs typeface="Arial" charset="0"/>
              </a:rPr>
              <a:t> </a:t>
            </a:r>
            <a:r>
              <a:rPr lang="en-US" sz="36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  <a:cs typeface="Arial" charset="0"/>
              </a:rPr>
              <a:t>avy</a:t>
            </a:r>
            <a:r>
              <a:rPr lang="en-US" sz="36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  <a:cs typeface="Arial" charset="0"/>
              </a:rPr>
              <a:t> </a:t>
            </a:r>
            <a:r>
              <a:rPr lang="en-US" sz="36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  <a:cs typeface="Arial" charset="0"/>
              </a:rPr>
              <a:t>amin’io</a:t>
            </a:r>
            <a:r>
              <a:rPr lang="en-US" sz="36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  <a:cs typeface="Arial" charset="0"/>
              </a:rPr>
              <a:t> </a:t>
            </a:r>
            <a:r>
              <a:rPr lang="en-US" sz="36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  <a:cs typeface="Arial" charset="0"/>
              </a:rPr>
              <a:t>zavatra</a:t>
            </a:r>
            <a:r>
              <a:rPr lang="en-US" sz="36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  <a:cs typeface="Arial" charset="0"/>
              </a:rPr>
              <a:t> </a:t>
            </a:r>
            <a:r>
              <a:rPr lang="en-US" sz="36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  <a:cs typeface="Arial" charset="0"/>
              </a:rPr>
              <a:t>takiana</a:t>
            </a:r>
            <a:r>
              <a:rPr lang="en-US" sz="36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  <a:cs typeface="Arial" charset="0"/>
              </a:rPr>
              <a:t> </a:t>
            </a:r>
            <a:r>
              <a:rPr lang="en-US" sz="36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  <a:cs typeface="Arial" charset="0"/>
              </a:rPr>
              <a:t>io</a:t>
            </a:r>
            <a:r>
              <a:rPr lang="en-US" sz="36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  <a:cs typeface="Arial" charset="0"/>
              </a:rPr>
              <a:t>?”</a:t>
            </a:r>
            <a:endParaRPr lang="en-US" sz="3600" dirty="0">
              <a:effectLst>
                <a:outerShdw blurRad="38100" dist="38100" dir="2700000" algn="tl">
                  <a:srgbClr val="808080"/>
                </a:outerShdw>
              </a:effectLst>
              <a:latin typeface="Tahoma" pitchFamily="34" charset="0"/>
              <a:cs typeface="Arial" charset="0"/>
            </a:endParaRPr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  <a:buFontTx/>
              <a:buChar char="–"/>
            </a:pPr>
            <a:r>
              <a:rPr lang="en-US" sz="36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  <a:cs typeface="Arial" charset="0"/>
              </a:rPr>
              <a:t>“ </a:t>
            </a:r>
            <a:r>
              <a:rPr lang="en-US" sz="36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  <a:cs typeface="Arial" charset="0"/>
              </a:rPr>
              <a:t>Inona</a:t>
            </a:r>
            <a:r>
              <a:rPr lang="en-US" sz="36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  <a:cs typeface="Arial" charset="0"/>
              </a:rPr>
              <a:t> no </a:t>
            </a:r>
            <a:r>
              <a:rPr lang="en-US" sz="36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  <a:cs typeface="Arial" charset="0"/>
              </a:rPr>
              <a:t>fomba</a:t>
            </a:r>
            <a:r>
              <a:rPr lang="en-US" sz="36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  <a:cs typeface="Arial" charset="0"/>
              </a:rPr>
              <a:t> </a:t>
            </a:r>
            <a:r>
              <a:rPr lang="en-US" sz="36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  <a:cs typeface="Arial" charset="0"/>
              </a:rPr>
              <a:t>tsara</a:t>
            </a:r>
            <a:r>
              <a:rPr lang="en-US" sz="36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  <a:cs typeface="Arial" charset="0"/>
              </a:rPr>
              <a:t> </a:t>
            </a:r>
            <a:r>
              <a:rPr lang="en-US" sz="36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  <a:cs typeface="Arial" charset="0"/>
              </a:rPr>
              <a:t>indrindra</a:t>
            </a:r>
            <a:r>
              <a:rPr lang="en-US" sz="36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  <a:cs typeface="Arial" charset="0"/>
              </a:rPr>
              <a:t> </a:t>
            </a:r>
            <a:r>
              <a:rPr lang="en-US" sz="36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  <a:cs typeface="Arial" charset="0"/>
              </a:rPr>
              <a:t>hanampiana</a:t>
            </a:r>
            <a:r>
              <a:rPr lang="en-US" sz="36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  <a:cs typeface="Arial" charset="0"/>
              </a:rPr>
              <a:t> </a:t>
            </a:r>
            <a:r>
              <a:rPr lang="en-US" sz="36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  <a:cs typeface="Arial" charset="0"/>
              </a:rPr>
              <a:t>azy</a:t>
            </a:r>
            <a:r>
              <a:rPr lang="en-US" sz="36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  <a:cs typeface="Arial" charset="0"/>
              </a:rPr>
              <a:t> </a:t>
            </a:r>
            <a:r>
              <a:rPr lang="en-US" sz="36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  <a:cs typeface="Arial" charset="0"/>
              </a:rPr>
              <a:t>ireo</a:t>
            </a:r>
            <a:r>
              <a:rPr lang="en-US" sz="36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  <a:cs typeface="Arial" charset="0"/>
              </a:rPr>
              <a:t> ho </a:t>
            </a:r>
            <a:r>
              <a:rPr lang="en-US" sz="36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  <a:cs typeface="Arial" charset="0"/>
              </a:rPr>
              <a:t>tonga</a:t>
            </a:r>
            <a:r>
              <a:rPr lang="en-US" sz="36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  <a:cs typeface="Arial" charset="0"/>
              </a:rPr>
              <a:t> </a:t>
            </a:r>
            <a:r>
              <a:rPr lang="en-US" sz="36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  <a:cs typeface="Arial" charset="0"/>
              </a:rPr>
              <a:t>amin’izany</a:t>
            </a:r>
            <a:r>
              <a:rPr lang="en-US" sz="36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  <a:cs typeface="Arial" charset="0"/>
              </a:rPr>
              <a:t>?</a:t>
            </a:r>
            <a:endParaRPr lang="en-US" sz="3600" dirty="0">
              <a:effectLst>
                <a:outerShdw blurRad="38100" dist="38100" dir="2700000" algn="tl">
                  <a:srgbClr val="808080"/>
                </a:outerShdw>
              </a:effectLst>
              <a:latin typeface="Tahoma" pitchFamily="34" charset="0"/>
              <a:cs typeface="Arial" charset="0"/>
            </a:endParaRPr>
          </a:p>
        </p:txBody>
      </p:sp>
    </p:spTree>
  </p:cSld>
  <p:clrMapOvr>
    <a:masterClrMapping/>
  </p:clrMapOvr>
  <p:transition spd="med"/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8001000" cy="1143000"/>
          </a:xfrm>
        </p:spPr>
        <p:txBody>
          <a:bodyPr/>
          <a:lstStyle/>
          <a:p>
            <a:pPr algn="ctr"/>
            <a:r>
              <a:rPr lang="en-US" dirty="0" smtClean="0"/>
              <a:t>FAMPIANARANA IREO MPISAVALALANA NY TARANJA</a:t>
            </a:r>
            <a:endParaRPr lang="en-US" dirty="0"/>
          </a:p>
        </p:txBody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76400"/>
            <a:ext cx="7772400" cy="24384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4400" b="1" dirty="0" err="1" smtClean="0"/>
              <a:t>Zava-kendrena</a:t>
            </a:r>
            <a:r>
              <a:rPr lang="en-US" sz="4400" b="1" dirty="0" smtClean="0"/>
              <a:t>:</a:t>
            </a:r>
            <a:endParaRPr lang="en-US" sz="4400" b="1" dirty="0"/>
          </a:p>
          <a:p>
            <a:pPr lvl="1">
              <a:lnSpc>
                <a:spcPct val="90000"/>
              </a:lnSpc>
            </a:pPr>
            <a:r>
              <a:rPr lang="en-US" sz="4000" dirty="0" err="1" smtClean="0"/>
              <a:t>Hahitana</a:t>
            </a:r>
            <a:r>
              <a:rPr lang="en-US" sz="4000" dirty="0" smtClean="0"/>
              <a:t> </a:t>
            </a:r>
            <a:r>
              <a:rPr lang="en-US" sz="4000" dirty="0" err="1" smtClean="0"/>
              <a:t>ny</a:t>
            </a:r>
            <a:r>
              <a:rPr lang="en-US" sz="4000" dirty="0" smtClean="0"/>
              <a:t> </a:t>
            </a:r>
            <a:r>
              <a:rPr lang="en-US" sz="4000" dirty="0" err="1" smtClean="0"/>
              <a:t>maha-zava-dehibe</a:t>
            </a:r>
            <a:r>
              <a:rPr lang="en-US" sz="4000" dirty="0" smtClean="0"/>
              <a:t> </a:t>
            </a:r>
            <a:r>
              <a:rPr lang="en-US" sz="4000" dirty="0" err="1" smtClean="0"/>
              <a:t>sy</a:t>
            </a:r>
            <a:r>
              <a:rPr lang="en-US" sz="4000" dirty="0" smtClean="0"/>
              <a:t> </a:t>
            </a:r>
            <a:r>
              <a:rPr lang="en-US" sz="4000" dirty="0" err="1" smtClean="0"/>
              <a:t>ny</a:t>
            </a:r>
            <a:r>
              <a:rPr lang="en-US" sz="4000" dirty="0" smtClean="0"/>
              <a:t> </a:t>
            </a:r>
            <a:r>
              <a:rPr lang="en-US" sz="4000" dirty="0" err="1" smtClean="0"/>
              <a:t>tombam-bidin’ny</a:t>
            </a:r>
            <a:r>
              <a:rPr lang="en-US" sz="4000" dirty="0" smtClean="0"/>
              <a:t> </a:t>
            </a:r>
            <a:r>
              <a:rPr lang="en-US" sz="4000" dirty="0" err="1" smtClean="0"/>
              <a:t>fomba</a:t>
            </a:r>
            <a:r>
              <a:rPr lang="en-US" sz="4000" dirty="0" smtClean="0"/>
              <a:t> </a:t>
            </a:r>
            <a:r>
              <a:rPr lang="en-US" sz="4000" dirty="0" err="1" smtClean="0"/>
              <a:t>fampianarana</a:t>
            </a:r>
            <a:r>
              <a:rPr lang="en-US" sz="4000" dirty="0" smtClean="0"/>
              <a:t> </a:t>
            </a:r>
            <a:r>
              <a:rPr lang="en-US" sz="4000" dirty="0" err="1" smtClean="0"/>
              <a:t>tia</a:t>
            </a:r>
            <a:r>
              <a:rPr lang="en-US" sz="4000" dirty="0" smtClean="0"/>
              <a:t> </a:t>
            </a:r>
            <a:r>
              <a:rPr lang="en-US" sz="4000" dirty="0" err="1" smtClean="0"/>
              <a:t>karokaroka</a:t>
            </a:r>
            <a:r>
              <a:rPr lang="en-US" sz="4000" dirty="0" smtClean="0"/>
              <a:t> </a:t>
            </a:r>
            <a:r>
              <a:rPr lang="en-US" sz="4000" dirty="0" err="1" smtClean="0"/>
              <a:t>ireo</a:t>
            </a:r>
            <a:r>
              <a:rPr lang="en-US" sz="4000" dirty="0" smtClean="0"/>
              <a:t> </a:t>
            </a:r>
            <a:r>
              <a:rPr lang="en-US" sz="4000" dirty="0" err="1" smtClean="0"/>
              <a:t>taranjan’ny</a:t>
            </a:r>
            <a:r>
              <a:rPr lang="en-US" sz="4000" dirty="0" smtClean="0"/>
              <a:t> </a:t>
            </a:r>
            <a:r>
              <a:rPr lang="en-US" sz="4000" dirty="0" err="1" smtClean="0"/>
              <a:t>Mpisavalalana</a:t>
            </a:r>
            <a:r>
              <a:rPr lang="en-US" sz="4000" dirty="0" smtClean="0"/>
              <a:t>.</a:t>
            </a:r>
            <a:endParaRPr lang="en-US" sz="4000" dirty="0"/>
          </a:p>
        </p:txBody>
      </p:sp>
    </p:spTree>
  </p:cSld>
  <p:clrMapOvr>
    <a:masterClrMapping/>
  </p:clrMapOvr>
  <p:transition spd="med"/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95400" y="2057400"/>
            <a:ext cx="8077200" cy="2743200"/>
          </a:xfrm>
        </p:spPr>
        <p:txBody>
          <a:bodyPr/>
          <a:lstStyle/>
          <a:p>
            <a:pPr lvl="1">
              <a:buNone/>
            </a:pPr>
            <a:r>
              <a:rPr lang="en-US" sz="4000" dirty="0" err="1" smtClean="0"/>
              <a:t>Ireo</a:t>
            </a:r>
            <a:r>
              <a:rPr lang="en-US" sz="4000" dirty="0" smtClean="0"/>
              <a:t> </a:t>
            </a:r>
            <a:r>
              <a:rPr lang="en-US" sz="4000" dirty="0" err="1" smtClean="0"/>
              <a:t>fomba</a:t>
            </a:r>
            <a:r>
              <a:rPr lang="en-US" sz="4000" dirty="0" smtClean="0"/>
              <a:t> </a:t>
            </a:r>
            <a:r>
              <a:rPr lang="en-US" sz="4000" dirty="0" err="1" smtClean="0"/>
              <a:t>fianarana</a:t>
            </a:r>
            <a:r>
              <a:rPr lang="en-US" sz="4000" dirty="0" smtClean="0"/>
              <a:t> </a:t>
            </a:r>
            <a:r>
              <a:rPr lang="en-US" sz="4000" dirty="0" err="1" smtClean="0"/>
              <a:t>samihafa</a:t>
            </a:r>
            <a:endParaRPr lang="en-US" sz="4000" b="1" dirty="0" smtClean="0"/>
          </a:p>
          <a:p>
            <a:pPr lvl="1"/>
            <a:r>
              <a:rPr lang="en-US" sz="4000" b="1" dirty="0" err="1" smtClean="0"/>
              <a:t>Fihainoana</a:t>
            </a:r>
            <a:r>
              <a:rPr lang="en-US" sz="4000" b="1" dirty="0" smtClean="0"/>
              <a:t> </a:t>
            </a:r>
            <a:r>
              <a:rPr lang="en-US" sz="4000" b="1" dirty="0"/>
              <a:t>6%</a:t>
            </a:r>
          </a:p>
          <a:p>
            <a:pPr lvl="1"/>
            <a:r>
              <a:rPr lang="en-US" sz="4000" b="1" dirty="0" err="1" smtClean="0"/>
              <a:t>Fijerena</a:t>
            </a:r>
            <a:r>
              <a:rPr lang="en-US" sz="4000" b="1" dirty="0" smtClean="0"/>
              <a:t> </a:t>
            </a:r>
            <a:r>
              <a:rPr lang="en-US" sz="4000" b="1" dirty="0"/>
              <a:t>45%</a:t>
            </a:r>
          </a:p>
          <a:p>
            <a:pPr lvl="1"/>
            <a:r>
              <a:rPr lang="en-US" sz="4000" b="1" dirty="0" err="1" smtClean="0"/>
              <a:t>Fikasihana</a:t>
            </a:r>
            <a:r>
              <a:rPr lang="en-US" sz="4000" b="1" dirty="0" smtClean="0"/>
              <a:t> </a:t>
            </a:r>
            <a:r>
              <a:rPr lang="en-US" sz="4000" b="1" dirty="0"/>
              <a:t>23%</a:t>
            </a:r>
          </a:p>
          <a:p>
            <a:pPr lvl="1"/>
            <a:r>
              <a:rPr lang="en-US" sz="4000" b="1" dirty="0" err="1" smtClean="0"/>
              <a:t>Fitenenana</a:t>
            </a:r>
            <a:r>
              <a:rPr lang="en-US" sz="4000" b="1" dirty="0" smtClean="0"/>
              <a:t> 26</a:t>
            </a:r>
            <a:r>
              <a:rPr lang="en-US" sz="4000" b="1" dirty="0"/>
              <a:t>%</a:t>
            </a:r>
          </a:p>
        </p:txBody>
      </p:sp>
      <p:sp>
        <p:nvSpPr>
          <p:cNvPr id="130053" name="Text Box 5"/>
          <p:cNvSpPr txBox="1">
            <a:spLocks noChangeArrowheads="1"/>
          </p:cNvSpPr>
          <p:nvPr/>
        </p:nvSpPr>
        <p:spPr bwMode="auto">
          <a:xfrm>
            <a:off x="457200" y="381000"/>
            <a:ext cx="8305800" cy="1384995"/>
          </a:xfrm>
          <a:prstGeom prst="rect">
            <a:avLst/>
          </a:prstGeom>
          <a:solidFill>
            <a:srgbClr val="FF330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800" b="1" dirty="0" err="1" smtClean="0">
                <a:latin typeface="Tahoma" pitchFamily="34" charset="0"/>
              </a:rPr>
              <a:t>Fantatrao</a:t>
            </a:r>
            <a:r>
              <a:rPr lang="en-US" sz="2800" b="1" dirty="0" smtClean="0">
                <a:latin typeface="Tahoma" pitchFamily="34" charset="0"/>
              </a:rPr>
              <a:t> </a:t>
            </a:r>
            <a:r>
              <a:rPr lang="en-US" sz="2800" b="1" dirty="0" err="1" smtClean="0">
                <a:latin typeface="Tahoma" pitchFamily="34" charset="0"/>
              </a:rPr>
              <a:t>ve</a:t>
            </a:r>
            <a:r>
              <a:rPr lang="en-US" sz="2800" b="1" dirty="0" smtClean="0">
                <a:latin typeface="Tahoma" pitchFamily="34" charset="0"/>
              </a:rPr>
              <a:t> </a:t>
            </a:r>
            <a:r>
              <a:rPr lang="en-US" sz="2800" b="1" dirty="0" err="1" smtClean="0">
                <a:latin typeface="Tahoma" pitchFamily="34" charset="0"/>
              </a:rPr>
              <a:t>nahoana</a:t>
            </a:r>
            <a:r>
              <a:rPr lang="en-US" sz="2800" b="1" dirty="0" smtClean="0">
                <a:latin typeface="Tahoma" pitchFamily="34" charset="0"/>
              </a:rPr>
              <a:t> </a:t>
            </a:r>
            <a:r>
              <a:rPr lang="en-US" sz="2800" b="1" dirty="0" err="1" smtClean="0">
                <a:latin typeface="Tahoma" pitchFamily="34" charset="0"/>
              </a:rPr>
              <a:t>isika</a:t>
            </a:r>
            <a:r>
              <a:rPr lang="en-US" sz="2800" b="1" dirty="0" smtClean="0">
                <a:latin typeface="Tahoma" pitchFamily="34" charset="0"/>
              </a:rPr>
              <a:t> no </a:t>
            </a:r>
            <a:r>
              <a:rPr lang="en-US" sz="2800" b="1" dirty="0" err="1" smtClean="0">
                <a:latin typeface="Tahoma" pitchFamily="34" charset="0"/>
              </a:rPr>
              <a:t>manana</a:t>
            </a:r>
            <a:r>
              <a:rPr lang="en-US" sz="2800" b="1" dirty="0" smtClean="0">
                <a:latin typeface="Tahoma" pitchFamily="34" charset="0"/>
              </a:rPr>
              <a:t> </a:t>
            </a:r>
            <a:r>
              <a:rPr lang="en-US" sz="2800" b="1" dirty="0" err="1" smtClean="0">
                <a:latin typeface="Tahoma" pitchFamily="34" charset="0"/>
              </a:rPr>
              <a:t>olona</a:t>
            </a:r>
            <a:r>
              <a:rPr lang="en-US" sz="2800" b="1" dirty="0" smtClean="0">
                <a:latin typeface="Tahoma" pitchFamily="34" charset="0"/>
              </a:rPr>
              <a:t> </a:t>
            </a:r>
            <a:r>
              <a:rPr lang="en-US" sz="2800" b="1" dirty="0" err="1" smtClean="0">
                <a:latin typeface="Tahoma" pitchFamily="34" charset="0"/>
              </a:rPr>
              <a:t>amin’ny</a:t>
            </a:r>
            <a:r>
              <a:rPr lang="en-US" sz="2800" b="1" dirty="0" smtClean="0">
                <a:latin typeface="Tahoma" pitchFamily="34" charset="0"/>
              </a:rPr>
              <a:t> </a:t>
            </a:r>
            <a:r>
              <a:rPr lang="en-US" sz="2800" b="1" dirty="0" err="1" smtClean="0">
                <a:latin typeface="Tahoma" pitchFamily="34" charset="0"/>
              </a:rPr>
              <a:t>fampianarana</a:t>
            </a:r>
            <a:r>
              <a:rPr lang="en-US" sz="2800" b="1" dirty="0" smtClean="0">
                <a:latin typeface="Tahoma" pitchFamily="34" charset="0"/>
              </a:rPr>
              <a:t> </a:t>
            </a:r>
            <a:r>
              <a:rPr lang="en-US" sz="2800" b="1" dirty="0" err="1" smtClean="0">
                <a:latin typeface="Tahoma" pitchFamily="34" charset="0"/>
              </a:rPr>
              <a:t>ny</a:t>
            </a:r>
            <a:r>
              <a:rPr lang="en-US" sz="2800" b="1" dirty="0" smtClean="0">
                <a:latin typeface="Tahoma" pitchFamily="34" charset="0"/>
              </a:rPr>
              <a:t> </a:t>
            </a:r>
            <a:r>
              <a:rPr lang="en-US" sz="2800" b="1" dirty="0" err="1" smtClean="0">
                <a:latin typeface="Tahoma" pitchFamily="34" charset="0"/>
              </a:rPr>
              <a:t>kilasim-pandrosoana</a:t>
            </a:r>
            <a:r>
              <a:rPr lang="en-US" sz="2800" b="1" dirty="0" smtClean="0">
                <a:latin typeface="Tahoma" pitchFamily="34" charset="0"/>
              </a:rPr>
              <a:t> </a:t>
            </a:r>
            <a:r>
              <a:rPr lang="en-US" sz="2800" b="1" dirty="0" err="1" smtClean="0">
                <a:latin typeface="Tahoma" pitchFamily="34" charset="0"/>
              </a:rPr>
              <a:t>arak’izay</a:t>
            </a:r>
            <a:r>
              <a:rPr lang="en-US" sz="2800" b="1" dirty="0" smtClean="0">
                <a:latin typeface="Tahoma" pitchFamily="34" charset="0"/>
              </a:rPr>
              <a:t> </a:t>
            </a:r>
            <a:r>
              <a:rPr lang="en-US" sz="2800" b="1" dirty="0" err="1" smtClean="0">
                <a:latin typeface="Tahoma" pitchFamily="34" charset="0"/>
              </a:rPr>
              <a:t>nanoratana</a:t>
            </a:r>
            <a:r>
              <a:rPr lang="en-US" sz="2800" b="1" dirty="0" smtClean="0">
                <a:latin typeface="Tahoma" pitchFamily="34" charset="0"/>
              </a:rPr>
              <a:t> </a:t>
            </a:r>
            <a:r>
              <a:rPr lang="en-US" sz="2800" b="1" dirty="0" err="1" smtClean="0">
                <a:latin typeface="Tahoma" pitchFamily="34" charset="0"/>
              </a:rPr>
              <a:t>izy</a:t>
            </a:r>
            <a:r>
              <a:rPr lang="en-US" sz="2800" b="1" dirty="0" smtClean="0">
                <a:latin typeface="Tahoma" pitchFamily="34" charset="0"/>
              </a:rPr>
              <a:t>?</a:t>
            </a:r>
            <a:endParaRPr lang="en-US" sz="2800" b="1" dirty="0">
              <a:latin typeface="Tahoma" pitchFamily="34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300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300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300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300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300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0051" grpId="0" build="p" autoUpdateAnimBg="0"/>
    </p:bldLst>
  </p:timing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76400"/>
            <a:ext cx="8077200" cy="2743200"/>
          </a:xfrm>
        </p:spPr>
        <p:txBody>
          <a:bodyPr/>
          <a:lstStyle/>
          <a:p>
            <a:pPr lvl="1"/>
            <a:r>
              <a:rPr lang="en-US" sz="4000" dirty="0" err="1" smtClean="0">
                <a:latin typeface="Tahoma" pitchFamily="34" charset="0"/>
              </a:rPr>
              <a:t>Fantaro</a:t>
            </a:r>
            <a:r>
              <a:rPr lang="en-US" sz="4000" dirty="0" smtClean="0">
                <a:latin typeface="Tahoma" pitchFamily="34" charset="0"/>
              </a:rPr>
              <a:t> </a:t>
            </a:r>
            <a:r>
              <a:rPr lang="en-US" sz="4000" dirty="0" err="1" smtClean="0">
                <a:latin typeface="Tahoma" pitchFamily="34" charset="0"/>
              </a:rPr>
              <a:t>ny</a:t>
            </a:r>
            <a:r>
              <a:rPr lang="en-US" sz="4000" dirty="0" smtClean="0">
                <a:latin typeface="Tahoma" pitchFamily="34" charset="0"/>
              </a:rPr>
              <a:t> </a:t>
            </a:r>
            <a:r>
              <a:rPr lang="en-US" sz="4000" dirty="0" err="1" smtClean="0">
                <a:latin typeface="Tahoma" pitchFamily="34" charset="0"/>
              </a:rPr>
              <a:t>fomba</a:t>
            </a:r>
            <a:r>
              <a:rPr lang="en-US" sz="4000" dirty="0" smtClean="0">
                <a:latin typeface="Tahoma" pitchFamily="34" charset="0"/>
              </a:rPr>
              <a:t> </a:t>
            </a:r>
            <a:r>
              <a:rPr lang="en-US" sz="4000" dirty="0" err="1" smtClean="0">
                <a:latin typeface="Tahoma" pitchFamily="34" charset="0"/>
              </a:rPr>
              <a:t>tsara</a:t>
            </a:r>
            <a:r>
              <a:rPr lang="en-US" sz="4000" dirty="0" smtClean="0">
                <a:latin typeface="Tahoma" pitchFamily="34" charset="0"/>
              </a:rPr>
              <a:t> </a:t>
            </a:r>
            <a:r>
              <a:rPr lang="en-US" sz="4000" dirty="0" err="1" smtClean="0">
                <a:latin typeface="Tahoma" pitchFamily="34" charset="0"/>
              </a:rPr>
              <a:t>indrindra</a:t>
            </a:r>
            <a:r>
              <a:rPr lang="en-US" sz="4000" dirty="0" smtClean="0">
                <a:latin typeface="Tahoma" pitchFamily="34" charset="0"/>
              </a:rPr>
              <a:t> </a:t>
            </a:r>
            <a:r>
              <a:rPr lang="en-US" sz="4000" dirty="0" err="1" smtClean="0">
                <a:latin typeface="Tahoma" pitchFamily="34" charset="0"/>
              </a:rPr>
              <a:t>hianaran’ny</a:t>
            </a:r>
            <a:r>
              <a:rPr lang="en-US" sz="4000" dirty="0" smtClean="0">
                <a:latin typeface="Tahoma" pitchFamily="34" charset="0"/>
              </a:rPr>
              <a:t>  </a:t>
            </a:r>
            <a:r>
              <a:rPr lang="en-US" sz="4000" dirty="0" err="1" smtClean="0">
                <a:latin typeface="Tahoma" pitchFamily="34" charset="0"/>
              </a:rPr>
              <a:t>Mpisavalalanas</a:t>
            </a:r>
            <a:r>
              <a:rPr lang="en-US" sz="4000" dirty="0" smtClean="0">
                <a:latin typeface="Tahoma" pitchFamily="34" charset="0"/>
              </a:rPr>
              <a:t> </a:t>
            </a:r>
            <a:r>
              <a:rPr lang="en-US" sz="4000" dirty="0" err="1" smtClean="0">
                <a:latin typeface="Tahoma" pitchFamily="34" charset="0"/>
              </a:rPr>
              <a:t>dia</a:t>
            </a:r>
            <a:r>
              <a:rPr lang="en-US" sz="4000" dirty="0" smtClean="0">
                <a:latin typeface="Tahoma" pitchFamily="34" charset="0"/>
              </a:rPr>
              <a:t> ho </a:t>
            </a:r>
            <a:r>
              <a:rPr lang="en-US" sz="4000" dirty="0" err="1" smtClean="0">
                <a:latin typeface="Tahoma" pitchFamily="34" charset="0"/>
              </a:rPr>
              <a:t>hitanao</a:t>
            </a:r>
            <a:r>
              <a:rPr lang="en-US" sz="4000" dirty="0" smtClean="0">
                <a:latin typeface="Tahoma" pitchFamily="34" charset="0"/>
              </a:rPr>
              <a:t> </a:t>
            </a:r>
            <a:r>
              <a:rPr lang="en-US" sz="4000" dirty="0" err="1" smtClean="0">
                <a:latin typeface="Tahoma" pitchFamily="34" charset="0"/>
              </a:rPr>
              <a:t>ny</a:t>
            </a:r>
            <a:r>
              <a:rPr lang="en-US" sz="4000" dirty="0" smtClean="0">
                <a:latin typeface="Tahoma" pitchFamily="34" charset="0"/>
              </a:rPr>
              <a:t> </a:t>
            </a:r>
            <a:r>
              <a:rPr lang="en-US" sz="4000" dirty="0" err="1" smtClean="0">
                <a:latin typeface="Tahoma" pitchFamily="34" charset="0"/>
              </a:rPr>
              <a:t>fomba</a:t>
            </a:r>
            <a:r>
              <a:rPr lang="en-US" sz="4000" dirty="0" smtClean="0">
                <a:latin typeface="Tahoma" pitchFamily="34" charset="0"/>
              </a:rPr>
              <a:t> </a:t>
            </a:r>
            <a:r>
              <a:rPr lang="en-US" sz="4000" dirty="0" err="1" smtClean="0">
                <a:latin typeface="Tahoma" pitchFamily="34" charset="0"/>
              </a:rPr>
              <a:t>hihazomana</a:t>
            </a:r>
            <a:r>
              <a:rPr lang="en-US" sz="4000" dirty="0" smtClean="0">
                <a:latin typeface="Tahoma" pitchFamily="34" charset="0"/>
              </a:rPr>
              <a:t> </a:t>
            </a:r>
            <a:r>
              <a:rPr lang="en-US" sz="4000" dirty="0" err="1" smtClean="0">
                <a:latin typeface="Tahoma" pitchFamily="34" charset="0"/>
              </a:rPr>
              <a:t>ireo</a:t>
            </a:r>
            <a:r>
              <a:rPr lang="en-US" sz="4000" dirty="0" smtClean="0">
                <a:latin typeface="Tahoma" pitchFamily="34" charset="0"/>
              </a:rPr>
              <a:t> </a:t>
            </a:r>
            <a:r>
              <a:rPr lang="en-US" sz="4000" dirty="0" err="1" smtClean="0">
                <a:latin typeface="Tahoma" pitchFamily="34" charset="0"/>
              </a:rPr>
              <a:t>fahalianany</a:t>
            </a:r>
            <a:r>
              <a:rPr lang="en-US" sz="4000" dirty="0" smtClean="0">
                <a:latin typeface="Tahoma" pitchFamily="34" charset="0"/>
              </a:rPr>
              <a:t>.</a:t>
            </a:r>
          </a:p>
          <a:p>
            <a:endParaRPr lang="en-US" sz="4400" dirty="0"/>
          </a:p>
        </p:txBody>
      </p:sp>
      <p:sp>
        <p:nvSpPr>
          <p:cNvPr id="130052" name="Rectangle 4"/>
          <p:cNvSpPr>
            <a:spLocks noChangeArrowheads="1"/>
          </p:cNvSpPr>
          <p:nvPr/>
        </p:nvSpPr>
        <p:spPr bwMode="auto">
          <a:xfrm>
            <a:off x="1828800" y="4267200"/>
            <a:ext cx="7086600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accent1"/>
              </a:buClr>
              <a:buFontTx/>
              <a:buChar char="•"/>
            </a:pPr>
            <a:endParaRPr lang="en-US" sz="2800" dirty="0">
              <a:effectLst>
                <a:outerShdw blurRad="38100" dist="38100" dir="2700000" algn="tl">
                  <a:srgbClr val="808080"/>
                </a:outerShdw>
              </a:effectLst>
              <a:latin typeface="Tahoma" pitchFamily="34" charset="0"/>
            </a:endParaRPr>
          </a:p>
        </p:txBody>
      </p:sp>
      <p:sp>
        <p:nvSpPr>
          <p:cNvPr id="130053" name="Text Box 5"/>
          <p:cNvSpPr txBox="1">
            <a:spLocks noChangeArrowheads="1"/>
          </p:cNvSpPr>
          <p:nvPr/>
        </p:nvSpPr>
        <p:spPr bwMode="auto">
          <a:xfrm>
            <a:off x="2057400" y="5181600"/>
            <a:ext cx="6781800" cy="1200329"/>
          </a:xfrm>
          <a:prstGeom prst="rect">
            <a:avLst/>
          </a:prstGeom>
          <a:solidFill>
            <a:srgbClr val="FF330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 dirty="0" err="1" smtClean="0">
                <a:latin typeface="Tahoma" pitchFamily="34" charset="0"/>
              </a:rPr>
              <a:t>Fantatrao</a:t>
            </a:r>
            <a:r>
              <a:rPr lang="en-US" b="1" dirty="0" smtClean="0">
                <a:latin typeface="Tahoma" pitchFamily="34" charset="0"/>
              </a:rPr>
              <a:t> </a:t>
            </a:r>
            <a:r>
              <a:rPr lang="en-US" b="1" dirty="0" err="1" smtClean="0">
                <a:latin typeface="Tahoma" pitchFamily="34" charset="0"/>
              </a:rPr>
              <a:t>ve</a:t>
            </a:r>
            <a:r>
              <a:rPr lang="en-US" b="1" dirty="0" smtClean="0">
                <a:latin typeface="Tahoma" pitchFamily="34" charset="0"/>
              </a:rPr>
              <a:t> </a:t>
            </a:r>
            <a:r>
              <a:rPr lang="en-US" b="1" dirty="0" err="1" smtClean="0">
                <a:latin typeface="Tahoma" pitchFamily="34" charset="0"/>
              </a:rPr>
              <a:t>nahoana</a:t>
            </a:r>
            <a:r>
              <a:rPr lang="en-US" b="1" dirty="0" smtClean="0">
                <a:latin typeface="Tahoma" pitchFamily="34" charset="0"/>
              </a:rPr>
              <a:t> </a:t>
            </a:r>
            <a:r>
              <a:rPr lang="en-US" b="1" dirty="0" err="1" smtClean="0">
                <a:latin typeface="Tahoma" pitchFamily="34" charset="0"/>
              </a:rPr>
              <a:t>isika</a:t>
            </a:r>
            <a:r>
              <a:rPr lang="en-US" b="1" dirty="0" smtClean="0">
                <a:latin typeface="Tahoma" pitchFamily="34" charset="0"/>
              </a:rPr>
              <a:t> no </a:t>
            </a:r>
            <a:r>
              <a:rPr lang="en-US" b="1" dirty="0" err="1" smtClean="0">
                <a:latin typeface="Tahoma" pitchFamily="34" charset="0"/>
              </a:rPr>
              <a:t>manana</a:t>
            </a:r>
            <a:r>
              <a:rPr lang="en-US" b="1" dirty="0" smtClean="0">
                <a:latin typeface="Tahoma" pitchFamily="34" charset="0"/>
              </a:rPr>
              <a:t> </a:t>
            </a:r>
            <a:r>
              <a:rPr lang="en-US" b="1" dirty="0" err="1" smtClean="0">
                <a:latin typeface="Tahoma" pitchFamily="34" charset="0"/>
              </a:rPr>
              <a:t>olona</a:t>
            </a:r>
            <a:r>
              <a:rPr lang="en-US" b="1" dirty="0" smtClean="0">
                <a:latin typeface="Tahoma" pitchFamily="34" charset="0"/>
              </a:rPr>
              <a:t> </a:t>
            </a:r>
            <a:r>
              <a:rPr lang="en-US" b="1" dirty="0" err="1" smtClean="0">
                <a:latin typeface="Tahoma" pitchFamily="34" charset="0"/>
              </a:rPr>
              <a:t>amin’ny</a:t>
            </a:r>
            <a:r>
              <a:rPr lang="en-US" b="1" dirty="0" smtClean="0">
                <a:latin typeface="Tahoma" pitchFamily="34" charset="0"/>
              </a:rPr>
              <a:t> </a:t>
            </a:r>
            <a:r>
              <a:rPr lang="en-US" b="1" dirty="0" err="1" smtClean="0">
                <a:latin typeface="Tahoma" pitchFamily="34" charset="0"/>
              </a:rPr>
              <a:t>fampianarana</a:t>
            </a:r>
            <a:r>
              <a:rPr lang="en-US" b="1" dirty="0" smtClean="0">
                <a:latin typeface="Tahoma" pitchFamily="34" charset="0"/>
              </a:rPr>
              <a:t> </a:t>
            </a:r>
            <a:r>
              <a:rPr lang="en-US" b="1" dirty="0" err="1" smtClean="0">
                <a:latin typeface="Tahoma" pitchFamily="34" charset="0"/>
              </a:rPr>
              <a:t>ny</a:t>
            </a:r>
            <a:r>
              <a:rPr lang="en-US" b="1" dirty="0" smtClean="0">
                <a:latin typeface="Tahoma" pitchFamily="34" charset="0"/>
              </a:rPr>
              <a:t> </a:t>
            </a:r>
            <a:r>
              <a:rPr lang="en-US" b="1" dirty="0" err="1" smtClean="0">
                <a:latin typeface="Tahoma" pitchFamily="34" charset="0"/>
              </a:rPr>
              <a:t>kilasim-pandrosoana</a:t>
            </a:r>
            <a:r>
              <a:rPr lang="en-US" b="1" dirty="0" smtClean="0">
                <a:latin typeface="Tahoma" pitchFamily="34" charset="0"/>
              </a:rPr>
              <a:t> </a:t>
            </a:r>
            <a:r>
              <a:rPr lang="en-US" b="1" dirty="0" err="1" smtClean="0">
                <a:latin typeface="Tahoma" pitchFamily="34" charset="0"/>
              </a:rPr>
              <a:t>arak’izay</a:t>
            </a:r>
            <a:r>
              <a:rPr lang="en-US" b="1" dirty="0" smtClean="0">
                <a:latin typeface="Tahoma" pitchFamily="34" charset="0"/>
              </a:rPr>
              <a:t> </a:t>
            </a:r>
            <a:r>
              <a:rPr lang="en-US" b="1" dirty="0" err="1" smtClean="0">
                <a:latin typeface="Tahoma" pitchFamily="34" charset="0"/>
              </a:rPr>
              <a:t>nanoratana</a:t>
            </a:r>
            <a:r>
              <a:rPr lang="en-US" b="1" dirty="0" smtClean="0">
                <a:latin typeface="Tahoma" pitchFamily="34" charset="0"/>
              </a:rPr>
              <a:t> </a:t>
            </a:r>
            <a:r>
              <a:rPr lang="en-US" b="1" dirty="0" err="1" smtClean="0">
                <a:latin typeface="Tahoma" pitchFamily="34" charset="0"/>
              </a:rPr>
              <a:t>izy</a:t>
            </a:r>
            <a:r>
              <a:rPr lang="en-US" b="1" dirty="0" smtClean="0">
                <a:latin typeface="Tahoma" pitchFamily="34" charset="0"/>
              </a:rPr>
              <a:t>?</a:t>
            </a:r>
            <a:endParaRPr lang="en-US" b="1" dirty="0">
              <a:latin typeface="Tahoma" pitchFamily="34" charset="0"/>
            </a:endParaRPr>
          </a:p>
        </p:txBody>
      </p:sp>
      <p:sp>
        <p:nvSpPr>
          <p:cNvPr id="130055" name="Rectangle 7"/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8001000" cy="1143000"/>
          </a:xfrm>
          <a:noFill/>
          <a:ln/>
        </p:spPr>
        <p:txBody>
          <a:bodyPr/>
          <a:lstStyle/>
          <a:p>
            <a:r>
              <a:rPr lang="en-US" dirty="0" err="1" smtClean="0">
                <a:latin typeface="Tahoma" pitchFamily="34" charset="0"/>
              </a:rPr>
              <a:t>Samy</a:t>
            </a:r>
            <a:r>
              <a:rPr lang="en-US" dirty="0" smtClean="0">
                <a:latin typeface="Tahoma" pitchFamily="34" charset="0"/>
              </a:rPr>
              <a:t> </a:t>
            </a:r>
            <a:r>
              <a:rPr lang="en-US" dirty="0" err="1" smtClean="0">
                <a:latin typeface="Tahoma" pitchFamily="34" charset="0"/>
              </a:rPr>
              <a:t>hafa</a:t>
            </a:r>
            <a:r>
              <a:rPr lang="en-US" dirty="0" smtClean="0">
                <a:latin typeface="Tahoma" pitchFamily="34" charset="0"/>
              </a:rPr>
              <a:t> </a:t>
            </a:r>
            <a:r>
              <a:rPr lang="en-US" dirty="0" err="1" smtClean="0">
                <a:latin typeface="Tahoma" pitchFamily="34" charset="0"/>
              </a:rPr>
              <a:t>ny</a:t>
            </a:r>
            <a:r>
              <a:rPr lang="en-US" dirty="0" smtClean="0">
                <a:latin typeface="Tahoma" pitchFamily="34" charset="0"/>
              </a:rPr>
              <a:t> </a:t>
            </a:r>
            <a:r>
              <a:rPr lang="en-US" dirty="0" err="1" smtClean="0">
                <a:latin typeface="Tahoma" pitchFamily="34" charset="0"/>
              </a:rPr>
              <a:t>fomba</a:t>
            </a:r>
            <a:r>
              <a:rPr lang="en-US" dirty="0" smtClean="0">
                <a:latin typeface="Tahoma" pitchFamily="34" charset="0"/>
              </a:rPr>
              <a:t> </a:t>
            </a:r>
            <a:r>
              <a:rPr lang="en-US" dirty="0" err="1" smtClean="0">
                <a:latin typeface="Tahoma" pitchFamily="34" charset="0"/>
              </a:rPr>
              <a:t>fianaranan’ny</a:t>
            </a:r>
            <a:r>
              <a:rPr lang="en-US" dirty="0" smtClean="0">
                <a:latin typeface="Tahoma" pitchFamily="34" charset="0"/>
              </a:rPr>
              <a:t> </a:t>
            </a:r>
            <a:r>
              <a:rPr lang="en-US" dirty="0" err="1" smtClean="0">
                <a:latin typeface="Tahoma" pitchFamily="34" charset="0"/>
              </a:rPr>
              <a:t>Mpisavalalana</a:t>
            </a:r>
            <a:r>
              <a:rPr lang="en-US" dirty="0" smtClean="0">
                <a:latin typeface="Tahoma" pitchFamily="34" charset="0"/>
              </a:rPr>
              <a:t> </a:t>
            </a:r>
            <a:r>
              <a:rPr lang="en-US" dirty="0" err="1" smtClean="0">
                <a:latin typeface="Tahoma" pitchFamily="34" charset="0"/>
              </a:rPr>
              <a:t>tsirairay</a:t>
            </a:r>
            <a:r>
              <a:rPr lang="en-US" dirty="0" smtClean="0">
                <a:latin typeface="Tahoma" pitchFamily="34" charset="0"/>
              </a:rPr>
              <a:t/>
            </a:r>
            <a:br>
              <a:rPr lang="en-US" dirty="0" smtClean="0">
                <a:latin typeface="Tahoma" pitchFamily="34" charset="0"/>
              </a:rPr>
            </a:br>
            <a:endParaRPr lang="en-US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300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300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0051" grpId="0" build="p" autoUpdateAnimBg="0"/>
      <p:bldP spid="130052" grpId="0" build="p" autoUpdateAnimBg="0"/>
    </p:bldLst>
  </p:timing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1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8001000" cy="1143000"/>
          </a:xfrm>
        </p:spPr>
        <p:txBody>
          <a:bodyPr/>
          <a:lstStyle/>
          <a:p>
            <a:r>
              <a:rPr lang="en-US" b="1" dirty="0" err="1" smtClean="0"/>
              <a:t>Ireo</a:t>
            </a:r>
            <a:r>
              <a:rPr lang="en-US" b="1" dirty="0" smtClean="0"/>
              <a:t> </a:t>
            </a:r>
            <a:r>
              <a:rPr lang="en-US" b="1" dirty="0" err="1" smtClean="0"/>
              <a:t>taranja</a:t>
            </a:r>
            <a:r>
              <a:rPr lang="en-US" b="1" dirty="0" smtClean="0"/>
              <a:t> </a:t>
            </a:r>
            <a:r>
              <a:rPr lang="en-US" b="1" dirty="0" err="1" smtClean="0"/>
              <a:t>atao</a:t>
            </a:r>
            <a:r>
              <a:rPr lang="en-US" b="1" dirty="0" smtClean="0"/>
              <a:t> </a:t>
            </a:r>
            <a:r>
              <a:rPr lang="en-US" b="1" dirty="0" err="1" smtClean="0"/>
              <a:t>indray</a:t>
            </a:r>
            <a:r>
              <a:rPr lang="en-US" b="1" dirty="0" smtClean="0"/>
              <a:t> </a:t>
            </a:r>
            <a:r>
              <a:rPr lang="en-US" b="1" dirty="0" err="1" smtClean="0"/>
              <a:t>mijery</a:t>
            </a:r>
            <a:endParaRPr lang="en-US" b="1" dirty="0"/>
          </a:p>
        </p:txBody>
      </p:sp>
      <p:pic>
        <p:nvPicPr>
          <p:cNvPr id="192516" name="Picture 4" descr="curriculum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11413" y="2209800"/>
            <a:ext cx="6046787" cy="4262438"/>
          </a:xfrm>
          <a:prstGeom prst="rect">
            <a:avLst/>
          </a:prstGeom>
          <a:noFill/>
        </p:spPr>
      </p:pic>
    </p:spTree>
  </p:cSld>
  <p:clrMapOvr>
    <a:masterClrMapping/>
  </p:clrMapOvr>
  <p:transition spd="med"/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492" name="Picture 4" descr="findingtherightpath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30875" y="2209800"/>
            <a:ext cx="2727325" cy="4202113"/>
          </a:xfrm>
          <a:prstGeom prst="rect">
            <a:avLst/>
          </a:prstGeom>
          <a:noFill/>
        </p:spPr>
      </p:pic>
      <p:pic>
        <p:nvPicPr>
          <p:cNvPr id="191493" name="Picture 5" descr="happypath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414588" y="2152650"/>
            <a:ext cx="2614612" cy="4248150"/>
          </a:xfrm>
          <a:prstGeom prst="rect">
            <a:avLst/>
          </a:prstGeom>
          <a:noFill/>
        </p:spPr>
      </p:pic>
      <p:sp>
        <p:nvSpPr>
          <p:cNvPr id="191495" name="Rectangle 7"/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8001000" cy="1143000"/>
          </a:xfrm>
          <a:noFill/>
          <a:ln/>
        </p:spPr>
        <p:txBody>
          <a:bodyPr/>
          <a:lstStyle/>
          <a:p>
            <a:r>
              <a:rPr lang="en-US" sz="4000" b="1" dirty="0" err="1" smtClean="0"/>
              <a:t>Fitomboan’ny</a:t>
            </a:r>
            <a:r>
              <a:rPr lang="en-US" sz="4000" b="1" dirty="0" smtClean="0"/>
              <a:t> </a:t>
            </a:r>
            <a:r>
              <a:rPr lang="en-US" sz="4000" b="1" dirty="0" err="1" smtClean="0"/>
              <a:t>tena</a:t>
            </a:r>
            <a:r>
              <a:rPr lang="en-US" sz="4000" b="1" dirty="0" smtClean="0"/>
              <a:t> </a:t>
            </a:r>
            <a:r>
              <a:rPr lang="en-US" sz="4000" b="1" dirty="0" err="1" smtClean="0"/>
              <a:t>manokana</a:t>
            </a:r>
            <a:endParaRPr lang="en-US" sz="4000" b="1" dirty="0"/>
          </a:p>
        </p:txBody>
      </p:sp>
    </p:spTree>
  </p:cSld>
  <p:clrMapOvr>
    <a:masterClrMapping/>
  </p:clrMapOvr>
  <p:transition spd="med"/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76400"/>
            <a:ext cx="7772400" cy="2590800"/>
          </a:xfrm>
        </p:spPr>
        <p:txBody>
          <a:bodyPr/>
          <a:lstStyle/>
          <a:p>
            <a:pPr lvl="1" algn="r">
              <a:lnSpc>
                <a:spcPct val="90000"/>
              </a:lnSpc>
              <a:spcAft>
                <a:spcPct val="50000"/>
              </a:spcAft>
            </a:pPr>
            <a:r>
              <a:rPr lang="en-US" sz="3600" dirty="0" err="1" smtClean="0"/>
              <a:t>Amin’ny</a:t>
            </a:r>
            <a:r>
              <a:rPr lang="en-US" sz="3600" dirty="0" smtClean="0"/>
              <a:t> </a:t>
            </a:r>
            <a:r>
              <a:rPr lang="en-US" sz="3600" dirty="0" err="1" smtClean="0"/>
              <a:t>fomba</a:t>
            </a:r>
            <a:r>
              <a:rPr lang="en-US" sz="3600" dirty="0" smtClean="0"/>
              <a:t> </a:t>
            </a:r>
            <a:r>
              <a:rPr lang="en-US" sz="3600" dirty="0" err="1" smtClean="0"/>
              <a:t>ahoana</a:t>
            </a:r>
            <a:r>
              <a:rPr lang="en-US" sz="3600" dirty="0" smtClean="0"/>
              <a:t> no </a:t>
            </a:r>
            <a:r>
              <a:rPr lang="en-US" sz="3600" dirty="0" err="1" smtClean="0"/>
              <a:t>ahafahantsika</a:t>
            </a:r>
            <a:r>
              <a:rPr lang="en-US" sz="3600" dirty="0" smtClean="0"/>
              <a:t> </a:t>
            </a:r>
            <a:r>
              <a:rPr lang="en-US" sz="3600" dirty="0" err="1" smtClean="0"/>
              <a:t>manampy</a:t>
            </a:r>
            <a:r>
              <a:rPr lang="en-US" sz="3600" dirty="0" smtClean="0"/>
              <a:t> </a:t>
            </a:r>
            <a:r>
              <a:rPr lang="en-US" sz="3600" dirty="0" err="1" smtClean="0"/>
              <a:t>ireo</a:t>
            </a:r>
            <a:r>
              <a:rPr lang="en-US" sz="3600" dirty="0" smtClean="0"/>
              <a:t> </a:t>
            </a:r>
            <a:r>
              <a:rPr lang="en-US" sz="3600" dirty="0" err="1" smtClean="0"/>
              <a:t>Mpisavalalana</a:t>
            </a:r>
            <a:r>
              <a:rPr lang="en-US" sz="3600" dirty="0" smtClean="0"/>
              <a:t> </a:t>
            </a:r>
            <a:r>
              <a:rPr lang="en-US" sz="3600" dirty="0" err="1" smtClean="0"/>
              <a:t>hianatra</a:t>
            </a:r>
            <a:r>
              <a:rPr lang="en-US" sz="3600" dirty="0" smtClean="0"/>
              <a:t> </a:t>
            </a:r>
            <a:r>
              <a:rPr lang="en-US" sz="3600" dirty="0" err="1" smtClean="0"/>
              <a:t>ireo</a:t>
            </a:r>
            <a:r>
              <a:rPr lang="en-US" sz="3600" dirty="0" smtClean="0"/>
              <a:t> </a:t>
            </a:r>
            <a:r>
              <a:rPr lang="en-US" sz="3600" dirty="0" err="1" smtClean="0"/>
              <a:t>izay</a:t>
            </a:r>
            <a:r>
              <a:rPr lang="en-US" sz="3600" dirty="0" smtClean="0"/>
              <a:t> </a:t>
            </a:r>
            <a:r>
              <a:rPr lang="en-US" sz="3600" dirty="0" err="1" smtClean="0"/>
              <a:t>tokony</a:t>
            </a:r>
            <a:r>
              <a:rPr lang="en-US" sz="3600" dirty="0" smtClean="0"/>
              <a:t> ho </a:t>
            </a:r>
            <a:r>
              <a:rPr lang="en-US" sz="3600" dirty="0" err="1" smtClean="0"/>
              <a:t>fantany</a:t>
            </a:r>
            <a:r>
              <a:rPr lang="en-US" sz="3600" dirty="0" smtClean="0"/>
              <a:t>?</a:t>
            </a:r>
            <a:endParaRPr lang="en-US" sz="3600" dirty="0"/>
          </a:p>
          <a:p>
            <a:pPr lvl="1" algn="r">
              <a:lnSpc>
                <a:spcPct val="90000"/>
              </a:lnSpc>
              <a:spcAft>
                <a:spcPct val="50000"/>
              </a:spcAft>
            </a:pPr>
            <a:r>
              <a:rPr lang="en-US" sz="3600" dirty="0" smtClean="0"/>
              <a:t>AMIN’NY FOMBA AHOANA NO HANAOVANTSIKA AZY HO MAHAFINARITRA!!?</a:t>
            </a:r>
            <a:endParaRPr lang="en-US" sz="3600" dirty="0"/>
          </a:p>
        </p:txBody>
      </p:sp>
      <p:sp>
        <p:nvSpPr>
          <p:cNvPr id="186376" name="Rectangle 8"/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8001000" cy="1143000"/>
          </a:xfrm>
          <a:noFill/>
          <a:ln/>
        </p:spPr>
        <p:txBody>
          <a:bodyPr/>
          <a:lstStyle/>
          <a:p>
            <a:r>
              <a:rPr lang="en-US" b="1" dirty="0" err="1" smtClean="0"/>
              <a:t>Fitomboan’ny</a:t>
            </a:r>
            <a:r>
              <a:rPr lang="en-US" b="1" dirty="0" smtClean="0"/>
              <a:t> </a:t>
            </a:r>
            <a:r>
              <a:rPr lang="en-US" b="1" dirty="0" err="1" smtClean="0"/>
              <a:t>tena</a:t>
            </a:r>
            <a:r>
              <a:rPr lang="en-US" b="1" dirty="0" smtClean="0"/>
              <a:t> </a:t>
            </a:r>
            <a:r>
              <a:rPr lang="en-US" b="1" dirty="0" err="1" smtClean="0"/>
              <a:t>manokana</a:t>
            </a:r>
            <a:endParaRPr lang="en-US" dirty="0"/>
          </a:p>
        </p:txBody>
      </p:sp>
    </p:spTree>
  </p:cSld>
  <p:clrMapOvr>
    <a:masterClrMapping/>
  </p:clrMapOvr>
  <p:transition spd="med"/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5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1219200"/>
            <a:ext cx="7772400" cy="2438400"/>
          </a:xfrm>
        </p:spPr>
        <p:txBody>
          <a:bodyPr/>
          <a:lstStyle/>
          <a:p>
            <a:pPr lvl="1">
              <a:lnSpc>
                <a:spcPct val="90000"/>
              </a:lnSpc>
              <a:spcAft>
                <a:spcPct val="50000"/>
              </a:spcAft>
            </a:pPr>
            <a:r>
              <a:rPr lang="en-US" sz="3200" dirty="0" err="1" smtClean="0"/>
              <a:t>Amin’ny</a:t>
            </a:r>
            <a:r>
              <a:rPr lang="en-US" sz="3200" dirty="0" smtClean="0"/>
              <a:t> </a:t>
            </a:r>
            <a:r>
              <a:rPr lang="en-US" sz="3200" dirty="0" err="1" smtClean="0"/>
              <a:t>fomba</a:t>
            </a:r>
            <a:r>
              <a:rPr lang="en-US" sz="3200" dirty="0" smtClean="0"/>
              <a:t> </a:t>
            </a:r>
            <a:r>
              <a:rPr lang="en-US" sz="3200" dirty="0" err="1" smtClean="0"/>
              <a:t>ahoana</a:t>
            </a:r>
            <a:r>
              <a:rPr lang="en-US" sz="3200" dirty="0" smtClean="0"/>
              <a:t> no </a:t>
            </a:r>
            <a:r>
              <a:rPr lang="en-US" sz="3200" dirty="0" err="1" smtClean="0"/>
              <a:t>ahafahantsika</a:t>
            </a:r>
            <a:r>
              <a:rPr lang="en-US" sz="3200" dirty="0" smtClean="0"/>
              <a:t> </a:t>
            </a:r>
            <a:r>
              <a:rPr lang="en-US" sz="3200" dirty="0" err="1" smtClean="0"/>
              <a:t>manampy</a:t>
            </a:r>
            <a:r>
              <a:rPr lang="en-US" sz="3200" dirty="0" smtClean="0"/>
              <a:t> </a:t>
            </a:r>
            <a:r>
              <a:rPr lang="en-US" sz="3200" dirty="0" err="1" smtClean="0"/>
              <a:t>ireo</a:t>
            </a:r>
            <a:r>
              <a:rPr lang="en-US" sz="3200" dirty="0" smtClean="0"/>
              <a:t> </a:t>
            </a:r>
            <a:r>
              <a:rPr lang="en-US" sz="3200" dirty="0" err="1" smtClean="0"/>
              <a:t>Mpisavalalana</a:t>
            </a:r>
            <a:r>
              <a:rPr lang="en-US" sz="3200" dirty="0" smtClean="0"/>
              <a:t> </a:t>
            </a:r>
            <a:r>
              <a:rPr lang="en-US" sz="3200" dirty="0" err="1" smtClean="0"/>
              <a:t>hianatra</a:t>
            </a:r>
            <a:r>
              <a:rPr lang="en-US" sz="3200" dirty="0" smtClean="0"/>
              <a:t> </a:t>
            </a:r>
            <a:r>
              <a:rPr lang="en-US" sz="3200" dirty="0" err="1" smtClean="0"/>
              <a:t>ireo</a:t>
            </a:r>
            <a:r>
              <a:rPr lang="en-US" sz="3200" dirty="0" smtClean="0"/>
              <a:t> </a:t>
            </a:r>
            <a:r>
              <a:rPr lang="en-US" sz="3200" dirty="0" err="1" smtClean="0"/>
              <a:t>izay</a:t>
            </a:r>
            <a:r>
              <a:rPr lang="en-US" sz="3200" dirty="0" smtClean="0"/>
              <a:t> </a:t>
            </a:r>
            <a:r>
              <a:rPr lang="en-US" sz="3200" dirty="0" err="1" smtClean="0"/>
              <a:t>tokony</a:t>
            </a:r>
            <a:r>
              <a:rPr lang="en-US" sz="3200" dirty="0" smtClean="0"/>
              <a:t> ho </a:t>
            </a:r>
            <a:r>
              <a:rPr lang="en-US" sz="3200" dirty="0" err="1" smtClean="0"/>
              <a:t>fantany</a:t>
            </a:r>
            <a:r>
              <a:rPr lang="en-US" sz="3200" dirty="0" smtClean="0"/>
              <a:t>?</a:t>
            </a:r>
          </a:p>
          <a:p>
            <a:pPr lvl="1">
              <a:lnSpc>
                <a:spcPct val="90000"/>
              </a:lnSpc>
              <a:spcAft>
                <a:spcPct val="50000"/>
              </a:spcAft>
            </a:pPr>
            <a:r>
              <a:rPr lang="en-US" sz="3200" dirty="0" smtClean="0"/>
              <a:t>AMIN’NY FOMBA AHOANA NO HANAOVANTSIKA AZY HO MAHAFINARITRA!!?</a:t>
            </a:r>
            <a:endParaRPr lang="en-US" sz="3200" dirty="0"/>
          </a:p>
        </p:txBody>
      </p:sp>
      <p:sp>
        <p:nvSpPr>
          <p:cNvPr id="198659" name="Rectangle 3"/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8001000" cy="1143000"/>
          </a:xfrm>
          <a:noFill/>
          <a:ln/>
        </p:spPr>
        <p:txBody>
          <a:bodyPr/>
          <a:lstStyle/>
          <a:p>
            <a:pPr algn="ctr"/>
            <a:r>
              <a:rPr lang="en-US" dirty="0" smtClean="0"/>
              <a:t>FIKAROHANA ARA-PANAHY</a:t>
            </a:r>
            <a:endParaRPr lang="en-US" dirty="0"/>
          </a:p>
        </p:txBody>
      </p:sp>
      <p:pic>
        <p:nvPicPr>
          <p:cNvPr id="198660" name="Picture 4" descr="peanut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90800" y="4779963"/>
            <a:ext cx="2590800" cy="1392237"/>
          </a:xfrm>
          <a:prstGeom prst="rect">
            <a:avLst/>
          </a:prstGeom>
          <a:noFill/>
        </p:spPr>
      </p:pic>
      <p:pic>
        <p:nvPicPr>
          <p:cNvPr id="198661" name="Picture 5" descr="img-Roni"/>
          <p:cNvPicPr>
            <a:picLocks noChangeAspect="1" noChangeArrowheads="1"/>
          </p:cNvPicPr>
          <p:nvPr/>
        </p:nvPicPr>
        <p:blipFill>
          <a:blip r:embed="rId3" cstate="print"/>
          <a:srcRect t="1959" b="6255"/>
          <a:stretch>
            <a:fillRect/>
          </a:stretch>
        </p:blipFill>
        <p:spPr bwMode="auto">
          <a:xfrm>
            <a:off x="5638800" y="4391025"/>
            <a:ext cx="2971800" cy="1933575"/>
          </a:xfrm>
          <a:prstGeom prst="rect">
            <a:avLst/>
          </a:prstGeom>
          <a:noFill/>
        </p:spPr>
      </p:pic>
    </p:spTree>
  </p:cSld>
  <p:clrMapOvr>
    <a:masterClrMapping/>
  </p:clrMapOvr>
  <p:transition spd="med"/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5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1219200"/>
            <a:ext cx="7772400" cy="2438400"/>
          </a:xfrm>
        </p:spPr>
        <p:txBody>
          <a:bodyPr/>
          <a:lstStyle/>
          <a:p>
            <a:pPr lvl="1" algn="ctr">
              <a:lnSpc>
                <a:spcPct val="90000"/>
              </a:lnSpc>
              <a:spcAft>
                <a:spcPct val="50000"/>
              </a:spcAft>
            </a:pPr>
            <a:r>
              <a:rPr lang="en-US" sz="3200" dirty="0" err="1" smtClean="0"/>
              <a:t>Amin’ny</a:t>
            </a:r>
            <a:r>
              <a:rPr lang="en-US" sz="3200" dirty="0" smtClean="0"/>
              <a:t> </a:t>
            </a:r>
            <a:r>
              <a:rPr lang="en-US" sz="3200" dirty="0" err="1" smtClean="0"/>
              <a:t>fomba</a:t>
            </a:r>
            <a:r>
              <a:rPr lang="en-US" sz="3200" dirty="0" smtClean="0"/>
              <a:t> </a:t>
            </a:r>
            <a:r>
              <a:rPr lang="en-US" sz="3200" dirty="0" err="1" smtClean="0"/>
              <a:t>ahoana</a:t>
            </a:r>
            <a:r>
              <a:rPr lang="en-US" sz="3200" dirty="0" smtClean="0"/>
              <a:t> no </a:t>
            </a:r>
            <a:r>
              <a:rPr lang="en-US" sz="3200" dirty="0" err="1" smtClean="0"/>
              <a:t>ahafahantsika</a:t>
            </a:r>
            <a:r>
              <a:rPr lang="en-US" sz="3200" dirty="0" smtClean="0"/>
              <a:t> </a:t>
            </a:r>
            <a:r>
              <a:rPr lang="en-US" sz="3200" dirty="0" err="1" smtClean="0"/>
              <a:t>manampy</a:t>
            </a:r>
            <a:r>
              <a:rPr lang="en-US" sz="3200" dirty="0" smtClean="0"/>
              <a:t> </a:t>
            </a:r>
            <a:r>
              <a:rPr lang="en-US" sz="3200" dirty="0" err="1" smtClean="0"/>
              <a:t>ireo</a:t>
            </a:r>
            <a:r>
              <a:rPr lang="en-US" sz="3200" dirty="0" smtClean="0"/>
              <a:t> </a:t>
            </a:r>
            <a:r>
              <a:rPr lang="en-US" sz="3200" dirty="0" err="1" smtClean="0"/>
              <a:t>Mpisavalalana</a:t>
            </a:r>
            <a:r>
              <a:rPr lang="en-US" sz="3200" dirty="0" smtClean="0"/>
              <a:t> </a:t>
            </a:r>
            <a:r>
              <a:rPr lang="en-US" sz="3200" dirty="0" err="1" smtClean="0"/>
              <a:t>hianatra</a:t>
            </a:r>
            <a:r>
              <a:rPr lang="en-US" sz="3200" dirty="0" smtClean="0"/>
              <a:t> </a:t>
            </a:r>
            <a:r>
              <a:rPr lang="en-US" sz="3200" dirty="0" err="1" smtClean="0"/>
              <a:t>ireo</a:t>
            </a:r>
            <a:r>
              <a:rPr lang="en-US" sz="3200" dirty="0" smtClean="0"/>
              <a:t> </a:t>
            </a:r>
            <a:r>
              <a:rPr lang="en-US" sz="3200" dirty="0" err="1" smtClean="0"/>
              <a:t>izay</a:t>
            </a:r>
            <a:r>
              <a:rPr lang="en-US" sz="3200" dirty="0" smtClean="0"/>
              <a:t> </a:t>
            </a:r>
            <a:r>
              <a:rPr lang="en-US" sz="3200" dirty="0" err="1" smtClean="0"/>
              <a:t>tokony</a:t>
            </a:r>
            <a:r>
              <a:rPr lang="en-US" sz="3200" dirty="0" smtClean="0"/>
              <a:t> ho </a:t>
            </a:r>
            <a:r>
              <a:rPr lang="en-US" sz="3200" dirty="0" err="1" smtClean="0"/>
              <a:t>fantany</a:t>
            </a:r>
            <a:r>
              <a:rPr lang="en-US" sz="3200" dirty="0" smtClean="0"/>
              <a:t>?</a:t>
            </a:r>
          </a:p>
          <a:p>
            <a:pPr lvl="1" algn="ctr">
              <a:lnSpc>
                <a:spcPct val="90000"/>
              </a:lnSpc>
              <a:spcAft>
                <a:spcPct val="50000"/>
              </a:spcAft>
            </a:pPr>
            <a:r>
              <a:rPr lang="en-US" sz="3200" dirty="0" smtClean="0"/>
              <a:t>AMIN’NY FOMBA AHOANA NO HANAOVANTSIKA AZY HO MAHAFINARITRA!!?</a:t>
            </a:r>
            <a:endParaRPr lang="en-US" sz="3200" dirty="0"/>
          </a:p>
        </p:txBody>
      </p:sp>
      <p:sp>
        <p:nvSpPr>
          <p:cNvPr id="198659" name="Rectangle 3"/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8001000" cy="1143000"/>
          </a:xfrm>
          <a:noFill/>
          <a:ln/>
        </p:spPr>
        <p:txBody>
          <a:bodyPr/>
          <a:lstStyle/>
          <a:p>
            <a:pPr algn="ctr"/>
            <a:r>
              <a:rPr lang="en-US" dirty="0" smtClean="0"/>
              <a:t>FANOMPOANA NY HAFA</a:t>
            </a:r>
            <a:endParaRPr lang="en-US" dirty="0"/>
          </a:p>
        </p:txBody>
      </p:sp>
      <p:pic>
        <p:nvPicPr>
          <p:cNvPr id="198660" name="Picture 4" descr="peanut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90800" y="4779963"/>
            <a:ext cx="2590800" cy="1392237"/>
          </a:xfrm>
          <a:prstGeom prst="rect">
            <a:avLst/>
          </a:prstGeom>
          <a:noFill/>
        </p:spPr>
      </p:pic>
      <p:pic>
        <p:nvPicPr>
          <p:cNvPr id="198661" name="Picture 5" descr="img-Roni"/>
          <p:cNvPicPr>
            <a:picLocks noChangeAspect="1" noChangeArrowheads="1"/>
          </p:cNvPicPr>
          <p:nvPr/>
        </p:nvPicPr>
        <p:blipFill>
          <a:blip r:embed="rId3" cstate="print"/>
          <a:srcRect t="1959" b="6255"/>
          <a:stretch>
            <a:fillRect/>
          </a:stretch>
        </p:blipFill>
        <p:spPr bwMode="auto">
          <a:xfrm>
            <a:off x="5638800" y="4724400"/>
            <a:ext cx="2971800" cy="1600200"/>
          </a:xfrm>
          <a:prstGeom prst="rect">
            <a:avLst/>
          </a:prstGeom>
          <a:noFill/>
        </p:spPr>
      </p:pic>
    </p:spTree>
  </p:cSld>
  <p:clrMapOvr>
    <a:masterClrMapping/>
  </p:clrMapOvr>
  <p:transition spd="med"/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5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1219200"/>
            <a:ext cx="7772400" cy="2438400"/>
          </a:xfrm>
        </p:spPr>
        <p:txBody>
          <a:bodyPr/>
          <a:lstStyle/>
          <a:p>
            <a:pPr lvl="1" algn="ctr">
              <a:lnSpc>
                <a:spcPct val="90000"/>
              </a:lnSpc>
              <a:spcAft>
                <a:spcPct val="50000"/>
              </a:spcAft>
            </a:pPr>
            <a:r>
              <a:rPr lang="en-US" sz="3200" dirty="0" err="1" smtClean="0"/>
              <a:t>Amin’ny</a:t>
            </a:r>
            <a:r>
              <a:rPr lang="en-US" sz="3200" dirty="0" smtClean="0"/>
              <a:t> </a:t>
            </a:r>
            <a:r>
              <a:rPr lang="en-US" sz="3200" dirty="0" err="1" smtClean="0"/>
              <a:t>fomba</a:t>
            </a:r>
            <a:r>
              <a:rPr lang="en-US" sz="3200" dirty="0" smtClean="0"/>
              <a:t> </a:t>
            </a:r>
            <a:r>
              <a:rPr lang="en-US" sz="3200" dirty="0" err="1" smtClean="0"/>
              <a:t>ahoana</a:t>
            </a:r>
            <a:r>
              <a:rPr lang="en-US" sz="3200" dirty="0" smtClean="0"/>
              <a:t> no </a:t>
            </a:r>
            <a:r>
              <a:rPr lang="en-US" sz="3200" dirty="0" err="1" smtClean="0"/>
              <a:t>ahafahantsika</a:t>
            </a:r>
            <a:r>
              <a:rPr lang="en-US" sz="3200" dirty="0" smtClean="0"/>
              <a:t> </a:t>
            </a:r>
            <a:r>
              <a:rPr lang="en-US" sz="3200" dirty="0" err="1" smtClean="0"/>
              <a:t>manampy</a:t>
            </a:r>
            <a:r>
              <a:rPr lang="en-US" sz="3200" dirty="0" smtClean="0"/>
              <a:t> </a:t>
            </a:r>
            <a:r>
              <a:rPr lang="en-US" sz="3200" dirty="0" err="1" smtClean="0"/>
              <a:t>ireo</a:t>
            </a:r>
            <a:r>
              <a:rPr lang="en-US" sz="3200" dirty="0" smtClean="0"/>
              <a:t> </a:t>
            </a:r>
            <a:r>
              <a:rPr lang="en-US" sz="3200" dirty="0" err="1" smtClean="0"/>
              <a:t>Mpisavalalana</a:t>
            </a:r>
            <a:r>
              <a:rPr lang="en-US" sz="3200" dirty="0" smtClean="0"/>
              <a:t> </a:t>
            </a:r>
            <a:r>
              <a:rPr lang="en-US" sz="3200" dirty="0" err="1" smtClean="0"/>
              <a:t>hianatra</a:t>
            </a:r>
            <a:r>
              <a:rPr lang="en-US" sz="3200" dirty="0" smtClean="0"/>
              <a:t> </a:t>
            </a:r>
            <a:r>
              <a:rPr lang="en-US" sz="3200" dirty="0" err="1" smtClean="0"/>
              <a:t>ireo</a:t>
            </a:r>
            <a:r>
              <a:rPr lang="en-US" sz="3200" dirty="0" smtClean="0"/>
              <a:t> </a:t>
            </a:r>
            <a:r>
              <a:rPr lang="en-US" sz="3200" dirty="0" err="1" smtClean="0"/>
              <a:t>izay</a:t>
            </a:r>
            <a:r>
              <a:rPr lang="en-US" sz="3200" dirty="0" smtClean="0"/>
              <a:t> </a:t>
            </a:r>
            <a:r>
              <a:rPr lang="en-US" sz="3200" dirty="0" err="1" smtClean="0"/>
              <a:t>tokony</a:t>
            </a:r>
            <a:r>
              <a:rPr lang="en-US" sz="3200" dirty="0" smtClean="0"/>
              <a:t> ho </a:t>
            </a:r>
            <a:r>
              <a:rPr lang="en-US" sz="3200" dirty="0" err="1" smtClean="0"/>
              <a:t>fantany</a:t>
            </a:r>
            <a:r>
              <a:rPr lang="en-US" sz="3200" dirty="0" smtClean="0"/>
              <a:t>?</a:t>
            </a:r>
          </a:p>
          <a:p>
            <a:pPr lvl="1" algn="ctr">
              <a:lnSpc>
                <a:spcPct val="90000"/>
              </a:lnSpc>
              <a:spcAft>
                <a:spcPct val="50000"/>
              </a:spcAft>
            </a:pPr>
            <a:r>
              <a:rPr lang="en-US" sz="3200" dirty="0" smtClean="0"/>
              <a:t>AMIN’NY FOMBA AHOANA NO HANAOVANTSIKA AZY HO MAHAFINARITRA!!?</a:t>
            </a:r>
            <a:endParaRPr lang="en-US" sz="3200" dirty="0"/>
          </a:p>
        </p:txBody>
      </p:sp>
      <p:sp>
        <p:nvSpPr>
          <p:cNvPr id="198659" name="Rectangle 3"/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8001000" cy="1143000"/>
          </a:xfrm>
          <a:noFill/>
          <a:ln/>
        </p:spPr>
        <p:txBody>
          <a:bodyPr/>
          <a:lstStyle/>
          <a:p>
            <a:pPr algn="ctr"/>
            <a:r>
              <a:rPr lang="en-US" sz="4800" b="1" dirty="0" smtClean="0"/>
              <a:t>FISAKAIZANA</a:t>
            </a:r>
            <a:endParaRPr lang="en-US" sz="4800" b="1" dirty="0"/>
          </a:p>
        </p:txBody>
      </p:sp>
      <p:pic>
        <p:nvPicPr>
          <p:cNvPr id="198660" name="Picture 4" descr="peanut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90800" y="4779963"/>
            <a:ext cx="2590800" cy="1392237"/>
          </a:xfrm>
          <a:prstGeom prst="rect">
            <a:avLst/>
          </a:prstGeom>
          <a:noFill/>
        </p:spPr>
      </p:pic>
      <p:pic>
        <p:nvPicPr>
          <p:cNvPr id="198661" name="Picture 5" descr="img-Roni"/>
          <p:cNvPicPr>
            <a:picLocks noChangeAspect="1" noChangeArrowheads="1"/>
          </p:cNvPicPr>
          <p:nvPr/>
        </p:nvPicPr>
        <p:blipFill>
          <a:blip r:embed="rId3" cstate="print"/>
          <a:srcRect t="1959" b="6255"/>
          <a:stretch>
            <a:fillRect/>
          </a:stretch>
        </p:blipFill>
        <p:spPr bwMode="auto">
          <a:xfrm>
            <a:off x="5638800" y="4724400"/>
            <a:ext cx="2971800" cy="1600200"/>
          </a:xfrm>
          <a:prstGeom prst="rect">
            <a:avLst/>
          </a:prstGeom>
          <a:noFill/>
        </p:spPr>
      </p:pic>
    </p:spTree>
  </p:cSld>
  <p:clrMapOvr>
    <a:masterClrMapping/>
  </p:clrMapOvr>
  <p:transition spd="med"/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5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1752600"/>
            <a:ext cx="7772400" cy="2438400"/>
          </a:xfrm>
        </p:spPr>
        <p:txBody>
          <a:bodyPr/>
          <a:lstStyle/>
          <a:p>
            <a:pPr lvl="1" algn="ctr">
              <a:lnSpc>
                <a:spcPct val="90000"/>
              </a:lnSpc>
              <a:spcAft>
                <a:spcPct val="50000"/>
              </a:spcAft>
            </a:pPr>
            <a:r>
              <a:rPr lang="en-US" sz="3200" dirty="0" err="1" smtClean="0"/>
              <a:t>Amin’ny</a:t>
            </a:r>
            <a:r>
              <a:rPr lang="en-US" sz="3200" dirty="0" smtClean="0"/>
              <a:t> </a:t>
            </a:r>
            <a:r>
              <a:rPr lang="en-US" sz="3200" dirty="0" err="1" smtClean="0"/>
              <a:t>fomba</a:t>
            </a:r>
            <a:r>
              <a:rPr lang="en-US" sz="3200" dirty="0" smtClean="0"/>
              <a:t> </a:t>
            </a:r>
            <a:r>
              <a:rPr lang="en-US" sz="3200" dirty="0" err="1" smtClean="0"/>
              <a:t>ahoana</a:t>
            </a:r>
            <a:r>
              <a:rPr lang="en-US" sz="3200" dirty="0" smtClean="0"/>
              <a:t> no </a:t>
            </a:r>
            <a:r>
              <a:rPr lang="en-US" sz="3200" dirty="0" err="1" smtClean="0"/>
              <a:t>ahafahantsika</a:t>
            </a:r>
            <a:r>
              <a:rPr lang="en-US" sz="3200" dirty="0" smtClean="0"/>
              <a:t> </a:t>
            </a:r>
            <a:r>
              <a:rPr lang="en-US" sz="3200" dirty="0" err="1" smtClean="0"/>
              <a:t>manampy</a:t>
            </a:r>
            <a:r>
              <a:rPr lang="en-US" sz="3200" dirty="0" smtClean="0"/>
              <a:t> </a:t>
            </a:r>
            <a:r>
              <a:rPr lang="en-US" sz="3200" dirty="0" err="1" smtClean="0"/>
              <a:t>ireo</a:t>
            </a:r>
            <a:r>
              <a:rPr lang="en-US" sz="3200" dirty="0" smtClean="0"/>
              <a:t> </a:t>
            </a:r>
            <a:r>
              <a:rPr lang="en-US" sz="3200" dirty="0" err="1" smtClean="0"/>
              <a:t>Mpisavalalana</a:t>
            </a:r>
            <a:r>
              <a:rPr lang="en-US" sz="3200" dirty="0" smtClean="0"/>
              <a:t> </a:t>
            </a:r>
            <a:r>
              <a:rPr lang="en-US" sz="3200" dirty="0" err="1" smtClean="0"/>
              <a:t>hianatra</a:t>
            </a:r>
            <a:r>
              <a:rPr lang="en-US" sz="3200" dirty="0" smtClean="0"/>
              <a:t> </a:t>
            </a:r>
            <a:r>
              <a:rPr lang="en-US" sz="3200" dirty="0" err="1" smtClean="0"/>
              <a:t>ireo</a:t>
            </a:r>
            <a:r>
              <a:rPr lang="en-US" sz="3200" dirty="0" smtClean="0"/>
              <a:t> </a:t>
            </a:r>
            <a:r>
              <a:rPr lang="en-US" sz="3200" dirty="0" err="1" smtClean="0"/>
              <a:t>izay</a:t>
            </a:r>
            <a:r>
              <a:rPr lang="en-US" sz="3200" dirty="0" smtClean="0"/>
              <a:t> </a:t>
            </a:r>
            <a:r>
              <a:rPr lang="en-US" sz="3200" dirty="0" err="1" smtClean="0"/>
              <a:t>tokony</a:t>
            </a:r>
            <a:r>
              <a:rPr lang="en-US" sz="3200" dirty="0" smtClean="0"/>
              <a:t> ho </a:t>
            </a:r>
            <a:r>
              <a:rPr lang="en-US" sz="3200" dirty="0" err="1" smtClean="0"/>
              <a:t>fantany</a:t>
            </a:r>
            <a:r>
              <a:rPr lang="en-US" sz="3200" dirty="0" smtClean="0"/>
              <a:t>?</a:t>
            </a:r>
          </a:p>
          <a:p>
            <a:pPr lvl="1" algn="ctr">
              <a:lnSpc>
                <a:spcPct val="90000"/>
              </a:lnSpc>
              <a:spcAft>
                <a:spcPct val="50000"/>
              </a:spcAft>
            </a:pPr>
            <a:r>
              <a:rPr lang="en-US" sz="3200" dirty="0" smtClean="0"/>
              <a:t>AMIN’NY FOMBA AHOANA NO HANAOVANTSIKA AZY HO MAHAFINARITRA!!?</a:t>
            </a:r>
            <a:endParaRPr lang="en-US" sz="3200" dirty="0"/>
          </a:p>
        </p:txBody>
      </p:sp>
      <p:sp>
        <p:nvSpPr>
          <p:cNvPr id="198659" name="Rectangle 3"/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8001000" cy="1143000"/>
          </a:xfrm>
          <a:noFill/>
          <a:ln/>
        </p:spPr>
        <p:txBody>
          <a:bodyPr/>
          <a:lstStyle/>
          <a:p>
            <a:pPr algn="ctr"/>
            <a:r>
              <a:rPr lang="en-US" sz="4800" dirty="0" smtClean="0"/>
              <a:t>FANDAMINANA NY TANORA</a:t>
            </a:r>
            <a:endParaRPr lang="en-US" sz="4800" dirty="0"/>
          </a:p>
        </p:txBody>
      </p:sp>
    </p:spTree>
  </p:cSld>
  <p:clrMapOvr>
    <a:masterClrMapping/>
  </p:clrMapOvr>
  <p:transition spd="med"/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5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295400" y="2057400"/>
            <a:ext cx="7772400" cy="2438400"/>
          </a:xfrm>
        </p:spPr>
        <p:txBody>
          <a:bodyPr/>
          <a:lstStyle/>
          <a:p>
            <a:pPr lvl="1">
              <a:lnSpc>
                <a:spcPct val="90000"/>
              </a:lnSpc>
              <a:spcAft>
                <a:spcPct val="50000"/>
              </a:spcAft>
            </a:pPr>
            <a:r>
              <a:rPr lang="en-US" sz="3200" dirty="0" err="1" smtClean="0"/>
              <a:t>Amin’ny</a:t>
            </a:r>
            <a:r>
              <a:rPr lang="en-US" sz="3200" dirty="0" smtClean="0"/>
              <a:t> </a:t>
            </a:r>
            <a:r>
              <a:rPr lang="en-US" sz="3200" dirty="0" err="1" smtClean="0"/>
              <a:t>fomba</a:t>
            </a:r>
            <a:r>
              <a:rPr lang="en-US" sz="3200" dirty="0" smtClean="0"/>
              <a:t> </a:t>
            </a:r>
            <a:r>
              <a:rPr lang="en-US" sz="3200" dirty="0" err="1" smtClean="0"/>
              <a:t>ahoana</a:t>
            </a:r>
            <a:r>
              <a:rPr lang="en-US" sz="3200" dirty="0" smtClean="0"/>
              <a:t> no </a:t>
            </a:r>
            <a:r>
              <a:rPr lang="en-US" sz="3200" dirty="0" err="1" smtClean="0"/>
              <a:t>ahafahantsika</a:t>
            </a:r>
            <a:r>
              <a:rPr lang="en-US" sz="3200" dirty="0" smtClean="0"/>
              <a:t> </a:t>
            </a:r>
            <a:r>
              <a:rPr lang="en-US" sz="3200" dirty="0" err="1" smtClean="0"/>
              <a:t>manampy</a:t>
            </a:r>
            <a:r>
              <a:rPr lang="en-US" sz="3200" dirty="0" smtClean="0"/>
              <a:t> </a:t>
            </a:r>
            <a:r>
              <a:rPr lang="en-US" sz="3200" dirty="0" err="1" smtClean="0"/>
              <a:t>ireo</a:t>
            </a:r>
            <a:r>
              <a:rPr lang="en-US" sz="3200" dirty="0" smtClean="0"/>
              <a:t> </a:t>
            </a:r>
            <a:r>
              <a:rPr lang="en-US" sz="3200" dirty="0" err="1" smtClean="0"/>
              <a:t>Mpisavalalana</a:t>
            </a:r>
            <a:r>
              <a:rPr lang="en-US" sz="3200" dirty="0" smtClean="0"/>
              <a:t> </a:t>
            </a:r>
            <a:r>
              <a:rPr lang="en-US" sz="3200" dirty="0" err="1" smtClean="0"/>
              <a:t>hianatra</a:t>
            </a:r>
            <a:r>
              <a:rPr lang="en-US" sz="3200" dirty="0" smtClean="0"/>
              <a:t> </a:t>
            </a:r>
            <a:r>
              <a:rPr lang="en-US" sz="3200" dirty="0" err="1" smtClean="0"/>
              <a:t>ireo</a:t>
            </a:r>
            <a:r>
              <a:rPr lang="en-US" sz="3200" dirty="0" smtClean="0"/>
              <a:t> </a:t>
            </a:r>
            <a:r>
              <a:rPr lang="en-US" sz="3200" dirty="0" err="1" smtClean="0"/>
              <a:t>izay</a:t>
            </a:r>
            <a:r>
              <a:rPr lang="en-US" sz="3200" dirty="0" smtClean="0"/>
              <a:t> </a:t>
            </a:r>
            <a:r>
              <a:rPr lang="en-US" sz="3200" dirty="0" err="1" smtClean="0"/>
              <a:t>tokony</a:t>
            </a:r>
            <a:r>
              <a:rPr lang="en-US" sz="3200" dirty="0" smtClean="0"/>
              <a:t> ho </a:t>
            </a:r>
            <a:r>
              <a:rPr lang="en-US" sz="3200" dirty="0" err="1" smtClean="0"/>
              <a:t>fantany</a:t>
            </a:r>
            <a:r>
              <a:rPr lang="en-US" sz="3200" dirty="0" smtClean="0"/>
              <a:t>?</a:t>
            </a:r>
          </a:p>
          <a:p>
            <a:pPr lvl="1">
              <a:lnSpc>
                <a:spcPct val="90000"/>
              </a:lnSpc>
              <a:spcAft>
                <a:spcPct val="50000"/>
              </a:spcAft>
            </a:pPr>
            <a:r>
              <a:rPr lang="en-US" sz="3200" dirty="0" smtClean="0"/>
              <a:t>AMIN’NY FOMBA AHOANA NO HANAOVANTSIKA AZY HO MAHAFINARITRA!!?</a:t>
            </a:r>
            <a:endParaRPr lang="en-US" sz="3200" dirty="0"/>
          </a:p>
        </p:txBody>
      </p:sp>
      <p:sp>
        <p:nvSpPr>
          <p:cNvPr id="198659" name="Rectangle 3"/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8001000" cy="1143000"/>
          </a:xfrm>
          <a:noFill/>
          <a:ln/>
        </p:spPr>
        <p:txBody>
          <a:bodyPr/>
          <a:lstStyle/>
          <a:p>
            <a:pPr algn="ctr"/>
            <a:r>
              <a:rPr lang="en-US" sz="4800" dirty="0" smtClean="0"/>
              <a:t>FANDINIHANA ZAVABOARY</a:t>
            </a:r>
            <a:endParaRPr lang="en-US" sz="4800" dirty="0"/>
          </a:p>
        </p:txBody>
      </p:sp>
    </p:spTree>
  </p:cSld>
  <p:clrMapOvr>
    <a:masterClrMapping/>
  </p:clrMapOvr>
  <p:transition spd="med"/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5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295400" y="2057400"/>
            <a:ext cx="7772400" cy="2438400"/>
          </a:xfrm>
        </p:spPr>
        <p:txBody>
          <a:bodyPr/>
          <a:lstStyle/>
          <a:p>
            <a:pPr lvl="1">
              <a:lnSpc>
                <a:spcPct val="90000"/>
              </a:lnSpc>
              <a:spcAft>
                <a:spcPct val="50000"/>
              </a:spcAft>
            </a:pPr>
            <a:r>
              <a:rPr lang="en-US" sz="3200" dirty="0" err="1" smtClean="0"/>
              <a:t>Amin’ny</a:t>
            </a:r>
            <a:r>
              <a:rPr lang="en-US" sz="3200" dirty="0" smtClean="0"/>
              <a:t> </a:t>
            </a:r>
            <a:r>
              <a:rPr lang="en-US" sz="3200" dirty="0" err="1" smtClean="0"/>
              <a:t>fomba</a:t>
            </a:r>
            <a:r>
              <a:rPr lang="en-US" sz="3200" dirty="0" smtClean="0"/>
              <a:t> </a:t>
            </a:r>
            <a:r>
              <a:rPr lang="en-US" sz="3200" dirty="0" err="1" smtClean="0"/>
              <a:t>ahoana</a:t>
            </a:r>
            <a:r>
              <a:rPr lang="en-US" sz="3200" dirty="0" smtClean="0"/>
              <a:t> no </a:t>
            </a:r>
            <a:r>
              <a:rPr lang="en-US" sz="3200" dirty="0" err="1" smtClean="0"/>
              <a:t>ahafahantsika</a:t>
            </a:r>
            <a:r>
              <a:rPr lang="en-US" sz="3200" dirty="0" smtClean="0"/>
              <a:t> </a:t>
            </a:r>
            <a:r>
              <a:rPr lang="en-US" sz="3200" dirty="0" err="1" smtClean="0"/>
              <a:t>manampy</a:t>
            </a:r>
            <a:r>
              <a:rPr lang="en-US" sz="3200" dirty="0" smtClean="0"/>
              <a:t> </a:t>
            </a:r>
            <a:r>
              <a:rPr lang="en-US" sz="3200" dirty="0" err="1" smtClean="0"/>
              <a:t>ireo</a:t>
            </a:r>
            <a:r>
              <a:rPr lang="en-US" sz="3200" dirty="0" smtClean="0"/>
              <a:t> </a:t>
            </a:r>
            <a:r>
              <a:rPr lang="en-US" sz="3200" dirty="0" err="1" smtClean="0"/>
              <a:t>Mpisavalalana</a:t>
            </a:r>
            <a:r>
              <a:rPr lang="en-US" sz="3200" dirty="0" smtClean="0"/>
              <a:t> </a:t>
            </a:r>
            <a:r>
              <a:rPr lang="en-US" sz="3200" dirty="0" err="1" smtClean="0"/>
              <a:t>hianatra</a:t>
            </a:r>
            <a:r>
              <a:rPr lang="en-US" sz="3200" dirty="0" smtClean="0"/>
              <a:t> </a:t>
            </a:r>
            <a:r>
              <a:rPr lang="en-US" sz="3200" dirty="0" err="1" smtClean="0"/>
              <a:t>ireo</a:t>
            </a:r>
            <a:r>
              <a:rPr lang="en-US" sz="3200" dirty="0" smtClean="0"/>
              <a:t> </a:t>
            </a:r>
            <a:r>
              <a:rPr lang="en-US" sz="3200" dirty="0" err="1" smtClean="0"/>
              <a:t>izay</a:t>
            </a:r>
            <a:r>
              <a:rPr lang="en-US" sz="3200" dirty="0" smtClean="0"/>
              <a:t> </a:t>
            </a:r>
            <a:r>
              <a:rPr lang="en-US" sz="3200" dirty="0" err="1" smtClean="0"/>
              <a:t>tokony</a:t>
            </a:r>
            <a:r>
              <a:rPr lang="en-US" sz="3200" dirty="0" smtClean="0"/>
              <a:t> ho </a:t>
            </a:r>
            <a:r>
              <a:rPr lang="en-US" sz="3200" dirty="0" err="1" smtClean="0"/>
              <a:t>fantany</a:t>
            </a:r>
            <a:r>
              <a:rPr lang="en-US" sz="3200" dirty="0" smtClean="0"/>
              <a:t>?</a:t>
            </a:r>
          </a:p>
          <a:p>
            <a:pPr lvl="1">
              <a:lnSpc>
                <a:spcPct val="90000"/>
              </a:lnSpc>
              <a:spcAft>
                <a:spcPct val="50000"/>
              </a:spcAft>
            </a:pPr>
            <a:r>
              <a:rPr lang="en-US" sz="3200" dirty="0" smtClean="0"/>
              <a:t>AMIN’NY FOMBA AHOANA NO HANAOVANTSIKA AZY HO MAHAFINARITRA!!?</a:t>
            </a:r>
            <a:endParaRPr lang="en-US" sz="3200" dirty="0"/>
          </a:p>
        </p:txBody>
      </p:sp>
      <p:sp>
        <p:nvSpPr>
          <p:cNvPr id="198659" name="Rectangle 3"/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8001000" cy="1143000"/>
          </a:xfrm>
          <a:noFill/>
          <a:ln/>
        </p:spPr>
        <p:txBody>
          <a:bodyPr/>
          <a:lstStyle/>
          <a:p>
            <a:pPr algn="ctr"/>
            <a:r>
              <a:rPr lang="en-US" sz="4800" dirty="0" smtClean="0"/>
              <a:t>FILASIANA</a:t>
            </a:r>
            <a:endParaRPr lang="en-US" sz="4800" dirty="0"/>
          </a:p>
        </p:txBody>
      </p:sp>
    </p:spTree>
  </p:cSld>
  <p:clrMapOvr>
    <a:masterClrMapping/>
  </p:clrMapOvr>
  <p:transition spd="med"/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8001000" cy="1143000"/>
          </a:xfrm>
        </p:spPr>
        <p:txBody>
          <a:bodyPr/>
          <a:lstStyle/>
          <a:p>
            <a:r>
              <a:rPr lang="en-US" dirty="0" smtClean="0"/>
              <a:t>ASA MANAVANANA</a:t>
            </a:r>
            <a:endParaRPr lang="en-US" dirty="0"/>
          </a:p>
        </p:txBody>
      </p:sp>
      <p:sp>
        <p:nvSpPr>
          <p:cNvPr id="1249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219200"/>
            <a:ext cx="8077200" cy="3124200"/>
          </a:xfrm>
        </p:spPr>
        <p:txBody>
          <a:bodyPr/>
          <a:lstStyle/>
          <a:p>
            <a:r>
              <a:rPr lang="en-US" sz="3600" dirty="0" err="1" smtClean="0"/>
              <a:t>Tariho</a:t>
            </a:r>
            <a:r>
              <a:rPr lang="en-US" sz="3600" dirty="0" smtClean="0"/>
              <a:t> ho liana @ </a:t>
            </a:r>
            <a:r>
              <a:rPr lang="en-US" sz="3600" dirty="0" err="1" smtClean="0"/>
              <a:t>zavatra</a:t>
            </a:r>
            <a:r>
              <a:rPr lang="en-US" sz="3600" dirty="0" smtClean="0"/>
              <a:t> </a:t>
            </a:r>
            <a:r>
              <a:rPr lang="en-US" sz="3600" dirty="0" err="1" smtClean="0"/>
              <a:t>maro</a:t>
            </a:r>
            <a:r>
              <a:rPr lang="en-US" sz="3600" dirty="0" smtClean="0"/>
              <a:t> </a:t>
            </a:r>
            <a:r>
              <a:rPr lang="en-US" sz="3600" dirty="0" err="1" smtClean="0"/>
              <a:t>samihafa</a:t>
            </a:r>
            <a:r>
              <a:rPr lang="en-US" sz="3600" dirty="0" smtClean="0"/>
              <a:t> </a:t>
            </a:r>
            <a:r>
              <a:rPr lang="en-US" sz="3600" dirty="0" err="1" smtClean="0"/>
              <a:t>ny</a:t>
            </a:r>
            <a:r>
              <a:rPr lang="en-US" sz="3600" dirty="0" smtClean="0"/>
              <a:t> </a:t>
            </a:r>
            <a:r>
              <a:rPr lang="en-US" sz="3600" dirty="0" err="1" smtClean="0"/>
              <a:t>ankizy</a:t>
            </a:r>
            <a:endParaRPr lang="en-US" sz="3600" dirty="0"/>
          </a:p>
          <a:p>
            <a:pPr lvl="1"/>
            <a:r>
              <a:rPr lang="en-US" sz="3200" dirty="0"/>
              <a:t>Arts &amp; Crafts, Household Arts, Nature, Outdoor Industries, Outreach Ministries, Recreational, Vocational</a:t>
            </a:r>
          </a:p>
          <a:p>
            <a:pPr lvl="1"/>
            <a:r>
              <a:rPr lang="en-US" sz="3200" dirty="0" smtClean="0"/>
              <a:t>Ho </a:t>
            </a:r>
            <a:r>
              <a:rPr lang="en-US" sz="3200" dirty="0" err="1" smtClean="0"/>
              <a:t>Fialam-boly</a:t>
            </a:r>
            <a:r>
              <a:rPr lang="en-US" sz="3200" dirty="0" smtClean="0"/>
              <a:t> </a:t>
            </a:r>
            <a:r>
              <a:rPr lang="en-US" sz="3200" dirty="0" err="1" smtClean="0"/>
              <a:t>sy</a:t>
            </a:r>
            <a:r>
              <a:rPr lang="en-US" sz="3200" dirty="0" smtClean="0"/>
              <a:t>  ho </a:t>
            </a:r>
            <a:r>
              <a:rPr lang="en-US" sz="3200" dirty="0" err="1" smtClean="0"/>
              <a:t>asa</a:t>
            </a:r>
            <a:endParaRPr lang="en-US" sz="3200" dirty="0"/>
          </a:p>
        </p:txBody>
      </p:sp>
      <p:sp>
        <p:nvSpPr>
          <p:cNvPr id="124932" name="Rectangle 4"/>
          <p:cNvSpPr>
            <a:spLocks noChangeArrowheads="1"/>
          </p:cNvSpPr>
          <p:nvPr/>
        </p:nvSpPr>
        <p:spPr bwMode="auto">
          <a:xfrm>
            <a:off x="1981200" y="4648200"/>
            <a:ext cx="7086600" cy="15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accent1"/>
              </a:buClr>
              <a:buFontTx/>
              <a:buChar char="•"/>
            </a:pPr>
            <a:r>
              <a:rPr lang="en-US" sz="36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Mampita</a:t>
            </a:r>
            <a:r>
              <a:rPr lang="en-US" sz="36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36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fahalalana</a:t>
            </a:r>
            <a:r>
              <a:rPr lang="en-US" sz="36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36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sy</a:t>
            </a:r>
            <a:r>
              <a:rPr lang="en-US" sz="36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36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manao</a:t>
            </a:r>
            <a:r>
              <a:rPr lang="en-US" sz="36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36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fanandramana</a:t>
            </a:r>
            <a:endParaRPr lang="en-US" sz="3600" dirty="0">
              <a:effectLst>
                <a:outerShdw blurRad="38100" dist="38100" dir="2700000" algn="tl">
                  <a:srgbClr val="808080"/>
                </a:outerShdw>
              </a:effectLst>
              <a:latin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19697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49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249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249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249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4931" grpId="0" build="p" autoUpdateAnimBg="0"/>
      <p:bldP spid="124932" grpId="0" build="p" autoUpdateAnimBg="0"/>
    </p:bldLst>
  </p:timing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8001000" cy="1143000"/>
          </a:xfrm>
        </p:spPr>
        <p:txBody>
          <a:bodyPr/>
          <a:lstStyle/>
          <a:p>
            <a:pPr algn="ctr"/>
            <a:r>
              <a:rPr lang="en-US" dirty="0" smtClean="0"/>
              <a:t>ASA MANAVANANA</a:t>
            </a:r>
            <a:endParaRPr lang="en-US" dirty="0"/>
          </a:p>
        </p:txBody>
      </p:sp>
      <p:sp>
        <p:nvSpPr>
          <p:cNvPr id="134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76400"/>
            <a:ext cx="8077200" cy="3124200"/>
          </a:xfrm>
        </p:spPr>
        <p:txBody>
          <a:bodyPr/>
          <a:lstStyle/>
          <a:p>
            <a:r>
              <a:rPr lang="en-US" dirty="0" err="1" smtClean="0"/>
              <a:t>Aoka</a:t>
            </a:r>
            <a:r>
              <a:rPr lang="en-US" dirty="0" smtClean="0"/>
              <a:t> ho </a:t>
            </a:r>
            <a:r>
              <a:rPr lang="en-US" dirty="0" err="1" smtClean="0"/>
              <a:t>mahasoa</a:t>
            </a:r>
            <a:r>
              <a:rPr lang="en-US" dirty="0" smtClean="0"/>
              <a:t> </a:t>
            </a:r>
            <a:r>
              <a:rPr lang="en-US" dirty="0" err="1" smtClean="0"/>
              <a:t>sy</a:t>
            </a:r>
            <a:r>
              <a:rPr lang="en-US" dirty="0" smtClean="0"/>
              <a:t> </a:t>
            </a:r>
            <a:r>
              <a:rPr lang="en-US" dirty="0" err="1" smtClean="0"/>
              <a:t>mahafinaritra</a:t>
            </a:r>
            <a:endParaRPr lang="en-US" dirty="0"/>
          </a:p>
          <a:p>
            <a:r>
              <a:rPr lang="en-US" dirty="0" err="1" smtClean="0"/>
              <a:t>Asehoy</a:t>
            </a:r>
            <a:r>
              <a:rPr lang="en-US" dirty="0" smtClean="0"/>
              <a:t> </a:t>
            </a:r>
            <a:r>
              <a:rPr lang="en-US" dirty="0" err="1" smtClean="0"/>
              <a:t>ny</a:t>
            </a:r>
            <a:r>
              <a:rPr lang="en-US" dirty="0" smtClean="0"/>
              <a:t> </a:t>
            </a:r>
            <a:r>
              <a:rPr lang="en-US" dirty="0" err="1" smtClean="0"/>
              <a:t>valisoa</a:t>
            </a:r>
            <a:r>
              <a:rPr lang="en-US" dirty="0" smtClean="0"/>
              <a:t> </a:t>
            </a:r>
            <a:r>
              <a:rPr lang="en-US" dirty="0" err="1" smtClean="0"/>
              <a:t>azo</a:t>
            </a:r>
            <a:r>
              <a:rPr lang="en-US" dirty="0" smtClean="0"/>
              <a:t> </a:t>
            </a:r>
            <a:r>
              <a:rPr lang="en-US" dirty="0" err="1" smtClean="0"/>
              <a:t>tsapain-tanana</a:t>
            </a:r>
            <a:r>
              <a:rPr lang="en-US" dirty="0" smtClean="0"/>
              <a:t> @ </a:t>
            </a:r>
            <a:r>
              <a:rPr lang="en-US" dirty="0" err="1" smtClean="0"/>
              <a:t>fianarana</a:t>
            </a:r>
            <a:r>
              <a:rPr lang="en-US" dirty="0" smtClean="0"/>
              <a:t> AM</a:t>
            </a:r>
          </a:p>
          <a:p>
            <a:r>
              <a:rPr lang="en-US" dirty="0" err="1" smtClean="0"/>
              <a:t>Tokony</a:t>
            </a:r>
            <a:r>
              <a:rPr lang="en-US" dirty="0" smtClean="0"/>
              <a:t> </a:t>
            </a:r>
            <a:r>
              <a:rPr lang="en-US" dirty="0" err="1" smtClean="0"/>
              <a:t>atao</a:t>
            </a:r>
            <a:r>
              <a:rPr lang="en-US" dirty="0" smtClean="0"/>
              <a:t> </a:t>
            </a:r>
            <a:r>
              <a:rPr lang="en-US" dirty="0" err="1" smtClean="0"/>
              <a:t>amim-pahitsiana</a:t>
            </a:r>
            <a:r>
              <a:rPr lang="en-US" dirty="0" smtClean="0"/>
              <a:t>, </a:t>
            </a:r>
            <a:r>
              <a:rPr lang="en-US" dirty="0" err="1" smtClean="0"/>
              <a:t>amim-paharisihana</a:t>
            </a:r>
            <a:r>
              <a:rPr lang="en-US" dirty="0" smtClean="0"/>
              <a:t> </a:t>
            </a:r>
            <a:r>
              <a:rPr lang="en-US" dirty="0" err="1" smtClean="0"/>
              <a:t>fa</a:t>
            </a:r>
            <a:r>
              <a:rPr lang="en-US" dirty="0" smtClean="0"/>
              <a:t> </a:t>
            </a:r>
            <a:r>
              <a:rPr lang="en-US" dirty="0" err="1" smtClean="0"/>
              <a:t>tsy</a:t>
            </a:r>
            <a:r>
              <a:rPr lang="en-US" dirty="0" smtClean="0"/>
              <a:t> </a:t>
            </a:r>
            <a:r>
              <a:rPr lang="en-US" dirty="0" err="1" smtClean="0"/>
              <a:t>devoara</a:t>
            </a:r>
            <a:endParaRPr lang="en-US" dirty="0"/>
          </a:p>
        </p:txBody>
      </p:sp>
      <p:pic>
        <p:nvPicPr>
          <p:cNvPr id="134149" name="Picture 5" descr="honorshandbook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70700" y="4419600"/>
            <a:ext cx="1587500" cy="1993900"/>
          </a:xfrm>
          <a:prstGeom prst="rect">
            <a:avLst/>
          </a:prstGeom>
          <a:noFill/>
        </p:spPr>
      </p:pic>
      <p:sp>
        <p:nvSpPr>
          <p:cNvPr id="134150" name="Rectangle 6"/>
          <p:cNvSpPr>
            <a:spLocks noChangeArrowheads="1"/>
          </p:cNvSpPr>
          <p:nvPr/>
        </p:nvSpPr>
        <p:spPr bwMode="auto">
          <a:xfrm>
            <a:off x="2286000" y="4648200"/>
            <a:ext cx="4419600" cy="182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accent1"/>
              </a:buClr>
              <a:buFontTx/>
              <a:buChar char="•"/>
            </a:pPr>
            <a:r>
              <a:rPr lang="en-US" sz="3600" i="1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lIaina</a:t>
            </a:r>
            <a:r>
              <a:rPr lang="en-US" sz="3600" i="1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3600" i="1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ve</a:t>
            </a:r>
            <a:r>
              <a:rPr lang="en-US" sz="3600" i="1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3600" i="1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ny</a:t>
            </a:r>
            <a:r>
              <a:rPr lang="en-US" sz="3600" i="1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3600" i="1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fitsapam-pahaizana</a:t>
            </a:r>
            <a:r>
              <a:rPr lang="en-US" sz="36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?</a:t>
            </a:r>
            <a:endParaRPr lang="en-US" sz="3600" dirty="0">
              <a:effectLst>
                <a:outerShdw blurRad="38100" dist="38100" dir="2700000" algn="tl">
                  <a:srgbClr val="808080"/>
                </a:outerShdw>
              </a:effectLst>
              <a:latin typeface="Tahoma" pitchFamily="34" charset="0"/>
            </a:endParaRPr>
          </a:p>
          <a:p>
            <a:pPr marL="342900" indent="-342900">
              <a:spcBef>
                <a:spcPct val="20000"/>
              </a:spcBef>
              <a:buClr>
                <a:schemeClr val="accent1"/>
              </a:buClr>
              <a:buFontTx/>
              <a:buChar char="•"/>
            </a:pPr>
            <a:endParaRPr lang="en-US" sz="3600" dirty="0">
              <a:effectLst>
                <a:outerShdw blurRad="38100" dist="38100" dir="2700000" algn="tl">
                  <a:srgbClr val="808080"/>
                </a:outerShdw>
              </a:effectLst>
              <a:latin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869588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34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34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34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341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4147" grpId="0" build="p" autoUpdateAnimBg="0"/>
      <p:bldP spid="134150" grpId="0" build="p" autoUpdateAnimBg="0"/>
    </p:bldLst>
  </p:timing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idx="4294967295"/>
          </p:nvPr>
        </p:nvSpPr>
        <p:spPr>
          <a:xfrm>
            <a:off x="529936" y="1272887"/>
            <a:ext cx="7471064" cy="990600"/>
          </a:xfrm>
        </p:spPr>
        <p:txBody>
          <a:bodyPr>
            <a:noAutofit/>
          </a:bodyPr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FIZARANA #</a:t>
            </a:r>
            <a:r>
              <a:rPr lang="en-US" b="1" dirty="0" smtClean="0">
                <a:solidFill>
                  <a:schemeClr val="tx1"/>
                </a:solidFill>
              </a:rPr>
              <a:t>7</a:t>
            </a:r>
            <a:br>
              <a:rPr lang="en-US" b="1" dirty="0" smtClean="0">
                <a:solidFill>
                  <a:schemeClr val="tx1"/>
                </a:solidFill>
              </a:rPr>
            </a:br>
            <a:r>
              <a:rPr lang="en-US" b="1" dirty="0">
                <a:solidFill>
                  <a:schemeClr val="tx1"/>
                </a:solidFill>
              </a:rPr>
              <a:t/>
            </a:r>
            <a:br>
              <a:rPr lang="en-US" b="1" dirty="0">
                <a:solidFill>
                  <a:schemeClr val="tx1"/>
                </a:solidFill>
              </a:rPr>
            </a:br>
            <a:r>
              <a:rPr lang="en-US" b="1" dirty="0" smtClean="0">
                <a:solidFill>
                  <a:schemeClr val="tx1"/>
                </a:solidFill>
              </a:rPr>
              <a:t> </a:t>
            </a:r>
            <a:br>
              <a:rPr lang="en-US" b="1" dirty="0" smtClean="0">
                <a:solidFill>
                  <a:schemeClr val="tx1"/>
                </a:solidFill>
              </a:rPr>
            </a:br>
            <a:r>
              <a:rPr lang="en-US" b="1" dirty="0" smtClean="0">
                <a:solidFill>
                  <a:schemeClr val="tx1"/>
                </a:solidFill>
              </a:rPr>
              <a:t>FILASIANA </a:t>
            </a:r>
            <a:r>
              <a:rPr lang="en-US" b="1" dirty="0">
                <a:solidFill>
                  <a:schemeClr val="tx1"/>
                </a:solidFill>
              </a:rPr>
              <a:t>SY FANABEAZANA EO ANIVON’NY NATIORA (120mn)</a:t>
            </a:r>
            <a:r>
              <a:rPr lang="fr-FR" b="1" dirty="0">
                <a:solidFill>
                  <a:schemeClr val="tx1"/>
                </a:solidFill>
              </a:rPr>
              <a:t/>
            </a:r>
            <a:br>
              <a:rPr lang="fr-FR" b="1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 </a:t>
            </a:r>
            <a:r>
              <a:rPr lang="fr-FR" dirty="0">
                <a:solidFill>
                  <a:schemeClr val="tx1"/>
                </a:solidFill>
              </a:rPr>
              <a:t/>
            </a:r>
            <a:br>
              <a:rPr lang="fr-FR" dirty="0">
                <a:solidFill>
                  <a:schemeClr val="tx1"/>
                </a:solidFill>
              </a:rPr>
            </a:br>
            <a:endParaRPr lang="fr-FR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4298422"/>
      </p:ext>
    </p:extLst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295400" y="1295400"/>
            <a:ext cx="6878782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300" b="1" dirty="0"/>
              <a:t>ZAVA-KENDRENA</a:t>
            </a:r>
            <a:r>
              <a:rPr lang="fr-FR" sz="3300" dirty="0"/>
              <a:t/>
            </a:r>
            <a:br>
              <a:rPr lang="fr-FR" sz="3300" dirty="0"/>
            </a:br>
            <a:r>
              <a:rPr lang="en-US" sz="3300" dirty="0" err="1"/>
              <a:t>Hampivelatra</a:t>
            </a:r>
            <a:r>
              <a:rPr lang="en-US" sz="3300" dirty="0"/>
              <a:t> </a:t>
            </a:r>
            <a:r>
              <a:rPr lang="en-US" sz="3300" dirty="0" err="1"/>
              <a:t>ireo</a:t>
            </a:r>
            <a:r>
              <a:rPr lang="en-US" sz="3300" dirty="0"/>
              <a:t> </a:t>
            </a:r>
            <a:r>
              <a:rPr lang="en-US" sz="3300" dirty="0" err="1"/>
              <a:t>fahaiza-manao</a:t>
            </a:r>
            <a:r>
              <a:rPr lang="en-US" sz="3300" dirty="0"/>
              <a:t> </a:t>
            </a:r>
            <a:r>
              <a:rPr lang="en-US" sz="3300" dirty="0" err="1"/>
              <a:t>fototra</a:t>
            </a:r>
            <a:r>
              <a:rPr lang="en-US" sz="3300" dirty="0"/>
              <a:t> </a:t>
            </a:r>
            <a:r>
              <a:rPr lang="en-US" sz="3300" dirty="0" err="1"/>
              <a:t>amin’ny</a:t>
            </a:r>
            <a:r>
              <a:rPr lang="en-US" sz="3300" dirty="0"/>
              <a:t> </a:t>
            </a:r>
            <a:r>
              <a:rPr lang="en-US" sz="3300" dirty="0" err="1"/>
              <a:t>filasiana</a:t>
            </a:r>
            <a:r>
              <a:rPr lang="en-US" sz="3300" dirty="0"/>
              <a:t> </a:t>
            </a:r>
            <a:r>
              <a:rPr lang="en-US" sz="3300" dirty="0" err="1"/>
              <a:t>sy</a:t>
            </a:r>
            <a:r>
              <a:rPr lang="en-US" sz="3300" dirty="0"/>
              <a:t> </a:t>
            </a:r>
            <a:r>
              <a:rPr lang="en-US" sz="3300" dirty="0" err="1"/>
              <a:t>ireo</a:t>
            </a:r>
            <a:r>
              <a:rPr lang="en-US" sz="3300" dirty="0"/>
              <a:t> </a:t>
            </a:r>
            <a:r>
              <a:rPr lang="en-US" sz="3300" dirty="0" err="1"/>
              <a:t>fahaiza-mitarika</a:t>
            </a:r>
            <a:r>
              <a:rPr lang="en-US" sz="3300" dirty="0"/>
              <a:t> </a:t>
            </a:r>
            <a:r>
              <a:rPr lang="en-US" sz="3300" dirty="0" err="1"/>
              <a:t>ilaina</a:t>
            </a:r>
            <a:r>
              <a:rPr lang="en-US" sz="3300" dirty="0"/>
              <a:t> </a:t>
            </a:r>
            <a:r>
              <a:rPr lang="en-US" sz="3300" dirty="0" err="1"/>
              <a:t>eny</a:t>
            </a:r>
            <a:r>
              <a:rPr lang="en-US" sz="3300" dirty="0"/>
              <a:t> </a:t>
            </a:r>
            <a:r>
              <a:rPr lang="en-US" sz="3300" dirty="0" err="1"/>
              <a:t>anivon’ny</a:t>
            </a:r>
            <a:r>
              <a:rPr lang="en-US" sz="3300" dirty="0"/>
              <a:t> </a:t>
            </a:r>
            <a:r>
              <a:rPr lang="en-US" sz="3300" dirty="0" err="1"/>
              <a:t>natiora</a:t>
            </a:r>
            <a:r>
              <a:rPr lang="en-US" sz="3300" dirty="0"/>
              <a:t>. </a:t>
            </a:r>
            <a:r>
              <a:rPr lang="fr-FR" sz="3300" dirty="0"/>
              <a:t/>
            </a:r>
            <a:br>
              <a:rPr lang="fr-FR" sz="3300" dirty="0"/>
            </a:br>
            <a:endParaRPr lang="fr-FR" sz="3300" dirty="0"/>
          </a:p>
        </p:txBody>
      </p:sp>
    </p:spTree>
    <p:extLst>
      <p:ext uri="{BB962C8B-B14F-4D97-AF65-F5344CB8AC3E}">
        <p14:creationId xmlns:p14="http://schemas.microsoft.com/office/powerpoint/2010/main" val="1172480515"/>
      </p:ext>
    </p:extLst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4294967295"/>
          </p:nvPr>
        </p:nvSpPr>
        <p:spPr>
          <a:xfrm>
            <a:off x="1752600" y="685800"/>
            <a:ext cx="6677025" cy="290988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700" b="1" dirty="0"/>
              <a:t>FANAZAVANA</a:t>
            </a:r>
            <a:endParaRPr lang="fr-FR" sz="2700" dirty="0"/>
          </a:p>
          <a:p>
            <a:pPr marL="0" indent="0">
              <a:buNone/>
            </a:pPr>
            <a:r>
              <a:rPr lang="en-US" sz="2700" dirty="0" err="1"/>
              <a:t>Takiana</a:t>
            </a:r>
            <a:r>
              <a:rPr lang="en-US" sz="2700" dirty="0"/>
              <a:t> </a:t>
            </a:r>
            <a:r>
              <a:rPr lang="en-US" sz="2700" dirty="0" err="1"/>
              <a:t>amin’ny</a:t>
            </a:r>
            <a:r>
              <a:rPr lang="en-US" sz="2700" dirty="0"/>
              <a:t> </a:t>
            </a:r>
            <a:r>
              <a:rPr lang="en-US" sz="2700" dirty="0" err="1"/>
              <a:t>mpandray</a:t>
            </a:r>
            <a:r>
              <a:rPr lang="en-US" sz="2700" dirty="0"/>
              <a:t> </a:t>
            </a:r>
            <a:r>
              <a:rPr lang="en-US" sz="2700" dirty="0" err="1"/>
              <a:t>anjara</a:t>
            </a:r>
            <a:r>
              <a:rPr lang="en-US" sz="2700" dirty="0"/>
              <a:t> </a:t>
            </a:r>
            <a:r>
              <a:rPr lang="en-US" sz="2700" dirty="0" err="1"/>
              <a:t>ny</a:t>
            </a:r>
            <a:r>
              <a:rPr lang="en-US" sz="2700" dirty="0"/>
              <a:t> </a:t>
            </a:r>
            <a:r>
              <a:rPr lang="en-US" sz="2700" dirty="0" err="1"/>
              <a:t>hampianatra</a:t>
            </a:r>
            <a:r>
              <a:rPr lang="en-US" sz="2700" dirty="0"/>
              <a:t> </a:t>
            </a:r>
            <a:r>
              <a:rPr lang="en-US" sz="2700" dirty="0" err="1"/>
              <a:t>ireto</a:t>
            </a:r>
            <a:r>
              <a:rPr lang="en-US" sz="2700" dirty="0"/>
              <a:t> </a:t>
            </a:r>
            <a:r>
              <a:rPr lang="en-US" sz="2700" dirty="0" err="1"/>
              <a:t>zavatra</a:t>
            </a:r>
            <a:r>
              <a:rPr lang="en-US" sz="2700" dirty="0"/>
              <a:t> </a:t>
            </a:r>
            <a:r>
              <a:rPr lang="en-US" sz="2700" dirty="0" err="1"/>
              <a:t>manaraka</a:t>
            </a:r>
            <a:r>
              <a:rPr lang="en-US" sz="2700" dirty="0"/>
              <a:t> </a:t>
            </a:r>
            <a:r>
              <a:rPr lang="en-US" sz="2700" dirty="0" err="1"/>
              <a:t>ireto</a:t>
            </a:r>
            <a:r>
              <a:rPr lang="en-US" sz="2700" dirty="0"/>
              <a:t>:</a:t>
            </a:r>
            <a:endParaRPr lang="fr-FR" sz="2700" dirty="0"/>
          </a:p>
          <a:p>
            <a:pPr marL="0" indent="0">
              <a:buNone/>
            </a:pPr>
            <a:r>
              <a:rPr lang="en-US" sz="2700" dirty="0" smtClean="0"/>
              <a:t>1-Filozofian’ny </a:t>
            </a:r>
            <a:r>
              <a:rPr lang="en-US" sz="2700" dirty="0" err="1"/>
              <a:t>filasiana</a:t>
            </a:r>
            <a:r>
              <a:rPr lang="en-US" sz="2700" dirty="0"/>
              <a:t> ………….. (20mn)</a:t>
            </a:r>
            <a:endParaRPr lang="fr-FR" sz="2700" dirty="0"/>
          </a:p>
          <a:p>
            <a:pPr lvl="1"/>
            <a:r>
              <a:rPr lang="en-US" sz="2700" dirty="0" err="1"/>
              <a:t>Fialamboly</a:t>
            </a:r>
            <a:r>
              <a:rPr lang="en-US" sz="2700" dirty="0"/>
              <a:t> </a:t>
            </a:r>
            <a:r>
              <a:rPr lang="en-US" sz="2700" dirty="0" err="1"/>
              <a:t>eny</a:t>
            </a:r>
            <a:r>
              <a:rPr lang="en-US" sz="2700" dirty="0"/>
              <a:t> an-</a:t>
            </a:r>
            <a:r>
              <a:rPr lang="en-US" sz="2700" dirty="0" err="1"/>
              <a:t>kalamanjana</a:t>
            </a:r>
            <a:endParaRPr lang="fr-FR" sz="2700" dirty="0"/>
          </a:p>
          <a:p>
            <a:pPr lvl="1"/>
            <a:r>
              <a:rPr lang="en-US" sz="2700" dirty="0" err="1"/>
              <a:t>Ireo</a:t>
            </a:r>
            <a:r>
              <a:rPr lang="en-US" sz="2700" dirty="0"/>
              <a:t> </a:t>
            </a:r>
            <a:r>
              <a:rPr lang="en-US" sz="2700" dirty="0" err="1"/>
              <a:t>tombontsoan’ny</a:t>
            </a:r>
            <a:r>
              <a:rPr lang="en-US" sz="2700" dirty="0"/>
              <a:t> </a:t>
            </a:r>
            <a:r>
              <a:rPr lang="en-US" sz="2700" dirty="0" err="1"/>
              <a:t>tsirairay</a:t>
            </a:r>
            <a:endParaRPr lang="fr-FR" sz="2700" dirty="0"/>
          </a:p>
          <a:p>
            <a:pPr lvl="1"/>
            <a:r>
              <a:rPr lang="en-US" sz="2700" dirty="0" err="1"/>
              <a:t>Ireo</a:t>
            </a:r>
            <a:r>
              <a:rPr lang="en-US" sz="2700" dirty="0"/>
              <a:t> </a:t>
            </a:r>
            <a:r>
              <a:rPr lang="en-US" sz="2700" dirty="0" err="1"/>
              <a:t>tombontsoa</a:t>
            </a:r>
            <a:r>
              <a:rPr lang="en-US" sz="2700" dirty="0"/>
              <a:t> </a:t>
            </a:r>
            <a:r>
              <a:rPr lang="en-US" sz="2700" dirty="0" err="1"/>
              <a:t>amin’ireo</a:t>
            </a:r>
            <a:r>
              <a:rPr lang="en-US" sz="2700" dirty="0"/>
              <a:t> </a:t>
            </a:r>
            <a:r>
              <a:rPr lang="en-US" sz="2700" dirty="0" err="1"/>
              <a:t>hetsika</a:t>
            </a:r>
            <a:r>
              <a:rPr lang="en-US" sz="2700" dirty="0"/>
              <a:t> </a:t>
            </a:r>
            <a:r>
              <a:rPr lang="en-US" sz="2700" dirty="0" err="1"/>
              <a:t>ao</a:t>
            </a:r>
            <a:r>
              <a:rPr lang="en-US" sz="2700" dirty="0"/>
              <a:t> an-</a:t>
            </a:r>
            <a:r>
              <a:rPr lang="en-US" sz="2700" dirty="0" err="1"/>
              <a:t>dasy</a:t>
            </a:r>
            <a:endParaRPr lang="fr-FR" sz="2700" dirty="0"/>
          </a:p>
          <a:p>
            <a:pPr lvl="1"/>
            <a:r>
              <a:rPr lang="en-US" sz="2700" dirty="0" err="1"/>
              <a:t>Tombambidy</a:t>
            </a:r>
            <a:r>
              <a:rPr lang="en-US" sz="2700" dirty="0"/>
              <a:t> </a:t>
            </a:r>
            <a:r>
              <a:rPr lang="en-US" sz="2700" dirty="0" err="1"/>
              <a:t>ara-panahin’ny</a:t>
            </a:r>
            <a:r>
              <a:rPr lang="en-US" sz="2700" dirty="0"/>
              <a:t> </a:t>
            </a:r>
            <a:r>
              <a:rPr lang="en-US" sz="2700" dirty="0" err="1"/>
              <a:t>filasiana</a:t>
            </a:r>
            <a:endParaRPr lang="fr-FR" sz="2700" dirty="0"/>
          </a:p>
          <a:p>
            <a:endParaRPr lang="fr-FR" sz="2700" dirty="0"/>
          </a:p>
        </p:txBody>
      </p:sp>
    </p:spTree>
    <p:extLst>
      <p:ext uri="{BB962C8B-B14F-4D97-AF65-F5344CB8AC3E}">
        <p14:creationId xmlns:p14="http://schemas.microsoft.com/office/powerpoint/2010/main" val="605283798"/>
      </p:ext>
    </p:extLst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80555" y="1137806"/>
            <a:ext cx="8101445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3300" dirty="0" smtClean="0"/>
              <a:t>2-Fandaminana </a:t>
            </a:r>
            <a:r>
              <a:rPr lang="en-US" sz="3300" dirty="0" err="1"/>
              <a:t>fototra</a:t>
            </a:r>
            <a:r>
              <a:rPr lang="en-US" sz="3300" dirty="0"/>
              <a:t> </a:t>
            </a:r>
            <a:r>
              <a:rPr lang="en-US" sz="3300" dirty="0" err="1"/>
              <a:t>ny</a:t>
            </a:r>
            <a:r>
              <a:rPr lang="en-US" sz="3300" dirty="0"/>
              <a:t> </a:t>
            </a:r>
            <a:r>
              <a:rPr lang="en-US" sz="3300" dirty="0" err="1"/>
              <a:t>lasy</a:t>
            </a:r>
            <a:r>
              <a:rPr lang="en-US" sz="3300" dirty="0"/>
              <a:t> (30mn)</a:t>
            </a:r>
            <a:endParaRPr lang="fr-FR" sz="3300" dirty="0"/>
          </a:p>
          <a:p>
            <a:pPr marL="857250" lvl="1" indent="-514350">
              <a:buFont typeface="Arial" panose="020B0604020202020204" pitchFamily="34" charset="0"/>
              <a:buChar char="•"/>
            </a:pPr>
            <a:r>
              <a:rPr lang="en-US" sz="3300" dirty="0" err="1"/>
              <a:t>Fandaminana</a:t>
            </a:r>
            <a:r>
              <a:rPr lang="en-US" sz="3300" dirty="0"/>
              <a:t> </a:t>
            </a:r>
            <a:r>
              <a:rPr lang="en-US" sz="3300" dirty="0" err="1"/>
              <a:t>ny</a:t>
            </a:r>
            <a:r>
              <a:rPr lang="en-US" sz="3300" dirty="0"/>
              <a:t> </a:t>
            </a:r>
            <a:r>
              <a:rPr lang="en-US" sz="3300" dirty="0" err="1"/>
              <a:t>Klioba</a:t>
            </a:r>
            <a:endParaRPr lang="fr-FR" sz="3300" dirty="0"/>
          </a:p>
          <a:p>
            <a:pPr marL="857250" lvl="1" indent="-514350">
              <a:buFont typeface="Arial" panose="020B0604020202020204" pitchFamily="34" charset="0"/>
              <a:buChar char="•"/>
            </a:pPr>
            <a:r>
              <a:rPr lang="en-US" sz="3300" dirty="0" err="1"/>
              <a:t>Drafitry</a:t>
            </a:r>
            <a:r>
              <a:rPr lang="en-US" sz="3300" dirty="0"/>
              <a:t> </a:t>
            </a:r>
            <a:r>
              <a:rPr lang="en-US" sz="3300" dirty="0" err="1"/>
              <a:t>ny</a:t>
            </a:r>
            <a:r>
              <a:rPr lang="en-US" sz="3300" dirty="0"/>
              <a:t> </a:t>
            </a:r>
            <a:r>
              <a:rPr lang="en-US" sz="3300" dirty="0" err="1"/>
              <a:t>sokajy</a:t>
            </a:r>
            <a:r>
              <a:rPr lang="en-US" sz="3300" dirty="0"/>
              <a:t> </a:t>
            </a:r>
            <a:r>
              <a:rPr lang="en-US" sz="3300" dirty="0" err="1"/>
              <a:t>sy</a:t>
            </a:r>
            <a:r>
              <a:rPr lang="en-US" sz="3300" dirty="0"/>
              <a:t> </a:t>
            </a:r>
            <a:r>
              <a:rPr lang="en-US" sz="3300" dirty="0" err="1"/>
              <a:t>ny</a:t>
            </a:r>
            <a:r>
              <a:rPr lang="en-US" sz="3300" dirty="0"/>
              <a:t> </a:t>
            </a:r>
            <a:r>
              <a:rPr lang="en-US" sz="3300" dirty="0" err="1"/>
              <a:t>tsirairay</a:t>
            </a:r>
            <a:r>
              <a:rPr lang="en-US" sz="3300" dirty="0"/>
              <a:t> </a:t>
            </a:r>
          </a:p>
          <a:p>
            <a:pPr marL="857250" lvl="1" indent="-514350">
              <a:buFont typeface="Arial" panose="020B0604020202020204" pitchFamily="34" charset="0"/>
              <a:buChar char="•"/>
            </a:pPr>
            <a:r>
              <a:rPr lang="en-US" sz="3300" dirty="0" err="1"/>
              <a:t>Ny</a:t>
            </a:r>
            <a:r>
              <a:rPr lang="en-US" sz="3300" dirty="0"/>
              <a:t> </a:t>
            </a:r>
            <a:r>
              <a:rPr lang="en-US" sz="3300" dirty="0" err="1"/>
              <a:t>fitantanana</a:t>
            </a:r>
            <a:r>
              <a:rPr lang="en-US" sz="3300" dirty="0"/>
              <a:t> </a:t>
            </a:r>
            <a:r>
              <a:rPr lang="en-US" sz="3300" dirty="0" err="1"/>
              <a:t>tsara</a:t>
            </a:r>
            <a:r>
              <a:rPr lang="en-US" sz="3300" dirty="0"/>
              <a:t> </a:t>
            </a:r>
            <a:r>
              <a:rPr lang="en-US" sz="3300" dirty="0" err="1"/>
              <a:t>ny</a:t>
            </a:r>
            <a:r>
              <a:rPr lang="en-US" sz="3300" dirty="0"/>
              <a:t> </a:t>
            </a:r>
            <a:r>
              <a:rPr lang="en-US" sz="3300" dirty="0" err="1"/>
              <a:t>lasy</a:t>
            </a:r>
            <a:endParaRPr lang="fr-FR" sz="3300" dirty="0"/>
          </a:p>
          <a:p>
            <a:pPr marL="857250" lvl="1" indent="-514350">
              <a:buFont typeface="Arial" panose="020B0604020202020204" pitchFamily="34" charset="0"/>
              <a:buChar char="•"/>
            </a:pPr>
            <a:r>
              <a:rPr lang="en-US" sz="3300" dirty="0" err="1"/>
              <a:t>Ny</a:t>
            </a:r>
            <a:r>
              <a:rPr lang="en-US" sz="3300" dirty="0"/>
              <a:t> </a:t>
            </a:r>
            <a:r>
              <a:rPr lang="en-US" sz="3300" dirty="0" err="1"/>
              <a:t>mahakasika</a:t>
            </a:r>
            <a:r>
              <a:rPr lang="en-US" sz="3300" dirty="0"/>
              <a:t> </a:t>
            </a:r>
            <a:r>
              <a:rPr lang="en-US" sz="3300" dirty="0" err="1"/>
              <a:t>ny</a:t>
            </a:r>
            <a:r>
              <a:rPr lang="en-US" sz="3300" dirty="0"/>
              <a:t> </a:t>
            </a:r>
            <a:r>
              <a:rPr lang="en-US" sz="3600" dirty="0" err="1"/>
              <a:t>tontolo</a:t>
            </a:r>
            <a:r>
              <a:rPr lang="en-US" sz="3600" dirty="0"/>
              <a:t> </a:t>
            </a:r>
            <a:r>
              <a:rPr lang="en-US" sz="3600" dirty="0" err="1"/>
              <a:t>iainana</a:t>
            </a:r>
            <a:endParaRPr lang="fr-FR" sz="3600" dirty="0"/>
          </a:p>
        </p:txBody>
      </p:sp>
    </p:spTree>
    <p:extLst>
      <p:ext uri="{BB962C8B-B14F-4D97-AF65-F5344CB8AC3E}">
        <p14:creationId xmlns:p14="http://schemas.microsoft.com/office/powerpoint/2010/main" val="4016899095"/>
      </p:ext>
    </p:extLst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4294967295"/>
          </p:nvPr>
        </p:nvSpPr>
        <p:spPr>
          <a:xfrm>
            <a:off x="838200" y="381000"/>
            <a:ext cx="7772400" cy="2909888"/>
          </a:xfrm>
        </p:spPr>
        <p:txBody>
          <a:bodyPr>
            <a:noAutofit/>
          </a:bodyPr>
          <a:lstStyle/>
          <a:p>
            <a:pPr marL="0" lvl="0" indent="0">
              <a:buNone/>
            </a:pPr>
            <a:r>
              <a:rPr lang="en-US" sz="2800" dirty="0" smtClean="0"/>
              <a:t>3-Ireo </a:t>
            </a:r>
            <a:r>
              <a:rPr lang="en-US" sz="2800" dirty="0" err="1"/>
              <a:t>karazana</a:t>
            </a:r>
            <a:r>
              <a:rPr lang="en-US" sz="2800" dirty="0"/>
              <a:t> </a:t>
            </a:r>
            <a:r>
              <a:rPr lang="en-US" sz="2800" dirty="0" err="1"/>
              <a:t>lasy</a:t>
            </a:r>
            <a:r>
              <a:rPr lang="en-US" sz="2800" dirty="0"/>
              <a:t> </a:t>
            </a:r>
            <a:r>
              <a:rPr lang="en-US" sz="2800" dirty="0" smtClean="0"/>
              <a:t>……………………. </a:t>
            </a:r>
            <a:r>
              <a:rPr lang="en-US" sz="2800" dirty="0"/>
              <a:t>(20mn)</a:t>
            </a:r>
            <a:endParaRPr lang="fr-FR" sz="2800" dirty="0"/>
          </a:p>
          <a:p>
            <a:pPr lvl="1"/>
            <a:r>
              <a:rPr lang="en-US" dirty="0" err="1"/>
              <a:t>Lasy</a:t>
            </a:r>
            <a:r>
              <a:rPr lang="en-US" dirty="0"/>
              <a:t> </a:t>
            </a:r>
            <a:r>
              <a:rPr lang="en-US" dirty="0" err="1"/>
              <a:t>maharitra</a:t>
            </a:r>
            <a:endParaRPr lang="fr-FR" dirty="0"/>
          </a:p>
          <a:p>
            <a:pPr lvl="1"/>
            <a:r>
              <a:rPr lang="en-US" dirty="0" err="1"/>
              <a:t>Lasy</a:t>
            </a:r>
            <a:r>
              <a:rPr lang="en-US" dirty="0"/>
              <a:t> </a:t>
            </a:r>
            <a:r>
              <a:rPr lang="en-US" dirty="0" err="1"/>
              <a:t>mifindrafindra</a:t>
            </a:r>
            <a:endParaRPr lang="fr-FR" dirty="0"/>
          </a:p>
          <a:p>
            <a:pPr marL="0" lvl="0" indent="0">
              <a:buNone/>
            </a:pPr>
            <a:r>
              <a:rPr lang="en-US" sz="2800" dirty="0" smtClean="0"/>
              <a:t>4-Ireo </a:t>
            </a:r>
            <a:r>
              <a:rPr lang="en-US" sz="2800" dirty="0" err="1"/>
              <a:t>zavatra</a:t>
            </a:r>
            <a:r>
              <a:rPr lang="en-US" sz="2800" dirty="0"/>
              <a:t> </a:t>
            </a:r>
            <a:r>
              <a:rPr lang="en-US" sz="2800" dirty="0" err="1"/>
              <a:t>ilaina</a:t>
            </a:r>
            <a:r>
              <a:rPr lang="en-US" sz="2800" dirty="0"/>
              <a:t> </a:t>
            </a:r>
            <a:r>
              <a:rPr lang="en-US" sz="2800" dirty="0" err="1"/>
              <a:t>fototra</a:t>
            </a:r>
            <a:r>
              <a:rPr lang="en-US" sz="2800" dirty="0"/>
              <a:t> </a:t>
            </a:r>
            <a:r>
              <a:rPr lang="en-US" sz="2800" dirty="0" err="1"/>
              <a:t>amin’ny</a:t>
            </a:r>
            <a:r>
              <a:rPr lang="en-US" sz="2800" dirty="0"/>
              <a:t> </a:t>
            </a:r>
            <a:r>
              <a:rPr lang="en-US" sz="2800" dirty="0" err="1"/>
              <a:t>lasy</a:t>
            </a:r>
            <a:r>
              <a:rPr lang="en-US" sz="2800" dirty="0"/>
              <a:t> </a:t>
            </a:r>
            <a:r>
              <a:rPr lang="en-US" sz="2800" dirty="0" smtClean="0"/>
              <a:t>…(</a:t>
            </a:r>
            <a:r>
              <a:rPr lang="en-US" sz="2800" dirty="0"/>
              <a:t>30mn)</a:t>
            </a:r>
            <a:endParaRPr lang="fr-FR" sz="2800" dirty="0"/>
          </a:p>
          <a:p>
            <a:pPr lvl="2"/>
            <a:r>
              <a:rPr lang="en-US" dirty="0" err="1"/>
              <a:t>Ny</a:t>
            </a:r>
            <a:r>
              <a:rPr lang="en-US" dirty="0"/>
              <a:t> </a:t>
            </a:r>
            <a:r>
              <a:rPr lang="en-US" dirty="0" err="1"/>
              <a:t>fisafidianana</a:t>
            </a:r>
            <a:r>
              <a:rPr lang="en-US" dirty="0"/>
              <a:t> </a:t>
            </a:r>
            <a:r>
              <a:rPr lang="en-US" dirty="0" err="1"/>
              <a:t>ny</a:t>
            </a:r>
            <a:r>
              <a:rPr lang="en-US" dirty="0"/>
              <a:t> </a:t>
            </a:r>
            <a:r>
              <a:rPr lang="en-US" dirty="0" err="1"/>
              <a:t>toerana</a:t>
            </a:r>
            <a:endParaRPr lang="fr-FR" dirty="0"/>
          </a:p>
          <a:p>
            <a:pPr lvl="2"/>
            <a:r>
              <a:rPr lang="en-US" dirty="0" err="1"/>
              <a:t>Ny</a:t>
            </a:r>
            <a:r>
              <a:rPr lang="en-US" dirty="0"/>
              <a:t> </a:t>
            </a:r>
            <a:r>
              <a:rPr lang="en-US" dirty="0" err="1"/>
              <a:t>famatsiana</a:t>
            </a:r>
            <a:r>
              <a:rPr lang="en-US" dirty="0"/>
              <a:t> </a:t>
            </a:r>
            <a:r>
              <a:rPr lang="en-US" dirty="0" err="1"/>
              <a:t>rano</a:t>
            </a:r>
            <a:endParaRPr lang="fr-FR" dirty="0"/>
          </a:p>
          <a:p>
            <a:pPr lvl="2"/>
            <a:r>
              <a:rPr lang="en-US" dirty="0" err="1"/>
              <a:t>Kitay</a:t>
            </a:r>
            <a:endParaRPr lang="fr-FR" dirty="0"/>
          </a:p>
          <a:p>
            <a:pPr lvl="2"/>
            <a:r>
              <a:rPr lang="en-US" dirty="0" err="1"/>
              <a:t>Ara-pahasalamana</a:t>
            </a:r>
            <a:endParaRPr lang="fr-FR" dirty="0"/>
          </a:p>
          <a:p>
            <a:pPr lvl="2"/>
            <a:r>
              <a:rPr lang="en-US" dirty="0" err="1"/>
              <a:t>Ireo</a:t>
            </a:r>
            <a:r>
              <a:rPr lang="en-US" dirty="0"/>
              <a:t> </a:t>
            </a:r>
            <a:r>
              <a:rPr lang="en-US" dirty="0" err="1"/>
              <a:t>lasy</a:t>
            </a:r>
            <a:r>
              <a:rPr lang="en-US" dirty="0"/>
              <a:t> </a:t>
            </a:r>
            <a:r>
              <a:rPr lang="en-US" dirty="0" err="1"/>
              <a:t>sy</a:t>
            </a:r>
            <a:r>
              <a:rPr lang="en-US" dirty="0"/>
              <a:t> </a:t>
            </a:r>
            <a:r>
              <a:rPr lang="en-US" dirty="0" err="1"/>
              <a:t>toeram-pialofana</a:t>
            </a:r>
            <a:endParaRPr lang="fr-FR" dirty="0"/>
          </a:p>
          <a:p>
            <a:pPr lvl="2"/>
            <a:r>
              <a:rPr lang="en-US" dirty="0" err="1"/>
              <a:t>Fandrehetana</a:t>
            </a:r>
            <a:r>
              <a:rPr lang="en-US" dirty="0"/>
              <a:t> </a:t>
            </a:r>
            <a:r>
              <a:rPr lang="en-US" dirty="0" err="1"/>
              <a:t>afo</a:t>
            </a:r>
            <a:endParaRPr lang="fr-FR" dirty="0"/>
          </a:p>
          <a:p>
            <a:pPr lvl="2"/>
            <a:r>
              <a:rPr lang="en-US" dirty="0" err="1"/>
              <a:t>Ny</a:t>
            </a:r>
            <a:r>
              <a:rPr lang="en-US" dirty="0"/>
              <a:t> </a:t>
            </a:r>
            <a:r>
              <a:rPr lang="en-US" dirty="0" err="1"/>
              <a:t>toeram-pandrahoana</a:t>
            </a:r>
            <a:endParaRPr lang="fr-FR" dirty="0"/>
          </a:p>
          <a:p>
            <a:pPr marL="0" lvl="0" indent="0">
              <a:buNone/>
            </a:pPr>
            <a:r>
              <a:rPr lang="en-US" sz="2800" dirty="0" smtClean="0"/>
              <a:t>5-Fianarana </a:t>
            </a:r>
            <a:r>
              <a:rPr lang="en-US" sz="2800" dirty="0" err="1"/>
              <a:t>ny</a:t>
            </a:r>
            <a:r>
              <a:rPr lang="en-US" sz="2800" dirty="0"/>
              <a:t> </a:t>
            </a:r>
            <a:r>
              <a:rPr lang="en-US" sz="2800" dirty="0" err="1"/>
              <a:t>natiora</a:t>
            </a:r>
            <a:r>
              <a:rPr lang="en-US" sz="2800" dirty="0"/>
              <a:t> </a:t>
            </a:r>
            <a:r>
              <a:rPr lang="en-US" sz="2800" dirty="0" smtClean="0"/>
              <a:t>…………………… </a:t>
            </a:r>
            <a:r>
              <a:rPr lang="en-US" sz="2800" dirty="0"/>
              <a:t>(20mn)</a:t>
            </a:r>
            <a:endParaRPr lang="fr-FR" sz="2800" dirty="0"/>
          </a:p>
          <a:p>
            <a:endParaRPr lang="fr-FR" sz="2800" dirty="0"/>
          </a:p>
          <a:p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1130192316"/>
      </p:ext>
    </p:extLst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idx="4294967295"/>
          </p:nvPr>
        </p:nvSpPr>
        <p:spPr>
          <a:xfrm>
            <a:off x="1143000" y="1295400"/>
            <a:ext cx="6447235" cy="990600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FIZARANA #</a:t>
            </a:r>
            <a:r>
              <a:rPr lang="en-US" b="1" dirty="0" smtClean="0">
                <a:solidFill>
                  <a:schemeClr val="tx1"/>
                </a:solidFill>
              </a:rPr>
              <a:t>8</a:t>
            </a:r>
            <a:br>
              <a:rPr lang="en-US" b="1" dirty="0" smtClean="0">
                <a:solidFill>
                  <a:schemeClr val="tx1"/>
                </a:solidFill>
              </a:rPr>
            </a:br>
            <a:r>
              <a:rPr lang="en-US" b="1" dirty="0">
                <a:solidFill>
                  <a:schemeClr val="tx1"/>
                </a:solidFill>
              </a:rPr>
              <a:t/>
            </a:r>
            <a:br>
              <a:rPr lang="en-US" b="1" dirty="0">
                <a:solidFill>
                  <a:schemeClr val="tx1"/>
                </a:solidFill>
              </a:rPr>
            </a:br>
            <a:r>
              <a:rPr lang="en-US" b="1" dirty="0" smtClean="0">
                <a:solidFill>
                  <a:schemeClr val="tx1"/>
                </a:solidFill>
              </a:rPr>
              <a:t/>
            </a:r>
            <a:br>
              <a:rPr lang="en-US" b="1" dirty="0" smtClean="0">
                <a:solidFill>
                  <a:schemeClr val="tx1"/>
                </a:solidFill>
              </a:rPr>
            </a:br>
            <a:r>
              <a:rPr lang="en-US" b="1" dirty="0" smtClean="0">
                <a:solidFill>
                  <a:schemeClr val="tx1"/>
                </a:solidFill>
              </a:rPr>
              <a:t>IREO </a:t>
            </a:r>
            <a:r>
              <a:rPr lang="en-US" b="1" dirty="0">
                <a:solidFill>
                  <a:schemeClr val="tx1"/>
                </a:solidFill>
              </a:rPr>
              <a:t>FAMINDRANA SY LANONANA ISANKARAZANY (60mn)</a:t>
            </a:r>
            <a:r>
              <a:rPr lang="fr-FR" b="1" dirty="0">
                <a:solidFill>
                  <a:schemeClr val="tx1"/>
                </a:solidFill>
              </a:rPr>
              <a:t/>
            </a:r>
            <a:br>
              <a:rPr lang="fr-FR" b="1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 </a:t>
            </a:r>
            <a:r>
              <a:rPr lang="fr-FR" dirty="0">
                <a:solidFill>
                  <a:schemeClr val="tx1"/>
                </a:solidFill>
              </a:rPr>
              <a:t/>
            </a:r>
            <a:br>
              <a:rPr lang="fr-FR" dirty="0">
                <a:solidFill>
                  <a:schemeClr val="tx1"/>
                </a:solidFill>
              </a:rPr>
            </a:br>
            <a:endParaRPr lang="fr-FR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2006224"/>
      </p:ext>
    </p:extLst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524000" y="685800"/>
            <a:ext cx="68580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/>
              <a:t>ZAVA-KENDRENA</a:t>
            </a:r>
            <a:r>
              <a:rPr lang="fr-FR" sz="3200" dirty="0"/>
              <a:t/>
            </a:r>
            <a:br>
              <a:rPr lang="fr-FR" sz="3200" dirty="0"/>
            </a:br>
            <a:r>
              <a:rPr lang="en-US" sz="3200" dirty="0" err="1"/>
              <a:t>Hampivelatra</a:t>
            </a:r>
            <a:r>
              <a:rPr lang="en-US" sz="3200" dirty="0"/>
              <a:t> </a:t>
            </a:r>
            <a:r>
              <a:rPr lang="en-US" sz="3200" dirty="0" err="1"/>
              <a:t>ny</a:t>
            </a:r>
            <a:r>
              <a:rPr lang="en-US" sz="3200" dirty="0"/>
              <a:t> </a:t>
            </a:r>
            <a:r>
              <a:rPr lang="en-US" sz="3200" dirty="0" err="1"/>
              <a:t>fahatakarana</a:t>
            </a:r>
            <a:r>
              <a:rPr lang="en-US" sz="3200" dirty="0"/>
              <a:t> </a:t>
            </a:r>
            <a:r>
              <a:rPr lang="en-US" sz="3200" dirty="0" err="1"/>
              <a:t>ara-teoria</a:t>
            </a:r>
            <a:r>
              <a:rPr lang="en-US" sz="3200" dirty="0"/>
              <a:t> </a:t>
            </a:r>
            <a:r>
              <a:rPr lang="en-US" sz="3200" dirty="0" err="1"/>
              <a:t>sy</a:t>
            </a:r>
            <a:r>
              <a:rPr lang="en-US" sz="3200" dirty="0"/>
              <a:t> </a:t>
            </a:r>
            <a:r>
              <a:rPr lang="en-US" sz="3200" dirty="0" err="1"/>
              <a:t>pratika</a:t>
            </a:r>
            <a:r>
              <a:rPr lang="en-US" sz="3200" dirty="0"/>
              <a:t> </a:t>
            </a:r>
            <a:r>
              <a:rPr lang="en-US" sz="3200" dirty="0" err="1"/>
              <a:t>ireo</a:t>
            </a:r>
            <a:r>
              <a:rPr lang="en-US" sz="3200" dirty="0"/>
              <a:t> </a:t>
            </a:r>
            <a:r>
              <a:rPr lang="en-US" sz="3200" dirty="0" err="1"/>
              <a:t>tombontsoa</a:t>
            </a:r>
            <a:r>
              <a:rPr lang="en-US" sz="3200" dirty="0"/>
              <a:t> </a:t>
            </a:r>
            <a:r>
              <a:rPr lang="en-US" sz="3200" dirty="0" err="1"/>
              <a:t>mety</a:t>
            </a:r>
            <a:r>
              <a:rPr lang="en-US" sz="3200" dirty="0"/>
              <a:t> </a:t>
            </a:r>
            <a:r>
              <a:rPr lang="en-US" sz="3200" dirty="0" err="1"/>
              <a:t>hoazon’ny</a:t>
            </a:r>
            <a:r>
              <a:rPr lang="en-US" sz="3200" dirty="0"/>
              <a:t> </a:t>
            </a:r>
            <a:r>
              <a:rPr lang="en-US" sz="3200" dirty="0" err="1"/>
              <a:t>mpisavalalana</a:t>
            </a:r>
            <a:r>
              <a:rPr lang="en-US" sz="3200" dirty="0"/>
              <a:t> </a:t>
            </a:r>
            <a:r>
              <a:rPr lang="en-US" sz="3200" dirty="0" err="1"/>
              <a:t>amin’ireo</a:t>
            </a:r>
            <a:r>
              <a:rPr lang="en-US" sz="3200" dirty="0"/>
              <a:t> </a:t>
            </a:r>
            <a:r>
              <a:rPr lang="en-US" sz="3200" dirty="0" err="1"/>
              <a:t>famindrana</a:t>
            </a:r>
            <a:r>
              <a:rPr lang="en-US" sz="3200" dirty="0"/>
              <a:t> </a:t>
            </a:r>
            <a:r>
              <a:rPr lang="en-US" sz="3200" dirty="0" err="1"/>
              <a:t>sy</a:t>
            </a:r>
            <a:r>
              <a:rPr lang="en-US" sz="3200" dirty="0"/>
              <a:t> </a:t>
            </a:r>
            <a:r>
              <a:rPr lang="en-US" sz="3200" dirty="0" err="1"/>
              <a:t>lanonana</a:t>
            </a:r>
            <a:r>
              <a:rPr lang="en-US" sz="3200" dirty="0"/>
              <a:t> </a:t>
            </a:r>
            <a:r>
              <a:rPr lang="en-US" sz="3200" dirty="0" err="1"/>
              <a:t>isan-karazany</a:t>
            </a:r>
            <a:r>
              <a:rPr lang="en-US" sz="3200" dirty="0"/>
              <a:t>.</a:t>
            </a:r>
            <a:r>
              <a:rPr lang="fr-FR" sz="3200" dirty="0"/>
              <a:t/>
            </a:r>
            <a:br>
              <a:rPr lang="fr-FR" sz="3200" dirty="0"/>
            </a:br>
            <a:r>
              <a:rPr lang="en-US" sz="3200" dirty="0" err="1"/>
              <a:t>Hahazo</a:t>
            </a:r>
            <a:r>
              <a:rPr lang="en-US" sz="3200" dirty="0"/>
              <a:t> </a:t>
            </a:r>
            <a:r>
              <a:rPr lang="en-US" sz="3200" dirty="0" err="1"/>
              <a:t>antoka</a:t>
            </a:r>
            <a:r>
              <a:rPr lang="en-US" sz="3200" dirty="0"/>
              <a:t> </a:t>
            </a:r>
            <a:r>
              <a:rPr lang="en-US" sz="3200" dirty="0" err="1"/>
              <a:t>amin’ireo</a:t>
            </a:r>
            <a:r>
              <a:rPr lang="en-US" sz="3200" dirty="0"/>
              <a:t> </a:t>
            </a:r>
            <a:r>
              <a:rPr lang="en-US" sz="3200" dirty="0" err="1"/>
              <a:t>fitsipika</a:t>
            </a:r>
            <a:r>
              <a:rPr lang="en-US" sz="3200" dirty="0"/>
              <a:t> </a:t>
            </a:r>
            <a:r>
              <a:rPr lang="en-US" sz="3200" dirty="0" err="1"/>
              <a:t>arahina</a:t>
            </a:r>
            <a:r>
              <a:rPr lang="en-US" sz="3200" dirty="0"/>
              <a:t> </a:t>
            </a:r>
            <a:r>
              <a:rPr lang="en-US" sz="3200" dirty="0" err="1"/>
              <a:t>rehetra</a:t>
            </a:r>
            <a:r>
              <a:rPr lang="en-US" sz="3200" dirty="0"/>
              <a:t> </a:t>
            </a:r>
            <a:r>
              <a:rPr lang="en-US" sz="3200" dirty="0" err="1"/>
              <a:t>mifandray</a:t>
            </a:r>
            <a:r>
              <a:rPr lang="en-US" sz="3200" dirty="0"/>
              <a:t> </a:t>
            </a:r>
            <a:r>
              <a:rPr lang="en-US" sz="3200" dirty="0" err="1"/>
              <a:t>amin’ny</a:t>
            </a:r>
            <a:r>
              <a:rPr lang="en-US" sz="3200" dirty="0"/>
              <a:t> </a:t>
            </a:r>
            <a:r>
              <a:rPr lang="en-US" sz="3200" dirty="0" err="1"/>
              <a:t>klioban’ny</a:t>
            </a:r>
            <a:r>
              <a:rPr lang="en-US" sz="3200" dirty="0"/>
              <a:t> </a:t>
            </a:r>
            <a:r>
              <a:rPr lang="en-US" sz="3200" dirty="0" err="1"/>
              <a:t>mpisavalalana</a:t>
            </a:r>
            <a:r>
              <a:rPr lang="en-US" sz="3200" dirty="0"/>
              <a:t>.</a:t>
            </a:r>
            <a:r>
              <a:rPr lang="fr-FR" sz="3200" dirty="0"/>
              <a:t/>
            </a:r>
            <a:br>
              <a:rPr lang="fr-FR" sz="3200" dirty="0"/>
            </a:br>
            <a:endParaRPr lang="fr-FR" sz="3200" dirty="0"/>
          </a:p>
        </p:txBody>
      </p:sp>
    </p:spTree>
    <p:extLst>
      <p:ext uri="{BB962C8B-B14F-4D97-AF65-F5344CB8AC3E}">
        <p14:creationId xmlns:p14="http://schemas.microsoft.com/office/powerpoint/2010/main" val="2620108518"/>
      </p:ext>
    </p:extLst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4294967295"/>
          </p:nvPr>
        </p:nvSpPr>
        <p:spPr>
          <a:xfrm>
            <a:off x="1143000" y="533400"/>
            <a:ext cx="7450282" cy="291107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700" b="1" dirty="0"/>
              <a:t>FANAZAVANA</a:t>
            </a:r>
            <a:endParaRPr lang="fr-FR" sz="2700" dirty="0"/>
          </a:p>
          <a:p>
            <a:pPr marL="0" indent="0">
              <a:buNone/>
            </a:pPr>
            <a:r>
              <a:rPr lang="en-US" sz="2700" dirty="0" err="1"/>
              <a:t>Ireo</a:t>
            </a:r>
            <a:r>
              <a:rPr lang="en-US" sz="2700" dirty="0"/>
              <a:t> </a:t>
            </a:r>
            <a:r>
              <a:rPr lang="en-US" sz="2700" dirty="0" err="1"/>
              <a:t>mpandray</a:t>
            </a:r>
            <a:r>
              <a:rPr lang="en-US" sz="2700" dirty="0"/>
              <a:t> </a:t>
            </a:r>
            <a:r>
              <a:rPr lang="en-US" sz="2700" dirty="0" err="1"/>
              <a:t>anjara</a:t>
            </a:r>
            <a:r>
              <a:rPr lang="en-US" sz="2700" dirty="0"/>
              <a:t> </a:t>
            </a:r>
            <a:r>
              <a:rPr lang="en-US" sz="2700" dirty="0" err="1"/>
              <a:t>dia</a:t>
            </a:r>
            <a:r>
              <a:rPr lang="en-US" sz="2700" dirty="0"/>
              <a:t>:</a:t>
            </a:r>
            <a:endParaRPr lang="fr-FR" sz="2700" dirty="0"/>
          </a:p>
          <a:p>
            <a:pPr lvl="0"/>
            <a:r>
              <a:rPr lang="en-US" sz="2700" dirty="0" err="1"/>
              <a:t>Hifanakalo</a:t>
            </a:r>
            <a:r>
              <a:rPr lang="en-US" sz="2700" dirty="0"/>
              <a:t> </a:t>
            </a:r>
            <a:r>
              <a:rPr lang="en-US" sz="2700" dirty="0" err="1"/>
              <a:t>hevitra</a:t>
            </a:r>
            <a:r>
              <a:rPr lang="en-US" sz="2700" dirty="0"/>
              <a:t> </a:t>
            </a:r>
            <a:r>
              <a:rPr lang="en-US" sz="2700" dirty="0" err="1"/>
              <a:t>mahakasika</a:t>
            </a:r>
            <a:r>
              <a:rPr lang="en-US" sz="2700" dirty="0"/>
              <a:t> </a:t>
            </a:r>
            <a:r>
              <a:rPr lang="en-US" sz="2700" dirty="0" err="1"/>
              <a:t>ny</a:t>
            </a:r>
            <a:r>
              <a:rPr lang="en-US" sz="2700" dirty="0"/>
              <a:t> </a:t>
            </a:r>
            <a:r>
              <a:rPr lang="en-US" sz="2700" dirty="0" err="1"/>
              <a:t>filozofian’ny</a:t>
            </a:r>
            <a:r>
              <a:rPr lang="en-US" sz="2700" dirty="0"/>
              <a:t> </a:t>
            </a:r>
            <a:r>
              <a:rPr lang="en-US" sz="2700" dirty="0" err="1"/>
              <a:t>famindrana</a:t>
            </a:r>
            <a:r>
              <a:rPr lang="en-US" sz="2700" dirty="0"/>
              <a:t> </a:t>
            </a:r>
            <a:r>
              <a:rPr lang="en-US" sz="2700" dirty="0" err="1"/>
              <a:t>sy</a:t>
            </a:r>
            <a:r>
              <a:rPr lang="en-US" sz="2700" dirty="0"/>
              <a:t> </a:t>
            </a:r>
            <a:r>
              <a:rPr lang="en-US" sz="2700" dirty="0" err="1"/>
              <a:t>ireo</a:t>
            </a:r>
            <a:r>
              <a:rPr lang="en-US" sz="2700" dirty="0"/>
              <a:t> </a:t>
            </a:r>
            <a:r>
              <a:rPr lang="en-US" sz="2700" dirty="0" err="1"/>
              <a:t>lanonana</a:t>
            </a:r>
            <a:r>
              <a:rPr lang="en-US" sz="2700" dirty="0"/>
              <a:t> </a:t>
            </a:r>
            <a:r>
              <a:rPr lang="en-US" sz="2700" dirty="0" err="1"/>
              <a:t>ao</a:t>
            </a:r>
            <a:r>
              <a:rPr lang="en-US" sz="2700" dirty="0"/>
              <a:t> </a:t>
            </a:r>
            <a:r>
              <a:rPr lang="en-US" sz="2700" dirty="0" err="1"/>
              <a:t>amin’ny</a:t>
            </a:r>
            <a:r>
              <a:rPr lang="en-US" sz="2700" dirty="0"/>
              <a:t> </a:t>
            </a:r>
            <a:r>
              <a:rPr lang="en-US" sz="2700" dirty="0" err="1"/>
              <a:t>Mpisavalalana</a:t>
            </a:r>
            <a:r>
              <a:rPr lang="en-US" sz="2700" dirty="0"/>
              <a:t> </a:t>
            </a:r>
            <a:r>
              <a:rPr lang="en-US" sz="2700" dirty="0" smtClean="0"/>
              <a:t>……………… </a:t>
            </a:r>
            <a:r>
              <a:rPr lang="en-US" sz="2700" dirty="0"/>
              <a:t>(10mn)</a:t>
            </a:r>
            <a:endParaRPr lang="fr-FR" sz="2700" dirty="0"/>
          </a:p>
          <a:p>
            <a:pPr lvl="0"/>
            <a:r>
              <a:rPr lang="en-US" sz="2700" dirty="0" err="1"/>
              <a:t>Hizatra</a:t>
            </a:r>
            <a:r>
              <a:rPr lang="en-US" sz="2700" dirty="0"/>
              <a:t> </a:t>
            </a:r>
            <a:r>
              <a:rPr lang="en-US" sz="2700" dirty="0" err="1"/>
              <a:t>amin’ireo</a:t>
            </a:r>
            <a:r>
              <a:rPr lang="en-US" sz="2700" dirty="0"/>
              <a:t> </a:t>
            </a:r>
            <a:r>
              <a:rPr lang="en-US" sz="2700" dirty="0" err="1"/>
              <a:t>lanonana</a:t>
            </a:r>
            <a:r>
              <a:rPr lang="en-US" sz="2700" dirty="0"/>
              <a:t> </a:t>
            </a:r>
            <a:r>
              <a:rPr lang="en-US" sz="2700" dirty="0" err="1"/>
              <a:t>fanokafana</a:t>
            </a:r>
            <a:r>
              <a:rPr lang="en-US" sz="2700" dirty="0"/>
              <a:t> </a:t>
            </a:r>
            <a:r>
              <a:rPr lang="en-US" sz="2700" dirty="0" err="1"/>
              <a:t>sy</a:t>
            </a:r>
            <a:r>
              <a:rPr lang="en-US" sz="2700" dirty="0"/>
              <a:t> </a:t>
            </a:r>
            <a:r>
              <a:rPr lang="en-US" sz="2700" dirty="0" err="1"/>
              <a:t>fanakatonana</a:t>
            </a:r>
            <a:r>
              <a:rPr lang="en-US" sz="2700" dirty="0"/>
              <a:t> </a:t>
            </a:r>
            <a:r>
              <a:rPr lang="en-US" sz="2700" dirty="0" smtClean="0"/>
              <a:t>…………………………… (</a:t>
            </a:r>
            <a:r>
              <a:rPr lang="en-US" sz="2700" dirty="0"/>
              <a:t>25mn)</a:t>
            </a:r>
            <a:endParaRPr lang="fr-FR" sz="2700" dirty="0"/>
          </a:p>
          <a:p>
            <a:pPr lvl="0"/>
            <a:r>
              <a:rPr lang="en-US" sz="2700" dirty="0" err="1"/>
              <a:t>Hizatra</a:t>
            </a:r>
            <a:r>
              <a:rPr lang="en-US" sz="2700" dirty="0"/>
              <a:t> </a:t>
            </a:r>
            <a:r>
              <a:rPr lang="en-US" sz="2700" dirty="0" err="1"/>
              <a:t>ireo</a:t>
            </a:r>
            <a:r>
              <a:rPr lang="en-US" sz="2700" dirty="0"/>
              <a:t> </a:t>
            </a:r>
            <a:r>
              <a:rPr lang="en-US" sz="2700" dirty="0" err="1"/>
              <a:t>fibaikoana</a:t>
            </a:r>
            <a:r>
              <a:rPr lang="en-US" sz="2700" dirty="0"/>
              <a:t> </a:t>
            </a:r>
            <a:r>
              <a:rPr lang="en-US" sz="2700" dirty="0" err="1"/>
              <a:t>fototra</a:t>
            </a:r>
            <a:r>
              <a:rPr lang="en-US" sz="2700" dirty="0"/>
              <a:t> </a:t>
            </a:r>
            <a:r>
              <a:rPr lang="en-US" sz="2700" dirty="0" err="1"/>
              <a:t>amin’ny</a:t>
            </a:r>
            <a:r>
              <a:rPr lang="en-US" sz="2700" dirty="0"/>
              <a:t> </a:t>
            </a:r>
            <a:r>
              <a:rPr lang="en-US" sz="2700" dirty="0" err="1"/>
              <a:t>famindrana</a:t>
            </a:r>
            <a:r>
              <a:rPr lang="en-US" sz="2700" dirty="0"/>
              <a:t> </a:t>
            </a:r>
            <a:r>
              <a:rPr lang="en-US" sz="2700" dirty="0" smtClean="0"/>
              <a:t>……………………………… (</a:t>
            </a:r>
            <a:r>
              <a:rPr lang="en-US" sz="2700" dirty="0"/>
              <a:t>25mn)</a:t>
            </a:r>
            <a:endParaRPr lang="fr-FR" sz="2700" dirty="0"/>
          </a:p>
          <a:p>
            <a:endParaRPr lang="fr-FR" sz="2700" dirty="0"/>
          </a:p>
        </p:txBody>
      </p:sp>
    </p:spTree>
    <p:extLst>
      <p:ext uri="{BB962C8B-B14F-4D97-AF65-F5344CB8AC3E}">
        <p14:creationId xmlns:p14="http://schemas.microsoft.com/office/powerpoint/2010/main" val="3238533455"/>
      </p:ext>
    </p:extLst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78098" y="2967335"/>
            <a:ext cx="6987810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fr-FR" sz="5400" b="1" dirty="0" smtClean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ASA FANATRARANA</a:t>
            </a:r>
          </a:p>
          <a:p>
            <a:pPr algn="ctr"/>
            <a:r>
              <a:rPr lang="fr-FR" sz="5400" b="1" cap="none" spc="0" dirty="0" smtClean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NY ANY IVELANY</a:t>
            </a:r>
            <a:endParaRPr lang="fr-FR" sz="5400" b="1" cap="none" spc="0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716811989"/>
      </p:ext>
    </p:extLst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idx="4294967295"/>
          </p:nvPr>
        </p:nvSpPr>
        <p:spPr>
          <a:xfrm>
            <a:off x="0" y="1314450"/>
            <a:ext cx="8724900" cy="990600"/>
          </a:xfrm>
        </p:spPr>
        <p:txBody>
          <a:bodyPr>
            <a:normAutofit fontScale="90000"/>
          </a:bodyPr>
          <a:lstStyle/>
          <a:p>
            <a:pPr algn="ctr">
              <a:spcBef>
                <a:spcPts val="0"/>
              </a:spcBef>
            </a:pPr>
            <a:r>
              <a:rPr lang="en-US" b="1" dirty="0" err="1">
                <a:solidFill>
                  <a:schemeClr val="tx1"/>
                </a:solidFill>
              </a:rPr>
              <a:t>Asa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Fitoriana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sy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Fanatrarana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ny</a:t>
            </a:r>
            <a:r>
              <a:rPr lang="en-US" b="1" dirty="0">
                <a:solidFill>
                  <a:schemeClr val="tx1"/>
                </a:solidFill>
              </a:rPr>
              <a:t> any </a:t>
            </a:r>
            <a:r>
              <a:rPr lang="en-US" b="1" dirty="0" err="1" smtClean="0">
                <a:solidFill>
                  <a:schemeClr val="tx1"/>
                </a:solidFill>
              </a:rPr>
              <a:t>ivelany</a:t>
            </a:r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209800" y="3200400"/>
            <a:ext cx="651510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700" b="1" dirty="0"/>
              <a:t>TANJONA</a:t>
            </a:r>
            <a:r>
              <a:rPr lang="fr-FR" sz="2700" dirty="0"/>
              <a:t/>
            </a:r>
            <a:br>
              <a:rPr lang="fr-FR" sz="2700" dirty="0"/>
            </a:br>
            <a:r>
              <a:rPr lang="en-US" sz="2700" dirty="0" err="1"/>
              <a:t>Hianatra</a:t>
            </a:r>
            <a:r>
              <a:rPr lang="en-US" sz="2700" dirty="0"/>
              <a:t> </a:t>
            </a:r>
            <a:r>
              <a:rPr lang="en-US" sz="2700" dirty="0" err="1"/>
              <a:t>ireo</a:t>
            </a:r>
            <a:r>
              <a:rPr lang="en-US" sz="2700" dirty="0"/>
              <a:t> </a:t>
            </a:r>
            <a:r>
              <a:rPr lang="en-US" sz="2700" dirty="0" err="1"/>
              <a:t>fomba</a:t>
            </a:r>
            <a:r>
              <a:rPr lang="en-US" sz="2700" dirty="0"/>
              <a:t> </a:t>
            </a:r>
            <a:r>
              <a:rPr lang="en-US" sz="2700" dirty="0" err="1"/>
              <a:t>fijery</a:t>
            </a:r>
            <a:r>
              <a:rPr lang="en-US" sz="2700" dirty="0"/>
              <a:t> </a:t>
            </a:r>
            <a:r>
              <a:rPr lang="en-US" sz="2700" dirty="0" err="1"/>
              <a:t>sy</a:t>
            </a:r>
            <a:r>
              <a:rPr lang="en-US" sz="2700" dirty="0"/>
              <a:t> </a:t>
            </a:r>
            <a:r>
              <a:rPr lang="en-US" sz="2700" dirty="0" err="1"/>
              <a:t>zava-kendren’ny</a:t>
            </a:r>
            <a:r>
              <a:rPr lang="en-US" sz="2700" dirty="0"/>
              <a:t> </a:t>
            </a:r>
            <a:r>
              <a:rPr lang="en-US" sz="2700" dirty="0" err="1"/>
              <a:t>fanabeazana</a:t>
            </a:r>
            <a:r>
              <a:rPr lang="en-US" sz="2700" dirty="0"/>
              <a:t> </a:t>
            </a:r>
            <a:r>
              <a:rPr lang="en-US" sz="2700" dirty="0" err="1"/>
              <a:t>ao</a:t>
            </a:r>
            <a:r>
              <a:rPr lang="en-US" sz="2700" dirty="0"/>
              <a:t> </a:t>
            </a:r>
            <a:r>
              <a:rPr lang="en-US" sz="2700" dirty="0" err="1"/>
              <a:t>amin’ny</a:t>
            </a:r>
            <a:r>
              <a:rPr lang="en-US" sz="2700" dirty="0"/>
              <a:t> </a:t>
            </a:r>
            <a:r>
              <a:rPr lang="en-US" sz="2700" dirty="0" err="1"/>
              <a:t>kilasim-pandrosoan’ny</a:t>
            </a:r>
            <a:r>
              <a:rPr lang="en-US" sz="2700" dirty="0"/>
              <a:t> </a:t>
            </a:r>
            <a:r>
              <a:rPr lang="en-US" sz="2700" dirty="0" err="1"/>
              <a:t>Mpisavalalana</a:t>
            </a:r>
            <a:r>
              <a:rPr lang="en-US" sz="2700" dirty="0"/>
              <a:t> </a:t>
            </a:r>
            <a:r>
              <a:rPr lang="en-US" sz="2700" dirty="0" err="1"/>
              <a:t>amin’ny</a:t>
            </a:r>
            <a:r>
              <a:rPr lang="en-US" sz="2700" dirty="0"/>
              <a:t> </a:t>
            </a:r>
            <a:r>
              <a:rPr lang="en-US" sz="2700" dirty="0" err="1"/>
              <a:t>fampianarana</a:t>
            </a:r>
            <a:r>
              <a:rPr lang="en-US" sz="2700" dirty="0"/>
              <a:t> </a:t>
            </a:r>
            <a:r>
              <a:rPr lang="en-US" sz="2700" dirty="0" err="1"/>
              <a:t>ireo</a:t>
            </a:r>
            <a:r>
              <a:rPr lang="en-US" sz="2700" dirty="0"/>
              <a:t> </a:t>
            </a:r>
            <a:r>
              <a:rPr lang="en-US" sz="2700" dirty="0" err="1"/>
              <a:t>fomba</a:t>
            </a:r>
            <a:r>
              <a:rPr lang="en-US" sz="2700" dirty="0"/>
              <a:t> </a:t>
            </a:r>
            <a:r>
              <a:rPr lang="en-US" sz="2700" dirty="0" err="1"/>
              <a:t>fiaina</a:t>
            </a:r>
            <a:r>
              <a:rPr lang="en-US" sz="2700" dirty="0"/>
              <a:t> </a:t>
            </a:r>
            <a:r>
              <a:rPr lang="en-US" sz="2700" dirty="0" err="1"/>
              <a:t>ara-panahy</a:t>
            </a:r>
            <a:r>
              <a:rPr lang="en-US" sz="2700" dirty="0"/>
              <a:t>.</a:t>
            </a:r>
            <a:r>
              <a:rPr lang="fr-FR" sz="2700" dirty="0"/>
              <a:t/>
            </a:r>
            <a:br>
              <a:rPr lang="fr-FR" sz="2700" dirty="0"/>
            </a:br>
            <a:endParaRPr lang="fr-FR" sz="2700" dirty="0"/>
          </a:p>
        </p:txBody>
      </p:sp>
    </p:spTree>
    <p:extLst>
      <p:ext uri="{BB962C8B-B14F-4D97-AF65-F5344CB8AC3E}">
        <p14:creationId xmlns:p14="http://schemas.microsoft.com/office/powerpoint/2010/main" val="1628988276"/>
      </p:ext>
    </p:extLst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4294967295"/>
          </p:nvPr>
        </p:nvSpPr>
        <p:spPr>
          <a:xfrm>
            <a:off x="1295400" y="685800"/>
            <a:ext cx="7076209" cy="3283311"/>
          </a:xfrm>
        </p:spPr>
        <p:txBody>
          <a:bodyPr>
            <a:noAutofit/>
          </a:bodyPr>
          <a:lstStyle/>
          <a:p>
            <a:pPr marL="0" indent="0" algn="r">
              <a:buNone/>
            </a:pPr>
            <a:r>
              <a:rPr lang="en-US" b="1" dirty="0"/>
              <a:t>ZAVA-KENDRENA</a:t>
            </a:r>
            <a:endParaRPr lang="fr-FR" dirty="0"/>
          </a:p>
          <a:p>
            <a:pPr marL="0" indent="0" algn="r">
              <a:buNone/>
            </a:pPr>
            <a:r>
              <a:rPr lang="en-US" dirty="0" err="1"/>
              <a:t>Hahatakatra</a:t>
            </a:r>
            <a:r>
              <a:rPr lang="en-US" dirty="0"/>
              <a:t> </a:t>
            </a:r>
            <a:r>
              <a:rPr lang="en-US" dirty="0" err="1"/>
              <a:t>ny</a:t>
            </a:r>
            <a:r>
              <a:rPr lang="en-US" dirty="0"/>
              <a:t> </a:t>
            </a:r>
            <a:r>
              <a:rPr lang="en-US" dirty="0" err="1"/>
              <a:t>tena</a:t>
            </a:r>
            <a:r>
              <a:rPr lang="en-US" dirty="0"/>
              <a:t> </a:t>
            </a:r>
            <a:r>
              <a:rPr lang="en-US" dirty="0" err="1"/>
              <a:t>mety</a:t>
            </a:r>
            <a:r>
              <a:rPr lang="en-US" dirty="0"/>
              <a:t> ho </a:t>
            </a:r>
            <a:r>
              <a:rPr lang="en-US" dirty="0" err="1"/>
              <a:t>vitan’ny</a:t>
            </a:r>
            <a:r>
              <a:rPr lang="en-US" dirty="0"/>
              <a:t> </a:t>
            </a:r>
            <a:r>
              <a:rPr lang="en-US" dirty="0" err="1"/>
              <a:t>tafika</a:t>
            </a:r>
            <a:r>
              <a:rPr lang="en-US" dirty="0"/>
              <a:t> </a:t>
            </a:r>
            <a:r>
              <a:rPr lang="en-US" dirty="0" err="1"/>
              <a:t>iray</a:t>
            </a:r>
            <a:r>
              <a:rPr lang="en-US" dirty="0"/>
              <a:t> </a:t>
            </a:r>
            <a:r>
              <a:rPr lang="en-US" dirty="0" err="1"/>
              <a:t>raha</a:t>
            </a:r>
            <a:r>
              <a:rPr lang="en-US" dirty="0"/>
              <a:t> </a:t>
            </a:r>
            <a:r>
              <a:rPr lang="en-US" dirty="0" err="1"/>
              <a:t>toa</a:t>
            </a:r>
            <a:r>
              <a:rPr lang="en-US" dirty="0"/>
              <a:t> </a:t>
            </a:r>
            <a:r>
              <a:rPr lang="en-US" dirty="0" err="1"/>
              <a:t>ka</a:t>
            </a:r>
            <a:r>
              <a:rPr lang="en-US" dirty="0"/>
              <a:t> </a:t>
            </a:r>
            <a:r>
              <a:rPr lang="en-US" dirty="0" err="1"/>
              <a:t>voaofana</a:t>
            </a:r>
            <a:r>
              <a:rPr lang="en-US" dirty="0"/>
              <a:t> </a:t>
            </a:r>
            <a:r>
              <a:rPr lang="en-US" dirty="0" err="1"/>
              <a:t>tsara</a:t>
            </a:r>
            <a:endParaRPr lang="fr-FR" dirty="0"/>
          </a:p>
          <a:p>
            <a:pPr marL="0" indent="0" algn="r">
              <a:buNone/>
            </a:pPr>
            <a:r>
              <a:rPr lang="en-US" dirty="0" err="1"/>
              <a:t>Ny</a:t>
            </a:r>
            <a:r>
              <a:rPr lang="en-US" dirty="0"/>
              <a:t> </a:t>
            </a:r>
            <a:r>
              <a:rPr lang="en-US" dirty="0" err="1"/>
              <a:t>maha-maika</a:t>
            </a:r>
            <a:r>
              <a:rPr lang="en-US" dirty="0"/>
              <a:t> </a:t>
            </a:r>
            <a:r>
              <a:rPr lang="en-US" dirty="0" err="1"/>
              <a:t>ny</a:t>
            </a:r>
            <a:r>
              <a:rPr lang="en-US" dirty="0"/>
              <a:t> </a:t>
            </a:r>
            <a:r>
              <a:rPr lang="en-US" dirty="0" err="1"/>
              <a:t>famitana</a:t>
            </a:r>
            <a:r>
              <a:rPr lang="en-US" dirty="0"/>
              <a:t> </a:t>
            </a:r>
            <a:r>
              <a:rPr lang="en-US" dirty="0" err="1"/>
              <a:t>ny</a:t>
            </a:r>
            <a:r>
              <a:rPr lang="en-US" dirty="0"/>
              <a:t> </a:t>
            </a:r>
            <a:r>
              <a:rPr lang="en-US" dirty="0" err="1"/>
              <a:t>iraka</a:t>
            </a:r>
            <a:r>
              <a:rPr lang="en-US" dirty="0"/>
              <a:t> </a:t>
            </a:r>
            <a:r>
              <a:rPr lang="en-US" dirty="0" err="1"/>
              <a:t>sy</a:t>
            </a:r>
            <a:r>
              <a:rPr lang="en-US" dirty="0"/>
              <a:t> </a:t>
            </a:r>
            <a:r>
              <a:rPr lang="en-US" dirty="0" err="1"/>
              <a:t>ny</a:t>
            </a:r>
            <a:r>
              <a:rPr lang="en-US" dirty="0"/>
              <a:t> </a:t>
            </a:r>
            <a:r>
              <a:rPr lang="en-US" dirty="0" err="1"/>
              <a:t>tombontsoa</a:t>
            </a:r>
            <a:r>
              <a:rPr lang="en-US" dirty="0"/>
              <a:t> </a:t>
            </a:r>
            <a:r>
              <a:rPr lang="en-US" dirty="0" err="1"/>
              <a:t>ananan’ny</a:t>
            </a:r>
            <a:r>
              <a:rPr lang="en-US" dirty="0"/>
              <a:t> </a:t>
            </a:r>
            <a:r>
              <a:rPr lang="en-US" dirty="0" err="1"/>
              <a:t>tanora</a:t>
            </a:r>
            <a:r>
              <a:rPr lang="en-US" dirty="0"/>
              <a:t> </a:t>
            </a:r>
            <a:r>
              <a:rPr lang="en-US" dirty="0" err="1"/>
              <a:t>amin’ny</a:t>
            </a:r>
            <a:r>
              <a:rPr lang="en-US" dirty="0"/>
              <a:t> </a:t>
            </a:r>
            <a:r>
              <a:rPr lang="en-US" dirty="0" err="1"/>
              <a:t>fandraisana</a:t>
            </a:r>
            <a:r>
              <a:rPr lang="en-US" dirty="0"/>
              <a:t> </a:t>
            </a:r>
            <a:r>
              <a:rPr lang="en-US" dirty="0" err="1"/>
              <a:t>anjara</a:t>
            </a:r>
            <a:endParaRPr lang="fr-FR" dirty="0"/>
          </a:p>
          <a:p>
            <a:pPr marL="0" indent="0" algn="r">
              <a:buNone/>
            </a:pPr>
            <a:r>
              <a:rPr lang="en-US" dirty="0" err="1"/>
              <a:t>Manokatra</a:t>
            </a:r>
            <a:r>
              <a:rPr lang="en-US" dirty="0"/>
              <a:t> </a:t>
            </a:r>
            <a:r>
              <a:rPr lang="en-US" dirty="0" err="1"/>
              <a:t>ireo</a:t>
            </a:r>
            <a:r>
              <a:rPr lang="en-US" dirty="0"/>
              <a:t> </a:t>
            </a:r>
            <a:r>
              <a:rPr lang="en-US" dirty="0" err="1"/>
              <a:t>varavarankelin’ny</a:t>
            </a:r>
            <a:r>
              <a:rPr lang="en-US" dirty="0"/>
              <a:t>  </a:t>
            </a:r>
            <a:r>
              <a:rPr lang="en-US" dirty="0" err="1"/>
              <a:t>fanaovana</a:t>
            </a:r>
            <a:r>
              <a:rPr lang="en-US" dirty="0"/>
              <a:t> </a:t>
            </a:r>
            <a:r>
              <a:rPr lang="en-US" dirty="0" err="1"/>
              <a:t>vivery</a:t>
            </a:r>
            <a:r>
              <a:rPr lang="en-US" dirty="0"/>
              <a:t> (</a:t>
            </a:r>
            <a:r>
              <a:rPr lang="en-US" dirty="0" err="1"/>
              <a:t>aventure</a:t>
            </a:r>
            <a:r>
              <a:rPr lang="en-US" dirty="0"/>
              <a:t>)  </a:t>
            </a:r>
            <a:r>
              <a:rPr lang="en-US" dirty="0" err="1"/>
              <a:t>sy</a:t>
            </a:r>
            <a:r>
              <a:rPr lang="en-US" dirty="0"/>
              <a:t> </a:t>
            </a:r>
            <a:r>
              <a:rPr lang="en-US" dirty="0" err="1"/>
              <a:t>ny</a:t>
            </a:r>
            <a:r>
              <a:rPr lang="en-US" dirty="0"/>
              <a:t> </a:t>
            </a:r>
            <a:r>
              <a:rPr lang="en-US" dirty="0" err="1"/>
              <a:t>fahaiza-mikaroka</a:t>
            </a:r>
            <a:r>
              <a:rPr lang="en-US" dirty="0"/>
              <a:t> (</a:t>
            </a:r>
            <a:r>
              <a:rPr lang="en-US" dirty="0" err="1"/>
              <a:t>créativité</a:t>
            </a:r>
            <a:r>
              <a:rPr lang="en-US" dirty="0"/>
              <a:t>)</a:t>
            </a:r>
            <a:endParaRPr lang="fr-FR" dirty="0"/>
          </a:p>
          <a:p>
            <a:pPr marL="0" indent="0">
              <a:buNone/>
            </a:pPr>
            <a:endParaRPr lang="fr-FR" sz="2400" dirty="0"/>
          </a:p>
          <a:p>
            <a:pPr marL="0" indent="0">
              <a:buNone/>
            </a:pP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3092747847"/>
      </p:ext>
    </p:extLst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4294967295"/>
          </p:nvPr>
        </p:nvSpPr>
        <p:spPr>
          <a:xfrm>
            <a:off x="1752600" y="304800"/>
            <a:ext cx="6934200" cy="291107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800" b="1" dirty="0"/>
              <a:t>FANAZAVANA</a:t>
            </a:r>
            <a:endParaRPr lang="fr-FR" sz="2800" dirty="0"/>
          </a:p>
          <a:p>
            <a:pPr lvl="0"/>
            <a:r>
              <a:rPr lang="en-US" sz="2800" dirty="0" err="1"/>
              <a:t>Ny</a:t>
            </a:r>
            <a:r>
              <a:rPr lang="en-US" sz="2800" dirty="0"/>
              <a:t> </a:t>
            </a:r>
            <a:r>
              <a:rPr lang="en-US" sz="2800" dirty="0" err="1"/>
              <a:t>tantaran’ny</a:t>
            </a:r>
            <a:r>
              <a:rPr lang="en-US" sz="2800" dirty="0"/>
              <a:t> </a:t>
            </a:r>
            <a:r>
              <a:rPr lang="en-US" sz="2800" dirty="0" err="1"/>
              <a:t>asa</a:t>
            </a:r>
            <a:r>
              <a:rPr lang="en-US" sz="2800" dirty="0"/>
              <a:t> </a:t>
            </a:r>
            <a:r>
              <a:rPr lang="en-US" sz="2800" dirty="0" err="1"/>
              <a:t>fitoriana</a:t>
            </a:r>
            <a:r>
              <a:rPr lang="en-US" sz="2800" dirty="0"/>
              <a:t> </a:t>
            </a:r>
            <a:endParaRPr lang="fr-FR" sz="2800" dirty="0"/>
          </a:p>
          <a:p>
            <a:pPr lvl="1"/>
            <a:r>
              <a:rPr lang="en-US" dirty="0" err="1"/>
              <a:t>Ny</a:t>
            </a:r>
            <a:r>
              <a:rPr lang="en-US" dirty="0"/>
              <a:t> </a:t>
            </a:r>
            <a:r>
              <a:rPr lang="en-US" dirty="0" err="1"/>
              <a:t>fitakian’ny</a:t>
            </a:r>
            <a:r>
              <a:rPr lang="en-US" dirty="0"/>
              <a:t> </a:t>
            </a:r>
            <a:r>
              <a:rPr lang="en-US" dirty="0" err="1"/>
              <a:t>Baiboly</a:t>
            </a:r>
            <a:endParaRPr lang="fr-FR" dirty="0"/>
          </a:p>
          <a:p>
            <a:pPr lvl="1"/>
            <a:r>
              <a:rPr lang="en-US" dirty="0" err="1"/>
              <a:t>Ireo</a:t>
            </a:r>
            <a:r>
              <a:rPr lang="en-US" dirty="0"/>
              <a:t> </a:t>
            </a:r>
            <a:r>
              <a:rPr lang="en-US" dirty="0" err="1"/>
              <a:t>tanora</a:t>
            </a:r>
            <a:r>
              <a:rPr lang="en-US" dirty="0"/>
              <a:t> </a:t>
            </a:r>
            <a:r>
              <a:rPr lang="en-US" dirty="0" err="1"/>
              <a:t>teo</a:t>
            </a:r>
            <a:r>
              <a:rPr lang="en-US" dirty="0"/>
              <a:t> </a:t>
            </a:r>
            <a:r>
              <a:rPr lang="en-US" dirty="0" err="1"/>
              <a:t>amin’ny</a:t>
            </a:r>
            <a:r>
              <a:rPr lang="en-US" dirty="0"/>
              <a:t> </a:t>
            </a:r>
            <a:r>
              <a:rPr lang="en-US" dirty="0" err="1"/>
              <a:t>tantara</a:t>
            </a:r>
            <a:r>
              <a:rPr lang="en-US" dirty="0"/>
              <a:t> ( </a:t>
            </a:r>
            <a:r>
              <a:rPr lang="en-US" dirty="0" err="1"/>
              <a:t>cf</a:t>
            </a:r>
            <a:r>
              <a:rPr lang="en-US" dirty="0"/>
              <a:t> </a:t>
            </a:r>
            <a:r>
              <a:rPr lang="en-US" dirty="0" err="1"/>
              <a:t>Hery</a:t>
            </a:r>
            <a:r>
              <a:rPr lang="en-US" dirty="0"/>
              <a:t> </a:t>
            </a:r>
            <a:r>
              <a:rPr lang="en-US" dirty="0" err="1"/>
              <a:t>mifanandrina</a:t>
            </a:r>
            <a:r>
              <a:rPr lang="en-US" dirty="0"/>
              <a:t>)</a:t>
            </a:r>
            <a:endParaRPr lang="fr-FR" dirty="0"/>
          </a:p>
          <a:p>
            <a:pPr lvl="1"/>
            <a:r>
              <a:rPr lang="en-US" dirty="0" err="1"/>
              <a:t>Ireo</a:t>
            </a:r>
            <a:r>
              <a:rPr lang="en-US" dirty="0"/>
              <a:t> </a:t>
            </a:r>
            <a:r>
              <a:rPr lang="en-US" dirty="0" err="1"/>
              <a:t>Mpamaky</a:t>
            </a:r>
            <a:r>
              <a:rPr lang="en-US" dirty="0"/>
              <a:t> lay </a:t>
            </a:r>
            <a:r>
              <a:rPr lang="en-US" dirty="0" err="1"/>
              <a:t>Advantista</a:t>
            </a:r>
            <a:endParaRPr lang="fr-FR" dirty="0"/>
          </a:p>
          <a:p>
            <a:pPr lvl="0"/>
            <a:r>
              <a:rPr lang="en-US" sz="2800" dirty="0" err="1"/>
              <a:t>Ohatra</a:t>
            </a:r>
            <a:r>
              <a:rPr lang="en-US" sz="2800" dirty="0"/>
              <a:t> </a:t>
            </a:r>
            <a:r>
              <a:rPr lang="en-US" sz="2800" dirty="0" err="1"/>
              <a:t>amin’ny</a:t>
            </a:r>
            <a:r>
              <a:rPr lang="en-US" sz="2800" dirty="0"/>
              <a:t> </a:t>
            </a:r>
            <a:r>
              <a:rPr lang="en-US" sz="2800" dirty="0" err="1"/>
              <a:t>asa</a:t>
            </a:r>
            <a:r>
              <a:rPr lang="en-US" sz="2800" dirty="0"/>
              <a:t> </a:t>
            </a:r>
            <a:r>
              <a:rPr lang="en-US" sz="2800" dirty="0" err="1"/>
              <a:t>fitoriana</a:t>
            </a:r>
            <a:endParaRPr lang="fr-FR" sz="2800" dirty="0"/>
          </a:p>
          <a:p>
            <a:pPr lvl="1"/>
            <a:r>
              <a:rPr lang="en-US" dirty="0" err="1"/>
              <a:t>Ao</a:t>
            </a:r>
            <a:r>
              <a:rPr lang="en-US" dirty="0"/>
              <a:t> </a:t>
            </a:r>
            <a:r>
              <a:rPr lang="en-US" dirty="0" err="1"/>
              <a:t>amin’ny</a:t>
            </a:r>
            <a:r>
              <a:rPr lang="en-US" dirty="0"/>
              <a:t> SID</a:t>
            </a:r>
            <a:endParaRPr lang="fr-FR" dirty="0"/>
          </a:p>
          <a:p>
            <a:pPr lvl="1"/>
            <a:r>
              <a:rPr lang="en-US" dirty="0" err="1"/>
              <a:t>Fiangonana</a:t>
            </a:r>
            <a:r>
              <a:rPr lang="en-US" dirty="0"/>
              <a:t> </a:t>
            </a:r>
            <a:r>
              <a:rPr lang="en-US" dirty="0" err="1"/>
              <a:t>eo</a:t>
            </a:r>
            <a:r>
              <a:rPr lang="en-US" dirty="0"/>
              <a:t> an-</a:t>
            </a:r>
            <a:r>
              <a:rPr lang="en-US" dirty="0" err="1"/>
              <a:t>toerana</a:t>
            </a:r>
            <a:endParaRPr lang="fr-FR" dirty="0"/>
          </a:p>
          <a:p>
            <a:pPr lvl="0"/>
            <a:r>
              <a:rPr lang="en-US" sz="2800" dirty="0" err="1"/>
              <a:t>Tarika</a:t>
            </a:r>
            <a:r>
              <a:rPr lang="en-US" sz="2800" dirty="0"/>
              <a:t> </a:t>
            </a:r>
            <a:r>
              <a:rPr lang="en-US" sz="2800" dirty="0" err="1"/>
              <a:t>madinika</a:t>
            </a:r>
            <a:r>
              <a:rPr lang="en-US" sz="2800" dirty="0"/>
              <a:t> (</a:t>
            </a:r>
            <a:r>
              <a:rPr lang="en-US" sz="2800" dirty="0" err="1"/>
              <a:t>zarao</a:t>
            </a:r>
            <a:r>
              <a:rPr lang="en-US" sz="2800" dirty="0"/>
              <a:t> ho </a:t>
            </a:r>
            <a:r>
              <a:rPr lang="en-US" sz="2800" dirty="0" err="1"/>
              <a:t>tarika</a:t>
            </a:r>
            <a:r>
              <a:rPr lang="en-US" sz="2800" dirty="0"/>
              <a:t> </a:t>
            </a:r>
            <a:r>
              <a:rPr lang="en-US" sz="2800" dirty="0" err="1"/>
              <a:t>madinika</a:t>
            </a:r>
            <a:r>
              <a:rPr lang="en-US" sz="2800" dirty="0"/>
              <a:t> </a:t>
            </a:r>
            <a:r>
              <a:rPr lang="en-US" sz="2800" dirty="0" err="1"/>
              <a:t>dia</a:t>
            </a:r>
            <a:r>
              <a:rPr lang="en-US" sz="2800" dirty="0"/>
              <a:t> </a:t>
            </a:r>
            <a:r>
              <a:rPr lang="en-US" sz="2800" dirty="0" err="1"/>
              <a:t>manao</a:t>
            </a:r>
            <a:r>
              <a:rPr lang="en-US" sz="2800" dirty="0"/>
              <a:t> </a:t>
            </a:r>
            <a:r>
              <a:rPr lang="en-US" sz="2800" dirty="0" err="1"/>
              <a:t>loa-bary</a:t>
            </a:r>
            <a:r>
              <a:rPr lang="en-US" sz="2800" dirty="0"/>
              <a:t> an-</a:t>
            </a:r>
            <a:r>
              <a:rPr lang="en-US" sz="2800" dirty="0" err="1"/>
              <a:t>dasy</a:t>
            </a:r>
            <a:r>
              <a:rPr lang="en-US" sz="2800" dirty="0"/>
              <a:t>)</a:t>
            </a:r>
            <a:endParaRPr lang="fr-FR" sz="2800" dirty="0"/>
          </a:p>
          <a:p>
            <a:pPr lvl="0"/>
            <a:r>
              <a:rPr lang="en-US" sz="2800" dirty="0" err="1"/>
              <a:t>Fanehoana</a:t>
            </a:r>
            <a:r>
              <a:rPr lang="en-US" sz="2800" dirty="0"/>
              <a:t> </a:t>
            </a:r>
            <a:r>
              <a:rPr lang="en-US" sz="2800" dirty="0" err="1"/>
              <a:t>ataon’ny</a:t>
            </a:r>
            <a:r>
              <a:rPr lang="en-US" sz="2800" dirty="0"/>
              <a:t> </a:t>
            </a:r>
            <a:r>
              <a:rPr lang="en-US" sz="2800" dirty="0" err="1"/>
              <a:t>tarika</a:t>
            </a:r>
            <a:r>
              <a:rPr lang="en-US" sz="2800" dirty="0"/>
              <a:t> </a:t>
            </a:r>
            <a:r>
              <a:rPr lang="en-US" sz="2800" dirty="0" err="1"/>
              <a:t>madinika</a:t>
            </a:r>
            <a:endParaRPr lang="fr-FR" sz="2800" dirty="0"/>
          </a:p>
          <a:p>
            <a:pPr marL="0" indent="0">
              <a:buNone/>
            </a:pPr>
            <a:endParaRPr lang="fr-FR" sz="2100" dirty="0"/>
          </a:p>
        </p:txBody>
      </p:sp>
    </p:spTree>
    <p:extLst>
      <p:ext uri="{BB962C8B-B14F-4D97-AF65-F5344CB8AC3E}">
        <p14:creationId xmlns:p14="http://schemas.microsoft.com/office/powerpoint/2010/main" val="892232081"/>
      </p:ext>
    </p:extLst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8001000" cy="1143000"/>
          </a:xfrm>
        </p:spPr>
        <p:txBody>
          <a:bodyPr/>
          <a:lstStyle/>
          <a:p>
            <a:r>
              <a:rPr lang="en-US" dirty="0" smtClean="0"/>
              <a:t>Outreach Ministry - ASAFI</a:t>
            </a:r>
            <a:endParaRPr lang="en-US" dirty="0"/>
          </a:p>
        </p:txBody>
      </p:sp>
      <p:sp>
        <p:nvSpPr>
          <p:cNvPr id="675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143000"/>
            <a:ext cx="8077200" cy="3733800"/>
          </a:xfrm>
        </p:spPr>
        <p:txBody>
          <a:bodyPr/>
          <a:lstStyle/>
          <a:p>
            <a:r>
              <a:rPr lang="en-US" sz="2800" dirty="0" smtClean="0"/>
              <a:t>“</a:t>
            </a:r>
            <a:r>
              <a:rPr lang="it-IT" sz="2800" dirty="0" smtClean="0"/>
              <a:t>18 Ary Jesosy nanatona dia niteny taminy ka nanao hoe: Efa nomena Ahy </a:t>
            </a:r>
            <a:r>
              <a:rPr lang="it-IT" sz="2800" dirty="0" smtClean="0">
                <a:solidFill>
                  <a:srgbClr val="00B0F0"/>
                </a:solidFill>
              </a:rPr>
              <a:t>ny fahefana </a:t>
            </a:r>
            <a:r>
              <a:rPr lang="it-IT" sz="2800" dirty="0" smtClean="0"/>
              <a:t>rehetra any an-danitra sy etỳ an-tany;</a:t>
            </a:r>
            <a:endParaRPr lang="fr-FR" sz="2800" dirty="0" smtClean="0"/>
          </a:p>
          <a:p>
            <a:r>
              <a:rPr lang="it-IT" sz="2800" dirty="0" smtClean="0"/>
              <a:t>19 koa mandehana ianareo, dia ataovy mpianatra ny firenena rehetra, manao batisa azy ho amin'ny anaran'ny Ray sy ny Zanaka ary ny Fanahy Masina</a:t>
            </a:r>
            <a:endParaRPr lang="fr-FR" sz="2800" dirty="0" smtClean="0"/>
          </a:p>
          <a:p>
            <a:r>
              <a:rPr lang="fr-FR" sz="2800" dirty="0" smtClean="0"/>
              <a:t>       </a:t>
            </a:r>
            <a:r>
              <a:rPr lang="it-IT" sz="2400" dirty="0" smtClean="0"/>
              <a:t>20 sady mampianatra azy hitandrina izay rehetra     </a:t>
            </a:r>
          </a:p>
          <a:p>
            <a:pPr>
              <a:buNone/>
            </a:pPr>
            <a:r>
              <a:rPr lang="it-IT" sz="2400" dirty="0" smtClean="0"/>
              <a:t>             nandidiako anareo; ary, indro, Izaho momba  </a:t>
            </a:r>
          </a:p>
          <a:p>
            <a:pPr>
              <a:buNone/>
            </a:pPr>
            <a:r>
              <a:rPr lang="it-IT" sz="2400" dirty="0" smtClean="0"/>
              <a:t>             anareo mandrakariva ambara-pahatongan'ny </a:t>
            </a:r>
          </a:p>
          <a:p>
            <a:pPr>
              <a:buNone/>
            </a:pPr>
            <a:r>
              <a:rPr lang="it-IT" sz="2400" dirty="0" smtClean="0"/>
              <a:t>            fahataperan'izao tontolo izao.</a:t>
            </a:r>
            <a:r>
              <a:rPr lang="en-US" sz="2400" dirty="0" smtClean="0"/>
              <a:t>.”</a:t>
            </a:r>
            <a:endParaRPr lang="en-US" sz="2400" dirty="0"/>
          </a:p>
          <a:p>
            <a:pPr algn="r">
              <a:lnSpc>
                <a:spcPct val="90000"/>
              </a:lnSpc>
              <a:buFontTx/>
              <a:buNone/>
            </a:pPr>
            <a:r>
              <a:rPr lang="en-US" sz="2400" dirty="0" smtClean="0"/>
              <a:t>Mat. 28:18-20 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770006568"/>
      </p:ext>
    </p:extLst>
  </p:cSld>
  <p:clrMapOvr>
    <a:masterClrMapping/>
  </p:clrMapOvr>
  <p:transition spd="med">
    <p:dissolve/>
  </p:transition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8001000" cy="1143000"/>
          </a:xfrm>
        </p:spPr>
        <p:txBody>
          <a:bodyPr/>
          <a:lstStyle/>
          <a:p>
            <a:r>
              <a:rPr lang="en-US" dirty="0" smtClean="0"/>
              <a:t>Outreach Ministry - ASAFI</a:t>
            </a:r>
            <a:endParaRPr lang="en-US" dirty="0"/>
          </a:p>
        </p:txBody>
      </p:sp>
      <p:sp>
        <p:nvSpPr>
          <p:cNvPr id="1822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1600200"/>
            <a:ext cx="7315200" cy="2667000"/>
          </a:xfrm>
        </p:spPr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en-US" dirty="0" smtClean="0"/>
              <a:t>“</a:t>
            </a:r>
            <a:r>
              <a:rPr lang="en-US" u="sng" dirty="0" err="1" smtClean="0"/>
              <a:t>Aoka</a:t>
            </a:r>
            <a:r>
              <a:rPr lang="en-US" u="sng" dirty="0" smtClean="0"/>
              <a:t> </a:t>
            </a:r>
            <a:r>
              <a:rPr lang="en-US" u="sng" dirty="0" err="1" smtClean="0"/>
              <a:t>tsy</a:t>
            </a:r>
            <a:r>
              <a:rPr lang="en-US" u="sng" dirty="0" smtClean="0"/>
              <a:t> </a:t>
            </a:r>
            <a:r>
              <a:rPr lang="en-US" u="sng" dirty="0" err="1" smtClean="0"/>
              <a:t>hisy</a:t>
            </a:r>
            <a:r>
              <a:rPr lang="en-US" u="sng" dirty="0" smtClean="0"/>
              <a:t> </a:t>
            </a:r>
            <a:r>
              <a:rPr lang="en-US" u="sng" dirty="0" err="1" smtClean="0"/>
              <a:t>olona</a:t>
            </a:r>
            <a:r>
              <a:rPr lang="en-US" u="sng" dirty="0" smtClean="0"/>
              <a:t> </a:t>
            </a:r>
            <a:r>
              <a:rPr lang="en-US" u="sng" dirty="0" err="1" smtClean="0"/>
              <a:t>hanao</a:t>
            </a:r>
            <a:r>
              <a:rPr lang="en-US" u="sng" dirty="0" smtClean="0"/>
              <a:t> </a:t>
            </a:r>
            <a:r>
              <a:rPr lang="en-US" u="sng" dirty="0" err="1" smtClean="0"/>
              <a:t>tsinontsinona</a:t>
            </a:r>
            <a:r>
              <a:rPr lang="en-US" u="sng" dirty="0" smtClean="0"/>
              <a:t> </a:t>
            </a:r>
            <a:r>
              <a:rPr lang="en-US" u="sng" dirty="0" err="1" smtClean="0"/>
              <a:t>anao</a:t>
            </a:r>
            <a:r>
              <a:rPr lang="en-US" u="sng" dirty="0" smtClean="0"/>
              <a:t> </a:t>
            </a:r>
            <a:r>
              <a:rPr lang="en-US" u="sng" dirty="0" err="1" smtClean="0"/>
              <a:t>nohon’ny</a:t>
            </a:r>
            <a:r>
              <a:rPr lang="en-US" u="sng" dirty="0" smtClean="0"/>
              <a:t> </a:t>
            </a:r>
            <a:r>
              <a:rPr lang="en-US" u="sng" dirty="0" err="1" smtClean="0"/>
              <a:t>fahatanoranao</a:t>
            </a:r>
            <a:r>
              <a:rPr lang="en-US" u="sng" dirty="0" smtClean="0"/>
              <a:t>, </a:t>
            </a:r>
            <a:r>
              <a:rPr lang="en-US" dirty="0" smtClean="0"/>
              <a:t> </a:t>
            </a:r>
            <a:r>
              <a:rPr lang="en-US" dirty="0" err="1" smtClean="0"/>
              <a:t>fa</a:t>
            </a:r>
            <a:r>
              <a:rPr lang="en-US" dirty="0" smtClean="0"/>
              <a:t> </a:t>
            </a:r>
            <a:r>
              <a:rPr lang="en-US" dirty="0" err="1" smtClean="0"/>
              <a:t>aoka</a:t>
            </a:r>
            <a:r>
              <a:rPr lang="en-US" dirty="0" smtClean="0"/>
              <a:t> ho </a:t>
            </a:r>
            <a:r>
              <a:rPr lang="en-US" dirty="0" err="1" smtClean="0"/>
              <a:t>tonga</a:t>
            </a:r>
            <a:r>
              <a:rPr lang="en-US" dirty="0" smtClean="0"/>
              <a:t> </a:t>
            </a:r>
            <a:r>
              <a:rPr lang="en-US" dirty="0" err="1" smtClean="0"/>
              <a:t>fianarana</a:t>
            </a:r>
            <a:r>
              <a:rPr lang="en-US" dirty="0" smtClean="0"/>
              <a:t> ho </a:t>
            </a:r>
            <a:r>
              <a:rPr lang="en-US" dirty="0" err="1" smtClean="0"/>
              <a:t>an’ny</a:t>
            </a:r>
            <a:r>
              <a:rPr lang="en-US" dirty="0" smtClean="0"/>
              <a:t> </a:t>
            </a:r>
            <a:r>
              <a:rPr lang="en-US" dirty="0" err="1" smtClean="0"/>
              <a:t>mino</a:t>
            </a:r>
            <a:r>
              <a:rPr lang="en-US" dirty="0" smtClean="0"/>
              <a:t> </a:t>
            </a:r>
            <a:r>
              <a:rPr lang="en-US" dirty="0" err="1" smtClean="0"/>
              <a:t>hianao</a:t>
            </a:r>
            <a:r>
              <a:rPr lang="en-US" dirty="0" smtClean="0"/>
              <a:t> @ </a:t>
            </a:r>
            <a:r>
              <a:rPr lang="en-US" dirty="0" err="1" smtClean="0">
                <a:solidFill>
                  <a:srgbClr val="6600FF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fiteny</a:t>
            </a:r>
            <a:r>
              <a:rPr lang="en-US" dirty="0" smtClean="0"/>
              <a:t>, </a:t>
            </a:r>
            <a:r>
              <a:rPr lang="en-US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@ </a:t>
            </a:r>
            <a:r>
              <a:rPr lang="en-US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fitondran-tena</a:t>
            </a:r>
            <a:r>
              <a:rPr lang="en-US" dirty="0" smtClean="0"/>
              <a:t>, </a:t>
            </a:r>
            <a:r>
              <a:rPr lang="en-US" dirty="0" smtClean="0">
                <a:solidFill>
                  <a:srgbClr val="009999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@ </a:t>
            </a:r>
            <a:r>
              <a:rPr lang="en-US" dirty="0" err="1" smtClean="0">
                <a:solidFill>
                  <a:srgbClr val="009999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fitiavana</a:t>
            </a:r>
            <a:r>
              <a:rPr lang="en-US" dirty="0" smtClean="0"/>
              <a:t>, </a:t>
            </a:r>
            <a:r>
              <a:rPr lang="en-US" dirty="0" smtClean="0">
                <a:solidFill>
                  <a:srgbClr val="FF33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@ </a:t>
            </a:r>
            <a:r>
              <a:rPr lang="en-US" dirty="0" err="1" smtClean="0">
                <a:solidFill>
                  <a:srgbClr val="FF33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finoana</a:t>
            </a:r>
            <a:r>
              <a:rPr lang="en-US" dirty="0" smtClean="0">
                <a:solidFill>
                  <a:srgbClr val="FF33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, </a:t>
            </a:r>
            <a:r>
              <a:rPr lang="en-US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@ </a:t>
            </a:r>
            <a:r>
              <a:rPr lang="en-US" dirty="0" err="1" smtClean="0">
                <a:solidFill>
                  <a:schemeClr val="accent2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fahadiovana</a:t>
            </a:r>
            <a:r>
              <a:rPr lang="en-US" dirty="0" smtClean="0"/>
              <a:t>.”</a:t>
            </a:r>
            <a:endParaRPr lang="en-US" dirty="0"/>
          </a:p>
          <a:p>
            <a:pPr algn="r">
              <a:lnSpc>
                <a:spcPct val="90000"/>
              </a:lnSpc>
              <a:buFontTx/>
              <a:buNone/>
            </a:pPr>
            <a:r>
              <a:rPr lang="en-US" sz="2800" dirty="0"/>
              <a:t>1</a:t>
            </a:r>
            <a:r>
              <a:rPr lang="en-US" sz="2800" dirty="0" smtClean="0"/>
              <a:t> </a:t>
            </a:r>
            <a:r>
              <a:rPr lang="en-US" sz="2800" dirty="0" err="1" smtClean="0"/>
              <a:t>Timoty</a:t>
            </a:r>
            <a:r>
              <a:rPr lang="en-US" sz="2800" dirty="0" smtClean="0"/>
              <a:t> </a:t>
            </a:r>
            <a:r>
              <a:rPr lang="en-US" sz="2800" dirty="0"/>
              <a:t>4:12 </a:t>
            </a:r>
          </a:p>
        </p:txBody>
      </p:sp>
    </p:spTree>
    <p:extLst>
      <p:ext uri="{BB962C8B-B14F-4D97-AF65-F5344CB8AC3E}">
        <p14:creationId xmlns:p14="http://schemas.microsoft.com/office/powerpoint/2010/main" val="3014674498"/>
      </p:ext>
    </p:extLst>
  </p:cSld>
  <p:clrMapOvr>
    <a:masterClrMapping/>
  </p:clrMapOvr>
  <p:transition spd="med">
    <p:dissolve/>
  </p:transition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8001000" cy="1143000"/>
          </a:xfrm>
        </p:spPr>
        <p:txBody>
          <a:bodyPr/>
          <a:lstStyle/>
          <a:p>
            <a:r>
              <a:rPr lang="en-US" dirty="0" smtClean="0"/>
              <a:t>Outreach Ministry- ASAFI</a:t>
            </a:r>
            <a:endParaRPr lang="en-US" dirty="0"/>
          </a:p>
        </p:txBody>
      </p:sp>
      <p:sp>
        <p:nvSpPr>
          <p:cNvPr id="2017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14400"/>
            <a:ext cx="8278813" cy="4572000"/>
          </a:xfrm>
        </p:spPr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en-US" sz="2800" dirty="0" smtClean="0"/>
              <a:t>“</a:t>
            </a:r>
            <a:r>
              <a:rPr lang="en-US" sz="2800" dirty="0" err="1" smtClean="0"/>
              <a:t>Ny</a:t>
            </a:r>
            <a:r>
              <a:rPr lang="en-US" sz="2800" dirty="0" smtClean="0"/>
              <a:t> </a:t>
            </a:r>
            <a:r>
              <a:rPr lang="en-US" sz="2800" dirty="0" err="1" smtClean="0"/>
              <a:t>tena</a:t>
            </a:r>
            <a:r>
              <a:rPr lang="en-US" sz="2800" dirty="0" smtClean="0"/>
              <a:t> </a:t>
            </a:r>
            <a:r>
              <a:rPr lang="en-US" sz="2800" dirty="0" err="1" smtClean="0"/>
              <a:t>ilain’izao</a:t>
            </a:r>
            <a:r>
              <a:rPr lang="en-US" sz="2800" dirty="0" smtClean="0"/>
              <a:t> </a:t>
            </a:r>
            <a:r>
              <a:rPr lang="en-US" sz="2800" dirty="0" err="1" smtClean="0"/>
              <a:t>tontolo</a:t>
            </a:r>
            <a:r>
              <a:rPr lang="en-US" sz="2800" dirty="0" smtClean="0"/>
              <a:t> </a:t>
            </a:r>
            <a:r>
              <a:rPr lang="en-US" sz="2800" dirty="0" err="1" smtClean="0"/>
              <a:t>izao</a:t>
            </a:r>
            <a:r>
              <a:rPr lang="en-US" sz="2800" dirty="0" smtClean="0"/>
              <a:t> </a:t>
            </a:r>
            <a:r>
              <a:rPr lang="en-US" sz="2800" dirty="0" err="1" smtClean="0"/>
              <a:t>dia</a:t>
            </a:r>
            <a:r>
              <a:rPr lang="en-US" sz="2800" dirty="0" smtClean="0"/>
              <a:t> </a:t>
            </a:r>
            <a:r>
              <a:rPr lang="en-US" sz="2800" dirty="0" err="1" smtClean="0"/>
              <a:t>lehilahy</a:t>
            </a:r>
            <a:r>
              <a:rPr lang="en-US" sz="2800" dirty="0" smtClean="0"/>
              <a:t> </a:t>
            </a:r>
            <a:r>
              <a:rPr lang="en-US" sz="2800" dirty="0" err="1" smtClean="0"/>
              <a:t>sy</a:t>
            </a:r>
            <a:r>
              <a:rPr lang="en-US" sz="2800" dirty="0" smtClean="0"/>
              <a:t> </a:t>
            </a:r>
            <a:r>
              <a:rPr lang="en-US" sz="2800" dirty="0" err="1" smtClean="0"/>
              <a:t>vehivavy</a:t>
            </a:r>
            <a:r>
              <a:rPr lang="en-US" sz="2800" dirty="0" smtClean="0"/>
              <a:t> </a:t>
            </a:r>
            <a:r>
              <a:rPr lang="en-US" sz="2800" dirty="0" err="1" smtClean="0">
                <a:solidFill>
                  <a:srgbClr val="FF33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izay</a:t>
            </a:r>
            <a:r>
              <a:rPr lang="en-US" sz="2800" dirty="0" smtClean="0">
                <a:solidFill>
                  <a:srgbClr val="FF33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lang="en-US" sz="2800" dirty="0" err="1" smtClean="0">
                <a:solidFill>
                  <a:srgbClr val="FF33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tsy</a:t>
            </a:r>
            <a:r>
              <a:rPr lang="en-US" sz="2800" dirty="0" smtClean="0">
                <a:solidFill>
                  <a:srgbClr val="FF33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lang="en-US" sz="2800" dirty="0" err="1" smtClean="0">
                <a:solidFill>
                  <a:srgbClr val="FF33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azo</a:t>
            </a:r>
            <a:r>
              <a:rPr lang="en-US" sz="2800" dirty="0" smtClean="0">
                <a:solidFill>
                  <a:srgbClr val="FF33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lang="en-US" sz="2800" dirty="0" err="1" smtClean="0">
                <a:solidFill>
                  <a:srgbClr val="FF33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vidiana</a:t>
            </a:r>
            <a:r>
              <a:rPr lang="en-US" sz="2800" dirty="0" smtClean="0">
                <a:solidFill>
                  <a:srgbClr val="FF33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lang="en-US" sz="2800" dirty="0" err="1" smtClean="0">
                <a:solidFill>
                  <a:srgbClr val="FF33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na</a:t>
            </a:r>
            <a:r>
              <a:rPr lang="en-US" sz="2800" dirty="0" smtClean="0">
                <a:solidFill>
                  <a:srgbClr val="FF33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lang="en-US" sz="2800" dirty="0" err="1" smtClean="0">
                <a:solidFill>
                  <a:srgbClr val="FF33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amidy</a:t>
            </a:r>
            <a:r>
              <a:rPr lang="en-US" sz="2800" dirty="0" smtClean="0">
                <a:solidFill>
                  <a:srgbClr val="FF33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.</a:t>
            </a:r>
            <a:r>
              <a:rPr lang="en-US" sz="2800" dirty="0" smtClean="0"/>
              <a:t> </a:t>
            </a:r>
            <a:r>
              <a:rPr lang="en-US" sz="2800" dirty="0" err="1" smtClean="0"/>
              <a:t>Lehilahy</a:t>
            </a:r>
            <a:r>
              <a:rPr lang="en-US" sz="2800" dirty="0" smtClean="0"/>
              <a:t> </a:t>
            </a:r>
            <a:r>
              <a:rPr lang="en-US" sz="2800" dirty="0" err="1" smtClean="0"/>
              <a:t>sy</a:t>
            </a:r>
            <a:r>
              <a:rPr lang="en-US" sz="2800" dirty="0" smtClean="0"/>
              <a:t> </a:t>
            </a:r>
            <a:r>
              <a:rPr lang="en-US" sz="2800" dirty="0" err="1" smtClean="0"/>
              <a:t>vehivavy</a:t>
            </a:r>
            <a:r>
              <a:rPr lang="en-US" sz="2800" dirty="0" smtClean="0"/>
              <a:t> </a:t>
            </a:r>
            <a:r>
              <a:rPr lang="en-US" sz="2800" dirty="0" err="1" smtClean="0"/>
              <a:t>izay</a:t>
            </a:r>
            <a:r>
              <a:rPr lang="en-US" sz="2800" dirty="0" smtClean="0"/>
              <a:t> </a:t>
            </a:r>
            <a:r>
              <a:rPr lang="en-US" sz="2800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marina </a:t>
            </a:r>
            <a:r>
              <a:rPr lang="en-US" sz="2800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sy</a:t>
            </a:r>
            <a:r>
              <a:rPr lang="en-US" sz="2800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lang="en-US" sz="2800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mahitsy</a:t>
            </a:r>
            <a:r>
              <a:rPr lang="en-US" sz="2800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lang="en-US" sz="2800" dirty="0" err="1" smtClean="0">
                <a:effectLst>
                  <a:outerShdw blurRad="38100" dist="38100" dir="2700000" algn="tl">
                    <a:srgbClr val="FFFFFF"/>
                  </a:outerShdw>
                </a:effectLst>
              </a:rPr>
              <a:t>ny</a:t>
            </a:r>
            <a:r>
              <a:rPr lang="en-US" sz="2800" dirty="0" smtClean="0"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lang="en-US" sz="2800" dirty="0" err="1" smtClean="0">
                <a:effectLst>
                  <a:outerShdw blurRad="38100" dist="38100" dir="2700000" algn="tl">
                    <a:srgbClr val="FFFFFF"/>
                  </a:outerShdw>
                </a:effectLst>
              </a:rPr>
              <a:t>atifanahiny</a:t>
            </a:r>
            <a:r>
              <a:rPr lang="en-US" sz="2800" dirty="0" smtClean="0">
                <a:effectLst>
                  <a:outerShdw blurRad="38100" dist="38100" dir="2700000" algn="tl">
                    <a:srgbClr val="FFFFFF"/>
                  </a:outerShdw>
                </a:effectLst>
              </a:rPr>
              <a:t>, </a:t>
            </a:r>
            <a:r>
              <a:rPr lang="en-US" sz="2800" dirty="0" err="1" smtClean="0">
                <a:effectLst>
                  <a:outerShdw blurRad="38100" dist="38100" dir="2700000" algn="tl">
                    <a:srgbClr val="FFFFFF"/>
                  </a:outerShdw>
                </a:effectLst>
              </a:rPr>
              <a:t>ary</a:t>
            </a:r>
            <a:r>
              <a:rPr lang="en-US" sz="2800" dirty="0" smtClean="0"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lang="en-US" sz="2800" dirty="0" err="1" smtClean="0">
                <a:solidFill>
                  <a:srgbClr val="00B05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tsy</a:t>
            </a:r>
            <a:r>
              <a:rPr lang="en-US" sz="2800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lang="en-US" sz="2800" dirty="0" err="1" smtClean="0">
                <a:solidFill>
                  <a:srgbClr val="00B05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matahotra</a:t>
            </a:r>
            <a:r>
              <a:rPr lang="en-US" sz="2800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lang="en-US" sz="2800" dirty="0" err="1" smtClean="0">
                <a:effectLst>
                  <a:outerShdw blurRad="38100" dist="38100" dir="2700000" algn="tl">
                    <a:srgbClr val="FFFFFF"/>
                  </a:outerShdw>
                </a:effectLst>
              </a:rPr>
              <a:t>ny</a:t>
            </a:r>
            <a:r>
              <a:rPr lang="en-US" sz="2800" dirty="0" smtClean="0"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lang="en-US" sz="2800" dirty="0" err="1" smtClean="0">
                <a:effectLst>
                  <a:outerShdw blurRad="38100" dist="38100" dir="2700000" algn="tl">
                    <a:srgbClr val="FFFFFF"/>
                  </a:outerShdw>
                </a:effectLst>
              </a:rPr>
              <a:t>hiantso</a:t>
            </a:r>
            <a:r>
              <a:rPr lang="en-US" sz="2800" dirty="0" smtClean="0"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lang="en-US" sz="2800" dirty="0" err="1" smtClean="0">
                <a:effectLst>
                  <a:outerShdw blurRad="38100" dist="38100" dir="2700000" algn="tl">
                    <a:srgbClr val="FFFFFF"/>
                  </a:outerShdw>
                </a:effectLst>
              </a:rPr>
              <a:t>ny</a:t>
            </a:r>
            <a:r>
              <a:rPr lang="en-US" sz="2800" dirty="0" smtClean="0"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lang="en-US" sz="2800" dirty="0" err="1" smtClean="0">
                <a:effectLst>
                  <a:outerShdw blurRad="38100" dist="38100" dir="2700000" algn="tl">
                    <a:srgbClr val="FFFFFF"/>
                  </a:outerShdw>
                </a:effectLst>
              </a:rPr>
              <a:t>fahotana</a:t>
            </a:r>
            <a:r>
              <a:rPr lang="en-US" sz="2800" dirty="0" smtClean="0"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lang="en-US" sz="2800" dirty="0" err="1" smtClean="0">
                <a:effectLst>
                  <a:outerShdw blurRad="38100" dist="38100" dir="2700000" algn="tl">
                    <a:srgbClr val="FFFFFF"/>
                  </a:outerShdw>
                </a:effectLst>
              </a:rPr>
              <a:t>amin’izay</a:t>
            </a:r>
            <a:r>
              <a:rPr lang="en-US" sz="2800" dirty="0" smtClean="0"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lang="en-US" sz="2800" dirty="0" err="1" smtClean="0">
                <a:effectLst>
                  <a:outerShdw blurRad="38100" dist="38100" dir="2700000" algn="tl">
                    <a:srgbClr val="FFFFFF"/>
                  </a:outerShdw>
                </a:effectLst>
              </a:rPr>
              <a:t>tena</a:t>
            </a:r>
            <a:r>
              <a:rPr lang="en-US" sz="2800" dirty="0" smtClean="0"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lang="en-US" sz="2800" dirty="0" err="1" smtClean="0">
                <a:effectLst>
                  <a:outerShdw blurRad="38100" dist="38100" dir="2700000" algn="tl">
                    <a:srgbClr val="FFFFFF"/>
                  </a:outerShdw>
                </a:effectLst>
              </a:rPr>
              <a:t>anarany</a:t>
            </a:r>
            <a:r>
              <a:rPr lang="en-US" sz="2800" dirty="0" smtClean="0">
                <a:effectLst>
                  <a:outerShdw blurRad="38100" dist="38100" dir="2700000" algn="tl">
                    <a:srgbClr val="FFFFFF"/>
                  </a:outerShdw>
                </a:effectLst>
              </a:rPr>
              <a:t>.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800" dirty="0" err="1" smtClean="0">
                <a:effectLst>
                  <a:outerShdw blurRad="38100" dist="38100" dir="2700000" algn="tl">
                    <a:srgbClr val="FFFFFF"/>
                  </a:outerShdw>
                </a:effectLst>
              </a:rPr>
              <a:t>Lehilahy</a:t>
            </a:r>
            <a:r>
              <a:rPr lang="en-US" sz="2800" dirty="0" smtClean="0"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lang="en-US" sz="2800" dirty="0" err="1" smtClean="0">
                <a:effectLst>
                  <a:outerShdw blurRad="38100" dist="38100" dir="2700000" algn="tl">
                    <a:srgbClr val="FFFFFF"/>
                  </a:outerShdw>
                </a:effectLst>
              </a:rPr>
              <a:t>sy</a:t>
            </a:r>
            <a:r>
              <a:rPr lang="en-US" sz="2800" dirty="0" smtClean="0"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lang="en-US" sz="2800" dirty="0" err="1" smtClean="0">
                <a:effectLst>
                  <a:outerShdw blurRad="38100" dist="38100" dir="2700000" algn="tl">
                    <a:srgbClr val="FFFFFF"/>
                  </a:outerShdw>
                </a:effectLst>
              </a:rPr>
              <a:t>vehivavy</a:t>
            </a:r>
            <a:r>
              <a:rPr lang="en-US" sz="2800" dirty="0" smtClean="0"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lang="en-US" sz="2800" dirty="0" err="1" smtClean="0">
                <a:effectLst>
                  <a:outerShdw blurRad="38100" dist="38100" dir="2700000" algn="tl">
                    <a:srgbClr val="FFFFFF"/>
                  </a:outerShdw>
                </a:effectLst>
              </a:rPr>
              <a:t>izay</a:t>
            </a:r>
            <a:r>
              <a:rPr lang="en-US" sz="2800" dirty="0" smtClean="0"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lang="en-US" sz="2800" dirty="0" smtClean="0">
                <a:solidFill>
                  <a:srgbClr val="00B0F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marina @ </a:t>
            </a:r>
            <a:r>
              <a:rPr lang="en-US" sz="2800" dirty="0" err="1" smtClean="0">
                <a:solidFill>
                  <a:srgbClr val="00B0F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adidiny</a:t>
            </a:r>
            <a:r>
              <a:rPr lang="en-US" sz="2800" dirty="0" smtClean="0">
                <a:solidFill>
                  <a:srgbClr val="00B0F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lang="en-US" sz="2800" dirty="0" err="1" smtClean="0">
                <a:effectLst>
                  <a:outerShdw blurRad="38100" dist="38100" dir="2700000" algn="tl">
                    <a:srgbClr val="FFFFFF"/>
                  </a:outerShdw>
                </a:effectLst>
              </a:rPr>
              <a:t>tahaka</a:t>
            </a:r>
            <a:r>
              <a:rPr lang="en-US" sz="2800" dirty="0" smtClean="0"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lang="en-US" sz="2800" dirty="0" err="1" smtClean="0">
                <a:effectLst>
                  <a:outerShdw blurRad="38100" dist="38100" dir="2700000" algn="tl">
                    <a:srgbClr val="FFFFFF"/>
                  </a:outerShdw>
                </a:effectLst>
              </a:rPr>
              <a:t>ny</a:t>
            </a:r>
            <a:r>
              <a:rPr lang="en-US" sz="2800" dirty="0" smtClean="0"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lang="en-US" sz="2800" dirty="0" err="1" smtClean="0">
                <a:effectLst>
                  <a:outerShdw blurRad="38100" dist="38100" dir="2700000" algn="tl">
                    <a:srgbClr val="FFFFFF"/>
                  </a:outerShdw>
                </a:effectLst>
              </a:rPr>
              <a:t>fanjaitran’ny</a:t>
            </a:r>
            <a:r>
              <a:rPr lang="en-US" sz="2800" dirty="0" smtClean="0"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lang="en-US" sz="2800" dirty="0" err="1" smtClean="0">
                <a:effectLst>
                  <a:outerShdw blurRad="38100" dist="38100" dir="2700000" algn="tl">
                    <a:srgbClr val="FFFFFF"/>
                  </a:outerShdw>
                </a:effectLst>
              </a:rPr>
              <a:t>fanondro</a:t>
            </a:r>
            <a:r>
              <a:rPr lang="en-US" sz="2800" dirty="0" smtClean="0"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lang="en-US" sz="2800" dirty="0" err="1" smtClean="0">
                <a:effectLst>
                  <a:outerShdw blurRad="38100" dist="38100" dir="2700000" algn="tl">
                    <a:srgbClr val="FFFFFF"/>
                  </a:outerShdw>
                </a:effectLst>
              </a:rPr>
              <a:t>avaratra</a:t>
            </a:r>
            <a:r>
              <a:rPr lang="en-US" sz="2800" dirty="0" smtClean="0"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lang="en-US" sz="2800" dirty="0" err="1" smtClean="0">
                <a:effectLst>
                  <a:outerShdw blurRad="38100" dist="38100" dir="2700000" algn="tl">
                    <a:srgbClr val="FFFFFF"/>
                  </a:outerShdw>
                </a:effectLst>
              </a:rPr>
              <a:t>ny</a:t>
            </a:r>
            <a:r>
              <a:rPr lang="en-US" sz="2800" dirty="0" smtClean="0"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lang="en-US" sz="2800" dirty="0" err="1" smtClean="0">
                <a:effectLst>
                  <a:outerShdw blurRad="38100" dist="38100" dir="2700000" algn="tl">
                    <a:srgbClr val="FFFFFF"/>
                  </a:outerShdw>
                </a:effectLst>
              </a:rPr>
              <a:t>feon’ny</a:t>
            </a:r>
            <a:r>
              <a:rPr lang="en-US" sz="2800" dirty="0" smtClean="0"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lang="en-US" sz="2800" dirty="0" err="1" smtClean="0">
                <a:effectLst>
                  <a:outerShdw blurRad="38100" dist="38100" dir="2700000" algn="tl">
                    <a:srgbClr val="FFFFFF"/>
                  </a:outerShdw>
                </a:effectLst>
              </a:rPr>
              <a:t>fieritreretany</a:t>
            </a:r>
            <a:r>
              <a:rPr lang="en-US" sz="2800" dirty="0" smtClean="0"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lang="en-US" sz="2800" dirty="0" err="1" smtClean="0">
                <a:effectLst>
                  <a:outerShdw blurRad="38100" dist="38100" dir="2700000" algn="tl">
                    <a:srgbClr val="FFFFFF"/>
                  </a:outerShdw>
                </a:effectLst>
              </a:rPr>
              <a:t>ary</a:t>
            </a:r>
            <a:r>
              <a:rPr lang="en-US" sz="2800" dirty="0" smtClean="0"/>
              <a:t> </a:t>
            </a:r>
            <a:r>
              <a:rPr lang="en-US" sz="2800" dirty="0" err="1" smtClean="0">
                <a:solidFill>
                  <a:srgbClr val="6600FF"/>
                </a:solidFill>
              </a:rPr>
              <a:t>mijoro</a:t>
            </a:r>
            <a:r>
              <a:rPr lang="en-US" sz="2800" dirty="0" smtClean="0">
                <a:solidFill>
                  <a:srgbClr val="6600FF"/>
                </a:solidFill>
              </a:rPr>
              <a:t> @ </a:t>
            </a:r>
            <a:r>
              <a:rPr lang="en-US" sz="2800" dirty="0" err="1" smtClean="0">
                <a:solidFill>
                  <a:srgbClr val="6600FF"/>
                </a:solidFill>
              </a:rPr>
              <a:t>fahamarinana</a:t>
            </a:r>
            <a:r>
              <a:rPr lang="en-US" sz="2800" dirty="0" smtClean="0">
                <a:solidFill>
                  <a:srgbClr val="6600FF"/>
                </a:solidFill>
              </a:rPr>
              <a:t> </a:t>
            </a:r>
            <a:r>
              <a:rPr lang="en-US" sz="2800" dirty="0" err="1" smtClean="0"/>
              <a:t>na</a:t>
            </a:r>
            <a:r>
              <a:rPr lang="en-US" sz="2800" dirty="0" smtClean="0"/>
              <a:t> </a:t>
            </a:r>
            <a:r>
              <a:rPr lang="en-US" sz="2800" dirty="0" err="1" smtClean="0"/>
              <a:t>hianjera</a:t>
            </a:r>
            <a:r>
              <a:rPr lang="en-US" sz="2800" dirty="0" smtClean="0"/>
              <a:t> </a:t>
            </a:r>
            <a:r>
              <a:rPr lang="en-US" sz="2800" dirty="0" err="1" smtClean="0"/>
              <a:t>aza</a:t>
            </a:r>
            <a:r>
              <a:rPr lang="en-US" sz="2800" dirty="0" smtClean="0"/>
              <a:t> </a:t>
            </a:r>
            <a:r>
              <a:rPr lang="en-US" sz="2800" dirty="0" err="1" smtClean="0"/>
              <a:t>ny</a:t>
            </a:r>
            <a:r>
              <a:rPr lang="en-US" sz="2800" dirty="0" smtClean="0"/>
              <a:t> </a:t>
            </a:r>
            <a:r>
              <a:rPr lang="en-US" sz="2800" dirty="0" err="1" smtClean="0"/>
              <a:t>lanitra</a:t>
            </a:r>
            <a:r>
              <a:rPr lang="en-US" sz="2800" dirty="0" smtClean="0"/>
              <a:t>.”</a:t>
            </a:r>
            <a:endParaRPr lang="en-US" sz="2800" dirty="0"/>
          </a:p>
          <a:p>
            <a:pPr algn="r">
              <a:lnSpc>
                <a:spcPct val="90000"/>
              </a:lnSpc>
              <a:buFontTx/>
              <a:buNone/>
            </a:pPr>
            <a:r>
              <a:rPr lang="en-US" sz="2800" dirty="0"/>
              <a:t>Education pg. 57</a:t>
            </a:r>
          </a:p>
        </p:txBody>
      </p:sp>
    </p:spTree>
    <p:extLst>
      <p:ext uri="{BB962C8B-B14F-4D97-AF65-F5344CB8AC3E}">
        <p14:creationId xmlns:p14="http://schemas.microsoft.com/office/powerpoint/2010/main" val="1769838724"/>
      </p:ext>
    </p:extLst>
  </p:cSld>
  <p:clrMapOvr>
    <a:masterClrMapping/>
  </p:clrMapOvr>
  <p:transition spd="med">
    <p:dissolve/>
  </p:transition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8001000" cy="1143000"/>
          </a:xfrm>
        </p:spPr>
        <p:txBody>
          <a:bodyPr/>
          <a:lstStyle/>
          <a:p>
            <a:r>
              <a:rPr lang="en-US" dirty="0" smtClean="0"/>
              <a:t>Outreach Ministry- ASAFI</a:t>
            </a:r>
            <a:endParaRPr lang="en-US" dirty="0"/>
          </a:p>
        </p:txBody>
      </p:sp>
      <p:sp>
        <p:nvSpPr>
          <p:cNvPr id="686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76400"/>
            <a:ext cx="7696200" cy="3657600"/>
          </a:xfrm>
        </p:spPr>
        <p:txBody>
          <a:bodyPr/>
          <a:lstStyle/>
          <a:p>
            <a:pPr algn="r">
              <a:lnSpc>
                <a:spcPct val="90000"/>
              </a:lnSpc>
              <a:buFontTx/>
              <a:buNone/>
            </a:pPr>
            <a:r>
              <a:rPr lang="en-US" dirty="0" smtClean="0"/>
              <a:t>“ </a:t>
            </a:r>
            <a:r>
              <a:rPr lang="en-US" dirty="0" err="1" smtClean="0"/>
              <a:t>Izay</a:t>
            </a:r>
            <a:r>
              <a:rPr lang="en-US" dirty="0" smtClean="0"/>
              <a:t> </a:t>
            </a:r>
            <a:r>
              <a:rPr lang="en-US" dirty="0" err="1" smtClean="0"/>
              <a:t>ilain’izao</a:t>
            </a:r>
            <a:r>
              <a:rPr lang="en-US" dirty="0" smtClean="0"/>
              <a:t> </a:t>
            </a:r>
            <a:r>
              <a:rPr lang="en-US" dirty="0" err="1" smtClean="0"/>
              <a:t>tontolo</a:t>
            </a:r>
            <a:r>
              <a:rPr lang="en-US" dirty="0" smtClean="0"/>
              <a:t> </a:t>
            </a:r>
            <a:r>
              <a:rPr lang="en-US" dirty="0" err="1" smtClean="0"/>
              <a:t>izao</a:t>
            </a:r>
            <a:r>
              <a:rPr lang="en-US" dirty="0" smtClean="0"/>
              <a:t> </a:t>
            </a:r>
            <a:r>
              <a:rPr lang="en-US" dirty="0" err="1" smtClean="0"/>
              <a:t>ankehitriny</a:t>
            </a:r>
            <a:r>
              <a:rPr lang="en-US" dirty="0" smtClean="0"/>
              <a:t> </a:t>
            </a:r>
            <a:r>
              <a:rPr lang="en-US" dirty="0" err="1" smtClean="0"/>
              <a:t>dia</a:t>
            </a:r>
            <a:r>
              <a:rPr lang="en-US" dirty="0" smtClean="0"/>
              <a:t> </a:t>
            </a:r>
            <a:r>
              <a:rPr lang="en-US" dirty="0" err="1" smtClean="0"/>
              <a:t>izay</a:t>
            </a:r>
            <a:r>
              <a:rPr lang="en-US" dirty="0" smtClean="0"/>
              <a:t> </a:t>
            </a:r>
            <a:r>
              <a:rPr lang="en-US" dirty="0" err="1" smtClean="0"/>
              <a:t>nilain’izao</a:t>
            </a:r>
            <a:r>
              <a:rPr lang="en-US" dirty="0" smtClean="0"/>
              <a:t> </a:t>
            </a:r>
            <a:r>
              <a:rPr lang="en-US" dirty="0" err="1" smtClean="0"/>
              <a:t>tontolo</a:t>
            </a:r>
            <a:r>
              <a:rPr lang="en-US" dirty="0" smtClean="0"/>
              <a:t> </a:t>
            </a:r>
            <a:r>
              <a:rPr lang="en-US" dirty="0" err="1" smtClean="0"/>
              <a:t>izao</a:t>
            </a:r>
            <a:r>
              <a:rPr lang="en-US" dirty="0" smtClean="0"/>
              <a:t> 2000 </a:t>
            </a:r>
            <a:r>
              <a:rPr lang="en-US" dirty="0" err="1" smtClean="0"/>
              <a:t>taona</a:t>
            </a:r>
            <a:r>
              <a:rPr lang="en-US" dirty="0" smtClean="0"/>
              <a:t> </a:t>
            </a:r>
            <a:r>
              <a:rPr lang="en-US" dirty="0" err="1" smtClean="0"/>
              <a:t>lasa</a:t>
            </a:r>
            <a:r>
              <a:rPr lang="en-US" dirty="0" smtClean="0"/>
              <a:t> </a:t>
            </a:r>
            <a:r>
              <a:rPr lang="en-US" dirty="0" err="1" smtClean="0"/>
              <a:t>izay</a:t>
            </a:r>
            <a:r>
              <a:rPr lang="en-US" dirty="0" smtClean="0"/>
              <a:t> – </a:t>
            </a:r>
            <a:r>
              <a:rPr lang="en-US" dirty="0" err="1" smtClean="0"/>
              <a:t>ny</a:t>
            </a:r>
            <a:r>
              <a:rPr lang="en-US" dirty="0" smtClean="0"/>
              <a:t> </a:t>
            </a:r>
            <a:r>
              <a:rPr lang="en-US" dirty="0" err="1" smtClean="0"/>
              <a:t>fanehoana</a:t>
            </a:r>
            <a:r>
              <a:rPr lang="en-US" dirty="0" smtClean="0"/>
              <a:t> </a:t>
            </a:r>
            <a:r>
              <a:rPr lang="en-US" dirty="0" err="1" smtClean="0"/>
              <a:t>an’I</a:t>
            </a:r>
            <a:r>
              <a:rPr lang="en-US" dirty="0" smtClean="0"/>
              <a:t> Kristy.  </a:t>
            </a:r>
            <a:r>
              <a:rPr lang="en-US" dirty="0" err="1" smtClean="0"/>
              <a:t>Asa</a:t>
            </a:r>
            <a:r>
              <a:rPr lang="en-US" dirty="0" smtClean="0"/>
              <a:t> </a:t>
            </a:r>
            <a:r>
              <a:rPr lang="en-US" dirty="0" err="1" smtClean="0"/>
              <a:t>fanavaozana</a:t>
            </a:r>
            <a:r>
              <a:rPr lang="en-US" dirty="0" smtClean="0"/>
              <a:t> </a:t>
            </a:r>
            <a:r>
              <a:rPr lang="en-US" dirty="0" err="1" smtClean="0"/>
              <a:t>lehibe</a:t>
            </a:r>
            <a:r>
              <a:rPr lang="en-US" dirty="0" smtClean="0"/>
              <a:t> no </a:t>
            </a:r>
            <a:r>
              <a:rPr lang="en-US" dirty="0" err="1" smtClean="0"/>
              <a:t>takiana</a:t>
            </a:r>
            <a:r>
              <a:rPr lang="en-US" dirty="0" smtClean="0"/>
              <a:t>, </a:t>
            </a:r>
            <a:r>
              <a:rPr lang="en-US" dirty="0" err="1" smtClean="0"/>
              <a:t>ary</a:t>
            </a:r>
            <a:r>
              <a:rPr lang="en-US" dirty="0" smtClean="0"/>
              <a:t> </a:t>
            </a:r>
            <a:r>
              <a:rPr lang="en-US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amin’ny</a:t>
            </a:r>
            <a:r>
              <a:rPr lang="en-US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lang="en-US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alàlan’ny</a:t>
            </a:r>
            <a:r>
              <a:rPr lang="en-US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lang="en-US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fahasoavan’I</a:t>
            </a:r>
            <a:r>
              <a:rPr lang="en-US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Kristy </a:t>
            </a:r>
            <a:r>
              <a:rPr lang="en-US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irery</a:t>
            </a:r>
            <a:r>
              <a:rPr lang="en-US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lang="en-US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ihany</a:t>
            </a:r>
            <a:r>
              <a:rPr lang="en-US" dirty="0" smtClean="0"/>
              <a:t> no </a:t>
            </a:r>
            <a:r>
              <a:rPr lang="en-US" dirty="0" err="1" smtClean="0"/>
              <a:t>azohanatanterahana</a:t>
            </a:r>
            <a:r>
              <a:rPr lang="en-US" dirty="0" smtClean="0"/>
              <a:t>  </a:t>
            </a:r>
            <a:r>
              <a:rPr lang="en-US" dirty="0" err="1" smtClean="0"/>
              <a:t>ny</a:t>
            </a:r>
            <a:r>
              <a:rPr lang="en-US" dirty="0" smtClean="0"/>
              <a:t> </a:t>
            </a:r>
            <a:r>
              <a:rPr lang="en-US" dirty="0" err="1" smtClean="0"/>
              <a:t>asa</a:t>
            </a:r>
            <a:r>
              <a:rPr lang="en-US" dirty="0" smtClean="0"/>
              <a:t> </a:t>
            </a:r>
            <a:r>
              <a:rPr lang="en-US" dirty="0" err="1" smtClean="0"/>
              <a:t>famerenana</a:t>
            </a:r>
            <a:r>
              <a:rPr lang="en-US" dirty="0" smtClean="0"/>
              <a:t> </a:t>
            </a:r>
            <a:r>
              <a:rPr lang="en-US" dirty="0" err="1" smtClean="0"/>
              <a:t>amin’ny</a:t>
            </a:r>
            <a:r>
              <a:rPr lang="en-US" dirty="0" smtClean="0"/>
              <a:t> </a:t>
            </a:r>
            <a:r>
              <a:rPr lang="en-US" dirty="0" err="1" smtClean="0"/>
              <a:t>laoniny</a:t>
            </a:r>
            <a:r>
              <a:rPr lang="en-US" dirty="0" smtClean="0"/>
              <a:t> </a:t>
            </a:r>
          </a:p>
          <a:p>
            <a:pPr algn="r">
              <a:lnSpc>
                <a:spcPct val="90000"/>
              </a:lnSpc>
              <a:buFontTx/>
              <a:buNone/>
            </a:pPr>
            <a:r>
              <a:rPr lang="en-US" dirty="0" err="1" smtClean="0"/>
              <a:t>ny</a:t>
            </a:r>
            <a:r>
              <a:rPr lang="en-US" dirty="0" smtClean="0"/>
              <a:t> </a:t>
            </a:r>
            <a:r>
              <a:rPr lang="en-US" dirty="0" err="1" smtClean="0"/>
              <a:t>lafiny</a:t>
            </a:r>
            <a:r>
              <a:rPr lang="en-US" dirty="0" smtClean="0"/>
              <a:t> </a:t>
            </a:r>
            <a:r>
              <a:rPr lang="en-US" dirty="0" err="1" smtClean="0"/>
              <a:t>ara-batana</a:t>
            </a:r>
            <a:r>
              <a:rPr lang="en-US" dirty="0" smtClean="0"/>
              <a:t>, </a:t>
            </a:r>
            <a:r>
              <a:rPr lang="en-US" dirty="0" err="1" smtClean="0"/>
              <a:t>ara-tsaina</a:t>
            </a:r>
            <a:r>
              <a:rPr lang="en-US" dirty="0" smtClean="0"/>
              <a:t>, </a:t>
            </a:r>
          </a:p>
          <a:p>
            <a:pPr algn="r">
              <a:lnSpc>
                <a:spcPct val="90000"/>
              </a:lnSpc>
              <a:buFontTx/>
              <a:buNone/>
            </a:pPr>
            <a:r>
              <a:rPr lang="en-US" dirty="0" err="1" smtClean="0"/>
              <a:t>ara-panahy</a:t>
            </a:r>
            <a:r>
              <a:rPr lang="en-US" dirty="0" smtClean="0"/>
              <a:t>. </a:t>
            </a:r>
            <a:r>
              <a:rPr lang="en-US" dirty="0"/>
              <a:t>. . .”</a:t>
            </a:r>
          </a:p>
        </p:txBody>
      </p:sp>
    </p:spTree>
    <p:extLst>
      <p:ext uri="{BB962C8B-B14F-4D97-AF65-F5344CB8AC3E}">
        <p14:creationId xmlns:p14="http://schemas.microsoft.com/office/powerpoint/2010/main" val="3947676967"/>
      </p:ext>
    </p:extLst>
  </p:cSld>
  <p:clrMapOvr>
    <a:masterClrMapping/>
  </p:clrMapOvr>
  <p:transition spd="med">
    <p:dissolve/>
  </p:transition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1026"/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8001000" cy="1143000"/>
          </a:xfrm>
        </p:spPr>
        <p:txBody>
          <a:bodyPr/>
          <a:lstStyle/>
          <a:p>
            <a:r>
              <a:rPr lang="en-US" dirty="0" smtClean="0"/>
              <a:t>Outreach Ministry - ASAFI</a:t>
            </a:r>
            <a:endParaRPr lang="en-US" dirty="0"/>
          </a:p>
        </p:txBody>
      </p:sp>
      <p:sp>
        <p:nvSpPr>
          <p:cNvPr id="70659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685800" y="1676400"/>
            <a:ext cx="7772400" cy="3657600"/>
          </a:xfrm>
        </p:spPr>
        <p:txBody>
          <a:bodyPr/>
          <a:lstStyle/>
          <a:p>
            <a:pPr>
              <a:lnSpc>
                <a:spcPct val="90000"/>
              </a:lnSpc>
              <a:buNone/>
            </a:pPr>
            <a:r>
              <a:rPr lang="en-US" dirty="0" smtClean="0"/>
              <a:t>“</a:t>
            </a:r>
            <a:r>
              <a:rPr lang="fr-FR" dirty="0" err="1" smtClean="0">
                <a:latin typeface="Arial Black" pitchFamily="34" charset="0"/>
              </a:rPr>
              <a:t>Ny</a:t>
            </a:r>
            <a:r>
              <a:rPr lang="fr-FR" dirty="0" smtClean="0">
                <a:latin typeface="Arial Black" pitchFamily="34" charset="0"/>
              </a:rPr>
              <a:t> </a:t>
            </a:r>
            <a:r>
              <a:rPr lang="fr-FR" dirty="0" err="1" smtClean="0">
                <a:latin typeface="Arial Black" pitchFamily="34" charset="0"/>
              </a:rPr>
              <a:t>Fomba</a:t>
            </a:r>
            <a:r>
              <a:rPr lang="fr-FR" dirty="0" smtClean="0">
                <a:latin typeface="Arial Black" pitchFamily="34" charset="0"/>
              </a:rPr>
              <a:t> </a:t>
            </a:r>
            <a:r>
              <a:rPr lang="fr-FR" dirty="0" err="1" smtClean="0">
                <a:latin typeface="Arial Black" pitchFamily="34" charset="0"/>
              </a:rPr>
              <a:t>Fiasan’i</a:t>
            </a:r>
            <a:r>
              <a:rPr lang="fr-FR" dirty="0" smtClean="0">
                <a:latin typeface="Arial Black" pitchFamily="34" charset="0"/>
              </a:rPr>
              <a:t> </a:t>
            </a:r>
            <a:r>
              <a:rPr lang="fr-FR" dirty="0" err="1" smtClean="0">
                <a:latin typeface="Arial Black" pitchFamily="34" charset="0"/>
              </a:rPr>
              <a:t>Kristy</a:t>
            </a:r>
            <a:r>
              <a:rPr lang="fr-FR" dirty="0" smtClean="0">
                <a:latin typeface="Arial Black" pitchFamily="34" charset="0"/>
              </a:rPr>
              <a:t> IRERY IHANY NO AHITANA FAHOMBIAZANA </a:t>
            </a:r>
            <a:r>
              <a:rPr lang="fr-FR" dirty="0" err="1" smtClean="0">
                <a:latin typeface="Arial Black" pitchFamily="34" charset="0"/>
              </a:rPr>
              <a:t>amin’ny</a:t>
            </a:r>
            <a:r>
              <a:rPr lang="fr-FR" dirty="0" smtClean="0">
                <a:latin typeface="Arial Black" pitchFamily="34" charset="0"/>
              </a:rPr>
              <a:t> </a:t>
            </a:r>
            <a:r>
              <a:rPr lang="fr-FR" dirty="0" err="1" smtClean="0">
                <a:latin typeface="Arial Black" pitchFamily="34" charset="0"/>
              </a:rPr>
              <a:t>famonjem</a:t>
            </a:r>
            <a:r>
              <a:rPr lang="fr-FR" dirty="0" smtClean="0">
                <a:latin typeface="Arial Black" pitchFamily="34" charset="0"/>
              </a:rPr>
              <a:t>-</a:t>
            </a:r>
            <a:r>
              <a:rPr lang="fr-FR" dirty="0" err="1" smtClean="0">
                <a:latin typeface="Arial Black" pitchFamily="34" charset="0"/>
              </a:rPr>
              <a:t>panahy</a:t>
            </a:r>
            <a:r>
              <a:rPr lang="fr-FR" dirty="0" smtClean="0">
                <a:latin typeface="Arial Black" pitchFamily="34" charset="0"/>
              </a:rPr>
              <a:t>. </a:t>
            </a:r>
            <a:r>
              <a:rPr lang="fr-FR" dirty="0" err="1" smtClean="0">
                <a:solidFill>
                  <a:srgbClr val="FFFF00"/>
                </a:solidFill>
                <a:latin typeface="Arial Black" pitchFamily="34" charset="0"/>
              </a:rPr>
              <a:t>Nifangaro</a:t>
            </a:r>
            <a:r>
              <a:rPr lang="fr-FR" dirty="0" smtClean="0">
                <a:solidFill>
                  <a:srgbClr val="FFFF00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rgbClr val="FFFF00"/>
                </a:solidFill>
                <a:latin typeface="Arial Black" pitchFamily="34" charset="0"/>
              </a:rPr>
              <a:t>tamin’ny</a:t>
            </a:r>
            <a:r>
              <a:rPr lang="fr-FR" dirty="0" smtClean="0">
                <a:solidFill>
                  <a:srgbClr val="FFFF00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rgbClr val="FFFF00"/>
                </a:solidFill>
                <a:latin typeface="Arial Black" pitchFamily="34" charset="0"/>
              </a:rPr>
              <a:t>olona</a:t>
            </a:r>
            <a:r>
              <a:rPr lang="fr-FR" dirty="0" smtClean="0">
                <a:solidFill>
                  <a:srgbClr val="FFFF00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rgbClr val="FFFF00"/>
                </a:solidFill>
                <a:latin typeface="Arial Black" pitchFamily="34" charset="0"/>
              </a:rPr>
              <a:t>Izy</a:t>
            </a:r>
            <a:r>
              <a:rPr lang="fr-FR" dirty="0" smtClean="0">
                <a:solidFill>
                  <a:srgbClr val="FFFF00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latin typeface="Arial Black" pitchFamily="34" charset="0"/>
              </a:rPr>
              <a:t>toy</a:t>
            </a:r>
            <a:r>
              <a:rPr lang="fr-FR" dirty="0" smtClean="0">
                <a:latin typeface="Arial Black" pitchFamily="34" charset="0"/>
              </a:rPr>
              <a:t> </a:t>
            </a:r>
            <a:r>
              <a:rPr lang="fr-FR" dirty="0" err="1" smtClean="0">
                <a:latin typeface="Arial Black" pitchFamily="34" charset="0"/>
              </a:rPr>
              <a:t>ny</a:t>
            </a:r>
            <a:r>
              <a:rPr lang="fr-FR" dirty="0" smtClean="0">
                <a:latin typeface="Arial Black" pitchFamily="34" charset="0"/>
              </a:rPr>
              <a:t> </a:t>
            </a:r>
            <a:r>
              <a:rPr lang="fr-FR" dirty="0" err="1" smtClean="0">
                <a:latin typeface="Arial Black" pitchFamily="34" charset="0"/>
              </a:rPr>
              <a:t>olona</a:t>
            </a:r>
            <a:r>
              <a:rPr lang="fr-FR" dirty="0" smtClean="0">
                <a:latin typeface="Arial Black" pitchFamily="34" charset="0"/>
              </a:rPr>
              <a:t> </a:t>
            </a:r>
            <a:r>
              <a:rPr lang="fr-FR" dirty="0" err="1" smtClean="0">
                <a:latin typeface="Arial Black" pitchFamily="34" charset="0"/>
              </a:rPr>
              <a:t>maniry</a:t>
            </a:r>
            <a:r>
              <a:rPr lang="fr-FR" dirty="0" smtClean="0">
                <a:latin typeface="Arial Black" pitchFamily="34" charset="0"/>
              </a:rPr>
              <a:t> </a:t>
            </a:r>
            <a:r>
              <a:rPr lang="fr-FR" dirty="0" err="1" smtClean="0">
                <a:latin typeface="Arial Black" pitchFamily="34" charset="0"/>
              </a:rPr>
              <a:t>izay</a:t>
            </a:r>
            <a:r>
              <a:rPr lang="fr-FR" dirty="0" smtClean="0">
                <a:latin typeface="Arial Black" pitchFamily="34" charset="0"/>
              </a:rPr>
              <a:t> </a:t>
            </a:r>
            <a:r>
              <a:rPr lang="fr-FR" dirty="0" err="1" smtClean="0">
                <a:latin typeface="Arial Black" pitchFamily="34" charset="0"/>
              </a:rPr>
              <a:t>hahasoa</a:t>
            </a:r>
            <a:r>
              <a:rPr lang="fr-FR" dirty="0" smtClean="0">
                <a:latin typeface="Arial Black" pitchFamily="34" charset="0"/>
              </a:rPr>
              <a:t> </a:t>
            </a:r>
            <a:r>
              <a:rPr lang="fr-FR" dirty="0" err="1" smtClean="0">
                <a:latin typeface="Arial Black" pitchFamily="34" charset="0"/>
              </a:rPr>
              <a:t>azy</a:t>
            </a:r>
            <a:r>
              <a:rPr lang="fr-FR" dirty="0" smtClean="0">
                <a:latin typeface="Arial Black" pitchFamily="34" charset="0"/>
              </a:rPr>
              <a:t>, </a:t>
            </a:r>
            <a:r>
              <a:rPr lang="fr-FR" dirty="0" err="1" smtClean="0">
                <a:solidFill>
                  <a:srgbClr val="FFFF00"/>
                </a:solidFill>
                <a:latin typeface="Arial Black" pitchFamily="34" charset="0"/>
              </a:rPr>
              <a:t>naneho</a:t>
            </a:r>
            <a:r>
              <a:rPr lang="fr-FR" dirty="0" smtClean="0">
                <a:solidFill>
                  <a:srgbClr val="FFFF00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rgbClr val="FFFF00"/>
                </a:solidFill>
                <a:latin typeface="Arial Black" pitchFamily="34" charset="0"/>
              </a:rPr>
              <a:t>fangoraham</a:t>
            </a:r>
            <a:r>
              <a:rPr lang="fr-FR" dirty="0" smtClean="0">
                <a:solidFill>
                  <a:srgbClr val="FFFF00"/>
                </a:solidFill>
                <a:latin typeface="Arial Black" pitchFamily="34" charset="0"/>
              </a:rPr>
              <a:t>-po </a:t>
            </a:r>
            <a:r>
              <a:rPr lang="fr-FR" dirty="0" err="1" smtClean="0">
                <a:latin typeface="Arial Black" pitchFamily="34" charset="0"/>
              </a:rPr>
              <a:t>tamin’izy</a:t>
            </a:r>
            <a:r>
              <a:rPr lang="fr-FR" dirty="0" smtClean="0">
                <a:latin typeface="Arial Black" pitchFamily="34" charset="0"/>
              </a:rPr>
              <a:t> </a:t>
            </a:r>
            <a:r>
              <a:rPr lang="fr-FR" dirty="0" err="1" smtClean="0">
                <a:latin typeface="Arial Black" pitchFamily="34" charset="0"/>
              </a:rPr>
              <a:t>ireo</a:t>
            </a:r>
            <a:r>
              <a:rPr lang="fr-FR" dirty="0" smtClean="0">
                <a:latin typeface="Arial Black" pitchFamily="34" charset="0"/>
              </a:rPr>
              <a:t> </a:t>
            </a:r>
            <a:r>
              <a:rPr lang="fr-FR" dirty="0" err="1" smtClean="0">
                <a:latin typeface="Arial Black" pitchFamily="34" charset="0"/>
              </a:rPr>
              <a:t>izy</a:t>
            </a:r>
            <a:r>
              <a:rPr lang="fr-FR" dirty="0" smtClean="0">
                <a:latin typeface="Arial Black" pitchFamily="34" charset="0"/>
              </a:rPr>
              <a:t>, </a:t>
            </a:r>
            <a:r>
              <a:rPr lang="fr-FR" dirty="0" err="1" smtClean="0">
                <a:solidFill>
                  <a:srgbClr val="FFFF00"/>
                </a:solidFill>
                <a:latin typeface="Arial Black" pitchFamily="34" charset="0"/>
              </a:rPr>
              <a:t>nanome</a:t>
            </a:r>
            <a:r>
              <a:rPr lang="fr-FR" dirty="0" smtClean="0">
                <a:solidFill>
                  <a:srgbClr val="FFFF00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rgbClr val="FFFF00"/>
                </a:solidFill>
                <a:latin typeface="Arial Black" pitchFamily="34" charset="0"/>
              </a:rPr>
              <a:t>izay</a:t>
            </a:r>
            <a:r>
              <a:rPr lang="fr-FR" dirty="0" smtClean="0">
                <a:solidFill>
                  <a:srgbClr val="FFFF00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rgbClr val="FFFF00"/>
                </a:solidFill>
                <a:latin typeface="Arial Black" pitchFamily="34" charset="0"/>
              </a:rPr>
              <a:t>ilainy</a:t>
            </a:r>
            <a:r>
              <a:rPr lang="fr-FR" dirty="0" smtClean="0">
                <a:solidFill>
                  <a:srgbClr val="FFFF00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latin typeface="Arial Black" pitchFamily="34" charset="0"/>
              </a:rPr>
              <a:t>izy</a:t>
            </a:r>
            <a:r>
              <a:rPr lang="fr-FR" dirty="0" smtClean="0">
                <a:latin typeface="Arial Black" pitchFamily="34" charset="0"/>
              </a:rPr>
              <a:t> ka </a:t>
            </a:r>
            <a:r>
              <a:rPr lang="fr-FR" dirty="0" err="1" smtClean="0">
                <a:latin typeface="Arial Black" pitchFamily="34" charset="0"/>
              </a:rPr>
              <a:t>nahazo</a:t>
            </a:r>
            <a:r>
              <a:rPr lang="fr-FR" dirty="0" smtClean="0">
                <a:latin typeface="Arial Black" pitchFamily="34" charset="0"/>
              </a:rPr>
              <a:t> </a:t>
            </a:r>
            <a:r>
              <a:rPr lang="fr-FR" dirty="0" err="1" smtClean="0">
                <a:latin typeface="Arial Black" pitchFamily="34" charset="0"/>
              </a:rPr>
              <a:t>ny</a:t>
            </a:r>
            <a:r>
              <a:rPr lang="fr-FR" dirty="0" smtClean="0">
                <a:latin typeface="Arial Black" pitchFamily="34" charset="0"/>
              </a:rPr>
              <a:t> </a:t>
            </a:r>
            <a:r>
              <a:rPr lang="fr-FR" dirty="0" err="1" smtClean="0">
                <a:latin typeface="Arial Black" pitchFamily="34" charset="0"/>
              </a:rPr>
              <a:t>fitokisany</a:t>
            </a:r>
            <a:r>
              <a:rPr lang="fr-FR" dirty="0" smtClean="0">
                <a:latin typeface="Arial Black" pitchFamily="34" charset="0"/>
              </a:rPr>
              <a:t>. </a:t>
            </a:r>
            <a:r>
              <a:rPr lang="fr-FR" dirty="0" err="1" smtClean="0">
                <a:latin typeface="Arial Black" pitchFamily="34" charset="0"/>
              </a:rPr>
              <a:t>Rehefa</a:t>
            </a:r>
            <a:r>
              <a:rPr lang="fr-FR" dirty="0" smtClean="0">
                <a:latin typeface="Arial Black" pitchFamily="34" charset="0"/>
              </a:rPr>
              <a:t> </a:t>
            </a:r>
            <a:r>
              <a:rPr lang="fr-FR" dirty="0" err="1" smtClean="0">
                <a:latin typeface="Arial Black" pitchFamily="34" charset="0"/>
              </a:rPr>
              <a:t>izany</a:t>
            </a:r>
            <a:r>
              <a:rPr lang="fr-FR" dirty="0" smtClean="0">
                <a:latin typeface="Arial Black" pitchFamily="34" charset="0"/>
              </a:rPr>
              <a:t> dia </a:t>
            </a:r>
            <a:r>
              <a:rPr lang="fr-FR" dirty="0" err="1" smtClean="0">
                <a:latin typeface="Arial Black" pitchFamily="34" charset="0"/>
              </a:rPr>
              <a:t>hoy</a:t>
            </a:r>
            <a:r>
              <a:rPr lang="fr-FR" dirty="0" smtClean="0">
                <a:latin typeface="Arial Black" pitchFamily="34" charset="0"/>
              </a:rPr>
              <a:t> </a:t>
            </a:r>
            <a:r>
              <a:rPr lang="fr-FR" dirty="0" err="1" smtClean="0">
                <a:latin typeface="Arial Black" pitchFamily="34" charset="0"/>
              </a:rPr>
              <a:t>izy</a:t>
            </a:r>
            <a:r>
              <a:rPr lang="fr-FR" dirty="0" smtClean="0">
                <a:latin typeface="Arial Black" pitchFamily="34" charset="0"/>
              </a:rPr>
              <a:t> </a:t>
            </a:r>
            <a:r>
              <a:rPr lang="fr-FR" dirty="0" err="1" smtClean="0">
                <a:latin typeface="Arial Black" pitchFamily="34" charset="0"/>
              </a:rPr>
              <a:t>tamin’ireo</a:t>
            </a:r>
            <a:r>
              <a:rPr lang="fr-FR" dirty="0" smtClean="0">
                <a:latin typeface="Arial Black" pitchFamily="34" charset="0"/>
              </a:rPr>
              <a:t>: « </a:t>
            </a:r>
            <a:r>
              <a:rPr lang="fr-FR" dirty="0" err="1" smtClean="0">
                <a:latin typeface="Arial Black" pitchFamily="34" charset="0"/>
              </a:rPr>
              <a:t>Manaraha</a:t>
            </a:r>
            <a:r>
              <a:rPr lang="fr-FR" dirty="0" smtClean="0">
                <a:latin typeface="Arial Black" pitchFamily="34" charset="0"/>
              </a:rPr>
              <a:t> </a:t>
            </a:r>
            <a:r>
              <a:rPr lang="fr-FR" dirty="0" err="1" smtClean="0">
                <a:latin typeface="Arial Black" pitchFamily="34" charset="0"/>
              </a:rPr>
              <a:t>Ahy</a:t>
            </a:r>
            <a:r>
              <a:rPr lang="fr-FR" dirty="0" smtClean="0">
                <a:latin typeface="Arial Black" pitchFamily="34" charset="0"/>
              </a:rPr>
              <a:t>. » MG p. 118</a:t>
            </a:r>
          </a:p>
        </p:txBody>
      </p:sp>
    </p:spTree>
    <p:extLst>
      <p:ext uri="{BB962C8B-B14F-4D97-AF65-F5344CB8AC3E}">
        <p14:creationId xmlns:p14="http://schemas.microsoft.com/office/powerpoint/2010/main" val="3187447330"/>
      </p:ext>
    </p:extLst>
  </p:cSld>
  <p:clrMapOvr>
    <a:masterClrMapping/>
  </p:clrMapOvr>
  <p:transition spd="med">
    <p:dissolve/>
  </p:transition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8001000" cy="1143000"/>
          </a:xfrm>
        </p:spPr>
        <p:txBody>
          <a:bodyPr/>
          <a:lstStyle/>
          <a:p>
            <a:r>
              <a:rPr lang="en-US" dirty="0" smtClean="0"/>
              <a:t>Outreach Ministry - ASAFI</a:t>
            </a:r>
            <a:endParaRPr lang="en-US" dirty="0"/>
          </a:p>
        </p:txBody>
      </p:sp>
      <p:sp>
        <p:nvSpPr>
          <p:cNvPr id="76804" name="Rectangle 4"/>
          <p:cNvSpPr>
            <a:spLocks noChangeArrowheads="1"/>
          </p:cNvSpPr>
          <p:nvPr/>
        </p:nvSpPr>
        <p:spPr bwMode="auto">
          <a:xfrm>
            <a:off x="1219200" y="1981200"/>
            <a:ext cx="6705600" cy="144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lnSpc>
                <a:spcPct val="125000"/>
              </a:lnSpc>
              <a:spcBef>
                <a:spcPct val="20000"/>
              </a:spcBef>
              <a:buClr>
                <a:schemeClr val="accent1"/>
              </a:buClr>
            </a:pPr>
            <a:r>
              <a:rPr lang="en-US" sz="3200" dirty="0" err="1" smtClean="0">
                <a:solidFill>
                  <a:srgbClr val="FF33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  <a:cs typeface="Arial" charset="0"/>
              </a:rPr>
              <a:t>Inona</a:t>
            </a:r>
            <a:r>
              <a:rPr lang="en-US" sz="3200" dirty="0" smtClean="0">
                <a:solidFill>
                  <a:srgbClr val="FF33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  <a:cs typeface="Arial" charset="0"/>
              </a:rPr>
              <a:t> no </a:t>
            </a:r>
            <a:r>
              <a:rPr lang="en-US" sz="3200" dirty="0" err="1" smtClean="0">
                <a:solidFill>
                  <a:srgbClr val="FF33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  <a:cs typeface="Arial" charset="0"/>
              </a:rPr>
              <a:t>dikan’izany</a:t>
            </a:r>
            <a:r>
              <a:rPr lang="en-US" sz="3200" dirty="0" smtClean="0">
                <a:solidFill>
                  <a:srgbClr val="FF33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  <a:cs typeface="Arial" charset="0"/>
              </a:rPr>
              <a:t>?</a:t>
            </a:r>
            <a:endParaRPr lang="en-US" sz="3200" dirty="0">
              <a:solidFill>
                <a:srgbClr val="FF3300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Arial" charset="0"/>
              <a:cs typeface="Arial" charset="0"/>
            </a:endParaRPr>
          </a:p>
          <a:p>
            <a:pPr marL="342900" indent="-342900">
              <a:lnSpc>
                <a:spcPct val="125000"/>
              </a:lnSpc>
              <a:spcBef>
                <a:spcPct val="20000"/>
              </a:spcBef>
              <a:buClr>
                <a:schemeClr val="accent1"/>
              </a:buClr>
            </a:pPr>
            <a:r>
              <a:rPr lang="en-US" sz="32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Arial" charset="0"/>
                <a:cs typeface="Arial" charset="0"/>
              </a:rPr>
              <a:t>Inona</a:t>
            </a:r>
            <a:r>
              <a:rPr lang="en-US" sz="32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Arial" charset="0"/>
                <a:cs typeface="Arial" charset="0"/>
              </a:rPr>
              <a:t> no </a:t>
            </a:r>
            <a:r>
              <a:rPr lang="en-US" sz="32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Arial" charset="0"/>
                <a:cs typeface="Arial" charset="0"/>
              </a:rPr>
              <a:t>fiantraikan</a:t>
            </a:r>
            <a:r>
              <a:rPr lang="en-US" sz="32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Arial" charset="0"/>
                <a:cs typeface="Arial" charset="0"/>
              </a:rPr>
              <a:t>’ </a:t>
            </a:r>
            <a:r>
              <a:rPr lang="en-US" sz="32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Arial" charset="0"/>
                <a:cs typeface="Arial" charset="0"/>
              </a:rPr>
              <a:t>izany</a:t>
            </a:r>
            <a:r>
              <a:rPr lang="en-US" sz="32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Arial" charset="0"/>
                <a:cs typeface="Arial" charset="0"/>
              </a:rPr>
              <a:t> </a:t>
            </a:r>
            <a:r>
              <a:rPr lang="en-US" sz="32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Arial" charset="0"/>
                <a:cs typeface="Arial" charset="0"/>
              </a:rPr>
              <a:t>amin’ny</a:t>
            </a:r>
            <a:r>
              <a:rPr lang="en-US" sz="32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Arial" charset="0"/>
                <a:cs typeface="Arial" charset="0"/>
              </a:rPr>
              <a:t>:</a:t>
            </a:r>
            <a:endParaRPr lang="en-US" sz="3200" dirty="0">
              <a:effectLst>
                <a:outerShdw blurRad="38100" dist="38100" dir="2700000" algn="tl">
                  <a:srgbClr val="808080"/>
                </a:outerShdw>
              </a:effectLst>
              <a:latin typeface="Arial" charset="0"/>
              <a:cs typeface="Arial" charset="0"/>
            </a:endParaRPr>
          </a:p>
        </p:txBody>
      </p:sp>
      <p:sp>
        <p:nvSpPr>
          <p:cNvPr id="76808" name="Rectangle 8"/>
          <p:cNvSpPr>
            <a:spLocks noChangeArrowheads="1"/>
          </p:cNvSpPr>
          <p:nvPr/>
        </p:nvSpPr>
        <p:spPr bwMode="auto">
          <a:xfrm>
            <a:off x="2057400" y="3394075"/>
            <a:ext cx="5867400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lnSpc>
                <a:spcPct val="125000"/>
              </a:lnSpc>
              <a:spcBef>
                <a:spcPct val="20000"/>
              </a:spcBef>
              <a:buClr>
                <a:schemeClr val="accent1"/>
              </a:buClr>
              <a:buFontTx/>
              <a:buChar char="•"/>
            </a:pPr>
            <a:r>
              <a:rPr lang="en-US" sz="32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Arial" charset="0"/>
                <a:cs typeface="Arial" charset="0"/>
              </a:rPr>
              <a:t>Fanomezana</a:t>
            </a:r>
            <a:r>
              <a:rPr lang="en-US" sz="32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Arial" charset="0"/>
                <a:cs typeface="Arial" charset="0"/>
              </a:rPr>
              <a:t> </a:t>
            </a:r>
            <a:r>
              <a:rPr lang="en-US" sz="32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Arial" charset="0"/>
                <a:cs typeface="Arial" charset="0"/>
              </a:rPr>
              <a:t>torohevitra</a:t>
            </a:r>
            <a:r>
              <a:rPr lang="en-US" sz="32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Arial" charset="0"/>
                <a:cs typeface="Arial" charset="0"/>
              </a:rPr>
              <a:t>?</a:t>
            </a:r>
            <a:endParaRPr lang="en-US" sz="3200" dirty="0">
              <a:effectLst>
                <a:outerShdw blurRad="38100" dist="38100" dir="2700000" algn="tl">
                  <a:srgbClr val="808080"/>
                </a:outerShdw>
              </a:effectLst>
              <a:latin typeface="Arial" charset="0"/>
              <a:cs typeface="Arial" charset="0"/>
            </a:endParaRPr>
          </a:p>
          <a:p>
            <a:pPr marL="342900" indent="-342900">
              <a:lnSpc>
                <a:spcPct val="125000"/>
              </a:lnSpc>
              <a:spcBef>
                <a:spcPct val="20000"/>
              </a:spcBef>
              <a:buClr>
                <a:schemeClr val="accent1"/>
              </a:buClr>
              <a:buFontTx/>
              <a:buChar char="•"/>
            </a:pPr>
            <a:r>
              <a:rPr lang="en-US" sz="32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Arial" charset="0"/>
                <a:cs typeface="Arial" charset="0"/>
              </a:rPr>
              <a:t>Fanaovana</a:t>
            </a:r>
            <a:r>
              <a:rPr lang="en-US" sz="32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Arial" charset="0"/>
                <a:cs typeface="Arial" charset="0"/>
              </a:rPr>
              <a:t> </a:t>
            </a:r>
            <a:r>
              <a:rPr lang="en-US" sz="32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Arial" charset="0"/>
                <a:cs typeface="Arial" charset="0"/>
              </a:rPr>
              <a:t>programa</a:t>
            </a:r>
            <a:r>
              <a:rPr lang="en-US" sz="32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Arial" charset="0"/>
                <a:cs typeface="Arial" charset="0"/>
              </a:rPr>
              <a:t>?</a:t>
            </a:r>
            <a:endParaRPr lang="en-US" sz="3200" dirty="0">
              <a:effectLst>
                <a:outerShdw blurRad="38100" dist="38100" dir="2700000" algn="tl">
                  <a:srgbClr val="808080"/>
                </a:outerShdw>
              </a:effectLst>
              <a:latin typeface="Arial" charset="0"/>
              <a:cs typeface="Arial" charset="0"/>
            </a:endParaRPr>
          </a:p>
          <a:p>
            <a:pPr marL="342900" indent="-342900">
              <a:lnSpc>
                <a:spcPct val="125000"/>
              </a:lnSpc>
              <a:spcBef>
                <a:spcPct val="20000"/>
              </a:spcBef>
              <a:buClr>
                <a:schemeClr val="accent1"/>
              </a:buClr>
              <a:buFontTx/>
              <a:buChar char="•"/>
            </a:pPr>
            <a:r>
              <a:rPr lang="en-US" sz="32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Arial" charset="0"/>
                <a:cs typeface="Arial" charset="0"/>
              </a:rPr>
              <a:t>Fanaovana</a:t>
            </a:r>
            <a:r>
              <a:rPr lang="en-US" sz="32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Arial" charset="0"/>
                <a:cs typeface="Arial" charset="0"/>
              </a:rPr>
              <a:t> ASAFI?</a:t>
            </a:r>
            <a:endParaRPr lang="en-US" sz="3200" dirty="0">
              <a:effectLst>
                <a:outerShdw blurRad="38100" dist="38100" dir="2700000" algn="tl">
                  <a:srgbClr val="808080"/>
                </a:outerShdw>
              </a:effectLst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1108075"/>
      </p:ext>
    </p:extLst>
  </p:cSld>
  <p:clrMapOvr>
    <a:masterClrMapping/>
  </p:clrMapOvr>
  <p:transition spd="med">
    <p:dissolve/>
  </p:transition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42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8001000" cy="1143000"/>
          </a:xfrm>
        </p:spPr>
        <p:txBody>
          <a:bodyPr/>
          <a:lstStyle/>
          <a:p>
            <a:r>
              <a:rPr lang="en-US" dirty="0" smtClean="0"/>
              <a:t>Outreach Ministry - ASAFI</a:t>
            </a:r>
            <a:endParaRPr lang="en-US" dirty="0"/>
          </a:p>
        </p:txBody>
      </p:sp>
      <p:sp>
        <p:nvSpPr>
          <p:cNvPr id="1894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1905000"/>
            <a:ext cx="7772400" cy="3200400"/>
          </a:xfrm>
        </p:spPr>
        <p:txBody>
          <a:bodyPr/>
          <a:lstStyle/>
          <a:p>
            <a:pPr>
              <a:lnSpc>
                <a:spcPct val="90000"/>
              </a:lnSpc>
              <a:spcAft>
                <a:spcPct val="50000"/>
              </a:spcAft>
            </a:pPr>
            <a:r>
              <a:rPr lang="en-US" dirty="0" err="1" smtClean="0"/>
              <a:t>Ny</a:t>
            </a:r>
            <a:r>
              <a:rPr lang="en-US" dirty="0" smtClean="0"/>
              <a:t> hoe </a:t>
            </a:r>
            <a:r>
              <a:rPr lang="en-US" dirty="0" err="1" smtClean="0"/>
              <a:t>Mpisavalalana</a:t>
            </a:r>
            <a:r>
              <a:rPr lang="en-US" dirty="0" smtClean="0"/>
              <a:t> </a:t>
            </a:r>
            <a:r>
              <a:rPr lang="en-US" dirty="0" err="1" smtClean="0"/>
              <a:t>fotsiny</a:t>
            </a:r>
            <a:r>
              <a:rPr lang="en-US" dirty="0" smtClean="0"/>
              <a:t> </a:t>
            </a:r>
            <a:r>
              <a:rPr lang="en-US" dirty="0" err="1" smtClean="0"/>
              <a:t>dia</a:t>
            </a:r>
            <a:r>
              <a:rPr lang="en-US" dirty="0" smtClean="0"/>
              <a:t> </a:t>
            </a:r>
            <a:r>
              <a:rPr lang="en-US" dirty="0" err="1" smtClean="0"/>
              <a:t>efa</a:t>
            </a:r>
            <a:r>
              <a:rPr lang="en-US" dirty="0" smtClean="0"/>
              <a:t> </a:t>
            </a:r>
            <a:r>
              <a:rPr lang="en-US" dirty="0" err="1" smtClean="0"/>
              <a:t>fitaovana</a:t>
            </a:r>
            <a:r>
              <a:rPr lang="en-US" dirty="0" smtClean="0"/>
              <a:t> </a:t>
            </a:r>
            <a:r>
              <a:rPr lang="en-US" dirty="0" err="1" smtClean="0"/>
              <a:t>fitoriana</a:t>
            </a:r>
            <a:r>
              <a:rPr lang="en-US" dirty="0" smtClean="0"/>
              <a:t> </a:t>
            </a:r>
            <a:r>
              <a:rPr lang="en-US" dirty="0" err="1" smtClean="0"/>
              <a:t>mahatalanjona</a:t>
            </a:r>
            <a:endParaRPr lang="en-US" dirty="0" smtClean="0"/>
          </a:p>
          <a:p>
            <a:pPr>
              <a:lnSpc>
                <a:spcPct val="90000"/>
              </a:lnSpc>
              <a:spcAft>
                <a:spcPct val="50000"/>
              </a:spcAft>
            </a:pPr>
            <a:r>
              <a:rPr lang="en-US" dirty="0" err="1" smtClean="0"/>
              <a:t>Firy</a:t>
            </a:r>
            <a:r>
              <a:rPr lang="en-US" dirty="0" smtClean="0"/>
              <a:t> </a:t>
            </a:r>
            <a:r>
              <a:rPr lang="en-US" dirty="0" err="1" smtClean="0"/>
              <a:t>ireo</a:t>
            </a:r>
            <a:r>
              <a:rPr lang="en-US" dirty="0" smtClean="0"/>
              <a:t> </a:t>
            </a:r>
            <a:r>
              <a:rPr lang="en-US" dirty="0" err="1" smtClean="0"/>
              <a:t>ankizy</a:t>
            </a:r>
            <a:r>
              <a:rPr lang="en-US" dirty="0" smtClean="0"/>
              <a:t> </a:t>
            </a:r>
            <a:r>
              <a:rPr lang="en-US" dirty="0" err="1" smtClean="0"/>
              <a:t>ao</a:t>
            </a:r>
            <a:r>
              <a:rPr lang="en-US" dirty="0" smtClean="0"/>
              <a:t> </a:t>
            </a:r>
            <a:r>
              <a:rPr lang="en-US" dirty="0" err="1" smtClean="0"/>
              <a:t>amin’ny</a:t>
            </a:r>
            <a:r>
              <a:rPr lang="en-US" dirty="0" smtClean="0"/>
              <a:t> </a:t>
            </a:r>
            <a:r>
              <a:rPr lang="en-US" dirty="0" err="1" smtClean="0"/>
              <a:t>klioba</a:t>
            </a:r>
            <a:r>
              <a:rPr lang="en-US" dirty="0" smtClean="0"/>
              <a:t> </a:t>
            </a:r>
            <a:r>
              <a:rPr lang="en-US" dirty="0" err="1" smtClean="0"/>
              <a:t>izay</a:t>
            </a:r>
            <a:r>
              <a:rPr lang="en-US" dirty="0" smtClean="0"/>
              <a:t> </a:t>
            </a:r>
            <a:r>
              <a:rPr lang="en-US" dirty="0" err="1" smtClean="0"/>
              <a:t>tsy</a:t>
            </a:r>
            <a:r>
              <a:rPr lang="en-US" dirty="0" smtClean="0"/>
              <a:t> </a:t>
            </a:r>
            <a:r>
              <a:rPr lang="en-US" dirty="0" err="1" smtClean="0"/>
              <a:t>avy</a:t>
            </a:r>
            <a:r>
              <a:rPr lang="en-US" dirty="0" smtClean="0"/>
              <a:t> </a:t>
            </a:r>
            <a:r>
              <a:rPr lang="en-US" dirty="0" err="1" smtClean="0"/>
              <a:t>amin’ny</a:t>
            </a:r>
            <a:r>
              <a:rPr lang="en-US" dirty="0" smtClean="0"/>
              <a:t> </a:t>
            </a:r>
            <a:r>
              <a:rPr lang="en-US" dirty="0" err="1" smtClean="0"/>
              <a:t>fianakaviana</a:t>
            </a:r>
            <a:r>
              <a:rPr lang="en-US" dirty="0" smtClean="0"/>
              <a:t> </a:t>
            </a:r>
            <a:r>
              <a:rPr lang="en-US" dirty="0" err="1" smtClean="0"/>
              <a:t>advantista</a:t>
            </a:r>
            <a:r>
              <a:rPr lang="en-US" dirty="0" smtClean="0"/>
              <a:t>?</a:t>
            </a:r>
            <a:endParaRPr lang="en-US" sz="2400" dirty="0" smtClean="0"/>
          </a:p>
        </p:txBody>
      </p:sp>
    </p:spTree>
    <p:extLst>
      <p:ext uri="{BB962C8B-B14F-4D97-AF65-F5344CB8AC3E}">
        <p14:creationId xmlns:p14="http://schemas.microsoft.com/office/powerpoint/2010/main" val="1001966700"/>
      </p:ext>
    </p:extLst>
  </p:cSld>
  <p:clrMapOvr>
    <a:masterClrMapping/>
  </p:clrMapOvr>
  <p:transition spd="med"/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75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8001000" cy="1143000"/>
          </a:xfrm>
        </p:spPr>
        <p:txBody>
          <a:bodyPr/>
          <a:lstStyle/>
          <a:p>
            <a:r>
              <a:rPr lang="en-US" dirty="0"/>
              <a:t>Outreach</a:t>
            </a:r>
            <a:br>
              <a:rPr lang="en-US" dirty="0"/>
            </a:br>
            <a:r>
              <a:rPr lang="en-US" dirty="0"/>
              <a:t>Ministry</a:t>
            </a:r>
          </a:p>
        </p:txBody>
      </p:sp>
      <p:sp>
        <p:nvSpPr>
          <p:cNvPr id="202755" name="Rectangle 3"/>
          <p:cNvSpPr>
            <a:spLocks noChangeArrowheads="1"/>
          </p:cNvSpPr>
          <p:nvPr/>
        </p:nvSpPr>
        <p:spPr bwMode="auto">
          <a:xfrm>
            <a:off x="1219200" y="1981200"/>
            <a:ext cx="6705600" cy="281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lnSpc>
                <a:spcPct val="125000"/>
              </a:lnSpc>
              <a:spcBef>
                <a:spcPct val="20000"/>
              </a:spcBef>
              <a:buClr>
                <a:schemeClr val="accent1"/>
              </a:buClr>
            </a:pPr>
            <a:r>
              <a:rPr lang="en-US" sz="3200" dirty="0" err="1" smtClean="0">
                <a:solidFill>
                  <a:srgbClr val="FF33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  <a:cs typeface="Arial" charset="0"/>
              </a:rPr>
              <a:t>Ny</a:t>
            </a:r>
            <a:r>
              <a:rPr lang="en-US" sz="3200" dirty="0" smtClean="0">
                <a:solidFill>
                  <a:srgbClr val="FF33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  <a:cs typeface="Arial" charset="0"/>
              </a:rPr>
              <a:t> </a:t>
            </a:r>
            <a:r>
              <a:rPr lang="en-US" sz="3200" dirty="0" err="1" smtClean="0">
                <a:solidFill>
                  <a:srgbClr val="FF33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  <a:cs typeface="Arial" charset="0"/>
              </a:rPr>
              <a:t>tanora</a:t>
            </a:r>
            <a:r>
              <a:rPr lang="en-US" sz="2800" b="1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Arial" charset="0"/>
                <a:cs typeface="Arial" charset="0"/>
              </a:rPr>
              <a:t> </a:t>
            </a:r>
            <a:r>
              <a:rPr lang="en-US" sz="28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Arial" charset="0"/>
                <a:cs typeface="Arial" charset="0"/>
              </a:rPr>
              <a:t>mazana</a:t>
            </a:r>
            <a:r>
              <a:rPr lang="en-US" sz="28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Arial" charset="0"/>
                <a:cs typeface="Arial" charset="0"/>
              </a:rPr>
              <a:t> no </a:t>
            </a:r>
            <a:r>
              <a:rPr lang="en-US" sz="28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Arial" charset="0"/>
                <a:cs typeface="Arial" charset="0"/>
              </a:rPr>
              <a:t>mpanetsika</a:t>
            </a:r>
            <a:r>
              <a:rPr lang="en-US" sz="28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Arial" charset="0"/>
                <a:cs typeface="Arial" charset="0"/>
              </a:rPr>
              <a:t> </a:t>
            </a:r>
            <a:r>
              <a:rPr lang="en-US" sz="28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Arial" charset="0"/>
                <a:cs typeface="Arial" charset="0"/>
              </a:rPr>
              <a:t>sy</a:t>
            </a:r>
            <a:r>
              <a:rPr lang="en-US" sz="28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Arial" charset="0"/>
                <a:cs typeface="Arial" charset="0"/>
              </a:rPr>
              <a:t> </a:t>
            </a:r>
            <a:r>
              <a:rPr lang="en-US" sz="28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Arial" charset="0"/>
                <a:cs typeface="Arial" charset="0"/>
              </a:rPr>
              <a:t>mpanozongozona</a:t>
            </a:r>
            <a:r>
              <a:rPr lang="en-US" sz="28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Arial" charset="0"/>
                <a:cs typeface="Arial" charset="0"/>
              </a:rPr>
              <a:t>  </a:t>
            </a:r>
            <a:r>
              <a:rPr lang="en-US" sz="28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Arial" charset="0"/>
                <a:cs typeface="Arial" charset="0"/>
              </a:rPr>
              <a:t>ny</a:t>
            </a:r>
            <a:r>
              <a:rPr lang="en-US" sz="28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Arial" charset="0"/>
                <a:cs typeface="Arial" charset="0"/>
              </a:rPr>
              <a:t> </a:t>
            </a:r>
            <a:r>
              <a:rPr lang="en-US" sz="28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Arial" charset="0"/>
                <a:cs typeface="Arial" charset="0"/>
              </a:rPr>
              <a:t>Fiangonana</a:t>
            </a:r>
            <a:r>
              <a:rPr lang="en-US" sz="28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Arial" charset="0"/>
                <a:cs typeface="Arial" charset="0"/>
              </a:rPr>
              <a:t> </a:t>
            </a:r>
            <a:r>
              <a:rPr lang="en-US" sz="28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Arial" charset="0"/>
                <a:cs typeface="Arial" charset="0"/>
              </a:rPr>
              <a:t>teo</a:t>
            </a:r>
            <a:r>
              <a:rPr lang="en-US" sz="28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Arial" charset="0"/>
                <a:cs typeface="Arial" charset="0"/>
              </a:rPr>
              <a:t> @ </a:t>
            </a:r>
            <a:r>
              <a:rPr lang="en-US" sz="28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Arial" charset="0"/>
                <a:cs typeface="Arial" charset="0"/>
              </a:rPr>
              <a:t>tantara</a:t>
            </a:r>
            <a:r>
              <a:rPr lang="en-US" sz="28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Arial" charset="0"/>
                <a:cs typeface="Arial" charset="0"/>
              </a:rPr>
              <a:t> </a:t>
            </a:r>
            <a:r>
              <a:rPr lang="en-US" sz="28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Arial" charset="0"/>
                <a:cs typeface="Arial" charset="0"/>
              </a:rPr>
              <a:t>satria</a:t>
            </a:r>
            <a:r>
              <a:rPr lang="en-US" sz="28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Arial" charset="0"/>
                <a:cs typeface="Arial" charset="0"/>
              </a:rPr>
              <a:t> </a:t>
            </a:r>
            <a:r>
              <a:rPr lang="en-US" sz="28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Arial" charset="0"/>
                <a:cs typeface="Arial" charset="0"/>
              </a:rPr>
              <a:t>tsy</a:t>
            </a:r>
            <a:r>
              <a:rPr lang="en-US" sz="28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Arial" charset="0"/>
                <a:cs typeface="Arial" charset="0"/>
              </a:rPr>
              <a:t> </a:t>
            </a:r>
            <a:r>
              <a:rPr lang="en-US" sz="2800" dirty="0" err="1">
                <a:effectLst>
                  <a:outerShdw blurRad="38100" dist="38100" dir="2700000" algn="tl">
                    <a:srgbClr val="808080"/>
                  </a:outerShdw>
                </a:effectLst>
                <a:latin typeface="Arial" charset="0"/>
                <a:cs typeface="Arial" charset="0"/>
              </a:rPr>
              <a:t>m</a:t>
            </a:r>
            <a:r>
              <a:rPr lang="en-US" sz="28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Arial" charset="0"/>
                <a:cs typeface="Arial" charset="0"/>
              </a:rPr>
              <a:t>atahotra</a:t>
            </a:r>
            <a:r>
              <a:rPr lang="en-US" sz="28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Arial" charset="0"/>
                <a:cs typeface="Arial" charset="0"/>
              </a:rPr>
              <a:t>  </a:t>
            </a:r>
            <a:r>
              <a:rPr lang="en-US" sz="28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Arial" charset="0"/>
                <a:cs typeface="Arial" charset="0"/>
              </a:rPr>
              <a:t>ny</a:t>
            </a:r>
            <a:r>
              <a:rPr lang="en-US" sz="28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Arial" charset="0"/>
                <a:cs typeface="Arial" charset="0"/>
              </a:rPr>
              <a:t> </a:t>
            </a:r>
            <a:r>
              <a:rPr lang="en-US" sz="28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Arial" charset="0"/>
                <a:cs typeface="Arial" charset="0"/>
              </a:rPr>
              <a:t>hihevitra</a:t>
            </a:r>
            <a:r>
              <a:rPr lang="en-US" sz="28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Arial" charset="0"/>
                <a:cs typeface="Arial" charset="0"/>
              </a:rPr>
              <a:t> </a:t>
            </a:r>
            <a:r>
              <a:rPr lang="en-US" sz="28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Arial" charset="0"/>
                <a:cs typeface="Arial" charset="0"/>
              </a:rPr>
              <a:t>zava-baovao</a:t>
            </a:r>
            <a:r>
              <a:rPr lang="en-US" sz="28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Arial" charset="0"/>
                <a:cs typeface="Arial" charset="0"/>
              </a:rPr>
              <a:t> </a:t>
            </a:r>
            <a:r>
              <a:rPr lang="en-US" sz="28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Arial" charset="0"/>
                <a:cs typeface="Arial" charset="0"/>
              </a:rPr>
              <a:t>sy</a:t>
            </a:r>
            <a:r>
              <a:rPr lang="en-US" sz="28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Arial" charset="0"/>
                <a:cs typeface="Arial" charset="0"/>
              </a:rPr>
              <a:t> </a:t>
            </a:r>
            <a:r>
              <a:rPr lang="en-US" sz="28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Arial" charset="0"/>
                <a:cs typeface="Arial" charset="0"/>
              </a:rPr>
              <a:t>hanandrana</a:t>
            </a:r>
            <a:r>
              <a:rPr lang="en-US" sz="28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Arial" charset="0"/>
                <a:cs typeface="Arial" charset="0"/>
              </a:rPr>
              <a:t> </a:t>
            </a:r>
            <a:r>
              <a:rPr lang="en-US" sz="28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Arial" charset="0"/>
                <a:cs typeface="Arial" charset="0"/>
              </a:rPr>
              <a:t>hevi-baovao</a:t>
            </a:r>
            <a:r>
              <a:rPr lang="en-US" sz="28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Arial" charset="0"/>
                <a:cs typeface="Arial" charset="0"/>
              </a:rPr>
              <a:t>.</a:t>
            </a:r>
            <a:endParaRPr lang="en-US" sz="2800" dirty="0">
              <a:effectLst>
                <a:outerShdw blurRad="38100" dist="38100" dir="2700000" algn="tl">
                  <a:srgbClr val="808080"/>
                </a:outerShdw>
              </a:effectLst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4016026"/>
      </p:ext>
    </p:extLst>
  </p:cSld>
  <p:clrMapOvr>
    <a:masterClrMapping/>
  </p:clrMapOvr>
  <p:transition spd="med">
    <p:dissolve/>
  </p:transition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8001000" cy="1143000"/>
          </a:xfrm>
        </p:spPr>
        <p:txBody>
          <a:bodyPr/>
          <a:lstStyle/>
          <a:p>
            <a:r>
              <a:rPr lang="en-US" dirty="0" smtClean="0"/>
              <a:t>Outreach Ministry</a:t>
            </a:r>
            <a:endParaRPr lang="en-US" dirty="0"/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143000"/>
            <a:ext cx="7772400" cy="32004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800" i="1" dirty="0" err="1" smtClean="0"/>
              <a:t>Taonan’ireo</a:t>
            </a:r>
            <a:r>
              <a:rPr lang="en-US" sz="2800" i="1" dirty="0" smtClean="0"/>
              <a:t> </a:t>
            </a:r>
            <a:r>
              <a:rPr lang="en-US" sz="2800" i="1" dirty="0" err="1" smtClean="0"/>
              <a:t>olo-malazan’ny</a:t>
            </a:r>
            <a:r>
              <a:rPr lang="en-US" sz="2800" i="1" dirty="0" smtClean="0"/>
              <a:t> </a:t>
            </a:r>
            <a:r>
              <a:rPr lang="en-US" sz="2800" i="1" dirty="0" err="1" smtClean="0"/>
              <a:t>Baiboly</a:t>
            </a:r>
            <a:endParaRPr lang="en-US" sz="2800" i="1" dirty="0"/>
          </a:p>
          <a:p>
            <a:pPr lvl="1">
              <a:lnSpc>
                <a:spcPct val="90000"/>
              </a:lnSpc>
            </a:pPr>
            <a:r>
              <a:rPr lang="en-US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Josefa</a:t>
            </a:r>
            <a:r>
              <a:rPr lang="en-US" dirty="0" smtClean="0"/>
              <a:t> – </a:t>
            </a:r>
            <a:r>
              <a:rPr lang="en-US" dirty="0"/>
              <a:t>15 </a:t>
            </a:r>
            <a:r>
              <a:rPr lang="en-US" dirty="0" err="1" smtClean="0"/>
              <a:t>na</a:t>
            </a:r>
            <a:r>
              <a:rPr lang="en-US" dirty="0" smtClean="0"/>
              <a:t> </a:t>
            </a:r>
            <a:r>
              <a:rPr lang="en-US" dirty="0"/>
              <a:t>16 </a:t>
            </a:r>
            <a:r>
              <a:rPr lang="en-US" dirty="0" err="1" smtClean="0"/>
              <a:t>rehefa</a:t>
            </a:r>
            <a:r>
              <a:rPr lang="en-US" dirty="0" smtClean="0"/>
              <a:t> </a:t>
            </a:r>
            <a:r>
              <a:rPr lang="en-US" dirty="0" err="1" smtClean="0"/>
              <a:t>nalefa</a:t>
            </a:r>
            <a:r>
              <a:rPr lang="en-US" dirty="0" smtClean="0"/>
              <a:t> </a:t>
            </a:r>
            <a:r>
              <a:rPr lang="en-US" dirty="0" err="1" smtClean="0"/>
              <a:t>tany</a:t>
            </a:r>
            <a:r>
              <a:rPr lang="en-US" dirty="0" smtClean="0"/>
              <a:t> </a:t>
            </a:r>
            <a:r>
              <a:rPr lang="en-US" dirty="0" err="1" smtClean="0"/>
              <a:t>Egypta</a:t>
            </a:r>
            <a:endParaRPr lang="en-US" dirty="0"/>
          </a:p>
          <a:p>
            <a:pPr lvl="1">
              <a:lnSpc>
                <a:spcPct val="90000"/>
              </a:lnSpc>
            </a:pPr>
            <a:r>
              <a:rPr lang="en-US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Davida</a:t>
            </a:r>
            <a:r>
              <a:rPr lang="en-US" dirty="0" smtClean="0"/>
              <a:t> – </a:t>
            </a:r>
            <a:r>
              <a:rPr lang="en-US" dirty="0" err="1" smtClean="0"/>
              <a:t>mbola</a:t>
            </a:r>
            <a:r>
              <a:rPr lang="en-US" dirty="0" smtClean="0"/>
              <a:t> </a:t>
            </a:r>
            <a:r>
              <a:rPr lang="en-US" dirty="0" err="1" smtClean="0"/>
              <a:t>zatovo</a:t>
            </a:r>
            <a:r>
              <a:rPr lang="en-US" dirty="0" smtClean="0"/>
              <a:t> (teenager) </a:t>
            </a:r>
            <a:r>
              <a:rPr lang="en-US" dirty="0" err="1" smtClean="0"/>
              <a:t>raha</a:t>
            </a:r>
            <a:r>
              <a:rPr lang="en-US" dirty="0" smtClean="0"/>
              <a:t> </a:t>
            </a:r>
            <a:r>
              <a:rPr lang="en-US" dirty="0" err="1" smtClean="0"/>
              <a:t>niady</a:t>
            </a:r>
            <a:r>
              <a:rPr lang="en-US" dirty="0" smtClean="0"/>
              <a:t> </a:t>
            </a:r>
            <a:r>
              <a:rPr lang="en-US" dirty="0" err="1" smtClean="0"/>
              <a:t>tamin’i</a:t>
            </a:r>
            <a:r>
              <a:rPr lang="en-US" dirty="0" smtClean="0"/>
              <a:t> </a:t>
            </a:r>
            <a:r>
              <a:rPr lang="en-US" dirty="0" err="1" smtClean="0"/>
              <a:t>Goliata</a:t>
            </a:r>
            <a:endParaRPr lang="en-US" dirty="0"/>
          </a:p>
          <a:p>
            <a:pPr lvl="1">
              <a:lnSpc>
                <a:spcPct val="90000"/>
              </a:lnSpc>
            </a:pPr>
            <a:r>
              <a:rPr lang="en-US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Ireo</a:t>
            </a:r>
            <a:r>
              <a:rPr lang="en-US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lang="en-US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Mpianatra</a:t>
            </a:r>
            <a:r>
              <a:rPr lang="en-US" dirty="0" smtClean="0"/>
              <a:t> – </a:t>
            </a:r>
            <a:r>
              <a:rPr lang="en-US" dirty="0" err="1" smtClean="0"/>
              <a:t>Mbola</a:t>
            </a:r>
            <a:r>
              <a:rPr lang="en-US" dirty="0" smtClean="0"/>
              <a:t> </a:t>
            </a:r>
            <a:r>
              <a:rPr lang="en-US" dirty="0" err="1" smtClean="0"/>
              <a:t>zatovo</a:t>
            </a:r>
            <a:r>
              <a:rPr lang="en-US" dirty="0" smtClean="0"/>
              <a:t> </a:t>
            </a:r>
            <a:r>
              <a:rPr lang="en-US" dirty="0" err="1" smtClean="0"/>
              <a:t>mpitovo</a:t>
            </a:r>
            <a:r>
              <a:rPr lang="en-US" dirty="0" smtClean="0"/>
              <a:t> ( I </a:t>
            </a:r>
            <a:r>
              <a:rPr lang="en-US" dirty="0" err="1" smtClean="0"/>
              <a:t>Petera</a:t>
            </a:r>
            <a:r>
              <a:rPr lang="en-US" dirty="0" smtClean="0"/>
              <a:t> </a:t>
            </a:r>
            <a:r>
              <a:rPr lang="en-US" dirty="0" err="1" smtClean="0"/>
              <a:t>irery</a:t>
            </a:r>
            <a:r>
              <a:rPr lang="en-US" dirty="0" smtClean="0"/>
              <a:t> </a:t>
            </a:r>
            <a:r>
              <a:rPr lang="en-US" dirty="0" err="1" smtClean="0"/>
              <a:t>ihany</a:t>
            </a:r>
            <a:r>
              <a:rPr lang="en-US" dirty="0" smtClean="0"/>
              <a:t> no </a:t>
            </a:r>
            <a:r>
              <a:rPr lang="en-US" dirty="0" err="1" smtClean="0"/>
              <a:t>efa</a:t>
            </a:r>
            <a:r>
              <a:rPr lang="en-US" dirty="0" smtClean="0"/>
              <a:t> </a:t>
            </a:r>
            <a:r>
              <a:rPr lang="en-US" dirty="0" err="1" smtClean="0"/>
              <a:t>nanambady</a:t>
            </a:r>
            <a:r>
              <a:rPr lang="en-US" dirty="0" smtClean="0"/>
              <a:t>))</a:t>
            </a:r>
            <a:endParaRPr lang="en-US" dirty="0"/>
          </a:p>
        </p:txBody>
      </p:sp>
      <p:sp>
        <p:nvSpPr>
          <p:cNvPr id="64517" name="Rectangle 5"/>
          <p:cNvSpPr>
            <a:spLocks noChangeArrowheads="1"/>
          </p:cNvSpPr>
          <p:nvPr/>
        </p:nvSpPr>
        <p:spPr bwMode="auto">
          <a:xfrm>
            <a:off x="1524000" y="4703763"/>
            <a:ext cx="6934200" cy="167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742950" lvl="1" indent="-285750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FontTx/>
              <a:buChar char="–"/>
            </a:pPr>
            <a:r>
              <a:rPr lang="en-US" sz="2800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ahoma" pitchFamily="34" charset="0"/>
              </a:rPr>
              <a:t>Maria (</a:t>
            </a:r>
            <a:r>
              <a:rPr lang="en-US" sz="2800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ahoma" pitchFamily="34" charset="0"/>
              </a:rPr>
              <a:t>Renin</a:t>
            </a:r>
            <a:r>
              <a:rPr lang="en-US" sz="2800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ahoma" pitchFamily="34" charset="0"/>
              </a:rPr>
              <a:t>’ </a:t>
            </a:r>
            <a:r>
              <a:rPr lang="en-US" sz="2800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ahoma" pitchFamily="34" charset="0"/>
              </a:rPr>
              <a:t>Jesosy</a:t>
            </a:r>
            <a:r>
              <a:rPr lang="en-US" sz="2800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ahoma" pitchFamily="34" charset="0"/>
              </a:rPr>
              <a:t>)</a:t>
            </a:r>
            <a:r>
              <a:rPr lang="en-US" sz="28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– 15 </a:t>
            </a:r>
            <a:r>
              <a:rPr lang="en-US" sz="28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taona</a:t>
            </a:r>
            <a:r>
              <a:rPr lang="en-US" sz="28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28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raha</a:t>
            </a:r>
            <a:r>
              <a:rPr lang="en-US" sz="28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be </a:t>
            </a:r>
            <a:r>
              <a:rPr lang="en-US" sz="28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indrindra</a:t>
            </a:r>
            <a:r>
              <a:rPr lang="en-US" sz="28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28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raha</a:t>
            </a:r>
            <a:r>
              <a:rPr lang="en-US" sz="28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28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niteraka</a:t>
            </a:r>
            <a:r>
              <a:rPr lang="en-US" sz="28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28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aní</a:t>
            </a:r>
            <a:r>
              <a:rPr lang="en-US" sz="28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28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Jesosy</a:t>
            </a:r>
            <a:r>
              <a:rPr lang="en-US" sz="28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. ( 13 </a:t>
            </a:r>
            <a:r>
              <a:rPr lang="en-US" sz="28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taona</a:t>
            </a:r>
            <a:r>
              <a:rPr lang="en-US" sz="28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28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ny</a:t>
            </a:r>
            <a:r>
              <a:rPr lang="en-US" sz="28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28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zazavavy</a:t>
            </a:r>
            <a:r>
              <a:rPr lang="en-US" sz="28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28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Jiosy</a:t>
            </a:r>
            <a:r>
              <a:rPr lang="en-US" sz="28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28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dia</a:t>
            </a:r>
            <a:r>
              <a:rPr lang="en-US" sz="28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28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manambady</a:t>
            </a:r>
            <a:r>
              <a:rPr lang="en-US" sz="28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)</a:t>
            </a:r>
            <a:endParaRPr lang="en-US" sz="2800" dirty="0">
              <a:effectLst>
                <a:outerShdw blurRad="38100" dist="38100" dir="2700000" algn="tl">
                  <a:srgbClr val="808080"/>
                </a:outerShdw>
              </a:effectLst>
              <a:latin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633233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4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45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45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645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645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515" grpId="0" build="p" bldLvl="2" autoUpdateAnimBg="0"/>
      <p:bldP spid="64517" grpId="0" build="p" bldLvl="2" autoUpdateAnimBg="0"/>
    </p:bldLst>
  </p:timing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8001000" cy="1143000"/>
          </a:xfrm>
        </p:spPr>
        <p:txBody>
          <a:bodyPr/>
          <a:lstStyle/>
          <a:p>
            <a:r>
              <a:rPr lang="en-US" i="1" dirty="0" err="1" smtClean="0">
                <a:latin typeface="Tahoma" pitchFamily="34" charset="0"/>
              </a:rPr>
              <a:t>Taonan’ireo</a:t>
            </a:r>
            <a:r>
              <a:rPr lang="en-US" i="1" dirty="0" smtClean="0">
                <a:latin typeface="Tahoma" pitchFamily="34" charset="0"/>
              </a:rPr>
              <a:t> </a:t>
            </a:r>
            <a:r>
              <a:rPr lang="en-US" i="1" dirty="0" err="1" smtClean="0">
                <a:latin typeface="Tahoma" pitchFamily="34" charset="0"/>
              </a:rPr>
              <a:t>olo-malazan’ny</a:t>
            </a:r>
            <a:r>
              <a:rPr lang="en-US" i="1" dirty="0" smtClean="0">
                <a:latin typeface="Tahoma" pitchFamily="34" charset="0"/>
              </a:rPr>
              <a:t> </a:t>
            </a:r>
            <a:r>
              <a:rPr lang="en-US" i="1" dirty="0" err="1" smtClean="0">
                <a:latin typeface="Tahoma" pitchFamily="34" charset="0"/>
              </a:rPr>
              <a:t>Fiangonana</a:t>
            </a:r>
            <a:r>
              <a:rPr lang="en-US" i="1" dirty="0" smtClean="0">
                <a:latin typeface="Tahoma" pitchFamily="34" charset="0"/>
              </a:rPr>
              <a:t> </a:t>
            </a:r>
            <a:r>
              <a:rPr lang="en-US" dirty="0" smtClean="0">
                <a:latin typeface="Tahoma" pitchFamily="34" charset="0"/>
              </a:rPr>
              <a:t/>
            </a:r>
            <a:br>
              <a:rPr lang="en-US" dirty="0" smtClean="0">
                <a:latin typeface="Tahoma" pitchFamily="34" charset="0"/>
              </a:rPr>
            </a:br>
            <a:endParaRPr lang="en-US" dirty="0"/>
          </a:p>
        </p:txBody>
      </p:sp>
      <p:sp>
        <p:nvSpPr>
          <p:cNvPr id="757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343400" y="2154238"/>
            <a:ext cx="4572000" cy="2036762"/>
          </a:xfrm>
        </p:spPr>
        <p:txBody>
          <a:bodyPr/>
          <a:lstStyle/>
          <a:p>
            <a:pPr lvl="1">
              <a:lnSpc>
                <a:spcPct val="90000"/>
              </a:lnSpc>
            </a:pPr>
            <a:r>
              <a:rPr lang="en-US" sz="2400" dirty="0">
                <a:solidFill>
                  <a:schemeClr val="accent1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Annie Smith</a:t>
            </a:r>
            <a:r>
              <a:rPr lang="en-US" sz="2400" dirty="0"/>
              <a:t> -- 23</a:t>
            </a:r>
          </a:p>
          <a:p>
            <a:pPr lvl="1">
              <a:lnSpc>
                <a:spcPct val="90000"/>
              </a:lnSpc>
            </a:pPr>
            <a:r>
              <a:rPr lang="en-US" sz="2400" dirty="0">
                <a:solidFill>
                  <a:schemeClr val="accent1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Uriah Smith</a:t>
            </a:r>
            <a:r>
              <a:rPr lang="en-US" sz="2400" dirty="0"/>
              <a:t> -- 21</a:t>
            </a:r>
          </a:p>
          <a:p>
            <a:pPr lvl="1">
              <a:lnSpc>
                <a:spcPct val="90000"/>
              </a:lnSpc>
            </a:pPr>
            <a:r>
              <a:rPr lang="en-US" sz="2400" dirty="0">
                <a:solidFill>
                  <a:schemeClr val="accent1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Hiram </a:t>
            </a:r>
            <a:r>
              <a:rPr lang="en-US" sz="2400" dirty="0" err="1">
                <a:solidFill>
                  <a:schemeClr val="accent1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Edson</a:t>
            </a:r>
            <a:r>
              <a:rPr lang="en-US" sz="2400" dirty="0"/>
              <a:t> -- 39</a:t>
            </a:r>
          </a:p>
          <a:p>
            <a:pPr lvl="1">
              <a:lnSpc>
                <a:spcPct val="90000"/>
              </a:lnSpc>
            </a:pPr>
            <a:r>
              <a:rPr lang="en-US" sz="2400" dirty="0">
                <a:solidFill>
                  <a:schemeClr val="accent1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Joseph H. Waggoner</a:t>
            </a:r>
            <a:r>
              <a:rPr lang="en-US" sz="2400" dirty="0"/>
              <a:t> -- 32</a:t>
            </a:r>
          </a:p>
          <a:p>
            <a:pPr lvl="1">
              <a:lnSpc>
                <a:spcPct val="90000"/>
              </a:lnSpc>
            </a:pPr>
            <a:r>
              <a:rPr lang="en-US" sz="2400" dirty="0">
                <a:solidFill>
                  <a:schemeClr val="accent1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Stephen N. Haskell</a:t>
            </a:r>
            <a:r>
              <a:rPr lang="en-US" sz="2400" dirty="0"/>
              <a:t> -- 21</a:t>
            </a:r>
          </a:p>
        </p:txBody>
      </p:sp>
      <p:sp>
        <p:nvSpPr>
          <p:cNvPr id="75780" name="Rectangle 4"/>
          <p:cNvSpPr>
            <a:spLocks noChangeArrowheads="1"/>
          </p:cNvSpPr>
          <p:nvPr/>
        </p:nvSpPr>
        <p:spPr bwMode="auto">
          <a:xfrm>
            <a:off x="1981200" y="4419600"/>
            <a:ext cx="6781800" cy="182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</a:pPr>
            <a:r>
              <a:rPr lang="en-US" sz="3600" i="1" dirty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	</a:t>
            </a:r>
            <a:r>
              <a:rPr lang="en-US" sz="36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Tsy</a:t>
            </a:r>
            <a:r>
              <a:rPr lang="en-US" sz="36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36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Taona</a:t>
            </a:r>
            <a:r>
              <a:rPr lang="en-US" sz="36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36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naha-advantista</a:t>
            </a:r>
            <a:r>
              <a:rPr lang="en-US" sz="36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36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azy</a:t>
            </a:r>
            <a:r>
              <a:rPr lang="en-US" sz="36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36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ireo</a:t>
            </a:r>
            <a:r>
              <a:rPr lang="en-US" sz="36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3600" dirty="0" err="1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fa</a:t>
            </a:r>
            <a:r>
              <a:rPr lang="en-US" sz="3600" dirty="0" smtClean="0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</a:t>
            </a:r>
            <a:r>
              <a:rPr lang="en-US" sz="3600" b="1" i="1" dirty="0" err="1" smtClean="0">
                <a:solidFill>
                  <a:srgbClr val="FF33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ahoma" pitchFamily="34" charset="0"/>
              </a:rPr>
              <a:t>Taona</a:t>
            </a:r>
            <a:r>
              <a:rPr lang="en-US" sz="3600" b="1" i="1" dirty="0" smtClean="0">
                <a:solidFill>
                  <a:srgbClr val="FF33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ahoma" pitchFamily="34" charset="0"/>
              </a:rPr>
              <a:t> </a:t>
            </a:r>
            <a:r>
              <a:rPr lang="en-US" sz="3600" b="1" i="1" dirty="0" err="1" smtClean="0">
                <a:solidFill>
                  <a:srgbClr val="FF33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ahoma" pitchFamily="34" charset="0"/>
              </a:rPr>
              <a:t>naha-mpitarika</a:t>
            </a:r>
            <a:r>
              <a:rPr lang="en-US" sz="3600" b="1" i="1" dirty="0" smtClean="0">
                <a:solidFill>
                  <a:srgbClr val="FF33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ahoma" pitchFamily="34" charset="0"/>
              </a:rPr>
              <a:t> </a:t>
            </a:r>
            <a:r>
              <a:rPr lang="en-US" sz="3600" b="1" i="1" dirty="0" err="1" smtClean="0">
                <a:solidFill>
                  <a:srgbClr val="FF33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ahoma" pitchFamily="34" charset="0"/>
              </a:rPr>
              <a:t>ny</a:t>
            </a:r>
            <a:r>
              <a:rPr lang="en-US" sz="3600" b="1" i="1" dirty="0" smtClean="0">
                <a:solidFill>
                  <a:srgbClr val="FF33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ahoma" pitchFamily="34" charset="0"/>
              </a:rPr>
              <a:t> </a:t>
            </a:r>
            <a:r>
              <a:rPr lang="en-US" sz="3600" b="1" i="1" dirty="0" err="1" smtClean="0">
                <a:solidFill>
                  <a:srgbClr val="FF33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ahoma" pitchFamily="34" charset="0"/>
              </a:rPr>
              <a:t>Fiangonana</a:t>
            </a:r>
            <a:r>
              <a:rPr lang="en-US" sz="3600" b="1" i="1" dirty="0" smtClean="0">
                <a:solidFill>
                  <a:srgbClr val="FF33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ahoma" pitchFamily="34" charset="0"/>
              </a:rPr>
              <a:t>  </a:t>
            </a:r>
            <a:r>
              <a:rPr lang="en-US" sz="3600" b="1" i="1" dirty="0" err="1" smtClean="0">
                <a:solidFill>
                  <a:srgbClr val="FF33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ahoma" pitchFamily="34" charset="0"/>
              </a:rPr>
              <a:t>azy</a:t>
            </a:r>
            <a:r>
              <a:rPr lang="en-US" sz="3600" b="1" i="1" dirty="0" smtClean="0">
                <a:solidFill>
                  <a:srgbClr val="FF33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ahoma" pitchFamily="34" charset="0"/>
              </a:rPr>
              <a:t> </a:t>
            </a:r>
            <a:r>
              <a:rPr lang="en-US" sz="3600" b="1" i="1" dirty="0" err="1" smtClean="0">
                <a:solidFill>
                  <a:srgbClr val="FF33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ahoma" pitchFamily="34" charset="0"/>
              </a:rPr>
              <a:t>ireo</a:t>
            </a:r>
            <a:r>
              <a:rPr lang="en-US" sz="3600" b="1" i="1" dirty="0" smtClean="0">
                <a:solidFill>
                  <a:srgbClr val="FF33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ahoma" pitchFamily="34" charset="0"/>
              </a:rPr>
              <a:t>.</a:t>
            </a:r>
            <a:endParaRPr lang="en-US" sz="3600" b="1" i="1" dirty="0">
              <a:solidFill>
                <a:srgbClr val="FF3300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Tahoma" pitchFamily="34" charset="0"/>
            </a:endParaRPr>
          </a:p>
        </p:txBody>
      </p:sp>
      <p:sp>
        <p:nvSpPr>
          <p:cNvPr id="75782" name="Rectangle 6"/>
          <p:cNvSpPr>
            <a:spLocks noChangeArrowheads="1"/>
          </p:cNvSpPr>
          <p:nvPr/>
        </p:nvSpPr>
        <p:spPr bwMode="auto">
          <a:xfrm>
            <a:off x="685800" y="1676400"/>
            <a:ext cx="670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FontTx/>
              <a:buChar char="•"/>
            </a:pPr>
            <a:endParaRPr lang="en-US" sz="2800" dirty="0">
              <a:effectLst>
                <a:outerShdw blurRad="38100" dist="38100" dir="2700000" algn="tl">
                  <a:srgbClr val="808080"/>
                </a:outerShdw>
              </a:effectLst>
              <a:latin typeface="Tahoma" pitchFamily="34" charset="0"/>
            </a:endParaRPr>
          </a:p>
        </p:txBody>
      </p:sp>
      <p:sp>
        <p:nvSpPr>
          <p:cNvPr id="75783" name="Rectangle 7"/>
          <p:cNvSpPr>
            <a:spLocks noChangeArrowheads="1"/>
          </p:cNvSpPr>
          <p:nvPr/>
        </p:nvSpPr>
        <p:spPr bwMode="auto">
          <a:xfrm>
            <a:off x="457200" y="2133600"/>
            <a:ext cx="44196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742950" lvl="1" indent="-285750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FontTx/>
              <a:buChar char="–"/>
            </a:pPr>
            <a:r>
              <a:rPr lang="en-US">
                <a:solidFill>
                  <a:schemeClr val="accent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ahoma" pitchFamily="34" charset="0"/>
              </a:rPr>
              <a:t>Joseph Bates</a:t>
            </a:r>
            <a:r>
              <a:rPr lang="en-US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-- 53</a:t>
            </a: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FontTx/>
              <a:buChar char="–"/>
            </a:pPr>
            <a:r>
              <a:rPr lang="en-US">
                <a:solidFill>
                  <a:schemeClr val="accent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ahoma" pitchFamily="34" charset="0"/>
              </a:rPr>
              <a:t>James White</a:t>
            </a:r>
            <a:r>
              <a:rPr lang="en-US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-- 24</a:t>
            </a: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FontTx/>
              <a:buChar char="–"/>
            </a:pPr>
            <a:r>
              <a:rPr lang="en-US">
                <a:solidFill>
                  <a:schemeClr val="accent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ahoma" pitchFamily="34" charset="0"/>
              </a:rPr>
              <a:t>Ellen Harmon White</a:t>
            </a:r>
            <a:r>
              <a:rPr lang="en-US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-- 17</a:t>
            </a: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FontTx/>
              <a:buChar char="–"/>
            </a:pPr>
            <a:r>
              <a:rPr lang="en-US">
                <a:solidFill>
                  <a:schemeClr val="accent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ahoma" pitchFamily="34" charset="0"/>
              </a:rPr>
              <a:t>J. N. Andrews</a:t>
            </a:r>
            <a:r>
              <a:rPr lang="en-US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-- 21</a:t>
            </a: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FontTx/>
              <a:buChar char="–"/>
            </a:pPr>
            <a:r>
              <a:rPr lang="en-US">
                <a:solidFill>
                  <a:schemeClr val="accent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ahoma" pitchFamily="34" charset="0"/>
              </a:rPr>
              <a:t>J. N. Loughborough</a:t>
            </a:r>
            <a:r>
              <a:rPr lang="en-US">
                <a:effectLst>
                  <a:outerShdw blurRad="38100" dist="38100" dir="2700000" algn="tl">
                    <a:srgbClr val="808080"/>
                  </a:outerShdw>
                </a:effectLst>
                <a:latin typeface="Tahoma" pitchFamily="34" charset="0"/>
              </a:rPr>
              <a:t> -- 20</a:t>
            </a:r>
          </a:p>
        </p:txBody>
      </p:sp>
    </p:spTree>
    <p:extLst>
      <p:ext uri="{BB962C8B-B14F-4D97-AF65-F5344CB8AC3E}">
        <p14:creationId xmlns:p14="http://schemas.microsoft.com/office/powerpoint/2010/main" val="160895557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57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57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57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757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757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757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757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757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757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757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75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779" grpId="0" build="p" bldLvl="2" autoUpdateAnimBg="0"/>
      <p:bldP spid="75780" grpId="0" autoUpdateAnimBg="0"/>
      <p:bldP spid="75783" grpId="0" build="p" bldLvl="2" autoUpdateAnimBg="0"/>
    </p:bldLst>
  </p:timing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03" name="Rectangle 3"/>
          <p:cNvSpPr>
            <a:spLocks noChangeArrowheads="1"/>
          </p:cNvSpPr>
          <p:nvPr/>
        </p:nvSpPr>
        <p:spPr bwMode="auto">
          <a:xfrm>
            <a:off x="1295400" y="914400"/>
            <a:ext cx="6705600" cy="2743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 algn="ctr">
              <a:lnSpc>
                <a:spcPct val="125000"/>
              </a:lnSpc>
              <a:spcBef>
                <a:spcPct val="20000"/>
              </a:spcBef>
              <a:buClr>
                <a:schemeClr val="accent1"/>
              </a:buClr>
            </a:pPr>
            <a:r>
              <a:rPr lang="en-US" sz="4000" dirty="0" smtClean="0"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  <a:cs typeface="Arial" charset="0"/>
              </a:rPr>
              <a:t>Moa </a:t>
            </a:r>
            <a:r>
              <a:rPr lang="en-US" sz="4000" dirty="0" err="1" smtClean="0"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  <a:cs typeface="Arial" charset="0"/>
              </a:rPr>
              <a:t>mamorona</a:t>
            </a:r>
            <a:r>
              <a:rPr lang="en-US" sz="4000" dirty="0" smtClean="0"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  <a:cs typeface="Arial" charset="0"/>
              </a:rPr>
              <a:t> </a:t>
            </a:r>
            <a:r>
              <a:rPr lang="en-US" sz="4000" dirty="0" err="1" smtClean="0"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  <a:cs typeface="Arial" charset="0"/>
              </a:rPr>
              <a:t>tontolo</a:t>
            </a:r>
            <a:r>
              <a:rPr lang="en-US" sz="4000" dirty="0" smtClean="0"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  <a:cs typeface="Arial" charset="0"/>
              </a:rPr>
              <a:t> </a:t>
            </a:r>
            <a:r>
              <a:rPr lang="en-US" sz="4000" dirty="0" err="1" smtClean="0"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  <a:cs typeface="Arial" charset="0"/>
              </a:rPr>
              <a:t>iainana</a:t>
            </a:r>
            <a:r>
              <a:rPr lang="en-US" sz="4000" dirty="0" smtClean="0"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  <a:cs typeface="Arial" charset="0"/>
              </a:rPr>
              <a:t> </a:t>
            </a:r>
            <a:r>
              <a:rPr lang="en-US" sz="4000" dirty="0" err="1" smtClean="0"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  <a:cs typeface="Arial" charset="0"/>
              </a:rPr>
              <a:t>izay</a:t>
            </a:r>
            <a:r>
              <a:rPr lang="en-US" sz="4000" dirty="0" smtClean="0"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  <a:cs typeface="Arial" charset="0"/>
              </a:rPr>
              <a:t> </a:t>
            </a:r>
            <a:r>
              <a:rPr lang="en-US" sz="4000" dirty="0" err="1" smtClean="0"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  <a:cs typeface="Arial" charset="0"/>
              </a:rPr>
              <a:t>amporisihana</a:t>
            </a:r>
            <a:r>
              <a:rPr lang="en-US" sz="4000" dirty="0" smtClean="0"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  <a:cs typeface="Arial" charset="0"/>
              </a:rPr>
              <a:t> </a:t>
            </a:r>
            <a:r>
              <a:rPr lang="en-US" sz="4000" dirty="0" err="1" smtClean="0"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  <a:cs typeface="Arial" charset="0"/>
              </a:rPr>
              <a:t>ireo</a:t>
            </a:r>
            <a:r>
              <a:rPr lang="en-US" sz="4000" dirty="0" smtClean="0"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  <a:cs typeface="Arial" charset="0"/>
              </a:rPr>
              <a:t> </a:t>
            </a:r>
            <a:r>
              <a:rPr lang="en-US" sz="4000" dirty="0" err="1" smtClean="0"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  <a:cs typeface="Arial" charset="0"/>
              </a:rPr>
              <a:t>Mpisavalalana</a:t>
            </a:r>
            <a:r>
              <a:rPr lang="en-US" sz="4000" dirty="0" smtClean="0"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  <a:cs typeface="Arial" charset="0"/>
              </a:rPr>
              <a:t> </a:t>
            </a:r>
            <a:r>
              <a:rPr lang="en-US" sz="4000" dirty="0" err="1" smtClean="0"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  <a:cs typeface="Arial" charset="0"/>
              </a:rPr>
              <a:t>sy</a:t>
            </a:r>
            <a:r>
              <a:rPr lang="en-US" sz="4000" dirty="0" smtClean="0"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  <a:cs typeface="Arial" charset="0"/>
              </a:rPr>
              <a:t> </a:t>
            </a:r>
            <a:r>
              <a:rPr lang="en-US" sz="4000" dirty="0" err="1" smtClean="0"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  <a:cs typeface="Arial" charset="0"/>
              </a:rPr>
              <a:t>hanazarana</a:t>
            </a:r>
            <a:r>
              <a:rPr lang="en-US" sz="4000" dirty="0" smtClean="0"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  <a:cs typeface="Arial" charset="0"/>
              </a:rPr>
              <a:t> </a:t>
            </a:r>
            <a:r>
              <a:rPr lang="en-US" sz="4000" dirty="0" err="1" smtClean="0"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  <a:cs typeface="Arial" charset="0"/>
              </a:rPr>
              <a:t>azy</a:t>
            </a:r>
            <a:r>
              <a:rPr lang="en-US" sz="4000" dirty="0" smtClean="0"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  <a:cs typeface="Arial" charset="0"/>
              </a:rPr>
              <a:t> </a:t>
            </a:r>
            <a:r>
              <a:rPr lang="en-US" sz="4000" dirty="0" err="1" smtClean="0"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  <a:cs typeface="Arial" charset="0"/>
              </a:rPr>
              <a:t>ireo</a:t>
            </a:r>
            <a:r>
              <a:rPr lang="en-US" sz="4000" dirty="0" smtClean="0"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  <a:cs typeface="Arial" charset="0"/>
              </a:rPr>
              <a:t> ho TONGA MPITARIKA </a:t>
            </a:r>
          </a:p>
          <a:p>
            <a:pPr marL="342900" indent="-342900" algn="ctr">
              <a:lnSpc>
                <a:spcPct val="125000"/>
              </a:lnSpc>
              <a:spcBef>
                <a:spcPct val="20000"/>
              </a:spcBef>
              <a:buClr>
                <a:schemeClr val="accent1"/>
              </a:buClr>
            </a:pPr>
            <a:r>
              <a:rPr lang="en-US" sz="4000" dirty="0" err="1" smtClean="0"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  <a:cs typeface="Arial" charset="0"/>
              </a:rPr>
              <a:t>ve</a:t>
            </a:r>
            <a:r>
              <a:rPr lang="en-US" sz="4000" dirty="0" smtClean="0"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  <a:cs typeface="Arial" charset="0"/>
              </a:rPr>
              <a:t> </a:t>
            </a:r>
            <a:r>
              <a:rPr lang="en-US" sz="4000" dirty="0" err="1" smtClean="0"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  <a:cs typeface="Arial" charset="0"/>
              </a:rPr>
              <a:t>isika</a:t>
            </a:r>
            <a:r>
              <a:rPr lang="en-US" sz="4000" dirty="0" smtClean="0"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  <a:cs typeface="Arial" charset="0"/>
              </a:rPr>
              <a:t>?</a:t>
            </a:r>
            <a:endParaRPr lang="en-US" sz="4000" dirty="0">
              <a:effectLst>
                <a:outerShdw blurRad="38100" dist="38100" dir="2700000" algn="tl">
                  <a:srgbClr val="FFFFFF"/>
                </a:outerShdw>
              </a:effectLst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4183265"/>
      </p:ext>
    </p:extLst>
  </p:cSld>
  <p:clrMapOvr>
    <a:masterClrMapping/>
  </p:clrMapOvr>
  <p:transition spd="med">
    <p:dissolve/>
  </p:transition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94" name="Rectangle 2"/>
          <p:cNvSpPr>
            <a:spLocks noChangeArrowheads="1"/>
          </p:cNvSpPr>
          <p:nvPr/>
        </p:nvSpPr>
        <p:spPr bwMode="auto">
          <a:xfrm>
            <a:off x="0" y="0"/>
            <a:ext cx="9601200" cy="6858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6000" b="1" dirty="0" smtClean="0"/>
              <a:t>S T A F F</a:t>
            </a:r>
            <a:endParaRPr lang="fr-FR" sz="6000" b="1" dirty="0"/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sz="5400" b="1" dirty="0" smtClean="0">
                <a:solidFill>
                  <a:srgbClr val="FFFF00"/>
                </a:solidFill>
              </a:rPr>
              <a:t>S</a:t>
            </a:r>
            <a:r>
              <a:rPr lang="fr-FR" sz="4800" dirty="0" smtClean="0">
                <a:solidFill>
                  <a:srgbClr val="00B0F0"/>
                </a:solidFill>
              </a:rPr>
              <a:t>oroka </a:t>
            </a:r>
            <a:r>
              <a:rPr lang="fr-FR" sz="4800" dirty="0" err="1" smtClean="0">
                <a:solidFill>
                  <a:srgbClr val="00B0F0"/>
                </a:solidFill>
              </a:rPr>
              <a:t>miara</a:t>
            </a:r>
            <a:r>
              <a:rPr lang="fr-FR" sz="4800" dirty="0" smtClean="0">
                <a:solidFill>
                  <a:srgbClr val="00B0F0"/>
                </a:solidFill>
              </a:rPr>
              <a:t>-</a:t>
            </a:r>
            <a:r>
              <a:rPr lang="fr-FR" sz="4800" dirty="0" err="1" smtClean="0">
                <a:solidFill>
                  <a:srgbClr val="00B0F0"/>
                </a:solidFill>
              </a:rPr>
              <a:t>milanja</a:t>
            </a:r>
            <a:endParaRPr lang="fr-FR" sz="4800" dirty="0" smtClean="0">
              <a:solidFill>
                <a:srgbClr val="00B0F0"/>
              </a:solidFill>
            </a:endParaRPr>
          </a:p>
          <a:p>
            <a:r>
              <a:rPr lang="fr-FR" sz="5400" b="1" dirty="0" err="1" smtClean="0">
                <a:solidFill>
                  <a:srgbClr val="FFFF00"/>
                </a:solidFill>
              </a:rPr>
              <a:t>T</a:t>
            </a:r>
            <a:r>
              <a:rPr lang="fr-FR" sz="4800" dirty="0" err="1" smtClean="0">
                <a:solidFill>
                  <a:srgbClr val="00B0F0"/>
                </a:solidFill>
              </a:rPr>
              <a:t>ongotra</a:t>
            </a:r>
            <a:r>
              <a:rPr lang="fr-FR" sz="4800" dirty="0" smtClean="0">
                <a:solidFill>
                  <a:srgbClr val="00B0F0"/>
                </a:solidFill>
              </a:rPr>
              <a:t> </a:t>
            </a:r>
            <a:r>
              <a:rPr lang="fr-FR" sz="4800" dirty="0" err="1" smtClean="0">
                <a:solidFill>
                  <a:srgbClr val="00B0F0"/>
                </a:solidFill>
              </a:rPr>
              <a:t>miara</a:t>
            </a:r>
            <a:r>
              <a:rPr lang="fr-FR" sz="4800" dirty="0" smtClean="0">
                <a:solidFill>
                  <a:srgbClr val="00B0F0"/>
                </a:solidFill>
              </a:rPr>
              <a:t>-</a:t>
            </a:r>
            <a:r>
              <a:rPr lang="fr-FR" sz="4800" dirty="0" err="1" smtClean="0">
                <a:solidFill>
                  <a:srgbClr val="00B0F0"/>
                </a:solidFill>
              </a:rPr>
              <a:t>mamindra</a:t>
            </a:r>
            <a:endParaRPr lang="fr-FR" sz="4800" dirty="0" smtClean="0">
              <a:solidFill>
                <a:srgbClr val="00B0F0"/>
              </a:solidFill>
            </a:endParaRPr>
          </a:p>
          <a:p>
            <a:r>
              <a:rPr lang="fr-FR" sz="5400" b="1" dirty="0" smtClean="0">
                <a:solidFill>
                  <a:srgbClr val="FFFF00"/>
                </a:solidFill>
              </a:rPr>
              <a:t>A</a:t>
            </a:r>
            <a:r>
              <a:rPr lang="fr-FR" sz="4800" dirty="0" smtClean="0">
                <a:solidFill>
                  <a:srgbClr val="00B0F0"/>
                </a:solidFill>
              </a:rPr>
              <a:t>ti-</a:t>
            </a:r>
            <a:r>
              <a:rPr lang="fr-FR" sz="4800" dirty="0" err="1" smtClean="0">
                <a:solidFill>
                  <a:srgbClr val="00B0F0"/>
                </a:solidFill>
              </a:rPr>
              <a:t>doha</a:t>
            </a:r>
            <a:r>
              <a:rPr lang="fr-FR" sz="4800" dirty="0" smtClean="0">
                <a:solidFill>
                  <a:srgbClr val="00B0F0"/>
                </a:solidFill>
              </a:rPr>
              <a:t> </a:t>
            </a:r>
            <a:r>
              <a:rPr lang="fr-FR" sz="4800" dirty="0" err="1" smtClean="0">
                <a:solidFill>
                  <a:srgbClr val="00B0F0"/>
                </a:solidFill>
              </a:rPr>
              <a:t>miara</a:t>
            </a:r>
            <a:r>
              <a:rPr lang="fr-FR" sz="4800" dirty="0" smtClean="0">
                <a:solidFill>
                  <a:srgbClr val="00B0F0"/>
                </a:solidFill>
              </a:rPr>
              <a:t>-</a:t>
            </a:r>
            <a:r>
              <a:rPr lang="fr-FR" sz="4800" dirty="0" err="1" smtClean="0">
                <a:solidFill>
                  <a:srgbClr val="00B0F0"/>
                </a:solidFill>
              </a:rPr>
              <a:t>misaina</a:t>
            </a:r>
            <a:endParaRPr lang="fr-FR" sz="4800" dirty="0" smtClean="0">
              <a:solidFill>
                <a:srgbClr val="00B0F0"/>
              </a:solidFill>
            </a:endParaRPr>
          </a:p>
          <a:p>
            <a:r>
              <a:rPr lang="fr-FR" sz="5400" b="1" dirty="0" smtClean="0">
                <a:solidFill>
                  <a:srgbClr val="FFFF00"/>
                </a:solidFill>
              </a:rPr>
              <a:t>F</a:t>
            </a:r>
            <a:r>
              <a:rPr lang="fr-FR" sz="4800" dirty="0" smtClean="0">
                <a:solidFill>
                  <a:srgbClr val="00B0F0"/>
                </a:solidFill>
              </a:rPr>
              <a:t>o </a:t>
            </a:r>
            <a:r>
              <a:rPr lang="fr-FR" sz="4800" dirty="0" err="1" smtClean="0">
                <a:solidFill>
                  <a:srgbClr val="00B0F0"/>
                </a:solidFill>
              </a:rPr>
              <a:t>miara</a:t>
            </a:r>
            <a:r>
              <a:rPr lang="fr-FR" sz="4800" dirty="0" smtClean="0">
                <a:solidFill>
                  <a:srgbClr val="00B0F0"/>
                </a:solidFill>
              </a:rPr>
              <a:t>-</a:t>
            </a:r>
            <a:r>
              <a:rPr lang="fr-FR" sz="4800" dirty="0" err="1" smtClean="0">
                <a:solidFill>
                  <a:srgbClr val="00B0F0"/>
                </a:solidFill>
              </a:rPr>
              <a:t>mitepo</a:t>
            </a:r>
            <a:endParaRPr lang="fr-FR" sz="4800" dirty="0" smtClean="0">
              <a:solidFill>
                <a:srgbClr val="00B0F0"/>
              </a:solidFill>
            </a:endParaRPr>
          </a:p>
          <a:p>
            <a:r>
              <a:rPr lang="fr-FR" sz="5400" b="1" dirty="0" err="1" smtClean="0">
                <a:solidFill>
                  <a:srgbClr val="FFFF00"/>
                </a:solidFill>
              </a:rPr>
              <a:t>F</a:t>
            </a:r>
            <a:r>
              <a:rPr lang="fr-FR" sz="4800" dirty="0" err="1" smtClean="0">
                <a:solidFill>
                  <a:srgbClr val="00B0F0"/>
                </a:solidFill>
              </a:rPr>
              <a:t>anahy</a:t>
            </a:r>
            <a:r>
              <a:rPr lang="fr-FR" sz="4800" dirty="0" smtClean="0">
                <a:solidFill>
                  <a:srgbClr val="00B0F0"/>
                </a:solidFill>
              </a:rPr>
              <a:t> </a:t>
            </a:r>
            <a:r>
              <a:rPr lang="fr-FR" sz="4800" dirty="0" err="1" smtClean="0">
                <a:solidFill>
                  <a:srgbClr val="00B0F0"/>
                </a:solidFill>
              </a:rPr>
              <a:t>Miara</a:t>
            </a:r>
            <a:r>
              <a:rPr lang="fr-FR" sz="4800" dirty="0" smtClean="0">
                <a:solidFill>
                  <a:srgbClr val="00B0F0"/>
                </a:solidFill>
              </a:rPr>
              <a:t>-</a:t>
            </a:r>
            <a:r>
              <a:rPr lang="fr-FR" sz="4800" dirty="0" err="1" smtClean="0">
                <a:solidFill>
                  <a:srgbClr val="00B0F0"/>
                </a:solidFill>
              </a:rPr>
              <a:t>misento</a:t>
            </a:r>
            <a:endParaRPr lang="fr-FR" sz="4800" dirty="0">
              <a:solidFill>
                <a:srgbClr val="00B0F0"/>
              </a:solidFill>
            </a:endParaRPr>
          </a:p>
        </p:txBody>
      </p:sp>
    </p:spTree>
  </p:cSld>
  <p:clrMapOvr>
    <a:masterClrMapping/>
  </p:clrMapOvr>
  <p:transition spd="med"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FINEDINNAVIGATOR" val="False"/>
  <p:tag name="BRANCHTO" val="0"/>
</p:tagLst>
</file>

<file path=ppt/theme/theme1.xml><?xml version="1.0" encoding="utf-8"?>
<a:theme xmlns:a="http://schemas.openxmlformats.org/drawingml/2006/main" name="Selling a Product or Service">
  <a:themeElements>
    <a:clrScheme name="Selling a Product or Service 1">
      <a:dk1>
        <a:srgbClr val="808080"/>
      </a:dk1>
      <a:lt1>
        <a:srgbClr val="F8F8F8"/>
      </a:lt1>
      <a:dk2>
        <a:srgbClr val="000000"/>
      </a:dk2>
      <a:lt2>
        <a:srgbClr val="FFFFFF"/>
      </a:lt2>
      <a:accent1>
        <a:srgbClr val="6699FF"/>
      </a:accent1>
      <a:accent2>
        <a:srgbClr val="9933FF"/>
      </a:accent2>
      <a:accent3>
        <a:srgbClr val="AAAAAA"/>
      </a:accent3>
      <a:accent4>
        <a:srgbClr val="D4D4D4"/>
      </a:accent4>
      <a:accent5>
        <a:srgbClr val="B8CAFF"/>
      </a:accent5>
      <a:accent6>
        <a:srgbClr val="8A2DE7"/>
      </a:accent6>
      <a:hlink>
        <a:srgbClr val="00FFFF"/>
      </a:hlink>
      <a:folHlink>
        <a:srgbClr val="0099CC"/>
      </a:folHlink>
    </a:clrScheme>
    <a:fontScheme name="Selling a Product or Service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Selling a Product or Service 1">
        <a:dk1>
          <a:srgbClr val="808080"/>
        </a:dk1>
        <a:lt1>
          <a:srgbClr val="F8F8F8"/>
        </a:lt1>
        <a:dk2>
          <a:srgbClr val="000000"/>
        </a:dk2>
        <a:lt2>
          <a:srgbClr val="FFFFFF"/>
        </a:lt2>
        <a:accent1>
          <a:srgbClr val="6699FF"/>
        </a:accent1>
        <a:accent2>
          <a:srgbClr val="9933FF"/>
        </a:accent2>
        <a:accent3>
          <a:srgbClr val="AAAAAA"/>
        </a:accent3>
        <a:accent4>
          <a:srgbClr val="D4D4D4"/>
        </a:accent4>
        <a:accent5>
          <a:srgbClr val="B8CAFF"/>
        </a:accent5>
        <a:accent6>
          <a:srgbClr val="8A2DE7"/>
        </a:accent6>
        <a:hlink>
          <a:srgbClr val="00FFFF"/>
        </a:hlink>
        <a:folHlink>
          <a:srgbClr val="0099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elling a Product or Service 2">
        <a:dk1>
          <a:srgbClr val="000066"/>
        </a:dk1>
        <a:lt1>
          <a:srgbClr val="FFFFFF"/>
        </a:lt1>
        <a:dk2>
          <a:srgbClr val="3333FF"/>
        </a:dk2>
        <a:lt2>
          <a:srgbClr val="3399FF"/>
        </a:lt2>
        <a:accent1>
          <a:srgbClr val="66CCFF"/>
        </a:accent1>
        <a:accent2>
          <a:srgbClr val="FF66FF"/>
        </a:accent2>
        <a:accent3>
          <a:srgbClr val="FFFFFF"/>
        </a:accent3>
        <a:accent4>
          <a:srgbClr val="000056"/>
        </a:accent4>
        <a:accent5>
          <a:srgbClr val="B8E2FF"/>
        </a:accent5>
        <a:accent6>
          <a:srgbClr val="E75CE7"/>
        </a:accent6>
        <a:hlink>
          <a:srgbClr val="CC00CC"/>
        </a:hlink>
        <a:folHlink>
          <a:srgbClr val="CC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elling a Product or Servic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69696"/>
        </a:accent1>
        <a:accent2>
          <a:srgbClr val="DDDDDD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C8C8C8"/>
        </a:accent6>
        <a:hlink>
          <a:srgbClr val="333333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elling a Product or Service 4">
        <a:dk1>
          <a:srgbClr val="808080"/>
        </a:dk1>
        <a:lt1>
          <a:srgbClr val="F8F8F8"/>
        </a:lt1>
        <a:dk2>
          <a:srgbClr val="000000"/>
        </a:dk2>
        <a:lt2>
          <a:srgbClr val="FFFFFF"/>
        </a:lt2>
        <a:accent1>
          <a:srgbClr val="CC9900"/>
        </a:accent1>
        <a:accent2>
          <a:srgbClr val="996600"/>
        </a:accent2>
        <a:accent3>
          <a:srgbClr val="AAAAAA"/>
        </a:accent3>
        <a:accent4>
          <a:srgbClr val="D4D4D4"/>
        </a:accent4>
        <a:accent5>
          <a:srgbClr val="E2CAAA"/>
        </a:accent5>
        <a:accent6>
          <a:srgbClr val="8A5C00"/>
        </a:accent6>
        <a:hlink>
          <a:srgbClr val="CCCC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Office\Templates\1033\Selling a Product or Service.pot</Template>
  <TotalTime>4685</TotalTime>
  <Words>5019</Words>
  <Application>Microsoft Office PowerPoint</Application>
  <PresentationFormat>Affichage à l'écran (4:3)</PresentationFormat>
  <Paragraphs>895</Paragraphs>
  <Slides>181</Slides>
  <Notes>5</Notes>
  <HiddenSlides>0</HiddenSlides>
  <MMClips>0</MMClips>
  <ScaleCrop>false</ScaleCrop>
  <HeadingPairs>
    <vt:vector size="8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Serveurs OLE incorporés</vt:lpstr>
      </vt:variant>
      <vt:variant>
        <vt:i4>1</vt:i4>
      </vt:variant>
      <vt:variant>
        <vt:lpstr>Titres des diapositives</vt:lpstr>
      </vt:variant>
      <vt:variant>
        <vt:i4>181</vt:i4>
      </vt:variant>
    </vt:vector>
  </HeadingPairs>
  <TitlesOfParts>
    <vt:vector size="190" baseType="lpstr">
      <vt:lpstr>Aharoni</vt:lpstr>
      <vt:lpstr>Arial</vt:lpstr>
      <vt:lpstr>Arial Black</vt:lpstr>
      <vt:lpstr>Calibri</vt:lpstr>
      <vt:lpstr>Tahoma</vt:lpstr>
      <vt:lpstr>Times New Roman</vt:lpstr>
      <vt:lpstr>Verdana</vt:lpstr>
      <vt:lpstr>Selling a Product or Service</vt:lpstr>
      <vt:lpstr>MS Org Chart</vt:lpstr>
      <vt:lpstr>Basic Staff Training  Fanofanana Fototra ireo STAFF  Mpisavalalana  </vt:lpstr>
      <vt:lpstr>Présentation PowerPoint</vt:lpstr>
      <vt:lpstr>FIZARANA #1:</vt:lpstr>
      <vt:lpstr>Zava-kendrena </vt:lpstr>
      <vt:lpstr>Fanazavana </vt:lpstr>
      <vt:lpstr>Iraka</vt:lpstr>
      <vt:lpstr>Marika famantarana ny Mpisavalalana</vt:lpstr>
      <vt:lpstr>Marika famantarana ny Mpisavalalana</vt:lpstr>
      <vt:lpstr>Ny fitarihana ny Mpisavalalana @ maha-asa Fanompoana</vt:lpstr>
      <vt:lpstr>Ny fitarihana ny Mpisavalalana -asa Fanompoana</vt:lpstr>
      <vt:lpstr>Filozofian’ny  Mpisavalalana</vt:lpstr>
      <vt:lpstr>Filozofian’ny  Mpisavalalana</vt:lpstr>
      <vt:lpstr>Filozofian’ny  Mpisavalalana</vt:lpstr>
      <vt:lpstr>Filozofian’ny  Mpisavalalana</vt:lpstr>
      <vt:lpstr>Filozofian’ny  Mpisavalalana</vt:lpstr>
      <vt:lpstr>Zava-kendren’ny fitarihana Mpisavalalana</vt:lpstr>
      <vt:lpstr>Zava-kendren’ny fitarihana Mpisavalalana</vt:lpstr>
      <vt:lpstr>Zava-kendren’ny fitarihana Mpisavalalana</vt:lpstr>
      <vt:lpstr>Tantaran’ny Mpisavalalana tao Amerika Avaratra</vt:lpstr>
      <vt:lpstr>Tantaran’ny Mpisavalalana tao Amerika Avaratra</vt:lpstr>
      <vt:lpstr>Tantaran’ny Mpisavalalana tao Amerika Avaratra</vt:lpstr>
      <vt:lpstr>Tantaran’ny Mpisavalalana tao Amerika Avaratra</vt:lpstr>
      <vt:lpstr>Tantaran’ny Mpisavalalana tao Amerika Avaratra</vt:lpstr>
      <vt:lpstr>Tantaran’ny Mpisavalalana tao Amerika Avaratra</vt:lpstr>
      <vt:lpstr>Présentation PowerPoint</vt:lpstr>
      <vt:lpstr>FIZARANA #2  </vt:lpstr>
      <vt:lpstr>Zava-kendrena </vt:lpstr>
      <vt:lpstr>Présentation PowerPoint</vt:lpstr>
      <vt:lpstr>Présentation PowerPoint</vt:lpstr>
      <vt:lpstr>FITARIHANA NY KLIOBA (60mn) </vt:lpstr>
      <vt:lpstr>ZAVA-KENDRENA </vt:lpstr>
      <vt:lpstr>FANAZAVANA </vt:lpstr>
      <vt:lpstr>Toe-tsaina sy Toetra tsaran’ny mpitarika Kristiana mandray anjara amin’ny asan’ny Mpisava lalana (20mn) </vt:lpstr>
      <vt:lpstr>2- Ireo Fomba fitarihana dimy sy ampifanarahana azy ireo amin’ny asa fanompoana ny Mpisavalalana…(20mn) </vt:lpstr>
      <vt:lpstr>Ireo andraikitra samihafa amin’ny mpitarika sy ny fampiharana izany amin’ireo toe-javatra mahakasika ny Mpisavalalana </vt:lpstr>
      <vt:lpstr>FAMARITANA NY FITARIHANA Leadership</vt:lpstr>
      <vt:lpstr>Ireo toetra tsaran’ny Mpitarika  Mpisavalalana </vt:lpstr>
      <vt:lpstr>Ireo toetra tsaran’ny Mpitarika  Mpisavalalana </vt:lpstr>
      <vt:lpstr>Ireo toetra tsaran’ny Mpitarika  Mpisavalalana </vt:lpstr>
      <vt:lpstr>Ireo toetra tsaran’ny Mpitarika  Mpisavalalana </vt:lpstr>
      <vt:lpstr>Toe-tsain’ireo STAFF mahita fahombiazana</vt:lpstr>
      <vt:lpstr>Toe-tsain’ireo STAFF mahita fahombiazana</vt:lpstr>
      <vt:lpstr>Toe-tsain’ireo STAFF mahita fahombiazana</vt:lpstr>
      <vt:lpstr>KARAZAM-PITARIHANA 5 </vt:lpstr>
      <vt:lpstr>Authoritaire (Autocratic)- DIDY JADONA</vt:lpstr>
      <vt:lpstr>LAFITSARANY</vt:lpstr>
      <vt:lpstr>LAFIRATSINY</vt:lpstr>
      <vt:lpstr>MPANOMBANA- Evaluative</vt:lpstr>
      <vt:lpstr>Bureaucratic (Political) Leader MPITARIKA AMBONY LATABATRA</vt:lpstr>
      <vt:lpstr>LAFITSARANY</vt:lpstr>
      <vt:lpstr>LAFIRATSINY</vt:lpstr>
      <vt:lpstr>Democratic (Participative) Leadership</vt:lpstr>
      <vt:lpstr>LAFITSARANY</vt:lpstr>
      <vt:lpstr>LAFIRATSINY</vt:lpstr>
      <vt:lpstr>Laissez-faire Leadership</vt:lpstr>
      <vt:lpstr>LAFITSARANY</vt:lpstr>
      <vt:lpstr>LAFIRATSINY</vt:lpstr>
      <vt:lpstr>ANDRAIKITRY NY STAFF @ ANKAPOBENY</vt:lpstr>
      <vt:lpstr>IREO STAFF</vt:lpstr>
      <vt:lpstr>NY TALEN’NY KLIOBA</vt:lpstr>
      <vt:lpstr>NY TALE MPANAMPY</vt:lpstr>
      <vt:lpstr>MPITANTSORATRA/ MPITAHIRY VOLA</vt:lpstr>
      <vt:lpstr>MPANOLO-TSAINA</vt:lpstr>
      <vt:lpstr>INSTRUCTEUR</vt:lpstr>
      <vt:lpstr>FANDAMINANA NY KLIOBA (75mn) </vt:lpstr>
      <vt:lpstr>Présentation PowerPoint</vt:lpstr>
      <vt:lpstr>Présentation PowerPoint</vt:lpstr>
      <vt:lpstr>Ny fitsipika fampandehanana (40mn) </vt:lpstr>
      <vt:lpstr>Présentation PowerPoint</vt:lpstr>
      <vt:lpstr>Présentation PowerPoint</vt:lpstr>
      <vt:lpstr>Certificate of Operation</vt:lpstr>
      <vt:lpstr>NY MAHA-MPIKAMBANA</vt:lpstr>
      <vt:lpstr>Ny maha-mpikambana</vt:lpstr>
      <vt:lpstr>Club Membership</vt:lpstr>
      <vt:lpstr>Club Membership</vt:lpstr>
      <vt:lpstr>Club Membership</vt:lpstr>
      <vt:lpstr>Fitsipika eo anivon’ny saha</vt:lpstr>
      <vt:lpstr>Fitsipika eo anivon’ny saha</vt:lpstr>
      <vt:lpstr>FIZARANA #5</vt:lpstr>
      <vt:lpstr>ZAVA-KENDRENA </vt:lpstr>
      <vt:lpstr>FANAZAVANA </vt:lpstr>
      <vt:lpstr>Fivorian’ny Klioba isan-kerinandro (15mn) </vt:lpstr>
      <vt:lpstr>Karatra firaketana sy Pasipaoro ( 15mn)</vt:lpstr>
      <vt:lpstr>Ireo hetsiky ny Federasiona (20mn) </vt:lpstr>
      <vt:lpstr>Investitures  (5 mn) </vt:lpstr>
      <vt:lpstr>Rallye (Fihaonam-ben’ny fiangonana) 5mn) </vt:lpstr>
      <vt:lpstr>Hevitra @ FANOMPOAM-PIVAVAHANA</vt:lpstr>
      <vt:lpstr>PROGRAMA ISAN-TAONA</vt:lpstr>
      <vt:lpstr>PROGRAMA ISAN-TAONA</vt:lpstr>
      <vt:lpstr>Programa mandritra  ny FIVORIANA</vt:lpstr>
      <vt:lpstr>Programa mandritra  ny FIVORIANA</vt:lpstr>
      <vt:lpstr>FIVORIAN’NY CLUB TARI-DALANA HO @ PROGRAMA</vt:lpstr>
      <vt:lpstr>FITSIPI-PITONDRAN-TENA</vt:lpstr>
      <vt:lpstr>FITSIPI-PITONDRAN-TENA</vt:lpstr>
      <vt:lpstr>Ireo hetsiky ny Federasiona</vt:lpstr>
      <vt:lpstr>PROGRAMA</vt:lpstr>
      <vt:lpstr>FOTOANA MANOKANA</vt:lpstr>
      <vt:lpstr>ANDRON’NY MPISAVALALANA</vt:lpstr>
      <vt:lpstr>INDUCTION</vt:lpstr>
      <vt:lpstr>FITSIDIHANA </vt:lpstr>
      <vt:lpstr> FANABEAZANA IREO RAD </vt:lpstr>
      <vt:lpstr>INVESTITURE </vt:lpstr>
      <vt:lpstr>INVESTITURE </vt:lpstr>
      <vt:lpstr>Présentation PowerPoint</vt:lpstr>
      <vt:lpstr>Présentation PowerPoint</vt:lpstr>
      <vt:lpstr>Présentation PowerPoint</vt:lpstr>
      <vt:lpstr>Présentation PowerPoint</vt:lpstr>
      <vt:lpstr>  FIZARANA #6 </vt:lpstr>
      <vt:lpstr>    ZAVA-KENDRENA Ny Hahita ny mahazava-dehibe sy ny tombambidin’ny fomba fampianarana tia karokaroka ary ny hianarana ireo fomba hampivelarana ny fahaiza-mitarika. Hanome ireo zavatra rehetra ilaina hampianarana ny Mpisavalalana  ireo kilasaim-pandrosoana   amin’ny fomba tia karokaroka. </vt:lpstr>
      <vt:lpstr>Présentation PowerPoint</vt:lpstr>
      <vt:lpstr>Présentation PowerPoint</vt:lpstr>
      <vt:lpstr>“Ology” Quiz </vt:lpstr>
      <vt:lpstr>1. Ny Conchology dia fianarana momban’ny:</vt:lpstr>
      <vt:lpstr>1. Ny Conchology dia fianarana momban’ny</vt:lpstr>
      <vt:lpstr>2. Ny  Geology dia fianarana momban’ny :</vt:lpstr>
      <vt:lpstr>2. Ny  Geology dia fianarana momban’ny :</vt:lpstr>
      <vt:lpstr>3. Ny Theology dia fianarana  momba ny :</vt:lpstr>
      <vt:lpstr>3. Ny Theology dia fianarana momba ny :</vt:lpstr>
      <vt:lpstr>4. Ny Paleontology dia fianarana momba ny:</vt:lpstr>
      <vt:lpstr>4. Ny Paleontology dia fianarana momba ny:</vt:lpstr>
      <vt:lpstr>5. Ny Herpatology dia fianarana momba ny</vt:lpstr>
      <vt:lpstr>5. Ny Herpatology dia fianarana momba ny</vt:lpstr>
      <vt:lpstr>6. Ny Metrology dia fianarana momban’ny </vt:lpstr>
      <vt:lpstr>6. Ny Metrology dia fianarana momban’ny </vt:lpstr>
      <vt:lpstr>7. Ny Lithology dia fianarana momban’ny </vt:lpstr>
      <vt:lpstr>7. Ny Lithology dia fianarana momban’ny </vt:lpstr>
      <vt:lpstr>8. Ny  Cetology  fianarana momban'ny</vt:lpstr>
      <vt:lpstr>8. Ny  Cetology  fianarana momban'ny</vt:lpstr>
      <vt:lpstr>9. Cytology  fianarana momban'ny</vt:lpstr>
      <vt:lpstr>9. Cytology  fianarana momban'ny</vt:lpstr>
      <vt:lpstr>10. Ny  Dendrology dia fianarana momban'ny</vt:lpstr>
      <vt:lpstr>10. Ny  Dendrology dia fianarana momban'ny</vt:lpstr>
      <vt:lpstr>11. Ny Agrology dia fianarana momban'ny</vt:lpstr>
      <vt:lpstr>11. Ny Agrology dia fianarana momban'ny</vt:lpstr>
      <vt:lpstr>12. Speleology  fianarana momban'ny</vt:lpstr>
      <vt:lpstr>“Ology” Quiz Pick the Correct Answer</vt:lpstr>
      <vt:lpstr>13. Ny  Pomology dia fianarana momban'ny:</vt:lpstr>
      <vt:lpstr>13. Ny  Pomology dia fianarana momban'ny:</vt:lpstr>
      <vt:lpstr>14. Ny Oology dia fianarana momban'ny</vt:lpstr>
      <vt:lpstr>14. Ny Oology dia fianarana momban'ny</vt:lpstr>
      <vt:lpstr>15. Ny Micology dia fianarana momban'ny: </vt:lpstr>
      <vt:lpstr>15. Ny Micology dia fianarana momban'ny: </vt:lpstr>
      <vt:lpstr>FAMPIANARANA IREO MPISAVALALANA NY TARANJA</vt:lpstr>
      <vt:lpstr>FAMPIANARANA IREO MPISAVALALANA NY TARANJA</vt:lpstr>
      <vt:lpstr>Présentation PowerPoint</vt:lpstr>
      <vt:lpstr>Samy hafa ny fomba fianaranan’ny Mpisavalalana tsirairay </vt:lpstr>
      <vt:lpstr>Ireo taranja atao indray mijery</vt:lpstr>
      <vt:lpstr>Fitomboan’ny tena manokana</vt:lpstr>
      <vt:lpstr>Fitomboan’ny tena manokana</vt:lpstr>
      <vt:lpstr>FIKAROHANA ARA-PANAHY</vt:lpstr>
      <vt:lpstr>FANOMPOANA NY HAFA</vt:lpstr>
      <vt:lpstr>FISAKAIZANA</vt:lpstr>
      <vt:lpstr>FANDAMINANA NY TANORA</vt:lpstr>
      <vt:lpstr>FANDINIHANA ZAVABOARY</vt:lpstr>
      <vt:lpstr>FILASIANA</vt:lpstr>
      <vt:lpstr>ASA MANAVANANA</vt:lpstr>
      <vt:lpstr>ASA MANAVANANA</vt:lpstr>
      <vt:lpstr>FIZARANA #7    FILASIANA SY FANABEAZANA EO ANIVON’NY NATIORA (120mn)   </vt:lpstr>
      <vt:lpstr>Présentation PowerPoint</vt:lpstr>
      <vt:lpstr>Présentation PowerPoint</vt:lpstr>
      <vt:lpstr>Présentation PowerPoint</vt:lpstr>
      <vt:lpstr>Présentation PowerPoint</vt:lpstr>
      <vt:lpstr>FIZARANA #8   IREO FAMINDRANA SY LANONANA ISANKARAZANY (60mn)   </vt:lpstr>
      <vt:lpstr>Présentation PowerPoint</vt:lpstr>
      <vt:lpstr>Présentation PowerPoint</vt:lpstr>
      <vt:lpstr>Présentation PowerPoint</vt:lpstr>
      <vt:lpstr>Asa Fitoriana sy Fanatrarana ny any ivelany</vt:lpstr>
      <vt:lpstr>Présentation PowerPoint</vt:lpstr>
      <vt:lpstr>Présentation PowerPoint</vt:lpstr>
      <vt:lpstr>Outreach Ministry - ASAFI</vt:lpstr>
      <vt:lpstr>Outreach Ministry - ASAFI</vt:lpstr>
      <vt:lpstr>Outreach Ministry- ASAFI</vt:lpstr>
      <vt:lpstr>Outreach Ministry- ASAFI</vt:lpstr>
      <vt:lpstr>Outreach Ministry - ASAFI</vt:lpstr>
      <vt:lpstr>Outreach Ministry - ASAFI</vt:lpstr>
      <vt:lpstr>Outreach Ministry - ASAFI</vt:lpstr>
      <vt:lpstr>Outreach Ministry</vt:lpstr>
      <vt:lpstr>Outreach Ministry</vt:lpstr>
      <vt:lpstr>Taonan’ireo olo-malazan’ny Fiangonana  </vt:lpstr>
      <vt:lpstr>Présentation PowerPoint</vt:lpstr>
      <vt:lpstr>S T A F F</vt:lpstr>
    </vt:vector>
  </TitlesOfParts>
  <Company>Org.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Pathfinder Basic Staff Training</dc:title>
  <dc:creator>Gateway</dc:creator>
  <cp:lastModifiedBy>info</cp:lastModifiedBy>
  <cp:revision>213</cp:revision>
  <cp:lastPrinted>1601-01-01T00:00:00Z</cp:lastPrinted>
  <dcterms:created xsi:type="dcterms:W3CDTF">2003-08-15T18:12:30Z</dcterms:created>
  <dcterms:modified xsi:type="dcterms:W3CDTF">2016-01-06T22:30:27Z</dcterms:modified>
</cp:coreProperties>
</file>