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1" d="100"/>
          <a:sy n="71" d="100"/>
        </p:scale>
        <p:origin x="-72" y="16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7F5BD-DE2E-42F0-A94A-78E37270DF20}" type="datetimeFigureOut">
              <a:rPr lang="fr-FR" smtClean="0"/>
              <a:t>29/11/2017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3EBA6-86EC-4891-8C4E-34316E2F7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790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7F5BD-DE2E-42F0-A94A-78E37270DF20}" type="datetimeFigureOut">
              <a:rPr lang="fr-FR" smtClean="0"/>
              <a:t>29/11/2017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3EBA6-86EC-4891-8C4E-34316E2F7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0488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7F5BD-DE2E-42F0-A94A-78E37270DF20}" type="datetimeFigureOut">
              <a:rPr lang="fr-FR" smtClean="0"/>
              <a:t>29/11/2017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3EBA6-86EC-4891-8C4E-34316E2F7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3796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7F5BD-DE2E-42F0-A94A-78E37270DF20}" type="datetimeFigureOut">
              <a:rPr lang="fr-FR" smtClean="0"/>
              <a:t>29/11/2017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3EBA6-86EC-4891-8C4E-34316E2F7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3720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7F5BD-DE2E-42F0-A94A-78E37270DF20}" type="datetimeFigureOut">
              <a:rPr lang="fr-FR" smtClean="0"/>
              <a:t>29/11/2017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3EBA6-86EC-4891-8C4E-34316E2F7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8063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7F5BD-DE2E-42F0-A94A-78E37270DF20}" type="datetimeFigureOut">
              <a:rPr lang="fr-FR" smtClean="0"/>
              <a:t>29/11/2017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3EBA6-86EC-4891-8C4E-34316E2F7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92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7F5BD-DE2E-42F0-A94A-78E37270DF20}" type="datetimeFigureOut">
              <a:rPr lang="fr-FR" smtClean="0"/>
              <a:t>29/11/2017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3EBA6-86EC-4891-8C4E-34316E2F7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0815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7F5BD-DE2E-42F0-A94A-78E37270DF20}" type="datetimeFigureOut">
              <a:rPr lang="fr-FR" smtClean="0"/>
              <a:t>29/11/2017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3EBA6-86EC-4891-8C4E-34316E2F7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1753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7F5BD-DE2E-42F0-A94A-78E37270DF20}" type="datetimeFigureOut">
              <a:rPr lang="fr-FR" smtClean="0"/>
              <a:t>29/11/2017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3EBA6-86EC-4891-8C4E-34316E2F7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021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7F5BD-DE2E-42F0-A94A-78E37270DF20}" type="datetimeFigureOut">
              <a:rPr lang="fr-FR" smtClean="0"/>
              <a:t>29/11/2017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3EBA6-86EC-4891-8C4E-34316E2F7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7585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7F5BD-DE2E-42F0-A94A-78E37270DF20}" type="datetimeFigureOut">
              <a:rPr lang="fr-FR" smtClean="0"/>
              <a:t>29/11/2017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3EBA6-86EC-4891-8C4E-34316E2F7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539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67F5BD-DE2E-42F0-A94A-78E37270DF20}" type="datetimeFigureOut">
              <a:rPr lang="fr-FR" smtClean="0"/>
              <a:t>29/11/2017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93EBA6-86EC-4891-8C4E-34316E2F78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2638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2100524" y="2967335"/>
            <a:ext cx="5711835" cy="175432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INONA NO ATAO HOE CHEF GUIDE ?</a:t>
            </a:r>
            <a:endParaRPr lang="fr-FR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58000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s-E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FILOHA MPITARIKA </a:t>
            </a:r>
            <a:endParaRPr lang="fr-FR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N’aiza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n’aiza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misy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Fiangonana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Advantista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mitandrina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andro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fahafito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manerana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izao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tontolo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izao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hita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ao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Filoha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Mpitarika</a:t>
            </a:r>
            <a:r>
              <a:rPr lang="es-E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fr-F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Koa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inona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atao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hoe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Filoha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mpitarika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fr-F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Filoha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Mpitarika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Jerena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amin'ny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endriny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telo</a:t>
            </a:r>
            <a:endParaRPr lang="fr-F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1438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80728"/>
          </a:xfrm>
        </p:spPr>
        <p:txBody>
          <a:bodyPr/>
          <a:lstStyle/>
          <a:p>
            <a:r>
              <a:rPr lang="es-E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I. FANDAMINANA SY RAFITRA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08720"/>
            <a:ext cx="9144000" cy="6120680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s-E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FAMARITANA</a:t>
            </a:r>
            <a:endParaRPr lang="fr-FR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fikambanan'ny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CG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alamina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mitovy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amin'ny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fikambanana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Mpisavalalana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fitohizana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mazava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an'ireo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tanora 16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taona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tanora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hafa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izay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nohon'ny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taonany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afaka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intsony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ao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amin'ny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fikambanan'ny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mpisavalalana.Ary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indrindra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indrindra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hofanina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mpitarika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ao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amin’ny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tanora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zandriny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109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 fontScale="90000"/>
          </a:bodyPr>
          <a:lstStyle/>
          <a:p>
            <a:r>
              <a:rPr lang="es-ES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Zavatra</a:t>
            </a:r>
            <a:r>
              <a:rPr lang="es-E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fototra</a:t>
            </a:r>
            <a:r>
              <a:rPr lang="es-E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no </a:t>
            </a:r>
            <a:r>
              <a:rPr lang="es-ES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takiana</a:t>
            </a:r>
            <a:r>
              <a:rPr lang="es-E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@ </a:t>
            </a:r>
            <a:r>
              <a:rPr lang="es-ES" dirty="0" smtClean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Chef </a:t>
            </a:r>
            <a:r>
              <a:rPr lang="es-ES" dirty="0" err="1" smtClean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</a:t>
            </a:r>
            <a:endParaRPr lang="fr-FR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7504" y="764704"/>
            <a:ext cx="9036496" cy="60932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 smtClean="0"/>
              <a:t> </a:t>
            </a:r>
            <a:r>
              <a:rPr lang="es-ES" b="1" dirty="0" smtClean="0">
                <a:solidFill>
                  <a:srgbClr val="FF0000"/>
                </a:solidFill>
              </a:rPr>
              <a:t>1</a:t>
            </a:r>
            <a:r>
              <a:rPr lang="es-ES" b="1" dirty="0">
                <a:solidFill>
                  <a:srgbClr val="FF0000"/>
                </a:solidFill>
              </a:rPr>
              <a:t>.  </a:t>
            </a:r>
            <a:r>
              <a:rPr lang="es-ES" b="1" dirty="0" err="1">
                <a:solidFill>
                  <a:srgbClr val="FF0000"/>
                </a:solidFill>
              </a:rPr>
              <a:t>Tsy</a:t>
            </a:r>
            <a:r>
              <a:rPr lang="es-ES" b="1" dirty="0">
                <a:solidFill>
                  <a:srgbClr val="FF0000"/>
                </a:solidFill>
              </a:rPr>
              <a:t> </a:t>
            </a:r>
            <a:r>
              <a:rPr lang="es-ES" b="1" dirty="0" err="1">
                <a:solidFill>
                  <a:srgbClr val="FF0000"/>
                </a:solidFill>
              </a:rPr>
              <a:t>maintsy</a:t>
            </a:r>
            <a:r>
              <a:rPr lang="es-ES" b="1" dirty="0">
                <a:solidFill>
                  <a:srgbClr val="FF0000"/>
                </a:solidFill>
              </a:rPr>
              <a:t> </a:t>
            </a:r>
            <a:r>
              <a:rPr lang="es-ES" b="1" dirty="0" err="1">
                <a:solidFill>
                  <a:srgbClr val="FF0000"/>
                </a:solidFill>
              </a:rPr>
              <a:t>mambra</a:t>
            </a:r>
            <a:r>
              <a:rPr lang="es-ES" b="1" dirty="0">
                <a:solidFill>
                  <a:srgbClr val="FF0000"/>
                </a:solidFill>
              </a:rPr>
              <a:t> vita </a:t>
            </a:r>
            <a:r>
              <a:rPr lang="es-ES" b="1" dirty="0" err="1">
                <a:solidFill>
                  <a:srgbClr val="FF0000"/>
                </a:solidFill>
              </a:rPr>
              <a:t>batisa</a:t>
            </a:r>
            <a:r>
              <a:rPr lang="es-ES" b="1" dirty="0">
                <a:solidFill>
                  <a:srgbClr val="FF0000"/>
                </a:solidFill>
              </a:rPr>
              <a:t> @ </a:t>
            </a:r>
            <a:r>
              <a:rPr lang="es-ES" b="1" dirty="0" err="1">
                <a:solidFill>
                  <a:srgbClr val="FF0000"/>
                </a:solidFill>
              </a:rPr>
              <a:t>Fiangonana</a:t>
            </a:r>
            <a:r>
              <a:rPr lang="es-ES" b="1" dirty="0">
                <a:solidFill>
                  <a:srgbClr val="FF0000"/>
                </a:solidFill>
              </a:rPr>
              <a:t> </a:t>
            </a:r>
            <a:r>
              <a:rPr lang="es-ES" b="1" dirty="0" err="1">
                <a:solidFill>
                  <a:srgbClr val="FF0000"/>
                </a:solidFill>
              </a:rPr>
              <a:t>Advantista</a:t>
            </a:r>
            <a:endParaRPr lang="fr-FR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ES" dirty="0"/>
              <a:t>¤ </a:t>
            </a:r>
            <a:r>
              <a:rPr lang="es-ES" dirty="0" err="1"/>
              <a:t>Ny</a:t>
            </a:r>
            <a:r>
              <a:rPr lang="es-ES" dirty="0"/>
              <a:t> </a:t>
            </a:r>
            <a:r>
              <a:rPr lang="es-ES" dirty="0" err="1"/>
              <a:t>vokatr`izany</a:t>
            </a:r>
            <a:r>
              <a:rPr lang="es-ES" dirty="0"/>
              <a:t> :   </a:t>
            </a:r>
            <a:r>
              <a:rPr lang="es-ES" dirty="0" err="1"/>
              <a:t>Io</a:t>
            </a:r>
            <a:r>
              <a:rPr lang="es-ES" dirty="0"/>
              <a:t> </a:t>
            </a:r>
            <a:r>
              <a:rPr lang="es-ES" dirty="0" err="1"/>
              <a:t>olona</a:t>
            </a:r>
            <a:r>
              <a:rPr lang="es-ES" dirty="0"/>
              <a:t> </a:t>
            </a:r>
            <a:r>
              <a:rPr lang="es-ES" dirty="0" err="1"/>
              <a:t>io</a:t>
            </a:r>
            <a:r>
              <a:rPr lang="es-ES" dirty="0"/>
              <a:t> </a:t>
            </a:r>
            <a:r>
              <a:rPr lang="es-ES" dirty="0" err="1"/>
              <a:t>dia</a:t>
            </a:r>
            <a:r>
              <a:rPr lang="es-ES" dirty="0"/>
              <a:t> </a:t>
            </a:r>
            <a:r>
              <a:rPr lang="es-ES" dirty="0" err="1"/>
              <a:t>kristiana</a:t>
            </a:r>
            <a:r>
              <a:rPr lang="es-ES" dirty="0"/>
              <a:t> </a:t>
            </a:r>
            <a:r>
              <a:rPr lang="es-ES" dirty="0" err="1"/>
              <a:t>manolontena</a:t>
            </a:r>
            <a:r>
              <a:rPr lang="es-ES" dirty="0"/>
              <a:t> </a:t>
            </a:r>
            <a:r>
              <a:rPr lang="es-ES" dirty="0" err="1"/>
              <a:t>izay</a:t>
            </a:r>
            <a:r>
              <a:rPr lang="es-ES" dirty="0"/>
              <a:t> </a:t>
            </a:r>
            <a:r>
              <a:rPr lang="es-ES" dirty="0" err="1"/>
              <a:t>nanome</a:t>
            </a:r>
            <a:r>
              <a:rPr lang="es-ES" dirty="0"/>
              <a:t> </a:t>
            </a:r>
            <a:r>
              <a:rPr lang="es-ES" dirty="0" err="1"/>
              <a:t>ny</a:t>
            </a:r>
            <a:r>
              <a:rPr lang="es-ES" dirty="0"/>
              <a:t> </a:t>
            </a:r>
            <a:r>
              <a:rPr lang="es-ES" dirty="0" err="1"/>
              <a:t>fony</a:t>
            </a:r>
            <a:r>
              <a:rPr lang="es-ES" dirty="0"/>
              <a:t> </a:t>
            </a:r>
            <a:r>
              <a:rPr lang="es-ES" dirty="0" err="1"/>
              <a:t>ho</a:t>
            </a:r>
            <a:r>
              <a:rPr lang="es-ES" dirty="0"/>
              <a:t> </a:t>
            </a:r>
            <a:r>
              <a:rPr lang="es-ES" dirty="0" err="1"/>
              <a:t>an`Andriamanitra</a:t>
            </a:r>
            <a:r>
              <a:rPr lang="es-ES" dirty="0"/>
              <a:t> </a:t>
            </a:r>
            <a:r>
              <a:rPr lang="es-ES" dirty="0" err="1"/>
              <a:t>ary</a:t>
            </a:r>
            <a:r>
              <a:rPr lang="es-ES" dirty="0"/>
              <a:t> </a:t>
            </a:r>
            <a:r>
              <a:rPr lang="es-ES" dirty="0" err="1"/>
              <a:t>miandry</a:t>
            </a:r>
            <a:r>
              <a:rPr lang="es-ES" dirty="0"/>
              <a:t> </a:t>
            </a:r>
            <a:r>
              <a:rPr lang="es-ES" dirty="0" err="1"/>
              <a:t>ny</a:t>
            </a:r>
            <a:r>
              <a:rPr lang="es-ES" dirty="0"/>
              <a:t> </a:t>
            </a:r>
            <a:r>
              <a:rPr lang="es-ES" dirty="0" err="1"/>
              <a:t>fiavian`I</a:t>
            </a:r>
            <a:r>
              <a:rPr lang="es-ES" dirty="0"/>
              <a:t> </a:t>
            </a:r>
            <a:r>
              <a:rPr lang="es-ES" dirty="0" err="1"/>
              <a:t>Jesosy</a:t>
            </a:r>
            <a:r>
              <a:rPr lang="es-ES" dirty="0"/>
              <a:t> </a:t>
            </a:r>
            <a:r>
              <a:rPr lang="es-ES" dirty="0" err="1"/>
              <a:t>Kristy</a:t>
            </a:r>
            <a:r>
              <a:rPr lang="es-ES" dirty="0"/>
              <a:t> </a:t>
            </a:r>
            <a:r>
              <a:rPr lang="es-ES" dirty="0" err="1" smtClean="0"/>
              <a:t>Tompo</a:t>
            </a:r>
            <a:endParaRPr lang="es-ES" dirty="0" smtClean="0"/>
          </a:p>
          <a:p>
            <a:pPr marL="0" indent="0">
              <a:buNone/>
            </a:pPr>
            <a:r>
              <a:rPr lang="es-ES" b="1" dirty="0">
                <a:solidFill>
                  <a:srgbClr val="FF0000"/>
                </a:solidFill>
              </a:rPr>
              <a:t>2.</a:t>
            </a:r>
            <a:r>
              <a:rPr lang="es-ES" dirty="0"/>
              <a:t>   </a:t>
            </a:r>
            <a:r>
              <a:rPr lang="es-ES" b="1" dirty="0">
                <a:solidFill>
                  <a:srgbClr val="FF0000"/>
                </a:solidFill>
              </a:rPr>
              <a:t>16 </a:t>
            </a:r>
            <a:r>
              <a:rPr lang="es-ES" b="1" dirty="0" err="1">
                <a:solidFill>
                  <a:srgbClr val="FF0000"/>
                </a:solidFill>
              </a:rPr>
              <a:t>taona</a:t>
            </a:r>
            <a:r>
              <a:rPr lang="es-ES" b="1" dirty="0">
                <a:solidFill>
                  <a:srgbClr val="FF0000"/>
                </a:solidFill>
              </a:rPr>
              <a:t> </a:t>
            </a:r>
            <a:r>
              <a:rPr lang="es-ES" b="1" dirty="0" err="1">
                <a:solidFill>
                  <a:srgbClr val="FF0000"/>
                </a:solidFill>
              </a:rPr>
              <a:t>farafahakeliny</a:t>
            </a:r>
            <a:endParaRPr lang="fr-FR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ES" dirty="0"/>
              <a:t>¤ </a:t>
            </a:r>
            <a:r>
              <a:rPr lang="es-ES" dirty="0" err="1"/>
              <a:t>Ny</a:t>
            </a:r>
            <a:r>
              <a:rPr lang="es-ES" dirty="0"/>
              <a:t> </a:t>
            </a:r>
            <a:r>
              <a:rPr lang="es-ES" dirty="0" err="1"/>
              <a:t>vokatr`izany</a:t>
            </a:r>
            <a:r>
              <a:rPr lang="es-ES" dirty="0"/>
              <a:t>: -</a:t>
            </a:r>
            <a:r>
              <a:rPr lang="es-ES" dirty="0" err="1"/>
              <a:t>Ampy</a:t>
            </a:r>
            <a:r>
              <a:rPr lang="es-ES" dirty="0"/>
              <a:t> </a:t>
            </a:r>
            <a:r>
              <a:rPr lang="es-ES" dirty="0" err="1"/>
              <a:t>tsara</a:t>
            </a:r>
            <a:r>
              <a:rPr lang="es-ES" dirty="0"/>
              <a:t> </a:t>
            </a:r>
            <a:r>
              <a:rPr lang="es-ES" dirty="0" err="1"/>
              <a:t>ny</a:t>
            </a:r>
            <a:r>
              <a:rPr lang="es-ES" dirty="0"/>
              <a:t> </a:t>
            </a:r>
            <a:r>
              <a:rPr lang="es-ES" dirty="0" err="1"/>
              <a:t>fahamatoran`ilay</a:t>
            </a:r>
            <a:r>
              <a:rPr lang="es-ES" dirty="0"/>
              <a:t> </a:t>
            </a:r>
            <a:r>
              <a:rPr lang="es-ES" dirty="0" err="1"/>
              <a:t>olona</a:t>
            </a:r>
            <a:r>
              <a:rPr lang="es-ES" dirty="0"/>
              <a:t> ara-</a:t>
            </a:r>
            <a:r>
              <a:rPr lang="es-ES" dirty="0" err="1"/>
              <a:t>tsaina</a:t>
            </a:r>
            <a:r>
              <a:rPr lang="es-ES" dirty="0"/>
              <a:t> </a:t>
            </a:r>
            <a:r>
              <a:rPr lang="es-ES" dirty="0" err="1"/>
              <a:t>sy</a:t>
            </a:r>
            <a:r>
              <a:rPr lang="es-ES" dirty="0"/>
              <a:t> ara-</a:t>
            </a:r>
            <a:r>
              <a:rPr lang="es-ES" dirty="0" err="1"/>
              <a:t>pihetseham</a:t>
            </a:r>
            <a:r>
              <a:rPr lang="es-ES" dirty="0"/>
              <a:t>-</a:t>
            </a:r>
            <a:r>
              <a:rPr lang="es-ES" dirty="0" err="1"/>
              <a:t>po</a:t>
            </a:r>
            <a:r>
              <a:rPr lang="es-ES" dirty="0"/>
              <a:t> </a:t>
            </a:r>
            <a:r>
              <a:rPr lang="es-ES" dirty="0" err="1"/>
              <a:t>ary</a:t>
            </a:r>
            <a:r>
              <a:rPr lang="es-ES" dirty="0"/>
              <a:t> ara-batana </a:t>
            </a:r>
            <a:r>
              <a:rPr lang="es-ES" dirty="0" err="1"/>
              <a:t>mba</a:t>
            </a:r>
            <a:r>
              <a:rPr lang="es-ES" dirty="0"/>
              <a:t> </a:t>
            </a:r>
            <a:r>
              <a:rPr lang="es-ES" dirty="0" err="1"/>
              <a:t>hanatanterahany</a:t>
            </a:r>
            <a:r>
              <a:rPr lang="es-ES" dirty="0"/>
              <a:t> </a:t>
            </a:r>
            <a:r>
              <a:rPr lang="es-ES" dirty="0" err="1"/>
              <a:t>ireo</a:t>
            </a:r>
            <a:r>
              <a:rPr lang="es-ES" dirty="0"/>
              <a:t> </a:t>
            </a:r>
            <a:r>
              <a:rPr lang="es-ES" dirty="0" err="1"/>
              <a:t>adidy</a:t>
            </a:r>
            <a:r>
              <a:rPr lang="es-ES" dirty="0"/>
              <a:t> </a:t>
            </a:r>
            <a:r>
              <a:rPr lang="es-ES" dirty="0" err="1"/>
              <a:t>andrasana</a:t>
            </a:r>
            <a:r>
              <a:rPr lang="es-ES" dirty="0"/>
              <a:t>@ CG</a:t>
            </a:r>
            <a:endParaRPr lang="fr-FR" dirty="0"/>
          </a:p>
          <a:p>
            <a:pPr marL="0" indent="0">
              <a:buNone/>
            </a:pPr>
            <a:r>
              <a:rPr lang="es-ES" b="1" i="1" dirty="0"/>
              <a:t> 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49178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6712"/>
          </a:xfr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GB" b="1" i="1" dirty="0"/>
              <a:t>II. </a:t>
            </a:r>
            <a:r>
              <a:rPr lang="en-GB" b="1" i="1" dirty="0" err="1"/>
              <a:t>Izay</a:t>
            </a:r>
            <a:r>
              <a:rPr lang="en-GB" b="1" i="1" dirty="0"/>
              <a:t> </a:t>
            </a:r>
            <a:r>
              <a:rPr lang="en-GB" b="1" i="1" dirty="0" err="1"/>
              <a:t>tsy</a:t>
            </a:r>
            <a:r>
              <a:rPr lang="en-GB" b="1" i="1" dirty="0"/>
              <a:t> </a:t>
            </a:r>
            <a:r>
              <a:rPr lang="en-GB" b="1" i="1" dirty="0" err="1" smtClean="0"/>
              <a:t>izy</a:t>
            </a:r>
            <a:r>
              <a:rPr lang="en-GB" b="1" i="1" dirty="0" smtClean="0"/>
              <a:t> </a:t>
            </a:r>
            <a:r>
              <a:rPr lang="en-GB" b="1" i="1" dirty="0" err="1" smtClean="0"/>
              <a:t>momba</a:t>
            </a:r>
            <a:r>
              <a:rPr lang="en-GB" b="1" i="1" dirty="0" smtClean="0"/>
              <a:t> </a:t>
            </a:r>
            <a:r>
              <a:rPr lang="en-GB" b="1" i="1" dirty="0" err="1" smtClean="0"/>
              <a:t>ny</a:t>
            </a:r>
            <a:r>
              <a:rPr lang="en-GB" b="1" i="1" dirty="0" smtClean="0"/>
              <a:t> Chef Guide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 lnSpcReduction="10000"/>
          </a:bodyPr>
          <a:lstStyle/>
          <a:p>
            <a:r>
              <a:rPr lang="en-GB" dirty="0" err="1"/>
              <a:t>Ny</a:t>
            </a:r>
            <a:r>
              <a:rPr lang="en-GB" dirty="0"/>
              <a:t> CG </a:t>
            </a:r>
            <a:r>
              <a:rPr lang="en-GB" dirty="0" err="1"/>
              <a:t>dia</a:t>
            </a:r>
            <a:r>
              <a:rPr lang="en-GB" dirty="0"/>
              <a:t> </a:t>
            </a:r>
            <a:r>
              <a:rPr lang="en-GB" b="1" dirty="0">
                <a:solidFill>
                  <a:srgbClr val="FF0000"/>
                </a:solidFill>
              </a:rPr>
              <a:t>TSY</a:t>
            </a:r>
            <a:r>
              <a:rPr lang="en-GB" dirty="0"/>
              <a:t>...  (</a:t>
            </a:r>
            <a:r>
              <a:rPr lang="en-GB" dirty="0" err="1"/>
              <a:t>Ireo</a:t>
            </a:r>
            <a:r>
              <a:rPr lang="en-GB" dirty="0"/>
              <a:t> </a:t>
            </a:r>
            <a:r>
              <a:rPr lang="en-GB" dirty="0" err="1"/>
              <a:t>hevi-diso</a:t>
            </a:r>
            <a:r>
              <a:rPr lang="en-GB" dirty="0"/>
              <a:t> </a:t>
            </a:r>
            <a:r>
              <a:rPr lang="en-GB" dirty="0" err="1"/>
              <a:t>sasantsasany</a:t>
            </a:r>
            <a:r>
              <a:rPr lang="en-GB" dirty="0"/>
              <a:t>)</a:t>
            </a:r>
            <a:endParaRPr lang="fr-FR" dirty="0"/>
          </a:p>
          <a:p>
            <a:r>
              <a:rPr lang="en-GB" dirty="0"/>
              <a:t>* </a:t>
            </a:r>
            <a:r>
              <a:rPr lang="en-GB" b="1" dirty="0">
                <a:solidFill>
                  <a:srgbClr val="FF0000"/>
                </a:solidFill>
              </a:rPr>
              <a:t>TSY</a:t>
            </a:r>
            <a:r>
              <a:rPr lang="en-GB" dirty="0"/>
              <a:t> </a:t>
            </a:r>
            <a:r>
              <a:rPr lang="en-GB" dirty="0" err="1"/>
              <a:t>laharam-boninahitra</a:t>
            </a:r>
            <a:r>
              <a:rPr lang="en-GB" dirty="0"/>
              <a:t> </a:t>
            </a:r>
            <a:r>
              <a:rPr lang="en-GB" dirty="0" err="1"/>
              <a:t>omena</a:t>
            </a:r>
            <a:r>
              <a:rPr lang="en-GB" dirty="0"/>
              <a:t> </a:t>
            </a:r>
            <a:r>
              <a:rPr lang="en-GB" dirty="0" err="1"/>
              <a:t>anao</a:t>
            </a:r>
            <a:r>
              <a:rPr lang="en-GB" dirty="0"/>
              <a:t> </a:t>
            </a:r>
            <a:r>
              <a:rPr lang="en-GB" dirty="0" err="1"/>
              <a:t>nohon`ny</a:t>
            </a:r>
            <a:r>
              <a:rPr lang="en-GB" dirty="0"/>
              <a:t> </a:t>
            </a:r>
            <a:r>
              <a:rPr lang="en-GB" dirty="0" err="1"/>
              <a:t>taonanao</a:t>
            </a:r>
            <a:endParaRPr lang="fr-FR" dirty="0"/>
          </a:p>
          <a:p>
            <a:r>
              <a:rPr lang="es-ES" dirty="0"/>
              <a:t>* </a:t>
            </a:r>
            <a:r>
              <a:rPr lang="es-ES" b="1" dirty="0">
                <a:solidFill>
                  <a:srgbClr val="FF0000"/>
                </a:solidFill>
              </a:rPr>
              <a:t>TSY</a:t>
            </a:r>
            <a:r>
              <a:rPr lang="es-ES" dirty="0"/>
              <a:t> </a:t>
            </a:r>
            <a:r>
              <a:rPr lang="es-ES" dirty="0" err="1"/>
              <a:t>toerana</a:t>
            </a:r>
            <a:r>
              <a:rPr lang="es-ES" dirty="0"/>
              <a:t>(</a:t>
            </a:r>
            <a:r>
              <a:rPr lang="es-ES" dirty="0" err="1"/>
              <a:t>statut</a:t>
            </a:r>
            <a:r>
              <a:rPr lang="es-ES" dirty="0"/>
              <a:t>) </a:t>
            </a:r>
            <a:r>
              <a:rPr lang="es-ES" dirty="0" err="1"/>
              <a:t>omena</a:t>
            </a:r>
            <a:r>
              <a:rPr lang="es-ES" dirty="0"/>
              <a:t> </a:t>
            </a:r>
            <a:r>
              <a:rPr lang="es-ES" dirty="0" err="1"/>
              <a:t>anao</a:t>
            </a:r>
            <a:r>
              <a:rPr lang="es-ES" dirty="0"/>
              <a:t> </a:t>
            </a:r>
            <a:r>
              <a:rPr lang="es-ES" dirty="0" err="1"/>
              <a:t>noho</a:t>
            </a:r>
            <a:r>
              <a:rPr lang="es-ES" dirty="0"/>
              <a:t> </a:t>
            </a:r>
            <a:r>
              <a:rPr lang="es-ES" dirty="0" err="1"/>
              <a:t>ireo</a:t>
            </a:r>
            <a:r>
              <a:rPr lang="es-ES" dirty="0"/>
              <a:t> </a:t>
            </a:r>
            <a:r>
              <a:rPr lang="es-ES" dirty="0" err="1"/>
              <a:t>zava-dehibe</a:t>
            </a:r>
            <a:r>
              <a:rPr lang="es-ES" dirty="0"/>
              <a:t> </a:t>
            </a:r>
            <a:r>
              <a:rPr lang="es-ES" dirty="0" err="1"/>
              <a:t>vitanao</a:t>
            </a:r>
            <a:r>
              <a:rPr lang="es-ES" dirty="0"/>
              <a:t> </a:t>
            </a:r>
            <a:r>
              <a:rPr lang="es-ES" dirty="0" err="1"/>
              <a:t>tamin`ny</a:t>
            </a:r>
            <a:r>
              <a:rPr lang="es-ES" dirty="0"/>
              <a:t> lasa.</a:t>
            </a:r>
            <a:endParaRPr lang="fr-FR" dirty="0"/>
          </a:p>
          <a:p>
            <a:r>
              <a:rPr lang="es-ES" dirty="0"/>
              <a:t>* </a:t>
            </a:r>
            <a:r>
              <a:rPr lang="es-ES" b="1" dirty="0">
                <a:solidFill>
                  <a:srgbClr val="FF0000"/>
                </a:solidFill>
              </a:rPr>
              <a:t>TSY</a:t>
            </a:r>
            <a:r>
              <a:rPr lang="es-ES" dirty="0"/>
              <a:t> </a:t>
            </a:r>
            <a:r>
              <a:rPr lang="es-ES" dirty="0" err="1"/>
              <a:t>anarana</a:t>
            </a:r>
            <a:r>
              <a:rPr lang="es-ES" dirty="0"/>
              <a:t> (</a:t>
            </a:r>
            <a:r>
              <a:rPr lang="es-ES" dirty="0" err="1"/>
              <a:t>titre</a:t>
            </a:r>
            <a:r>
              <a:rPr lang="es-ES" dirty="0"/>
              <a:t>) </a:t>
            </a:r>
            <a:r>
              <a:rPr lang="es-ES" dirty="0" err="1"/>
              <a:t>omena</a:t>
            </a:r>
            <a:r>
              <a:rPr lang="es-ES" dirty="0"/>
              <a:t> </a:t>
            </a:r>
            <a:r>
              <a:rPr lang="es-ES" dirty="0" err="1"/>
              <a:t>anao</a:t>
            </a:r>
            <a:r>
              <a:rPr lang="es-ES" dirty="0"/>
              <a:t> </a:t>
            </a:r>
            <a:r>
              <a:rPr lang="es-ES" dirty="0" err="1"/>
              <a:t>aorian`ny</a:t>
            </a:r>
            <a:r>
              <a:rPr lang="es-ES" dirty="0"/>
              <a:t> </a:t>
            </a:r>
            <a:r>
              <a:rPr lang="es-ES" dirty="0" err="1"/>
              <a:t>andiana</a:t>
            </a:r>
            <a:r>
              <a:rPr lang="es-ES" dirty="0"/>
              <a:t> </a:t>
            </a:r>
            <a:r>
              <a:rPr lang="es-ES" dirty="0" err="1"/>
              <a:t>taranja</a:t>
            </a:r>
            <a:r>
              <a:rPr lang="es-ES" dirty="0"/>
              <a:t> </a:t>
            </a:r>
            <a:r>
              <a:rPr lang="es-ES" dirty="0" err="1"/>
              <a:t>nianaranao</a:t>
            </a:r>
            <a:r>
              <a:rPr lang="es-ES" dirty="0"/>
              <a:t> (diplome) </a:t>
            </a:r>
            <a:endParaRPr lang="fr-FR" dirty="0"/>
          </a:p>
          <a:p>
            <a:r>
              <a:rPr lang="es-ES" dirty="0"/>
              <a:t>* </a:t>
            </a:r>
            <a:r>
              <a:rPr lang="es-ES" b="1" dirty="0" err="1">
                <a:solidFill>
                  <a:srgbClr val="FF0000"/>
                </a:solidFill>
              </a:rPr>
              <a:t>Mihoatra</a:t>
            </a:r>
            <a:r>
              <a:rPr lang="es-ES" dirty="0"/>
              <a:t> </a:t>
            </a:r>
            <a:r>
              <a:rPr lang="es-ES" dirty="0" err="1"/>
              <a:t>lavitra</a:t>
            </a:r>
            <a:r>
              <a:rPr lang="es-ES" dirty="0"/>
              <a:t> </a:t>
            </a:r>
            <a:r>
              <a:rPr lang="es-ES" dirty="0" err="1"/>
              <a:t>nohon`ny</a:t>
            </a:r>
            <a:r>
              <a:rPr lang="es-ES" dirty="0"/>
              <a:t> </a:t>
            </a:r>
            <a:r>
              <a:rPr lang="es-ES" dirty="0" err="1"/>
              <a:t>fanaovana</a:t>
            </a:r>
            <a:r>
              <a:rPr lang="es-ES" dirty="0"/>
              <a:t> </a:t>
            </a:r>
            <a:r>
              <a:rPr lang="es-ES" dirty="0" err="1"/>
              <a:t>fanamiana</a:t>
            </a:r>
            <a:r>
              <a:rPr lang="es-ES" dirty="0"/>
              <a:t> </a:t>
            </a:r>
            <a:r>
              <a:rPr lang="es-ES" dirty="0" err="1"/>
              <a:t>tsara</a:t>
            </a:r>
            <a:r>
              <a:rPr lang="es-ES" dirty="0"/>
              <a:t> </a:t>
            </a:r>
            <a:r>
              <a:rPr lang="es-ES" dirty="0" err="1"/>
              <a:t>tarehy</a:t>
            </a:r>
            <a:r>
              <a:rPr lang="es-ES" dirty="0"/>
              <a:t> </a:t>
            </a:r>
            <a:r>
              <a:rPr lang="es-ES" dirty="0" err="1"/>
              <a:t>izay</a:t>
            </a:r>
            <a:r>
              <a:rPr lang="es-ES" dirty="0"/>
              <a:t> </a:t>
            </a:r>
            <a:r>
              <a:rPr lang="es-ES" dirty="0" err="1"/>
              <a:t>mitarika</a:t>
            </a:r>
            <a:r>
              <a:rPr lang="es-ES" dirty="0"/>
              <a:t> </a:t>
            </a:r>
            <a:r>
              <a:rPr lang="es-ES" dirty="0" err="1"/>
              <a:t>ny</a:t>
            </a:r>
            <a:r>
              <a:rPr lang="es-ES" dirty="0"/>
              <a:t> </a:t>
            </a:r>
            <a:r>
              <a:rPr lang="es-ES" dirty="0" err="1"/>
              <a:t>olona</a:t>
            </a:r>
            <a:r>
              <a:rPr lang="es-ES" dirty="0"/>
              <a:t> </a:t>
            </a:r>
            <a:r>
              <a:rPr lang="es-ES" dirty="0" err="1"/>
              <a:t>hanaja</a:t>
            </a:r>
            <a:r>
              <a:rPr lang="es-ES" dirty="0"/>
              <a:t> </a:t>
            </a:r>
            <a:r>
              <a:rPr lang="es-ES" dirty="0" err="1"/>
              <a:t>sy</a:t>
            </a:r>
            <a:r>
              <a:rPr lang="es-ES" dirty="0"/>
              <a:t> </a:t>
            </a:r>
            <a:r>
              <a:rPr lang="es-ES" dirty="0" err="1"/>
              <a:t>hiankohoka</a:t>
            </a:r>
            <a:r>
              <a:rPr lang="es-ES" dirty="0"/>
              <a:t> </a:t>
            </a:r>
            <a:r>
              <a:rPr lang="es-ES" dirty="0" err="1"/>
              <a:t>aminao</a:t>
            </a:r>
            <a:r>
              <a:rPr lang="es-ES" dirty="0"/>
              <a:t>.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39265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58018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6632"/>
            <a:ext cx="9144000" cy="6009531"/>
          </a:xfrm>
        </p:spPr>
        <p:txBody>
          <a:bodyPr/>
          <a:lstStyle/>
          <a:p>
            <a:r>
              <a:rPr lang="es-ES" b="1" dirty="0" err="1">
                <a:solidFill>
                  <a:srgbClr val="00B0F0"/>
                </a:solidFill>
              </a:rPr>
              <a:t>Inona</a:t>
            </a:r>
            <a:r>
              <a:rPr lang="es-ES" b="1" dirty="0">
                <a:solidFill>
                  <a:srgbClr val="00B0F0"/>
                </a:solidFill>
              </a:rPr>
              <a:t> marina </a:t>
            </a:r>
            <a:r>
              <a:rPr lang="es-ES" b="1" dirty="0" err="1">
                <a:solidFill>
                  <a:srgbClr val="00B0F0"/>
                </a:solidFill>
              </a:rPr>
              <a:t>ary</a:t>
            </a:r>
            <a:r>
              <a:rPr lang="es-ES" b="1" dirty="0">
                <a:solidFill>
                  <a:srgbClr val="00B0F0"/>
                </a:solidFill>
              </a:rPr>
              <a:t> </a:t>
            </a:r>
            <a:r>
              <a:rPr lang="es-ES" b="1" dirty="0" err="1">
                <a:solidFill>
                  <a:srgbClr val="00B0F0"/>
                </a:solidFill>
              </a:rPr>
              <a:t>ny</a:t>
            </a:r>
            <a:r>
              <a:rPr lang="es-ES" b="1" dirty="0">
                <a:solidFill>
                  <a:srgbClr val="00B0F0"/>
                </a:solidFill>
              </a:rPr>
              <a:t> tena </a:t>
            </a:r>
            <a:r>
              <a:rPr lang="es-ES" b="1" dirty="0" err="1">
                <a:solidFill>
                  <a:srgbClr val="00B0F0"/>
                </a:solidFill>
              </a:rPr>
              <a:t>atao</a:t>
            </a:r>
            <a:r>
              <a:rPr lang="es-ES" b="1" dirty="0">
                <a:solidFill>
                  <a:srgbClr val="00B0F0"/>
                </a:solidFill>
              </a:rPr>
              <a:t> </a:t>
            </a:r>
            <a:r>
              <a:rPr lang="es-ES" b="1" dirty="0" err="1">
                <a:solidFill>
                  <a:srgbClr val="00B0F0"/>
                </a:solidFill>
              </a:rPr>
              <a:t>hoe</a:t>
            </a:r>
            <a:r>
              <a:rPr lang="es-ES" b="1" dirty="0">
                <a:solidFill>
                  <a:srgbClr val="00B0F0"/>
                </a:solidFill>
              </a:rPr>
              <a:t> </a:t>
            </a:r>
            <a:r>
              <a:rPr lang="es-ES" b="1" dirty="0" smtClean="0">
                <a:solidFill>
                  <a:srgbClr val="00B0F0"/>
                </a:solidFill>
              </a:rPr>
              <a:t>Chef </a:t>
            </a:r>
            <a:r>
              <a:rPr lang="es-ES" b="1" dirty="0" err="1" smtClean="0">
                <a:solidFill>
                  <a:srgbClr val="00B0F0"/>
                </a:solidFill>
              </a:rPr>
              <a:t>Guide</a:t>
            </a:r>
            <a:r>
              <a:rPr lang="es-ES" b="1" dirty="0" smtClean="0">
                <a:solidFill>
                  <a:srgbClr val="00B0F0"/>
                </a:solidFill>
              </a:rPr>
              <a:t>? </a:t>
            </a:r>
            <a:r>
              <a:rPr lang="es-ES" dirty="0"/>
              <a:t>:</a:t>
            </a:r>
            <a:endParaRPr lang="fr-FR" dirty="0"/>
          </a:p>
          <a:p>
            <a:r>
              <a:rPr lang="es-ES" dirty="0"/>
              <a:t>*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Mpanompon`Andriamanitra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Mpitarika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ohatra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an`ny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tanora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Mpitarika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fiangonana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Miasa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miaraka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@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ankizy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tanora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zandriny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An expert,   a specialist,  a master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Mahasoa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ilàna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 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fika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»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maintsy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tsarovan’ny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Filoha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mpitarika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(mots-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clés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:</a:t>
            </a:r>
            <a:r>
              <a:rPr lang="en-GB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FAMONJENA &amp; FANOMPOANA</a:t>
            </a:r>
            <a:endParaRPr lang="fr-FR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090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616530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s-E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¤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Leader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Ekena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maneran-tany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mpitarika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@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Fiangonana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advantista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¤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kinga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mora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mandray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fahalalana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(oh: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famindrana,vonjy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¤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Afaka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haneho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fomba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hanaovana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zavatra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anankiray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hanoro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hevitra</a:t>
            </a:r>
            <a:r>
              <a:rPr lang="es-E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¤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Faka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tahaka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@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fitsipi-pifehezana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ohatra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tsara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an`ny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tanora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¤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Olona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mahasoa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hevitra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mahafinaritra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manana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@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manodidina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¤ </a:t>
            </a:r>
            <a:r>
              <a:rPr lang="en-US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Mpanompo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vonona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hanompo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oviana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oviana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n`aiza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n`aiza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hiantsoan`ny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adidy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azy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2696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ES" sz="3600" b="1" dirty="0"/>
              <a:t>3.IREO ZAVATRA ANDRASANA @ </a:t>
            </a:r>
            <a:r>
              <a:rPr lang="es-ES" sz="3600" b="1" dirty="0" smtClean="0"/>
              <a:t>CHEF GUIDE</a:t>
            </a:r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3680616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s-E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s-E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toe-</a:t>
            </a:r>
            <a:r>
              <a:rPr lang="es-E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javatra</a:t>
            </a:r>
            <a:r>
              <a:rPr lang="es-E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maneran-tany</a:t>
            </a:r>
            <a:r>
              <a:rPr lang="es-E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mahakasika</a:t>
            </a:r>
            <a:r>
              <a:rPr lang="es-E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Tanora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rmAutofit lnSpcReduction="10000"/>
          </a:bodyPr>
          <a:lstStyle/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s-E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70%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mambran`ny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Fiangonana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advantista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latsaky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 </a:t>
            </a:r>
            <a:r>
              <a:rPr lang="es-E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taona</a:t>
            </a:r>
            <a:endParaRPr lang="fr-FR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Mihoatra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7.1 </a:t>
            </a:r>
            <a:r>
              <a:rPr lang="es-E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tapitrisa</a:t>
            </a:r>
            <a:r>
              <a:rPr lang="es-E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tanora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amin`ny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Fiangonana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Advantista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ankehitriny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amin`ny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2,000,000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mpikambana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@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Mpisavalalana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fikambanana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90,000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Mihoatra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500,000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Mpisavalalana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ato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Afrika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150,000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Mpisavalalana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@ Inter-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America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Division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mihoatra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150,000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Mpisavalalana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Amerika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Atsimo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90,000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Mpisavalalana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 Guinea.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600,000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Mpisantatra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fanamiana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manerana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izao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tontolo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izao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357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s-ES" b="1" dirty="0" err="1"/>
              <a:t>Ny</a:t>
            </a:r>
            <a:r>
              <a:rPr lang="es-ES" b="1" dirty="0"/>
              <a:t> </a:t>
            </a:r>
            <a:r>
              <a:rPr lang="es-ES" b="1" dirty="0" smtClean="0"/>
              <a:t>Chef </a:t>
            </a:r>
            <a:r>
              <a:rPr lang="es-ES" b="1" dirty="0" err="1" smtClean="0"/>
              <a:t>Guide</a:t>
            </a:r>
            <a:r>
              <a:rPr lang="es-ES" b="1" dirty="0" smtClean="0"/>
              <a:t> </a:t>
            </a:r>
            <a:r>
              <a:rPr lang="es-ES" b="1" dirty="0" err="1"/>
              <a:t>dia</a:t>
            </a:r>
            <a:r>
              <a:rPr lang="es-ES" b="1" dirty="0"/>
              <a:t> </a:t>
            </a:r>
            <a:r>
              <a:rPr lang="es-ES" b="1" dirty="0" err="1"/>
              <a:t>spesialista</a:t>
            </a:r>
            <a:r>
              <a:rPr lang="es-ES" b="1" dirty="0"/>
              <a:t> @ Tanora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6165304"/>
          </a:xfrm>
        </p:spPr>
        <p:txBody>
          <a:bodyPr/>
          <a:lstStyle/>
          <a:p>
            <a:pPr marL="0" indent="0">
              <a:buNone/>
            </a:pPr>
            <a:r>
              <a:rPr lang="es-ES" dirty="0" smtClean="0"/>
              <a:t> </a:t>
            </a:r>
            <a:r>
              <a:rPr lang="es-ES" dirty="0" err="1"/>
              <a:t>Ny</a:t>
            </a:r>
            <a:r>
              <a:rPr lang="es-ES" dirty="0"/>
              <a:t> CG </a:t>
            </a:r>
            <a:r>
              <a:rPr lang="es-ES" dirty="0" err="1"/>
              <a:t>dia</a:t>
            </a:r>
            <a:r>
              <a:rPr lang="es-ES" dirty="0"/>
              <a:t> </a:t>
            </a:r>
            <a:r>
              <a:rPr lang="es-ES" dirty="0" err="1"/>
              <a:t>spesialista</a:t>
            </a:r>
            <a:r>
              <a:rPr lang="es-ES" dirty="0"/>
              <a:t> </a:t>
            </a:r>
            <a:r>
              <a:rPr lang="es-ES" dirty="0" err="1"/>
              <a:t>miasa</a:t>
            </a:r>
            <a:r>
              <a:rPr lang="es-ES" dirty="0"/>
              <a:t> </a:t>
            </a:r>
            <a:r>
              <a:rPr lang="es-ES" dirty="0" err="1"/>
              <a:t>ho</a:t>
            </a:r>
            <a:r>
              <a:rPr lang="es-ES" dirty="0"/>
              <a:t> </a:t>
            </a:r>
            <a:r>
              <a:rPr lang="es-ES" dirty="0" err="1"/>
              <a:t>an`ny</a:t>
            </a:r>
            <a:r>
              <a:rPr lang="es-ES" dirty="0"/>
              <a:t> </a:t>
            </a:r>
            <a:r>
              <a:rPr lang="es-ES" dirty="0" err="1"/>
              <a:t>ankizy</a:t>
            </a:r>
            <a:r>
              <a:rPr lang="es-ES" dirty="0"/>
              <a:t> </a:t>
            </a:r>
            <a:r>
              <a:rPr lang="es-ES" dirty="0" err="1"/>
              <a:t>sy</a:t>
            </a:r>
            <a:r>
              <a:rPr lang="es-ES" dirty="0"/>
              <a:t> </a:t>
            </a:r>
            <a:r>
              <a:rPr lang="es-ES" dirty="0" err="1"/>
              <a:t>ny</a:t>
            </a:r>
            <a:r>
              <a:rPr lang="es-ES" dirty="0"/>
              <a:t> tanora @ </a:t>
            </a:r>
            <a:r>
              <a:rPr lang="es-ES" dirty="0" err="1"/>
              <a:t>faritra</a:t>
            </a:r>
            <a:r>
              <a:rPr lang="es-ES" dirty="0"/>
              <a:t> </a:t>
            </a:r>
            <a:r>
              <a:rPr lang="es-ES" dirty="0" err="1"/>
              <a:t>rehetra</a:t>
            </a:r>
            <a:r>
              <a:rPr lang="es-ES" dirty="0"/>
              <a:t> </a:t>
            </a:r>
            <a:r>
              <a:rPr lang="es-ES" dirty="0" err="1"/>
              <a:t>ao</a:t>
            </a:r>
            <a:r>
              <a:rPr lang="es-ES" dirty="0"/>
              <a:t> @ </a:t>
            </a:r>
            <a:r>
              <a:rPr lang="es-ES" dirty="0" err="1"/>
              <a:t>Fiangonana</a:t>
            </a:r>
            <a:r>
              <a:rPr lang="es-ES" dirty="0"/>
              <a:t> </a:t>
            </a:r>
            <a:r>
              <a:rPr lang="es-ES" dirty="0" err="1"/>
              <a:t>izay</a:t>
            </a:r>
            <a:r>
              <a:rPr lang="es-ES" dirty="0"/>
              <a:t> </a:t>
            </a:r>
            <a:r>
              <a:rPr lang="es-ES" dirty="0" err="1"/>
              <a:t>anaovana</a:t>
            </a:r>
            <a:r>
              <a:rPr lang="es-ES" dirty="0"/>
              <a:t> asa </a:t>
            </a:r>
            <a:r>
              <a:rPr lang="es-ES" dirty="0" err="1"/>
              <a:t>fanompoana</a:t>
            </a:r>
            <a:r>
              <a:rPr lang="es-ES" dirty="0"/>
              <a:t> </a:t>
            </a:r>
            <a:r>
              <a:rPr lang="es-ES" dirty="0" err="1"/>
              <a:t>ho</a:t>
            </a:r>
            <a:r>
              <a:rPr lang="es-ES" dirty="0"/>
              <a:t> </a:t>
            </a:r>
            <a:r>
              <a:rPr lang="es-ES" dirty="0" err="1"/>
              <a:t>an`ny</a:t>
            </a:r>
            <a:r>
              <a:rPr lang="es-ES" dirty="0"/>
              <a:t> </a:t>
            </a:r>
            <a:r>
              <a:rPr lang="es-ES" dirty="0" err="1"/>
              <a:t>ankizy</a:t>
            </a:r>
            <a:r>
              <a:rPr lang="es-ES" dirty="0"/>
              <a:t> </a:t>
            </a:r>
            <a:r>
              <a:rPr lang="es-ES" dirty="0" err="1"/>
              <a:t>ny</a:t>
            </a:r>
            <a:r>
              <a:rPr lang="es-ES" dirty="0"/>
              <a:t> </a:t>
            </a:r>
            <a:r>
              <a:rPr lang="es-ES" dirty="0" err="1"/>
              <a:t>ny</a:t>
            </a:r>
            <a:r>
              <a:rPr lang="es-ES" dirty="0"/>
              <a:t> </a:t>
            </a:r>
            <a:r>
              <a:rPr lang="es-ES" dirty="0" err="1"/>
              <a:t>zatovo</a:t>
            </a:r>
            <a:r>
              <a:rPr lang="es-ES" dirty="0"/>
              <a:t>.    </a:t>
            </a:r>
            <a:r>
              <a:rPr lang="en-GB" dirty="0" err="1" smtClean="0"/>
              <a:t>Ao</a:t>
            </a:r>
            <a:r>
              <a:rPr lang="en-GB" dirty="0" smtClean="0"/>
              <a:t> </a:t>
            </a:r>
            <a:r>
              <a:rPr lang="en-GB" dirty="0" err="1"/>
              <a:t>anatin`izany</a:t>
            </a:r>
            <a:r>
              <a:rPr lang="en-GB" dirty="0"/>
              <a:t>:</a:t>
            </a:r>
            <a:endParaRPr lang="fr-FR" dirty="0"/>
          </a:p>
          <a:p>
            <a:pPr marL="0" indent="0">
              <a:buNone/>
            </a:pPr>
            <a:r>
              <a:rPr lang="en-GB" dirty="0"/>
              <a:t>• </a:t>
            </a:r>
            <a:r>
              <a:rPr lang="en-GB" dirty="0" err="1"/>
              <a:t>Ny</a:t>
            </a:r>
            <a:r>
              <a:rPr lang="en-GB" dirty="0"/>
              <a:t> </a:t>
            </a:r>
            <a:r>
              <a:rPr lang="en-GB" dirty="0" err="1"/>
              <a:t>sekoly</a:t>
            </a:r>
            <a:r>
              <a:rPr lang="en-GB" dirty="0"/>
              <a:t> </a:t>
            </a:r>
            <a:r>
              <a:rPr lang="en-GB" dirty="0" err="1"/>
              <a:t>Sabata</a:t>
            </a:r>
            <a:r>
              <a:rPr lang="en-GB" dirty="0"/>
              <a:t> </a:t>
            </a:r>
            <a:r>
              <a:rPr lang="en-GB" dirty="0" err="1"/>
              <a:t>ho</a:t>
            </a:r>
            <a:r>
              <a:rPr lang="en-GB" dirty="0"/>
              <a:t> </a:t>
            </a:r>
            <a:r>
              <a:rPr lang="en-GB" dirty="0" err="1"/>
              <a:t>an`ny</a:t>
            </a:r>
            <a:r>
              <a:rPr lang="en-GB" dirty="0"/>
              <a:t> </a:t>
            </a:r>
            <a:r>
              <a:rPr lang="en-GB" dirty="0" err="1"/>
              <a:t>ankizy</a:t>
            </a:r>
            <a:endParaRPr lang="fr-FR" dirty="0"/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Ny</a:t>
            </a:r>
            <a:r>
              <a:rPr lang="en-US" dirty="0"/>
              <a:t> </a:t>
            </a:r>
            <a:r>
              <a:rPr lang="en-US" dirty="0" err="1"/>
              <a:t>sekoly</a:t>
            </a:r>
            <a:r>
              <a:rPr lang="en-US" dirty="0"/>
              <a:t> </a:t>
            </a:r>
            <a:r>
              <a:rPr lang="en-US" dirty="0" err="1"/>
              <a:t>Baiboly</a:t>
            </a:r>
            <a:r>
              <a:rPr lang="en-US" dirty="0"/>
              <a:t> @ </a:t>
            </a:r>
            <a:r>
              <a:rPr lang="en-US" dirty="0" err="1"/>
              <a:t>fialan-tsasatra</a:t>
            </a:r>
            <a:endParaRPr lang="fr-FR" dirty="0"/>
          </a:p>
          <a:p>
            <a:pPr marL="0" indent="0">
              <a:buNone/>
            </a:pPr>
            <a:r>
              <a:rPr lang="es-ES" dirty="0"/>
              <a:t>• </a:t>
            </a:r>
            <a:r>
              <a:rPr lang="es-ES" dirty="0" err="1"/>
              <a:t>Ny</a:t>
            </a:r>
            <a:r>
              <a:rPr lang="es-ES" dirty="0"/>
              <a:t> </a:t>
            </a:r>
            <a:r>
              <a:rPr lang="es-ES" dirty="0" err="1"/>
              <a:t>fikambanana</a:t>
            </a:r>
            <a:r>
              <a:rPr lang="es-ES" dirty="0"/>
              <a:t> tanora  </a:t>
            </a:r>
            <a:endParaRPr lang="fr-FR" dirty="0"/>
          </a:p>
          <a:p>
            <a:pPr marL="0" indent="0">
              <a:buNone/>
            </a:pPr>
            <a:r>
              <a:rPr lang="es-ES" dirty="0"/>
              <a:t>• </a:t>
            </a:r>
            <a:r>
              <a:rPr lang="es-ES" dirty="0" err="1"/>
              <a:t>Fitarihana</a:t>
            </a:r>
            <a:r>
              <a:rPr lang="es-ES" dirty="0"/>
              <a:t> </a:t>
            </a:r>
            <a:r>
              <a:rPr lang="es-ES" dirty="0" err="1"/>
              <a:t>ny</a:t>
            </a:r>
            <a:r>
              <a:rPr lang="es-ES" dirty="0"/>
              <a:t> </a:t>
            </a:r>
            <a:r>
              <a:rPr lang="es-ES" dirty="0" err="1"/>
              <a:t>klioban`ny</a:t>
            </a:r>
            <a:r>
              <a:rPr lang="es-ES" dirty="0"/>
              <a:t> </a:t>
            </a:r>
            <a:r>
              <a:rPr lang="es-ES" dirty="0" err="1"/>
              <a:t>Mpisantatra</a:t>
            </a:r>
            <a:r>
              <a:rPr lang="es-ES" dirty="0"/>
              <a:t> </a:t>
            </a:r>
            <a:r>
              <a:rPr lang="es-ES" dirty="0" err="1"/>
              <a:t>sy</a:t>
            </a:r>
            <a:r>
              <a:rPr lang="es-ES" dirty="0"/>
              <a:t> </a:t>
            </a:r>
            <a:r>
              <a:rPr lang="es-ES" dirty="0" err="1"/>
              <a:t>Mpisavalalana</a:t>
            </a:r>
            <a:r>
              <a:rPr lang="es-ES" dirty="0"/>
              <a:t>, </a:t>
            </a:r>
            <a:r>
              <a:rPr lang="es-ES" dirty="0" err="1"/>
              <a:t>manompo</a:t>
            </a:r>
            <a:r>
              <a:rPr lang="es-ES" dirty="0"/>
              <a:t> @ </a:t>
            </a:r>
            <a:r>
              <a:rPr lang="es-ES" dirty="0" err="1"/>
              <a:t>maha-Tale,Mpanolo-tsaina</a:t>
            </a:r>
            <a:r>
              <a:rPr lang="es-ES" dirty="0"/>
              <a:t> na </a:t>
            </a:r>
            <a:r>
              <a:rPr lang="es-ES" dirty="0" err="1"/>
              <a:t>Mpampianatra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02565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-99392"/>
            <a:ext cx="9144000" cy="1944216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GB" b="1" dirty="0" err="1"/>
              <a:t>Ny</a:t>
            </a:r>
            <a:r>
              <a:rPr lang="en-GB" b="1" dirty="0"/>
              <a:t> </a:t>
            </a:r>
            <a:r>
              <a:rPr lang="en-GB" b="1" dirty="0" err="1"/>
              <a:t>fangorahan`i</a:t>
            </a:r>
            <a:r>
              <a:rPr lang="en-GB" b="1" dirty="0"/>
              <a:t> </a:t>
            </a:r>
            <a:r>
              <a:rPr lang="en-GB" b="1" dirty="0" err="1"/>
              <a:t>Jesosy</a:t>
            </a:r>
            <a:r>
              <a:rPr lang="en-GB" b="1" dirty="0"/>
              <a:t> :</a:t>
            </a:r>
            <a:r>
              <a:rPr lang="en-GB" b="1" dirty="0" err="1"/>
              <a:t>Aingam-panahy</a:t>
            </a:r>
            <a:r>
              <a:rPr lang="en-GB" b="1" dirty="0"/>
              <a:t> </a:t>
            </a:r>
            <a:r>
              <a:rPr lang="en-GB" b="1" dirty="0" err="1"/>
              <a:t>ho</a:t>
            </a:r>
            <a:r>
              <a:rPr lang="en-GB" b="1" dirty="0"/>
              <a:t> </a:t>
            </a:r>
            <a:r>
              <a:rPr lang="en-GB" b="1" dirty="0" err="1"/>
              <a:t>an`ny</a:t>
            </a:r>
            <a:r>
              <a:rPr lang="en-GB" b="1" dirty="0"/>
              <a:t> CG </a:t>
            </a:r>
            <a:r>
              <a:rPr lang="en-GB" b="1" dirty="0" err="1"/>
              <a:t>rehetra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772816"/>
            <a:ext cx="9144000" cy="5085184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Feno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fangorahana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nanatsotra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tanany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GB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nikasika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olona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Mark 1:41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E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 </a:t>
            </a:r>
            <a:r>
              <a:rPr lang="es-E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Fitiavana</a:t>
            </a:r>
            <a:r>
              <a:rPr lang="es-E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s-E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fangorahana</a:t>
            </a:r>
            <a:r>
              <a:rPr lang="es-E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»,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toetra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tsara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anankiroa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manana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lanjany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izay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mampiavaka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CG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mahomby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eo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@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fitarihana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Izay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manampy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hampisy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fiantraikany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tsara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mandritra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androm-piainan`ny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tanora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izay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hiasan`ny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CG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ES" dirty="0"/>
              <a:t> 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14507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80728"/>
          </a:xfr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s-ES" b="1" dirty="0" err="1"/>
              <a:t>Ry</a:t>
            </a:r>
            <a:r>
              <a:rPr lang="es-ES" b="1" dirty="0"/>
              <a:t> </a:t>
            </a:r>
            <a:r>
              <a:rPr lang="es-ES" b="1" dirty="0" err="1"/>
              <a:t>Filoha</a:t>
            </a:r>
            <a:r>
              <a:rPr lang="es-ES" b="1" dirty="0"/>
              <a:t> </a:t>
            </a:r>
            <a:r>
              <a:rPr lang="es-ES" b="1" dirty="0" err="1" smtClean="0"/>
              <a:t>Mpitarika</a:t>
            </a:r>
            <a:r>
              <a:rPr lang="es-ES" b="1" dirty="0" smtClean="0"/>
              <a:t>:    </a:t>
            </a:r>
            <a:r>
              <a:rPr lang="fr-FR" b="1" dirty="0"/>
              <a:t/>
            </a:r>
            <a:br>
              <a:rPr lang="fr-FR" b="1" dirty="0"/>
            </a:b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52736"/>
            <a:ext cx="9144000" cy="5904656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s-E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Jereo</a:t>
            </a: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manodidina</a:t>
            </a: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anao</a:t>
            </a: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 </a:t>
            </a:r>
            <a:r>
              <a:rPr lang="es-E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hitanao</a:t>
            </a: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tanora </a:t>
            </a:r>
            <a:r>
              <a:rPr lang="es-E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manodidina</a:t>
            </a: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anao</a:t>
            </a: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mila</a:t>
            </a: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fikasihanao</a:t>
            </a: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manasitrana</a:t>
            </a: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@ </a:t>
            </a:r>
            <a:r>
              <a:rPr lang="es-E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alalan`ny</a:t>
            </a: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E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* </a:t>
            </a:r>
            <a:r>
              <a:rPr lang="es-E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Fampaherezana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E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* </a:t>
            </a:r>
            <a:r>
              <a:rPr lang="es-E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Fanekena</a:t>
            </a: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s-E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acceptation</a:t>
            </a: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E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* </a:t>
            </a:r>
            <a:r>
              <a:rPr lang="es-E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Fahazoana</a:t>
            </a: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antoka</a:t>
            </a: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s-E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Securité</a:t>
            </a: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E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* </a:t>
            </a:r>
            <a:r>
              <a:rPr lang="es-E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Fanantenana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924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52736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s-ES" sz="4000" b="1" dirty="0" err="1"/>
              <a:t>Ny</a:t>
            </a:r>
            <a:r>
              <a:rPr lang="es-ES" sz="4000" b="1" dirty="0"/>
              <a:t> </a:t>
            </a:r>
            <a:r>
              <a:rPr lang="es-ES" sz="4000" b="1" dirty="0" err="1"/>
              <a:t>herin`ny</a:t>
            </a:r>
            <a:r>
              <a:rPr lang="es-ES" sz="4000" b="1" dirty="0"/>
              <a:t> </a:t>
            </a:r>
            <a:r>
              <a:rPr lang="es-ES" sz="4000" b="1" dirty="0" err="1"/>
              <a:t>Fikasihan`ny</a:t>
            </a:r>
            <a:r>
              <a:rPr lang="es-ES" sz="4000" b="1" dirty="0"/>
              <a:t> </a:t>
            </a:r>
            <a:r>
              <a:rPr lang="es-ES" sz="4000" b="1" dirty="0" err="1"/>
              <a:t>Filoha</a:t>
            </a:r>
            <a:r>
              <a:rPr lang="es-ES" sz="4000" b="1" dirty="0"/>
              <a:t> </a:t>
            </a:r>
            <a:r>
              <a:rPr lang="es-ES" sz="4000" b="1" dirty="0" err="1"/>
              <a:t>Mpitarika</a:t>
            </a:r>
            <a:r>
              <a:rPr lang="fr-FR" sz="4000" b="1" dirty="0"/>
              <a:t/>
            </a:r>
            <a:br>
              <a:rPr lang="fr-FR" sz="4000" b="1" dirty="0"/>
            </a:br>
            <a:endParaRPr lang="fr-FR" sz="40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80728"/>
            <a:ext cx="9036496" cy="5877272"/>
          </a:xfrm>
        </p:spPr>
        <p:txBody>
          <a:bodyPr>
            <a:normAutofit fontScale="92500" lnSpcReduction="20000"/>
          </a:bodyPr>
          <a:lstStyle/>
          <a:p>
            <a:r>
              <a:rPr lang="es-ES" dirty="0"/>
              <a:t>* </a:t>
            </a:r>
            <a:r>
              <a:rPr lang="es-ES" dirty="0" err="1"/>
              <a:t>Ny</a:t>
            </a:r>
            <a:r>
              <a:rPr lang="es-ES" dirty="0"/>
              <a:t> </a:t>
            </a:r>
            <a:r>
              <a:rPr lang="es-ES" dirty="0" err="1"/>
              <a:t>fikasihanao</a:t>
            </a:r>
            <a:r>
              <a:rPr lang="es-ES" dirty="0"/>
              <a:t> </a:t>
            </a:r>
            <a:r>
              <a:rPr lang="es-ES" dirty="0" err="1"/>
              <a:t>dia</a:t>
            </a:r>
            <a:r>
              <a:rPr lang="es-ES" dirty="0"/>
              <a:t> </a:t>
            </a:r>
            <a:r>
              <a:rPr lang="es-ES" dirty="0" err="1"/>
              <a:t>manana</a:t>
            </a:r>
            <a:r>
              <a:rPr lang="es-ES" dirty="0"/>
              <a:t> </a:t>
            </a:r>
            <a:r>
              <a:rPr lang="es-ES" dirty="0" err="1"/>
              <a:t>hery</a:t>
            </a:r>
            <a:r>
              <a:rPr lang="es-ES" dirty="0"/>
              <a:t> </a:t>
            </a:r>
            <a:r>
              <a:rPr lang="es-ES" dirty="0" err="1"/>
              <a:t>hanova</a:t>
            </a:r>
            <a:r>
              <a:rPr lang="es-ES" dirty="0"/>
              <a:t> </a:t>
            </a:r>
            <a:r>
              <a:rPr lang="es-ES" dirty="0" err="1"/>
              <a:t>ny</a:t>
            </a:r>
            <a:r>
              <a:rPr lang="es-ES" dirty="0"/>
              <a:t> </a:t>
            </a:r>
            <a:r>
              <a:rPr lang="es-ES" dirty="0" err="1"/>
              <a:t>fiainan`izy</a:t>
            </a:r>
            <a:r>
              <a:rPr lang="es-ES" dirty="0"/>
              <a:t> </a:t>
            </a:r>
            <a:r>
              <a:rPr lang="es-ES" dirty="0" err="1"/>
              <a:t>ireo</a:t>
            </a:r>
            <a:r>
              <a:rPr lang="es-ES" dirty="0"/>
              <a:t>.</a:t>
            </a:r>
            <a:endParaRPr lang="fr-FR" dirty="0"/>
          </a:p>
          <a:p>
            <a:r>
              <a:rPr lang="es-ES" dirty="0"/>
              <a:t>* </a:t>
            </a:r>
            <a:r>
              <a:rPr lang="es-ES" dirty="0" err="1"/>
              <a:t>Rehefa</a:t>
            </a:r>
            <a:r>
              <a:rPr lang="es-ES" dirty="0"/>
              <a:t> </a:t>
            </a:r>
            <a:r>
              <a:rPr lang="es-ES" dirty="0" err="1"/>
              <a:t>manatratra</a:t>
            </a:r>
            <a:r>
              <a:rPr lang="es-ES" dirty="0"/>
              <a:t> </a:t>
            </a:r>
            <a:r>
              <a:rPr lang="es-ES" dirty="0" err="1"/>
              <a:t>azy</a:t>
            </a:r>
            <a:r>
              <a:rPr lang="es-ES" dirty="0"/>
              <a:t> </a:t>
            </a:r>
            <a:r>
              <a:rPr lang="es-ES" dirty="0" err="1"/>
              <a:t>ireo</a:t>
            </a:r>
            <a:r>
              <a:rPr lang="es-ES" dirty="0"/>
              <a:t> </a:t>
            </a:r>
            <a:r>
              <a:rPr lang="es-ES" dirty="0" err="1"/>
              <a:t>hianao</a:t>
            </a:r>
            <a:r>
              <a:rPr lang="es-ES" dirty="0"/>
              <a:t> @ </a:t>
            </a:r>
            <a:r>
              <a:rPr lang="es-ES" dirty="0" err="1"/>
              <a:t>alalan`ny</a:t>
            </a:r>
            <a:r>
              <a:rPr lang="es-ES" dirty="0"/>
              <a:t> </a:t>
            </a:r>
            <a:r>
              <a:rPr lang="es-ES" dirty="0" err="1"/>
              <a:t>finoana</a:t>
            </a:r>
            <a:r>
              <a:rPr lang="es-ES" dirty="0"/>
              <a:t> </a:t>
            </a:r>
            <a:r>
              <a:rPr lang="es-ES" dirty="0" err="1"/>
              <a:t>sy</a:t>
            </a:r>
            <a:r>
              <a:rPr lang="es-ES" dirty="0"/>
              <a:t> </a:t>
            </a:r>
            <a:r>
              <a:rPr lang="es-ES" dirty="0" err="1"/>
              <a:t>ny</a:t>
            </a:r>
            <a:r>
              <a:rPr lang="es-ES" dirty="0"/>
              <a:t> </a:t>
            </a:r>
            <a:r>
              <a:rPr lang="es-ES" dirty="0" err="1"/>
              <a:t>fahatokiana</a:t>
            </a:r>
            <a:r>
              <a:rPr lang="es-ES" dirty="0"/>
              <a:t> </a:t>
            </a:r>
            <a:r>
              <a:rPr lang="es-ES" dirty="0" err="1"/>
              <a:t>azy</a:t>
            </a:r>
            <a:r>
              <a:rPr lang="es-ES" dirty="0"/>
              <a:t> </a:t>
            </a:r>
            <a:r>
              <a:rPr lang="es-ES" dirty="0" err="1"/>
              <a:t>ireo</a:t>
            </a:r>
            <a:r>
              <a:rPr lang="es-ES" dirty="0"/>
              <a:t>, </a:t>
            </a:r>
            <a:r>
              <a:rPr lang="es-ES" dirty="0" err="1"/>
              <a:t>ny</a:t>
            </a:r>
            <a:r>
              <a:rPr lang="es-ES" dirty="0"/>
              <a:t> </a:t>
            </a:r>
            <a:r>
              <a:rPr lang="es-ES" dirty="0" err="1"/>
              <a:t>fanekena</a:t>
            </a:r>
            <a:r>
              <a:rPr lang="es-ES" dirty="0"/>
              <a:t> </a:t>
            </a:r>
            <a:r>
              <a:rPr lang="es-ES" dirty="0" err="1"/>
              <a:t>azy</a:t>
            </a:r>
            <a:r>
              <a:rPr lang="es-ES" dirty="0"/>
              <a:t> </a:t>
            </a:r>
            <a:r>
              <a:rPr lang="es-ES" dirty="0" err="1"/>
              <a:t>sy</a:t>
            </a:r>
            <a:r>
              <a:rPr lang="es-ES" dirty="0"/>
              <a:t> </a:t>
            </a:r>
            <a:r>
              <a:rPr lang="es-ES" dirty="0" err="1"/>
              <a:t>ny</a:t>
            </a:r>
            <a:r>
              <a:rPr lang="es-ES" dirty="0"/>
              <a:t> </a:t>
            </a:r>
            <a:r>
              <a:rPr lang="es-ES" dirty="0" err="1"/>
              <a:t>fiaraha-miasa</a:t>
            </a:r>
            <a:r>
              <a:rPr lang="es-ES" dirty="0"/>
              <a:t> </a:t>
            </a:r>
            <a:r>
              <a:rPr lang="es-ES" dirty="0" err="1"/>
              <a:t>aminy</a:t>
            </a:r>
            <a:r>
              <a:rPr lang="es-ES" dirty="0"/>
              <a:t> </a:t>
            </a:r>
            <a:r>
              <a:rPr lang="es-ES" dirty="0" err="1"/>
              <a:t>dia</a:t>
            </a:r>
            <a:r>
              <a:rPr lang="es-ES" dirty="0"/>
              <a:t> </a:t>
            </a:r>
            <a:r>
              <a:rPr lang="es-ES" dirty="0" err="1"/>
              <a:t>haneho</a:t>
            </a:r>
            <a:r>
              <a:rPr lang="es-ES" dirty="0"/>
              <a:t> </a:t>
            </a:r>
            <a:r>
              <a:rPr lang="es-ES" dirty="0" err="1"/>
              <a:t>ny</a:t>
            </a:r>
            <a:r>
              <a:rPr lang="es-ES" dirty="0"/>
              <a:t> tena </a:t>
            </a:r>
            <a:r>
              <a:rPr lang="es-ES" dirty="0" err="1"/>
              <a:t>heriny</a:t>
            </a:r>
            <a:r>
              <a:rPr lang="es-ES" dirty="0"/>
              <a:t>(</a:t>
            </a:r>
            <a:r>
              <a:rPr lang="es-ES" dirty="0" err="1"/>
              <a:t>potentiel</a:t>
            </a:r>
            <a:r>
              <a:rPr lang="es-ES" dirty="0"/>
              <a:t>) </a:t>
            </a:r>
            <a:r>
              <a:rPr lang="es-ES" dirty="0" err="1"/>
              <a:t>izy</a:t>
            </a:r>
            <a:r>
              <a:rPr lang="es-ES" dirty="0"/>
              <a:t> </a:t>
            </a:r>
            <a:r>
              <a:rPr lang="es-ES" dirty="0" err="1" smtClean="0"/>
              <a:t>ireo</a:t>
            </a:r>
            <a:endParaRPr lang="fr-FR" dirty="0"/>
          </a:p>
          <a:p>
            <a:r>
              <a:rPr lang="es-ES" b="1" dirty="0" err="1">
                <a:solidFill>
                  <a:srgbClr val="FF0000"/>
                </a:solidFill>
              </a:rPr>
              <a:t>Jaona</a:t>
            </a:r>
            <a:r>
              <a:rPr lang="es-ES" b="1" dirty="0">
                <a:solidFill>
                  <a:srgbClr val="FF0000"/>
                </a:solidFill>
              </a:rPr>
              <a:t> 21:15 </a:t>
            </a:r>
            <a:r>
              <a:rPr lang="es-ES" dirty="0"/>
              <a:t>Hoy </a:t>
            </a:r>
            <a:r>
              <a:rPr lang="es-ES" dirty="0" err="1"/>
              <a:t>Jesosy</a:t>
            </a:r>
            <a:r>
              <a:rPr lang="es-ES" dirty="0"/>
              <a:t> </a:t>
            </a:r>
            <a:r>
              <a:rPr lang="es-ES" dirty="0" err="1"/>
              <a:t>amintsika</a:t>
            </a:r>
            <a:r>
              <a:rPr lang="es-ES" dirty="0"/>
              <a:t>, 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s-E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Fahano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ondrikeliko</a:t>
            </a:r>
            <a:r>
              <a:rPr lang="es-E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fr-F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b="1" dirty="0" err="1">
                <a:solidFill>
                  <a:srgbClr val="FF0000"/>
                </a:solidFill>
              </a:rPr>
              <a:t>Jaona</a:t>
            </a:r>
            <a:r>
              <a:rPr lang="es-ES" b="1" dirty="0">
                <a:solidFill>
                  <a:srgbClr val="FF0000"/>
                </a:solidFill>
              </a:rPr>
              <a:t> 21:16 </a:t>
            </a:r>
            <a:r>
              <a:rPr lang="es-ES" dirty="0"/>
              <a:t>Hoy </a:t>
            </a:r>
            <a:r>
              <a:rPr lang="es-ES" dirty="0" err="1"/>
              <a:t>Jesosy</a:t>
            </a:r>
            <a:r>
              <a:rPr lang="es-ES" dirty="0"/>
              <a:t> </a:t>
            </a:r>
            <a:r>
              <a:rPr lang="es-ES" dirty="0" err="1"/>
              <a:t>amintsika</a:t>
            </a:r>
            <a:r>
              <a:rPr lang="es-ES" dirty="0"/>
              <a:t>, 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s-E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Andraso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ondriko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fr-F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b="1" dirty="0" err="1">
                <a:solidFill>
                  <a:srgbClr val="FF0000"/>
                </a:solidFill>
              </a:rPr>
              <a:t>Jaona</a:t>
            </a:r>
            <a:r>
              <a:rPr lang="es-ES" b="1" dirty="0">
                <a:solidFill>
                  <a:srgbClr val="FF0000"/>
                </a:solidFill>
              </a:rPr>
              <a:t> 21:17 </a:t>
            </a:r>
            <a:r>
              <a:rPr lang="es-ES" dirty="0"/>
              <a:t>Hoy </a:t>
            </a:r>
            <a:r>
              <a:rPr lang="es-ES" dirty="0" err="1"/>
              <a:t>Jesosy</a:t>
            </a:r>
            <a:r>
              <a:rPr lang="es-ES" dirty="0"/>
              <a:t> </a:t>
            </a:r>
            <a:r>
              <a:rPr lang="es-ES" dirty="0" err="1"/>
              <a:t>amintsika</a:t>
            </a:r>
            <a:r>
              <a:rPr lang="es-ES" dirty="0"/>
              <a:t>, 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s-E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Fahano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ondriko</a:t>
            </a:r>
            <a:r>
              <a:rPr lang="es-E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s-E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fr-F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dirty="0" err="1"/>
              <a:t>Ry</a:t>
            </a:r>
            <a:r>
              <a:rPr lang="es-ES" dirty="0"/>
              <a:t> </a:t>
            </a:r>
            <a:r>
              <a:rPr lang="es-ES" dirty="0" err="1"/>
              <a:t>Filoha</a:t>
            </a:r>
            <a:r>
              <a:rPr lang="es-ES" dirty="0"/>
              <a:t> </a:t>
            </a:r>
            <a:r>
              <a:rPr lang="es-ES" dirty="0" err="1"/>
              <a:t>Mpitarika</a:t>
            </a:r>
            <a:r>
              <a:rPr lang="es-ES" dirty="0"/>
              <a:t> </a:t>
            </a:r>
            <a:r>
              <a:rPr lang="es-ES" dirty="0" err="1"/>
              <a:t>izany</a:t>
            </a:r>
            <a:r>
              <a:rPr lang="es-ES" dirty="0"/>
              <a:t> no </a:t>
            </a:r>
            <a:r>
              <a:rPr lang="es-ES" b="1" dirty="0" err="1"/>
              <a:t>fiantsoana</a:t>
            </a:r>
            <a:r>
              <a:rPr lang="es-ES" dirty="0"/>
              <a:t> </a:t>
            </a:r>
            <a:r>
              <a:rPr lang="es-ES" dirty="0" err="1"/>
              <a:t>anao</a:t>
            </a:r>
            <a:r>
              <a:rPr lang="es-ES" dirty="0"/>
              <a:t> !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7132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28800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s-ES" b="1" dirty="0" err="1"/>
              <a:t>Ry</a:t>
            </a:r>
            <a:r>
              <a:rPr lang="es-ES" b="1" dirty="0"/>
              <a:t> </a:t>
            </a:r>
            <a:r>
              <a:rPr lang="es-ES" b="1" dirty="0" err="1"/>
              <a:t>Filoha</a:t>
            </a:r>
            <a:r>
              <a:rPr lang="es-ES" b="1" dirty="0"/>
              <a:t> </a:t>
            </a:r>
            <a:r>
              <a:rPr lang="es-ES" b="1" dirty="0" err="1"/>
              <a:t>Mpitarika</a:t>
            </a:r>
            <a:r>
              <a:rPr lang="es-ES" b="1" dirty="0"/>
              <a:t> </a:t>
            </a:r>
            <a:r>
              <a:rPr lang="es-ES" b="1" dirty="0" err="1"/>
              <a:t>izany</a:t>
            </a:r>
            <a:r>
              <a:rPr lang="es-ES" b="1" dirty="0"/>
              <a:t> no </a:t>
            </a:r>
            <a:r>
              <a:rPr lang="es-ES" b="1" dirty="0" err="1"/>
              <a:t>fiantsoana</a:t>
            </a:r>
            <a:r>
              <a:rPr lang="es-ES" b="1" dirty="0"/>
              <a:t> </a:t>
            </a:r>
            <a:r>
              <a:rPr lang="es-ES" b="1" dirty="0" err="1"/>
              <a:t>anao</a:t>
            </a:r>
            <a:r>
              <a:rPr lang="es-ES" b="1" dirty="0"/>
              <a:t> !</a:t>
            </a:r>
            <a:r>
              <a:rPr lang="fr-FR" b="1" dirty="0"/>
              <a:t/>
            </a:r>
            <a:br>
              <a:rPr lang="fr-FR" b="1" dirty="0"/>
            </a:b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s-ES" dirty="0" err="1" smtClean="0"/>
              <a:t>Mila</a:t>
            </a:r>
            <a:r>
              <a:rPr lang="es-ES" dirty="0" smtClean="0"/>
              <a:t> </a:t>
            </a:r>
            <a:r>
              <a:rPr lang="es-ES" dirty="0" err="1"/>
              <a:t>ny</a:t>
            </a:r>
            <a:r>
              <a:rPr lang="es-ES" dirty="0"/>
              <a:t> </a:t>
            </a:r>
            <a:r>
              <a:rPr lang="es-ES" dirty="0" err="1"/>
              <a:t>fitarihanao</a:t>
            </a:r>
            <a:r>
              <a:rPr lang="es-ES" dirty="0"/>
              <a:t> </a:t>
            </a:r>
            <a:r>
              <a:rPr lang="es-ES" dirty="0" err="1"/>
              <a:t>ny</a:t>
            </a:r>
            <a:r>
              <a:rPr lang="es-ES" dirty="0"/>
              <a:t> </a:t>
            </a:r>
            <a:r>
              <a:rPr lang="es-ES" dirty="0" err="1"/>
              <a:t>ankizy</a:t>
            </a:r>
            <a:r>
              <a:rPr lang="es-ES" dirty="0"/>
              <a:t> </a:t>
            </a:r>
            <a:r>
              <a:rPr lang="es-ES" dirty="0" err="1"/>
              <a:t>ankehitriny</a:t>
            </a:r>
            <a:r>
              <a:rPr lang="es-ES" dirty="0"/>
              <a:t> </a:t>
            </a:r>
            <a:r>
              <a:rPr lang="es-ES" dirty="0" err="1"/>
              <a:t>satria</a:t>
            </a:r>
            <a:r>
              <a:rPr lang="es-ES" dirty="0"/>
              <a:t> </a:t>
            </a:r>
            <a:r>
              <a:rPr lang="es-ES" dirty="0" err="1"/>
              <a:t>ny</a:t>
            </a:r>
            <a:r>
              <a:rPr lang="es-ES" dirty="0"/>
              <a:t> </a:t>
            </a:r>
            <a:r>
              <a:rPr lang="es-ES" dirty="0" err="1"/>
              <a:t>lalana</a:t>
            </a:r>
            <a:r>
              <a:rPr lang="es-ES" dirty="0"/>
              <a:t> </a:t>
            </a:r>
            <a:r>
              <a:rPr lang="es-ES" dirty="0" err="1"/>
              <a:t>eo</a:t>
            </a:r>
            <a:r>
              <a:rPr lang="es-ES" dirty="0"/>
              <a:t> </a:t>
            </a:r>
            <a:r>
              <a:rPr lang="es-ES" dirty="0" err="1"/>
              <a:t>alohan`izy</a:t>
            </a:r>
            <a:r>
              <a:rPr lang="es-ES" dirty="0"/>
              <a:t> </a:t>
            </a:r>
            <a:r>
              <a:rPr lang="es-ES" dirty="0" err="1"/>
              <a:t>ireo</a:t>
            </a:r>
            <a:r>
              <a:rPr lang="es-ES" dirty="0"/>
              <a:t> </a:t>
            </a:r>
            <a:r>
              <a:rPr lang="es-ES" dirty="0" err="1"/>
              <a:t>dia</a:t>
            </a:r>
            <a:r>
              <a:rPr lang="es-ES" dirty="0"/>
              <a:t> </a:t>
            </a:r>
            <a:r>
              <a:rPr lang="es-ES" dirty="0" err="1"/>
              <a:t>toa</a:t>
            </a:r>
            <a:r>
              <a:rPr lang="es-ES" dirty="0"/>
              <a:t> tena </a:t>
            </a:r>
            <a:r>
              <a:rPr lang="es-ES" dirty="0" err="1"/>
              <a:t>mihotakotaka</a:t>
            </a:r>
            <a:r>
              <a:rPr lang="es-ES" dirty="0"/>
              <a:t> </a:t>
            </a:r>
            <a:r>
              <a:rPr lang="es-ES" dirty="0" err="1"/>
              <a:t>ka</a:t>
            </a:r>
            <a:r>
              <a:rPr lang="es-ES" dirty="0"/>
              <a:t> </a:t>
            </a:r>
            <a:r>
              <a:rPr lang="es-ES" dirty="0" err="1"/>
              <a:t>mahatsiaro</a:t>
            </a:r>
            <a:r>
              <a:rPr lang="es-ES" dirty="0"/>
              <a:t> </a:t>
            </a:r>
            <a:r>
              <a:rPr lang="es-ES" dirty="0" err="1"/>
              <a:t>ho</a:t>
            </a:r>
            <a:r>
              <a:rPr lang="es-ES" dirty="0"/>
              <a:t> </a:t>
            </a:r>
            <a:r>
              <a:rPr lang="es-ES" dirty="0" err="1"/>
              <a:t>very</a:t>
            </a:r>
            <a:r>
              <a:rPr lang="es-ES" dirty="0"/>
              <a:t> </a:t>
            </a:r>
            <a:r>
              <a:rPr lang="es-ES" dirty="0" err="1"/>
              <a:t>izy</a:t>
            </a:r>
            <a:r>
              <a:rPr lang="es-ES" dirty="0"/>
              <a:t> </a:t>
            </a:r>
            <a:r>
              <a:rPr lang="es-ES" dirty="0" err="1" smtClean="0"/>
              <a:t>ireo</a:t>
            </a:r>
            <a:r>
              <a:rPr lang="es-ES" dirty="0"/>
              <a:t> </a:t>
            </a:r>
            <a:endParaRPr lang="fr-FR" dirty="0"/>
          </a:p>
          <a:p>
            <a:r>
              <a:rPr lang="es-ES" dirty="0" err="1"/>
              <a:t>Ry</a:t>
            </a:r>
            <a:r>
              <a:rPr lang="es-ES" dirty="0"/>
              <a:t> </a:t>
            </a:r>
            <a:r>
              <a:rPr lang="es-ES" dirty="0" err="1"/>
              <a:t>Filoha</a:t>
            </a:r>
            <a:r>
              <a:rPr lang="es-ES" dirty="0"/>
              <a:t> </a:t>
            </a:r>
            <a:r>
              <a:rPr lang="es-ES" dirty="0" err="1"/>
              <a:t>Mpitarika</a:t>
            </a:r>
            <a:r>
              <a:rPr lang="es-ES" dirty="0"/>
              <a:t> </a:t>
            </a:r>
            <a:r>
              <a:rPr lang="es-ES" dirty="0" err="1"/>
              <a:t>izao</a:t>
            </a:r>
            <a:r>
              <a:rPr lang="es-ES" dirty="0"/>
              <a:t> no </a:t>
            </a:r>
            <a:r>
              <a:rPr lang="es-ES" b="1" dirty="0" err="1">
                <a:solidFill>
                  <a:srgbClr val="FF0000"/>
                </a:solidFill>
              </a:rPr>
              <a:t>fahitana</a:t>
            </a:r>
            <a:r>
              <a:rPr lang="es-ES" dirty="0"/>
              <a:t> </a:t>
            </a:r>
            <a:r>
              <a:rPr lang="es-ES" dirty="0" err="1"/>
              <a:t>tokony</a:t>
            </a:r>
            <a:r>
              <a:rPr lang="es-ES" dirty="0"/>
              <a:t> </a:t>
            </a:r>
            <a:r>
              <a:rPr lang="es-ES" dirty="0" err="1"/>
              <a:t>anananao</a:t>
            </a:r>
            <a:r>
              <a:rPr lang="es-ES" dirty="0"/>
              <a:t> :</a:t>
            </a:r>
            <a:endParaRPr lang="fr-FR" dirty="0"/>
          </a:p>
          <a:p>
            <a:r>
              <a:rPr lang="es-ES" dirty="0" err="1"/>
              <a:t>Ilain`ny</a:t>
            </a:r>
            <a:r>
              <a:rPr lang="es-ES" dirty="0"/>
              <a:t> Tanora </a:t>
            </a:r>
            <a:r>
              <a:rPr lang="es-ES" dirty="0" err="1"/>
              <a:t>ny</a:t>
            </a:r>
            <a:r>
              <a:rPr lang="es-ES" dirty="0"/>
              <a:t> </a:t>
            </a:r>
            <a:r>
              <a:rPr lang="es-ES" dirty="0" err="1"/>
              <a:t>mahafantatra</a:t>
            </a:r>
            <a:r>
              <a:rPr lang="es-ES" dirty="0"/>
              <a:t> </a:t>
            </a:r>
            <a:r>
              <a:rPr lang="es-ES" dirty="0" err="1"/>
              <a:t>ny</a:t>
            </a:r>
            <a:r>
              <a:rPr lang="es-ES" dirty="0"/>
              <a:t> </a:t>
            </a:r>
            <a:r>
              <a:rPr lang="es-ES" dirty="0" err="1"/>
              <a:t>lalana</a:t>
            </a:r>
            <a:r>
              <a:rPr lang="es-ES" dirty="0"/>
              <a:t> </a:t>
            </a:r>
            <a:r>
              <a:rPr lang="es-ES" dirty="0" err="1"/>
              <a:t>mankany</a:t>
            </a:r>
            <a:r>
              <a:rPr lang="es-ES" dirty="0"/>
              <a:t> </a:t>
            </a:r>
            <a:r>
              <a:rPr lang="es-ES" dirty="0" err="1"/>
              <a:t>an-danitra</a:t>
            </a:r>
            <a:endParaRPr lang="fr-FR" dirty="0"/>
          </a:p>
          <a:p>
            <a:r>
              <a:rPr lang="es-ES" dirty="0"/>
              <a:t> 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8427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flipV="1">
            <a:off x="457200" y="228919"/>
            <a:ext cx="8229600" cy="45719"/>
          </a:xfrm>
        </p:spPr>
        <p:txBody>
          <a:bodyPr>
            <a:normAutofit fontScale="90000"/>
          </a:bodyPr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s-ES" sz="4000" b="1" dirty="0" err="1"/>
              <a:t>Ry</a:t>
            </a:r>
            <a:r>
              <a:rPr lang="es-ES" sz="4000" b="1" dirty="0"/>
              <a:t> </a:t>
            </a:r>
            <a:r>
              <a:rPr lang="es-ES" sz="4000" b="1" dirty="0" err="1"/>
              <a:t>Filoha</a:t>
            </a:r>
            <a:r>
              <a:rPr lang="es-ES" sz="4000" b="1" dirty="0"/>
              <a:t> </a:t>
            </a:r>
            <a:r>
              <a:rPr lang="es-ES" sz="4000" b="1" dirty="0" err="1"/>
              <a:t>Mpitarika</a:t>
            </a:r>
            <a:r>
              <a:rPr lang="es-ES" sz="4000" b="1" dirty="0"/>
              <a:t> </a:t>
            </a:r>
            <a:r>
              <a:rPr lang="es-ES" sz="4000" b="1" dirty="0" err="1"/>
              <a:t>izao</a:t>
            </a:r>
            <a:r>
              <a:rPr lang="es-ES" sz="4000" b="1" dirty="0"/>
              <a:t> no </a:t>
            </a:r>
            <a:r>
              <a:rPr lang="es-ES" sz="4000" b="1" dirty="0" err="1"/>
              <a:t>anjara</a:t>
            </a:r>
            <a:r>
              <a:rPr lang="es-ES" sz="4000" b="1" dirty="0"/>
              <a:t> </a:t>
            </a:r>
            <a:r>
              <a:rPr lang="es-ES" sz="4000" b="1" dirty="0" err="1"/>
              <a:t>asanao</a:t>
            </a:r>
            <a:r>
              <a:rPr lang="es-ES" sz="4000" b="1" dirty="0"/>
              <a:t> !</a:t>
            </a:r>
            <a:endParaRPr lang="fr-FR" sz="4000" b="1" dirty="0"/>
          </a:p>
          <a:p>
            <a:r>
              <a:rPr lang="es-ES" sz="4000" b="1" dirty="0" err="1"/>
              <a:t>Ny</a:t>
            </a:r>
            <a:r>
              <a:rPr lang="es-ES" sz="4000" b="1" dirty="0"/>
              <a:t> </a:t>
            </a:r>
            <a:r>
              <a:rPr lang="es-ES" sz="4000" b="1" dirty="0" err="1"/>
              <a:t>ankizy</a:t>
            </a:r>
            <a:r>
              <a:rPr lang="es-ES" sz="4000" b="1" dirty="0"/>
              <a:t> </a:t>
            </a:r>
            <a:r>
              <a:rPr lang="es-ES" sz="4000" b="1" dirty="0" err="1"/>
              <a:t>sy</a:t>
            </a:r>
            <a:r>
              <a:rPr lang="es-ES" sz="4000" b="1" dirty="0"/>
              <a:t> </a:t>
            </a:r>
            <a:r>
              <a:rPr lang="es-ES" sz="4000" b="1" dirty="0" err="1"/>
              <a:t>ny</a:t>
            </a:r>
            <a:r>
              <a:rPr lang="es-ES" sz="4000" b="1" dirty="0"/>
              <a:t> tanora </a:t>
            </a:r>
            <a:r>
              <a:rPr lang="es-ES" sz="4000" b="1" dirty="0" err="1"/>
              <a:t>ankehitriny</a:t>
            </a:r>
            <a:r>
              <a:rPr lang="es-ES" sz="4000" b="1" dirty="0"/>
              <a:t> </a:t>
            </a:r>
            <a:r>
              <a:rPr lang="es-ES" sz="4000" b="1" dirty="0" err="1"/>
              <a:t>dia</a:t>
            </a:r>
            <a:r>
              <a:rPr lang="es-ES" sz="4000" b="1" dirty="0"/>
              <a:t> </a:t>
            </a:r>
            <a:r>
              <a:rPr lang="es-ES" sz="4000" b="1" dirty="0" err="1"/>
              <a:t>mila</a:t>
            </a:r>
            <a:r>
              <a:rPr lang="es-ES" sz="4000" b="1" dirty="0"/>
              <a:t> </a:t>
            </a:r>
            <a:r>
              <a:rPr lang="es-ES" sz="4000" b="1" dirty="0" err="1"/>
              <a:t>ny</a:t>
            </a:r>
            <a:r>
              <a:rPr lang="es-ES" sz="4000" b="1" dirty="0"/>
              <a:t> </a:t>
            </a:r>
            <a:r>
              <a:rPr lang="es-ES" sz="4000" b="1" dirty="0" err="1"/>
              <a:t>ampianarina</a:t>
            </a:r>
            <a:r>
              <a:rPr lang="es-ES" sz="4000" b="1" dirty="0"/>
              <a:t> </a:t>
            </a:r>
            <a:r>
              <a:rPr lang="es-ES" sz="4000" b="1" dirty="0" err="1"/>
              <a:t>ireo</a:t>
            </a:r>
            <a:r>
              <a:rPr lang="es-ES" sz="4000" b="1" dirty="0"/>
              <a:t> </a:t>
            </a:r>
            <a:r>
              <a:rPr lang="es-ES" sz="4000" b="1" dirty="0" err="1"/>
              <a:t>fahaiza-manao</a:t>
            </a:r>
            <a:r>
              <a:rPr lang="es-ES" sz="4000" b="1" dirty="0"/>
              <a:t> </a:t>
            </a:r>
            <a:r>
              <a:rPr lang="es-ES" sz="4000" b="1" dirty="0" err="1"/>
              <a:t>mahasoa</a:t>
            </a:r>
            <a:r>
              <a:rPr lang="es-ES" sz="4000" b="1" dirty="0"/>
              <a:t> </a:t>
            </a:r>
            <a:r>
              <a:rPr lang="es-ES" sz="4000" b="1" dirty="0" err="1"/>
              <a:t>sy</a:t>
            </a:r>
            <a:r>
              <a:rPr lang="es-ES" sz="4000" b="1" dirty="0"/>
              <a:t> </a:t>
            </a:r>
            <a:r>
              <a:rPr lang="es-ES" sz="4000" b="1" dirty="0" err="1"/>
              <a:t>azo</a:t>
            </a:r>
            <a:r>
              <a:rPr lang="es-ES" sz="4000" b="1" dirty="0"/>
              <a:t> </a:t>
            </a:r>
            <a:r>
              <a:rPr lang="es-ES" sz="4000" b="1" dirty="0" err="1"/>
              <a:t>ampiharina</a:t>
            </a:r>
            <a:r>
              <a:rPr lang="es-ES" sz="4000" b="1" dirty="0"/>
              <a:t> </a:t>
            </a:r>
            <a:r>
              <a:rPr lang="es-ES" sz="4000" b="1" dirty="0" err="1"/>
              <a:t>izay</a:t>
            </a:r>
            <a:r>
              <a:rPr lang="es-ES" sz="4000" b="1" dirty="0"/>
              <a:t> </a:t>
            </a:r>
            <a:r>
              <a:rPr lang="es-ES" sz="4000" b="1" dirty="0" err="1"/>
              <a:t>hanala</a:t>
            </a:r>
            <a:r>
              <a:rPr lang="es-ES" sz="4000" b="1" dirty="0"/>
              <a:t> </a:t>
            </a:r>
            <a:r>
              <a:rPr lang="es-ES" sz="4000" b="1" dirty="0" err="1"/>
              <a:t>azy</a:t>
            </a:r>
            <a:r>
              <a:rPr lang="es-ES" sz="4000" b="1" dirty="0"/>
              <a:t> </a:t>
            </a:r>
            <a:r>
              <a:rPr lang="es-ES" sz="4000" b="1" dirty="0" err="1"/>
              <a:t>ireo</a:t>
            </a:r>
            <a:r>
              <a:rPr lang="es-ES" sz="4000" b="1" dirty="0"/>
              <a:t> @ </a:t>
            </a:r>
            <a:r>
              <a:rPr lang="es-ES" sz="4000" b="1" dirty="0" err="1"/>
              <a:t>hery</a:t>
            </a:r>
            <a:r>
              <a:rPr lang="es-ES" sz="4000" b="1" dirty="0"/>
              <a:t> </a:t>
            </a:r>
            <a:r>
              <a:rPr lang="es-ES" sz="4000" b="1" dirty="0" err="1"/>
              <a:t>miasa</a:t>
            </a:r>
            <a:r>
              <a:rPr lang="es-ES" sz="4000" b="1" dirty="0"/>
              <a:t> </a:t>
            </a:r>
            <a:r>
              <a:rPr lang="es-ES" sz="4000" b="1" dirty="0" err="1"/>
              <a:t>mangina</a:t>
            </a:r>
            <a:r>
              <a:rPr lang="es-ES" sz="4000" b="1" dirty="0"/>
              <a:t> </a:t>
            </a:r>
            <a:r>
              <a:rPr lang="es-ES" sz="4000" b="1" dirty="0" err="1"/>
              <a:t>ratsy</a:t>
            </a:r>
            <a:r>
              <a:rPr lang="es-ES" sz="4000" b="1" dirty="0"/>
              <a:t> </a:t>
            </a:r>
            <a:r>
              <a:rPr lang="es-ES" sz="4000" b="1" dirty="0" err="1"/>
              <a:t>sy</a:t>
            </a:r>
            <a:r>
              <a:rPr lang="es-ES" sz="4000" b="1" dirty="0"/>
              <a:t> </a:t>
            </a:r>
            <a:r>
              <a:rPr lang="es-ES" sz="4000" b="1" dirty="0" err="1"/>
              <a:t>ireo</a:t>
            </a:r>
            <a:r>
              <a:rPr lang="es-ES" sz="4000" b="1" dirty="0"/>
              <a:t> </a:t>
            </a:r>
            <a:r>
              <a:rPr lang="es-ES" sz="4000" b="1" dirty="0" err="1"/>
              <a:t>naman-dratsy</a:t>
            </a:r>
            <a:endParaRPr lang="fr-FR" sz="4000" b="1" dirty="0"/>
          </a:p>
          <a:p>
            <a:endParaRPr lang="fr-FR" sz="4000" b="1" dirty="0"/>
          </a:p>
        </p:txBody>
      </p:sp>
    </p:spTree>
    <p:extLst>
      <p:ext uri="{BB962C8B-B14F-4D97-AF65-F5344CB8AC3E}">
        <p14:creationId xmlns:p14="http://schemas.microsoft.com/office/powerpoint/2010/main" val="1734297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20688"/>
          </a:xfr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s-ES" b="1" dirty="0" err="1"/>
              <a:t>Ry</a:t>
            </a:r>
            <a:r>
              <a:rPr lang="es-ES" b="1" dirty="0"/>
              <a:t> </a:t>
            </a:r>
            <a:r>
              <a:rPr lang="es-ES" b="1" dirty="0" err="1"/>
              <a:t>Filoha</a:t>
            </a:r>
            <a:r>
              <a:rPr lang="es-ES" b="1" dirty="0"/>
              <a:t> </a:t>
            </a:r>
            <a:r>
              <a:rPr lang="es-ES" b="1" dirty="0" err="1"/>
              <a:t>Mpitarika</a:t>
            </a:r>
            <a:r>
              <a:rPr lang="es-ES" b="1" dirty="0"/>
              <a:t>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s-ES" b="1" dirty="0"/>
              <a:t>- </a:t>
            </a:r>
            <a:r>
              <a:rPr lang="es-ES" b="1" dirty="0" err="1"/>
              <a:t>Izao</a:t>
            </a:r>
            <a:r>
              <a:rPr lang="es-ES" b="1" dirty="0"/>
              <a:t> no </a:t>
            </a:r>
            <a:r>
              <a:rPr lang="es-ES" b="1" dirty="0" err="1"/>
              <a:t>karazam-piainana</a:t>
            </a:r>
            <a:r>
              <a:rPr lang="es-ES" b="1" dirty="0"/>
              <a:t>(</a:t>
            </a:r>
            <a:r>
              <a:rPr lang="es-ES" b="1" dirty="0" err="1"/>
              <a:t>style</a:t>
            </a:r>
            <a:r>
              <a:rPr lang="es-ES" b="1" dirty="0"/>
              <a:t> de vie) </a:t>
            </a:r>
            <a:r>
              <a:rPr lang="es-ES" b="1" dirty="0" err="1"/>
              <a:t>tsy</a:t>
            </a:r>
            <a:r>
              <a:rPr lang="es-ES" b="1" dirty="0"/>
              <a:t> </a:t>
            </a:r>
            <a:r>
              <a:rPr lang="es-ES" b="1" dirty="0" err="1"/>
              <a:t>maintsy</a:t>
            </a:r>
            <a:r>
              <a:rPr lang="es-ES" b="1" dirty="0"/>
              <a:t> </a:t>
            </a:r>
            <a:r>
              <a:rPr lang="es-ES" b="1" dirty="0" err="1"/>
              <a:t>hiainanao</a:t>
            </a:r>
            <a:r>
              <a:rPr lang="es-ES" b="1" dirty="0"/>
              <a:t> :</a:t>
            </a:r>
            <a:r>
              <a:rPr lang="es-ES" b="1" dirty="0" err="1"/>
              <a:t>modely</a:t>
            </a:r>
            <a:endParaRPr lang="fr-FR" b="1" dirty="0"/>
          </a:p>
          <a:p>
            <a:r>
              <a:rPr lang="en-GB" b="1" dirty="0"/>
              <a:t>* </a:t>
            </a:r>
            <a:r>
              <a:rPr lang="en-GB" b="1" dirty="0" err="1"/>
              <a:t>Aleoko</a:t>
            </a:r>
            <a:r>
              <a:rPr lang="en-GB" b="1" dirty="0"/>
              <a:t> </a:t>
            </a:r>
            <a:r>
              <a:rPr lang="en-GB" b="1" dirty="0" err="1"/>
              <a:t>mahita</a:t>
            </a:r>
            <a:r>
              <a:rPr lang="en-GB" b="1" dirty="0"/>
              <a:t> </a:t>
            </a:r>
            <a:r>
              <a:rPr lang="en-GB" b="1" dirty="0" err="1"/>
              <a:t>toriteny</a:t>
            </a:r>
            <a:r>
              <a:rPr lang="en-GB" b="1" dirty="0"/>
              <a:t> </a:t>
            </a:r>
            <a:r>
              <a:rPr lang="en-GB" b="1" dirty="0" err="1"/>
              <a:t>iray</a:t>
            </a:r>
            <a:r>
              <a:rPr lang="en-GB" b="1" dirty="0"/>
              <a:t>, Toy </a:t>
            </a:r>
            <a:r>
              <a:rPr lang="en-GB" b="1" dirty="0" err="1"/>
              <a:t>izay</a:t>
            </a:r>
            <a:r>
              <a:rPr lang="en-GB" b="1" dirty="0"/>
              <a:t> </a:t>
            </a:r>
            <a:r>
              <a:rPr lang="en-GB" b="1" dirty="0" err="1"/>
              <a:t>handre</a:t>
            </a:r>
            <a:r>
              <a:rPr lang="en-GB" b="1" dirty="0"/>
              <a:t> </a:t>
            </a:r>
            <a:r>
              <a:rPr lang="en-GB" b="1" dirty="0" err="1"/>
              <a:t>iray</a:t>
            </a:r>
            <a:r>
              <a:rPr lang="en-GB" b="1" dirty="0"/>
              <a:t> </a:t>
            </a:r>
            <a:r>
              <a:rPr lang="en-GB" b="1" dirty="0" err="1"/>
              <a:t>isan`andro</a:t>
            </a:r>
            <a:r>
              <a:rPr lang="en-GB" b="1" dirty="0"/>
              <a:t>.</a:t>
            </a:r>
            <a:endParaRPr lang="fr-FR" b="1" dirty="0"/>
          </a:p>
          <a:p>
            <a:r>
              <a:rPr lang="es-ES" b="1" dirty="0"/>
              <a:t>* </a:t>
            </a:r>
            <a:r>
              <a:rPr lang="es-ES" b="1" dirty="0" err="1"/>
              <a:t>Aleoko</a:t>
            </a:r>
            <a:r>
              <a:rPr lang="es-ES" b="1" dirty="0"/>
              <a:t> </a:t>
            </a:r>
            <a:r>
              <a:rPr lang="es-ES" b="1" dirty="0" err="1"/>
              <a:t>manana</a:t>
            </a:r>
            <a:r>
              <a:rPr lang="es-ES" b="1" dirty="0"/>
              <a:t> </a:t>
            </a:r>
            <a:r>
              <a:rPr lang="es-ES" b="1" dirty="0" err="1"/>
              <a:t>anao</a:t>
            </a:r>
            <a:r>
              <a:rPr lang="es-ES" b="1" dirty="0"/>
              <a:t> </a:t>
            </a:r>
            <a:r>
              <a:rPr lang="es-ES" b="1" dirty="0" err="1"/>
              <a:t>miara-mandeha</a:t>
            </a:r>
            <a:r>
              <a:rPr lang="es-ES" b="1" dirty="0"/>
              <a:t> </a:t>
            </a:r>
            <a:r>
              <a:rPr lang="es-ES" b="1" dirty="0" err="1"/>
              <a:t>amiko,Toy</a:t>
            </a:r>
            <a:r>
              <a:rPr lang="es-ES" b="1" dirty="0"/>
              <a:t> </a:t>
            </a:r>
            <a:r>
              <a:rPr lang="es-ES" b="1" dirty="0" err="1"/>
              <a:t>izay</a:t>
            </a:r>
            <a:r>
              <a:rPr lang="es-ES" b="1" dirty="0"/>
              <a:t> </a:t>
            </a:r>
            <a:r>
              <a:rPr lang="es-ES" b="1" dirty="0" err="1"/>
              <a:t>hianao</a:t>
            </a:r>
            <a:r>
              <a:rPr lang="es-ES" b="1" dirty="0"/>
              <a:t> </a:t>
            </a:r>
            <a:r>
              <a:rPr lang="es-ES" b="1" dirty="0" err="1"/>
              <a:t>manoro</a:t>
            </a:r>
            <a:r>
              <a:rPr lang="es-ES" b="1" dirty="0"/>
              <a:t> </a:t>
            </a:r>
            <a:r>
              <a:rPr lang="es-ES" b="1" dirty="0" err="1"/>
              <a:t>lalana</a:t>
            </a:r>
            <a:r>
              <a:rPr lang="es-ES" b="1" dirty="0"/>
              <a:t> </a:t>
            </a:r>
            <a:r>
              <a:rPr lang="es-ES" b="1" dirty="0" err="1"/>
              <a:t>ahy</a:t>
            </a:r>
            <a:r>
              <a:rPr lang="es-ES" b="1" dirty="0"/>
              <a:t> </a:t>
            </a:r>
            <a:r>
              <a:rPr lang="es-ES" b="1" dirty="0" err="1"/>
              <a:t>fotsiny</a:t>
            </a:r>
            <a:endParaRPr lang="fr-FR" b="1" dirty="0"/>
          </a:p>
          <a:p>
            <a:r>
              <a:rPr lang="es-ES" b="1" dirty="0"/>
              <a:t>* </a:t>
            </a:r>
            <a:r>
              <a:rPr lang="es-ES" b="1" dirty="0" err="1"/>
              <a:t>Ny</a:t>
            </a:r>
            <a:r>
              <a:rPr lang="es-ES" b="1" dirty="0"/>
              <a:t> maso </a:t>
            </a:r>
            <a:r>
              <a:rPr lang="es-ES" b="1" dirty="0" err="1"/>
              <a:t>dia</a:t>
            </a:r>
            <a:r>
              <a:rPr lang="es-ES" b="1" dirty="0"/>
              <a:t> </a:t>
            </a:r>
            <a:r>
              <a:rPr lang="es-ES" b="1" dirty="0" err="1"/>
              <a:t>mpianatra</a:t>
            </a:r>
            <a:r>
              <a:rPr lang="es-ES" b="1" dirty="0"/>
              <a:t> </a:t>
            </a:r>
            <a:r>
              <a:rPr lang="es-ES" b="1" dirty="0" err="1"/>
              <a:t>vonona</a:t>
            </a:r>
            <a:r>
              <a:rPr lang="es-ES" b="1" dirty="0"/>
              <a:t> </a:t>
            </a:r>
            <a:r>
              <a:rPr lang="es-ES" b="1" dirty="0" err="1"/>
              <a:t>kokoa</a:t>
            </a:r>
            <a:r>
              <a:rPr lang="es-ES" b="1" dirty="0"/>
              <a:t> </a:t>
            </a:r>
            <a:r>
              <a:rPr lang="es-ES" b="1" dirty="0" err="1"/>
              <a:t>nohon`ny</a:t>
            </a:r>
            <a:r>
              <a:rPr lang="es-ES" b="1" dirty="0"/>
              <a:t> </a:t>
            </a:r>
            <a:r>
              <a:rPr lang="es-ES" b="1" dirty="0" err="1"/>
              <a:t>sofina</a:t>
            </a:r>
            <a:endParaRPr lang="fr-FR" b="1" dirty="0"/>
          </a:p>
          <a:p>
            <a:r>
              <a:rPr lang="es-ES" b="1" dirty="0"/>
              <a:t>* </a:t>
            </a:r>
            <a:r>
              <a:rPr lang="es-ES" b="1" dirty="0" err="1"/>
              <a:t>Matetika</a:t>
            </a:r>
            <a:r>
              <a:rPr lang="es-ES" b="1" dirty="0"/>
              <a:t> </a:t>
            </a:r>
            <a:r>
              <a:rPr lang="es-ES" b="1" dirty="0" err="1"/>
              <a:t>mampikorontan-tsaina</a:t>
            </a:r>
            <a:r>
              <a:rPr lang="es-ES" b="1" dirty="0"/>
              <a:t> </a:t>
            </a:r>
            <a:r>
              <a:rPr lang="es-ES" b="1" dirty="0" err="1"/>
              <a:t>ny</a:t>
            </a:r>
            <a:r>
              <a:rPr lang="es-ES" b="1" dirty="0"/>
              <a:t> </a:t>
            </a:r>
            <a:r>
              <a:rPr lang="es-ES" b="1" dirty="0" err="1"/>
              <a:t>torohevitra</a:t>
            </a:r>
            <a:r>
              <a:rPr lang="es-ES" b="1" dirty="0"/>
              <a:t> </a:t>
            </a:r>
            <a:r>
              <a:rPr lang="es-ES" b="1" dirty="0" err="1"/>
              <a:t>tsara</a:t>
            </a:r>
            <a:r>
              <a:rPr lang="es-ES" b="1" dirty="0"/>
              <a:t>, Fa </a:t>
            </a:r>
            <a:r>
              <a:rPr lang="es-ES" b="1" dirty="0" err="1"/>
              <a:t>mazava</a:t>
            </a:r>
            <a:r>
              <a:rPr lang="es-ES" b="1" dirty="0"/>
              <a:t> </a:t>
            </a:r>
            <a:r>
              <a:rPr lang="es-ES" b="1" dirty="0" err="1"/>
              <a:t>mandrakariva</a:t>
            </a:r>
            <a:r>
              <a:rPr lang="es-ES" b="1" dirty="0"/>
              <a:t> </a:t>
            </a:r>
            <a:r>
              <a:rPr lang="es-ES" b="1" dirty="0" err="1"/>
              <a:t>ny</a:t>
            </a:r>
            <a:r>
              <a:rPr lang="es-ES" b="1" dirty="0"/>
              <a:t> </a:t>
            </a:r>
            <a:r>
              <a:rPr lang="es-ES" b="1" dirty="0" err="1"/>
              <a:t>ohatra</a:t>
            </a:r>
            <a:r>
              <a:rPr lang="es-ES" b="1" dirty="0"/>
              <a:t> </a:t>
            </a:r>
            <a:r>
              <a:rPr lang="es-ES" b="1" dirty="0" err="1"/>
              <a:t>tsara</a:t>
            </a:r>
            <a:endParaRPr lang="fr-FR" b="1" dirty="0"/>
          </a:p>
          <a:p>
            <a:pPr marL="0" indent="0">
              <a:buNone/>
            </a:pP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610554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s-ES" b="1" dirty="0" err="1">
                <a:latin typeface="Algerian" panose="04020705040A02060702" pitchFamily="82" charset="0"/>
                <a:cs typeface="Times New Roman" panose="02020603050405020304" pitchFamily="18" charset="0"/>
              </a:rPr>
              <a:t>Ry</a:t>
            </a:r>
            <a:r>
              <a:rPr lang="es-ES" b="1" dirty="0">
                <a:latin typeface="Algerian" panose="04020705040A02060702" pitchFamily="82" charset="0"/>
                <a:cs typeface="Times New Roman" panose="02020603050405020304" pitchFamily="18" charset="0"/>
              </a:rPr>
              <a:t> </a:t>
            </a:r>
            <a:r>
              <a:rPr lang="es-ES" b="1" dirty="0" err="1">
                <a:latin typeface="Algerian" panose="04020705040A02060702" pitchFamily="82" charset="0"/>
                <a:cs typeface="Times New Roman" panose="02020603050405020304" pitchFamily="18" charset="0"/>
              </a:rPr>
              <a:t>Filoha</a:t>
            </a:r>
            <a:r>
              <a:rPr lang="es-ES" b="1" dirty="0">
                <a:latin typeface="Algerian" panose="04020705040A02060702" pitchFamily="82" charset="0"/>
                <a:cs typeface="Times New Roman" panose="02020603050405020304" pitchFamily="18" charset="0"/>
              </a:rPr>
              <a:t> </a:t>
            </a:r>
            <a:r>
              <a:rPr lang="es-ES" b="1" dirty="0" err="1">
                <a:latin typeface="Algerian" panose="04020705040A02060702" pitchFamily="82" charset="0"/>
                <a:cs typeface="Times New Roman" panose="02020603050405020304" pitchFamily="18" charset="0"/>
              </a:rPr>
              <a:t>Mpitarika</a:t>
            </a:r>
            <a:endParaRPr lang="fr-FR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7504" y="1600200"/>
            <a:ext cx="8928992" cy="4525963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s-ES" sz="4800" dirty="0" err="1"/>
              <a:t>Ny</a:t>
            </a:r>
            <a:r>
              <a:rPr lang="es-ES" sz="4800" dirty="0"/>
              <a:t> tanora </a:t>
            </a:r>
            <a:r>
              <a:rPr lang="es-ES" sz="4800" dirty="0" err="1"/>
              <a:t>ankehitriny</a:t>
            </a:r>
            <a:r>
              <a:rPr lang="es-ES" sz="4800" dirty="0"/>
              <a:t> </a:t>
            </a:r>
            <a:r>
              <a:rPr lang="es-ES" sz="4800" dirty="0" err="1"/>
              <a:t>dia</a:t>
            </a:r>
            <a:r>
              <a:rPr lang="es-ES" sz="4800" dirty="0"/>
              <a:t> </a:t>
            </a:r>
            <a:r>
              <a:rPr lang="es-ES" sz="4800" dirty="0" err="1"/>
              <a:t>mila</a:t>
            </a:r>
            <a:r>
              <a:rPr lang="es-ES" sz="4800" dirty="0"/>
              <a:t> </a:t>
            </a:r>
            <a:r>
              <a:rPr lang="es-ES" sz="4800" dirty="0" err="1"/>
              <a:t>ny</a:t>
            </a:r>
            <a:r>
              <a:rPr lang="es-ES" sz="4800" dirty="0"/>
              <a:t> </a:t>
            </a:r>
            <a:r>
              <a:rPr lang="es-ES" sz="4800" dirty="0" err="1"/>
              <a:t>ho</a:t>
            </a:r>
            <a:r>
              <a:rPr lang="es-ES" sz="4800" dirty="0"/>
              <a:t> </a:t>
            </a:r>
            <a:r>
              <a:rPr lang="es-ES" sz="4800" dirty="0" err="1"/>
              <a:t>ampianarina</a:t>
            </a:r>
            <a:r>
              <a:rPr lang="es-ES" sz="4800" dirty="0"/>
              <a:t> </a:t>
            </a:r>
            <a:r>
              <a:rPr lang="es-ES" sz="4800" dirty="0" err="1"/>
              <a:t>amin`ny</a:t>
            </a:r>
            <a:r>
              <a:rPr lang="es-ES" sz="4800" dirty="0"/>
              <a:t> </a:t>
            </a:r>
            <a:r>
              <a:rPr lang="es-ES" sz="4800" dirty="0" err="1"/>
              <a:t>alalan`ny</a:t>
            </a:r>
            <a:r>
              <a:rPr lang="es-ES" sz="4800" dirty="0"/>
              <a:t> asa </a:t>
            </a:r>
            <a:r>
              <a:rPr lang="es-ES" sz="4800" dirty="0" err="1"/>
              <a:t>sy</a:t>
            </a:r>
            <a:r>
              <a:rPr lang="es-ES" sz="4800" dirty="0"/>
              <a:t> </a:t>
            </a:r>
            <a:r>
              <a:rPr lang="es-ES" sz="4800" dirty="0" err="1"/>
              <a:t>ny</a:t>
            </a:r>
            <a:r>
              <a:rPr lang="es-ES" sz="4800" dirty="0"/>
              <a:t> </a:t>
            </a:r>
            <a:r>
              <a:rPr lang="es-ES" sz="4800" dirty="0" err="1"/>
              <a:t>ohatra</a:t>
            </a:r>
            <a:r>
              <a:rPr lang="es-ES" sz="4800" dirty="0"/>
              <a:t> </a:t>
            </a:r>
            <a:r>
              <a:rPr lang="es-ES" sz="4800" dirty="0" err="1"/>
              <a:t>raha</a:t>
            </a:r>
            <a:r>
              <a:rPr lang="es-ES" sz="4800" dirty="0"/>
              <a:t> </a:t>
            </a:r>
            <a:r>
              <a:rPr lang="es-ES" sz="4800" dirty="0" err="1"/>
              <a:t>tsy</a:t>
            </a:r>
            <a:r>
              <a:rPr lang="es-ES" sz="4800" dirty="0"/>
              <a:t> </a:t>
            </a:r>
            <a:r>
              <a:rPr lang="es-ES" sz="4800" dirty="0" err="1"/>
              <a:t>izany</a:t>
            </a:r>
            <a:r>
              <a:rPr lang="es-ES" sz="4800" dirty="0"/>
              <a:t> </a:t>
            </a:r>
            <a:r>
              <a:rPr lang="es-ES" sz="4800" dirty="0" err="1"/>
              <a:t>dia</a:t>
            </a:r>
            <a:r>
              <a:rPr lang="es-ES" sz="4800" dirty="0"/>
              <a:t> </a:t>
            </a:r>
            <a:r>
              <a:rPr lang="es-ES" sz="4800" dirty="0" err="1"/>
              <a:t>handeha</a:t>
            </a:r>
            <a:r>
              <a:rPr lang="es-ES" sz="4800" dirty="0"/>
              <a:t> @ </a:t>
            </a:r>
            <a:r>
              <a:rPr lang="es-ES" sz="4800" dirty="0" err="1" smtClean="0"/>
              <a:t>lalan-diso</a:t>
            </a:r>
            <a:r>
              <a:rPr lang="es-ES" sz="4800" dirty="0" smtClean="0"/>
              <a:t> </a:t>
            </a:r>
            <a:r>
              <a:rPr lang="es-ES" sz="4800" dirty="0" err="1"/>
              <a:t>izy</a:t>
            </a:r>
            <a:r>
              <a:rPr lang="es-ES" sz="4800" dirty="0"/>
              <a:t> </a:t>
            </a:r>
            <a:r>
              <a:rPr lang="es-ES" sz="4800" dirty="0" err="1"/>
              <a:t>ireo</a:t>
            </a:r>
            <a:r>
              <a:rPr lang="es-ES" sz="4400" dirty="0" smtClean="0"/>
              <a:t>.</a:t>
            </a:r>
            <a:endParaRPr lang="fr-FR" sz="4400" dirty="0"/>
          </a:p>
          <a:p>
            <a:r>
              <a:rPr lang="es-ES" dirty="0"/>
              <a:t> 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6100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0"/>
            <a:ext cx="8640960" cy="126876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s-ES" sz="3200" b="1" dirty="0"/>
              <a:t>CODE N`NY FILOHA </a:t>
            </a:r>
            <a:r>
              <a:rPr lang="es-ES" sz="3200" b="1" dirty="0" smtClean="0"/>
              <a:t>MPITARIKA:</a:t>
            </a:r>
            <a:r>
              <a:rPr lang="fr-FR" sz="3200" dirty="0"/>
              <a:t/>
            </a:r>
            <a:br>
              <a:rPr lang="fr-FR" sz="3200" dirty="0"/>
            </a:br>
            <a:r>
              <a:rPr lang="es-ES" sz="3200" b="1" dirty="0" err="1"/>
              <a:t>Famonjena</a:t>
            </a:r>
            <a:r>
              <a:rPr lang="es-ES" sz="3200" b="1" dirty="0"/>
              <a:t> </a:t>
            </a:r>
            <a:r>
              <a:rPr lang="es-ES" sz="3200" b="1" dirty="0" err="1"/>
              <a:t>sy</a:t>
            </a:r>
            <a:r>
              <a:rPr lang="es-ES" sz="3200" b="1" dirty="0"/>
              <a:t> </a:t>
            </a:r>
            <a:r>
              <a:rPr lang="es-ES" sz="3200" b="1" dirty="0" err="1"/>
              <a:t>Fanompoana</a:t>
            </a:r>
            <a:r>
              <a:rPr lang="fr-FR" sz="3200" dirty="0"/>
              <a:t/>
            </a:r>
            <a:br>
              <a:rPr lang="fr-FR" sz="3200" dirty="0"/>
            </a:br>
            <a:endParaRPr lang="fr-FR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52736"/>
            <a:ext cx="9144000" cy="5904656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Nohon`ny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fahasoavan`Andriamanitra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Tsitoha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Hanao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fanamian`ny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Filoha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Mpitarika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amim-pahamendrehana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amim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panetren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-tena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fahatsapana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lalina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andraikitro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eo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anatrehan`Andriamanitra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taranak`olombelona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aho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Hiezaka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aho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hanao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tsara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indrindra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excellence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eo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@ asa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fanompoako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fanoloran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-tena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amin`Andriamanitra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amin`ireo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asa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rehetra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hiantsoany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227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9269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s-ES" b="1" i="1" dirty="0" err="1">
                <a:solidFill>
                  <a:srgbClr val="FF0000"/>
                </a:solidFill>
              </a:rPr>
              <a:t>Hiezaka</a:t>
            </a:r>
            <a:r>
              <a:rPr lang="es-ES" b="1" i="1" dirty="0">
                <a:solidFill>
                  <a:srgbClr val="FF0000"/>
                </a:solidFill>
              </a:rPr>
              <a:t> </a:t>
            </a:r>
            <a:r>
              <a:rPr lang="es-ES" b="1" i="1" dirty="0" err="1">
                <a:solidFill>
                  <a:srgbClr val="FF0000"/>
                </a:solidFill>
              </a:rPr>
              <a:t>aho</a:t>
            </a:r>
            <a:r>
              <a:rPr lang="es-ES" b="1" i="1" dirty="0">
                <a:solidFill>
                  <a:srgbClr val="FF0000"/>
                </a:solidFill>
              </a:rPr>
              <a:t> </a:t>
            </a:r>
            <a:r>
              <a:rPr lang="es-ES" b="1" i="1" dirty="0" err="1" smtClean="0">
                <a:solidFill>
                  <a:srgbClr val="FF0000"/>
                </a:solidFill>
              </a:rPr>
              <a:t>ny</a:t>
            </a:r>
            <a:r>
              <a:rPr lang="es-ES" b="1" i="1" dirty="0" smtClean="0">
                <a:solidFill>
                  <a:srgbClr val="FF0000"/>
                </a:solidFill>
              </a:rPr>
              <a:t>: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764704"/>
            <a:ext cx="8964488" cy="5904656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Hiasa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ami-pahazotoana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@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famonjena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tanora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n`aiza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aiza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Hanoro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tanora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drafitr`Andriamanitra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an`ny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fiainany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araka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Baiboly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Hanome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fitarihana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leadership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guide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an`ny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tanora na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oviana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oviana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hitakian`ny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toe-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javatra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izany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Hanome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ohatra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fiainana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nampianarin`I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Jesosy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izay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afaka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hitondra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fiadanana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fahasambarana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Hanompo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ami-pahatokiana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@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andraikitra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rehetra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nankinina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tamiko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ao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@ </a:t>
            </a:r>
            <a:r>
              <a:rPr lang="es-E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Fiangonana</a:t>
            </a:r>
            <a:r>
              <a:rPr lang="es-E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9021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792088"/>
          </a:xfrm>
        </p:spPr>
        <p:txBody>
          <a:bodyPr>
            <a:normAutofit/>
          </a:bodyPr>
          <a:lstStyle/>
          <a:p>
            <a:r>
              <a:rPr lang="es-ES" b="1" i="1" dirty="0" err="1">
                <a:solidFill>
                  <a:srgbClr val="FF0000"/>
                </a:solidFill>
              </a:rPr>
              <a:t>Hiezaka</a:t>
            </a:r>
            <a:r>
              <a:rPr lang="es-ES" b="1" i="1" dirty="0">
                <a:solidFill>
                  <a:srgbClr val="FF0000"/>
                </a:solidFill>
              </a:rPr>
              <a:t> </a:t>
            </a:r>
            <a:r>
              <a:rPr lang="es-ES" b="1" i="1" dirty="0" err="1">
                <a:solidFill>
                  <a:srgbClr val="FF0000"/>
                </a:solidFill>
              </a:rPr>
              <a:t>aho</a:t>
            </a:r>
            <a:r>
              <a:rPr lang="es-ES" b="1" i="1" dirty="0">
                <a:solidFill>
                  <a:srgbClr val="FF0000"/>
                </a:solidFill>
              </a:rPr>
              <a:t> </a:t>
            </a:r>
            <a:r>
              <a:rPr lang="es-ES" b="1" i="1" dirty="0" err="1">
                <a:solidFill>
                  <a:srgbClr val="FF0000"/>
                </a:solidFill>
              </a:rPr>
              <a:t>ny</a:t>
            </a:r>
            <a:r>
              <a:rPr lang="es-ES" b="1" i="1" dirty="0">
                <a:solidFill>
                  <a:srgbClr val="FF0000"/>
                </a:solidFill>
              </a:rPr>
              <a:t>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36512" y="980728"/>
            <a:ext cx="9180512" cy="5877272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Hanome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(investir)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fotoanako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heriko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@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fikolokoloana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fiainan`ireo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tanora.</a:t>
            </a:r>
            <a:endParaRPr lang="fr-F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Hikaroka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fomba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fiasa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vaovao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azo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tanterahana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mahomby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@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fanatrarana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tanora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ankehitriny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fr-F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Hamporisika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tanora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hanokana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fiainany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@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fanompoana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Tompo</a:t>
            </a:r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fr-F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737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126163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E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Hanampy</a:t>
            </a:r>
            <a:r>
              <a:rPr lang="es-E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ahy</a:t>
            </a:r>
            <a:r>
              <a:rPr lang="es-E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anie</a:t>
            </a:r>
            <a:r>
              <a:rPr lang="es-E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Andriamanitra</a:t>
            </a:r>
            <a:r>
              <a:rPr lang="es-E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 </a:t>
            </a:r>
            <a:r>
              <a:rPr lang="es-E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Mivoady</a:t>
            </a:r>
            <a:r>
              <a:rPr lang="es-E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aho</a:t>
            </a:r>
            <a:r>
              <a:rPr lang="es-E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s-E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nohon`ny</a:t>
            </a:r>
            <a:r>
              <a:rPr lang="es-E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Heriny</a:t>
            </a:r>
            <a:r>
              <a:rPr lang="es-E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</a:t>
            </a:r>
            <a:r>
              <a:rPr lang="es-E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hanatanteraka</a:t>
            </a:r>
            <a:r>
              <a:rPr lang="es-E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ireo</a:t>
            </a:r>
            <a:r>
              <a:rPr lang="es-E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adidy</a:t>
            </a:r>
            <a:r>
              <a:rPr lang="es-E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</a:t>
            </a:r>
            <a:r>
              <a:rPr lang="es-E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andraikitra</a:t>
            </a:r>
            <a:r>
              <a:rPr lang="es-E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izay</a:t>
            </a:r>
            <a:r>
              <a:rPr lang="es-E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takiana</a:t>
            </a:r>
            <a:r>
              <a:rPr lang="es-E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amiko</a:t>
            </a:r>
            <a:r>
              <a:rPr lang="es-E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@ </a:t>
            </a:r>
            <a:r>
              <a:rPr lang="es-E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maha-Filoha</a:t>
            </a:r>
            <a:r>
              <a:rPr lang="es-E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Mpitarika</a:t>
            </a:r>
            <a:r>
              <a:rPr lang="es-E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ahy</a:t>
            </a:r>
            <a:r>
              <a:rPr lang="es-E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manomboka</a:t>
            </a:r>
            <a:r>
              <a:rPr lang="es-E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anio</a:t>
            </a:r>
            <a:r>
              <a:rPr lang="es-E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s-E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lang="es-E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mandrakizay</a:t>
            </a:r>
            <a:r>
              <a:rPr lang="es-E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Amen.</a:t>
            </a:r>
            <a:endParaRPr lang="fr-F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938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977</Words>
  <Application>Microsoft Office PowerPoint</Application>
  <PresentationFormat>Affichage à l'écran (4:3)</PresentationFormat>
  <Paragraphs>97</Paragraphs>
  <Slides>20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1" baseType="lpstr">
      <vt:lpstr>Thème Office</vt:lpstr>
      <vt:lpstr>Présentation PowerPoint</vt:lpstr>
      <vt:lpstr>FILOHA MPITARIKA </vt:lpstr>
      <vt:lpstr>I. FANDAMINANA SY RAFITRA</vt:lpstr>
      <vt:lpstr>Zavatra fototra 2 no takiana @ Chef Guide</vt:lpstr>
      <vt:lpstr>II. Izay tsy izy momba ny Chef Guide</vt:lpstr>
      <vt:lpstr>Présentation PowerPoint</vt:lpstr>
      <vt:lpstr>3.IREO ZAVATRA ANDRASANA @ CHEF GUIDE</vt:lpstr>
      <vt:lpstr>Ireo toe-javatra maneran-tany mahakasika ny Tanora</vt:lpstr>
      <vt:lpstr>Ny Chef Guide dia spesialista @ Tanora</vt:lpstr>
      <vt:lpstr>Ny fangorahan`i Jesosy :Aingam-panahy ho an`ny CG rehetra </vt:lpstr>
      <vt:lpstr>Ry Filoha Mpitarika:     </vt:lpstr>
      <vt:lpstr>Ny herin`ny Fikasihan`ny Filoha Mpitarika </vt:lpstr>
      <vt:lpstr>Ry Filoha Mpitarika izany no fiantsoana anao ! </vt:lpstr>
      <vt:lpstr>Présentation PowerPoint</vt:lpstr>
      <vt:lpstr>Ry Filoha Mpitarika:</vt:lpstr>
      <vt:lpstr>Ry Filoha Mpitarika</vt:lpstr>
      <vt:lpstr>CODE N`NY FILOHA MPITARIKA: Famonjena sy Fanompoana </vt:lpstr>
      <vt:lpstr>Hiezaka aho ny:</vt:lpstr>
      <vt:lpstr>Hiezaka aho ny: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Pr Tombozara</dc:creator>
  <cp:lastModifiedBy>Pr Tombozara</cp:lastModifiedBy>
  <cp:revision>26</cp:revision>
  <dcterms:created xsi:type="dcterms:W3CDTF">2017-11-28T09:03:23Z</dcterms:created>
  <dcterms:modified xsi:type="dcterms:W3CDTF">2017-11-29T11:32:57Z</dcterms:modified>
</cp:coreProperties>
</file>