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70" r:id="rId16"/>
    <p:sldId id="269" r:id="rId17"/>
    <p:sldId id="286" r:id="rId18"/>
    <p:sldId id="287" r:id="rId19"/>
    <p:sldId id="288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2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5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EF159FF-7077-407D-8388-5A77F4346373}" type="datetimeFigureOut">
              <a:rPr lang="fr-FR" smtClean="0"/>
              <a:pPr/>
              <a:t>29/01/2013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A732D4C-ECCA-4FCF-B20C-0644394988BF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INONA NO  ATAO HOE CHEF GUIDE ?</a:t>
            </a:r>
            <a:r>
              <a:rPr lang="en-US" dirty="0" smtClean="0"/>
              <a:t> </a:t>
            </a:r>
            <a:r>
              <a:rPr lang="es-ES" dirty="0"/>
              <a:t> 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4400" dirty="0" err="1"/>
              <a:t>Manavao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fahitana</a:t>
            </a:r>
            <a:r>
              <a:rPr lang="es-ES" sz="4400" dirty="0"/>
              <a:t> (</a:t>
            </a:r>
            <a:r>
              <a:rPr lang="es-ES" sz="4400" dirty="0" err="1"/>
              <a:t>vision</a:t>
            </a:r>
            <a:r>
              <a:rPr lang="es-ES" sz="4400" dirty="0"/>
              <a:t>)</a:t>
            </a:r>
            <a:endParaRPr lang="en-US" sz="4400" dirty="0"/>
          </a:p>
          <a:p>
            <a:endParaRPr lang="fr-FR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FILOHA MPITARIKA                                          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4400" dirty="0" err="1" smtClean="0"/>
              <a:t>N’aiza</a:t>
            </a:r>
            <a:r>
              <a:rPr lang="es-ES" sz="4400" dirty="0" smtClean="0"/>
              <a:t> </a:t>
            </a:r>
            <a:r>
              <a:rPr lang="es-ES" sz="4400" dirty="0" err="1"/>
              <a:t>n’aiza</a:t>
            </a:r>
            <a:r>
              <a:rPr lang="es-ES" sz="4400" dirty="0"/>
              <a:t> </a:t>
            </a:r>
            <a:r>
              <a:rPr lang="es-ES" sz="4400" dirty="0" err="1"/>
              <a:t>misy</a:t>
            </a:r>
            <a:r>
              <a:rPr lang="es-ES" sz="4400" dirty="0"/>
              <a:t> </a:t>
            </a:r>
            <a:r>
              <a:rPr lang="es-ES" sz="4400" dirty="0" err="1"/>
              <a:t>Fiangonana</a:t>
            </a:r>
            <a:r>
              <a:rPr lang="es-ES" sz="4400" dirty="0"/>
              <a:t> </a:t>
            </a:r>
            <a:r>
              <a:rPr lang="es-ES" sz="4400" dirty="0" err="1"/>
              <a:t>Advantista</a:t>
            </a:r>
            <a:r>
              <a:rPr lang="es-ES" sz="4400" dirty="0"/>
              <a:t> </a:t>
            </a:r>
            <a:r>
              <a:rPr lang="es-ES" sz="4400" dirty="0" err="1"/>
              <a:t>mitandrina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andro</a:t>
            </a:r>
            <a:r>
              <a:rPr lang="es-ES" sz="4400" dirty="0"/>
              <a:t> </a:t>
            </a:r>
            <a:r>
              <a:rPr lang="es-ES" sz="4400" dirty="0" err="1"/>
              <a:t>fahafito</a:t>
            </a:r>
            <a:r>
              <a:rPr lang="es-ES" sz="4400" dirty="0"/>
              <a:t> </a:t>
            </a:r>
            <a:r>
              <a:rPr lang="es-ES" sz="4400" dirty="0" err="1"/>
              <a:t>manerana</a:t>
            </a:r>
            <a:r>
              <a:rPr lang="es-ES" sz="4400" dirty="0"/>
              <a:t> </a:t>
            </a:r>
            <a:r>
              <a:rPr lang="es-ES" sz="4400" dirty="0" err="1"/>
              <a:t>izao</a:t>
            </a:r>
            <a:r>
              <a:rPr lang="es-ES" sz="4400" dirty="0"/>
              <a:t> </a:t>
            </a:r>
            <a:r>
              <a:rPr lang="es-ES" sz="4400" dirty="0" err="1"/>
              <a:t>tontolo</a:t>
            </a:r>
            <a:r>
              <a:rPr lang="es-ES" sz="4400" dirty="0"/>
              <a:t> </a:t>
            </a:r>
            <a:r>
              <a:rPr lang="es-ES" sz="4400" dirty="0" err="1"/>
              <a:t>izao</a:t>
            </a:r>
            <a:r>
              <a:rPr lang="es-ES" sz="4400" dirty="0"/>
              <a:t> </a:t>
            </a:r>
            <a:r>
              <a:rPr lang="es-ES" sz="4400" dirty="0" err="1"/>
              <a:t>dia</a:t>
            </a:r>
            <a:r>
              <a:rPr lang="es-ES" sz="4400" dirty="0"/>
              <a:t> hita </a:t>
            </a:r>
            <a:r>
              <a:rPr lang="es-ES" sz="4400" dirty="0" err="1"/>
              <a:t>ao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Filoha</a:t>
            </a:r>
            <a:r>
              <a:rPr lang="es-ES" sz="4400" dirty="0"/>
              <a:t> </a:t>
            </a:r>
            <a:r>
              <a:rPr lang="es-ES" sz="4400" dirty="0" err="1" smtClean="0"/>
              <a:t>Mpitarika</a:t>
            </a:r>
            <a:endParaRPr lang="es-ES" sz="4400" dirty="0" smtClean="0"/>
          </a:p>
          <a:p>
            <a:endParaRPr lang="fr-FR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Tanjona</a:t>
            </a:r>
            <a:r>
              <a:rPr lang="en-US" i="1" dirty="0"/>
              <a:t>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4000" dirty="0" err="1"/>
              <a:t>Fitomboana</a:t>
            </a:r>
            <a:r>
              <a:rPr lang="en-US" sz="4000" dirty="0"/>
              <a:t> </a:t>
            </a:r>
            <a:r>
              <a:rPr lang="en-US" sz="4000" dirty="0" err="1"/>
              <a:t>ara-batana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ara-panahy</a:t>
            </a:r>
            <a:endParaRPr lang="en-US" sz="4000" dirty="0"/>
          </a:p>
          <a:p>
            <a:pPr lvl="0"/>
            <a:r>
              <a:rPr lang="en-US" sz="4000" dirty="0" err="1"/>
              <a:t>Fivelarana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fahaiza-manao</a:t>
            </a:r>
            <a:endParaRPr lang="en-US" sz="4000" dirty="0"/>
          </a:p>
          <a:p>
            <a:pPr lvl="0"/>
            <a:r>
              <a:rPr lang="en-US" sz="4000" dirty="0" err="1"/>
              <a:t>Fitomboana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fitarihana</a:t>
            </a:r>
            <a:endParaRPr lang="en-US" sz="4000" dirty="0"/>
          </a:p>
          <a:p>
            <a:pPr lvl="0"/>
            <a:r>
              <a:rPr lang="en-US" sz="4000" dirty="0" err="1"/>
              <a:t>Fananana</a:t>
            </a:r>
            <a:r>
              <a:rPr lang="en-US" sz="4000" dirty="0"/>
              <a:t> </a:t>
            </a:r>
            <a:r>
              <a:rPr lang="en-US" sz="4000" dirty="0" err="1"/>
              <a:t>fomba</a:t>
            </a:r>
            <a:r>
              <a:rPr lang="en-US" sz="4000" dirty="0"/>
              <a:t> </a:t>
            </a:r>
            <a:r>
              <a:rPr lang="en-US" sz="4000" dirty="0" err="1"/>
              <a:t>fiainana</a:t>
            </a:r>
            <a:r>
              <a:rPr lang="en-US" sz="4000" dirty="0"/>
              <a:t> </a:t>
            </a:r>
            <a:r>
              <a:rPr lang="en-US" sz="4000" dirty="0" err="1"/>
              <a:t>mendrika</a:t>
            </a:r>
            <a:endParaRPr lang="en-US" sz="4000" dirty="0"/>
          </a:p>
          <a:p>
            <a:pPr>
              <a:buNone/>
            </a:pPr>
            <a:endParaRPr lang="fr-FR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b="1" dirty="0" smtClean="0"/>
              <a:t>I. FEPETRA FOTOTRA HIDIRANA HO MAMBRA</a:t>
            </a:r>
            <a:r>
              <a:rPr lang="en-US" dirty="0" smtClean="0"/>
              <a:t> 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 smtClean="0"/>
              <a:t>16 </a:t>
            </a:r>
            <a:r>
              <a:rPr lang="en-US" sz="3200" b="1" dirty="0" err="1" smtClean="0"/>
              <a:t>taona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fara-fahakeliny</a:t>
            </a:r>
            <a:endParaRPr lang="en-US" sz="3200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 err="1"/>
              <a:t>Mambra</a:t>
            </a:r>
            <a:r>
              <a:rPr lang="en-US" sz="3200" b="1" dirty="0"/>
              <a:t> vita </a:t>
            </a:r>
            <a:r>
              <a:rPr lang="en-US" sz="3200" b="1" dirty="0" err="1"/>
              <a:t>batisa</a:t>
            </a:r>
            <a:r>
              <a:rPr lang="en-US" sz="3200" b="1" dirty="0"/>
              <a:t> </a:t>
            </a:r>
            <a:r>
              <a:rPr lang="en-US" sz="3200" b="1" dirty="0" err="1"/>
              <a:t>ao</a:t>
            </a:r>
            <a:r>
              <a:rPr lang="en-US" sz="3200" b="1" dirty="0"/>
              <a:t> </a:t>
            </a:r>
            <a:r>
              <a:rPr lang="en-US" sz="3200" b="1" dirty="0" err="1"/>
              <a:t>amin’ny</a:t>
            </a:r>
            <a:r>
              <a:rPr lang="en-US" sz="3200" b="1" dirty="0"/>
              <a:t> </a:t>
            </a:r>
            <a:r>
              <a:rPr lang="en-US" sz="3200" b="1" dirty="0" err="1"/>
              <a:t>fiangonana</a:t>
            </a:r>
            <a:r>
              <a:rPr lang="en-US" sz="3200" b="1" dirty="0"/>
              <a:t> </a:t>
            </a:r>
            <a:r>
              <a:rPr lang="en-US" sz="3200" b="1" dirty="0" err="1"/>
              <a:t>advantista</a:t>
            </a:r>
            <a:r>
              <a:rPr lang="en-US" sz="3200" b="1" dirty="0"/>
              <a:t> </a:t>
            </a:r>
            <a:r>
              <a:rPr lang="en-US" sz="3200" b="1" dirty="0" err="1"/>
              <a:t>mitandrina</a:t>
            </a:r>
            <a:r>
              <a:rPr lang="en-US" sz="3200" b="1" dirty="0"/>
              <a:t> </a:t>
            </a:r>
            <a:r>
              <a:rPr lang="en-US" sz="3200" b="1" dirty="0" err="1"/>
              <a:t>ny</a:t>
            </a:r>
            <a:r>
              <a:rPr lang="en-US" sz="3200" b="1" dirty="0"/>
              <a:t> </a:t>
            </a:r>
            <a:r>
              <a:rPr lang="en-US" sz="3200" b="1" dirty="0" err="1"/>
              <a:t>andro</a:t>
            </a:r>
            <a:r>
              <a:rPr lang="en-US" sz="3200" b="1" dirty="0"/>
              <a:t> </a:t>
            </a:r>
            <a:r>
              <a:rPr lang="en-US" sz="3200" b="1" dirty="0" err="1" smtClean="0"/>
              <a:t>fahafito</a:t>
            </a:r>
            <a:endParaRPr lang="en-US" sz="3200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 smtClean="0"/>
              <a:t>Nahavita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fiofanana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fototra</a:t>
            </a:r>
            <a:r>
              <a:rPr lang="en-US" sz="3200" b="1" dirty="0" smtClean="0"/>
              <a:t> ho </a:t>
            </a:r>
            <a:r>
              <a:rPr lang="en-US" sz="3200" b="1" dirty="0" err="1" smtClean="0"/>
              <a:t>an’ny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mpitarika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i="1" dirty="0" smtClean="0"/>
              <a:t>: </a:t>
            </a:r>
            <a:endParaRPr lang="en-US" sz="3200" dirty="0"/>
          </a:p>
          <a:p>
            <a:pPr lvl="0"/>
            <a:r>
              <a:rPr lang="en-US" sz="3200" b="1" i="1" dirty="0" err="1" smtClean="0"/>
              <a:t>sampana</a:t>
            </a:r>
            <a:r>
              <a:rPr lang="en-US" sz="3200" b="1" i="1" dirty="0" smtClean="0"/>
              <a:t> </a:t>
            </a:r>
            <a:r>
              <a:rPr lang="en-US" sz="3200" b="1" i="1" dirty="0" err="1"/>
              <a:t>mpisantatra</a:t>
            </a:r>
            <a:r>
              <a:rPr lang="en-US" sz="3200" b="1" i="1" dirty="0"/>
              <a:t> </a:t>
            </a:r>
            <a:r>
              <a:rPr lang="en-US" sz="3200" b="1" i="1" dirty="0" err="1"/>
              <a:t>na</a:t>
            </a:r>
            <a:endParaRPr lang="en-US" sz="3200" dirty="0"/>
          </a:p>
          <a:p>
            <a:pPr lvl="0"/>
            <a:r>
              <a:rPr lang="en-US" sz="3200" b="1" i="1" dirty="0" err="1"/>
              <a:t>sampana</a:t>
            </a:r>
            <a:r>
              <a:rPr lang="en-US" sz="3200" b="1" i="1" dirty="0"/>
              <a:t> </a:t>
            </a:r>
            <a:r>
              <a:rPr lang="en-US" sz="3200" b="1" i="1" dirty="0" err="1"/>
              <a:t>mpisavalalana</a:t>
            </a:r>
            <a:r>
              <a:rPr lang="en-US" sz="3200" b="1" i="1" dirty="0"/>
              <a:t> </a:t>
            </a:r>
            <a:r>
              <a:rPr lang="en-US" sz="3200" b="1" i="1" dirty="0" err="1"/>
              <a:t>na</a:t>
            </a:r>
            <a:endParaRPr lang="en-US" sz="3200" dirty="0"/>
          </a:p>
          <a:p>
            <a:pPr lvl="0"/>
            <a:r>
              <a:rPr lang="en-US" sz="3200" b="1" i="1" dirty="0" err="1"/>
              <a:t>sampana</a:t>
            </a:r>
            <a:r>
              <a:rPr lang="en-US" sz="3200" b="1" i="1" dirty="0"/>
              <a:t> </a:t>
            </a:r>
            <a:r>
              <a:rPr lang="en-US" sz="3200" b="1" i="1" dirty="0" err="1"/>
              <a:t>tanora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fr-FR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Ny</a:t>
            </a:r>
            <a:r>
              <a:rPr lang="en-US" b="1" dirty="0" smtClean="0"/>
              <a:t> </a:t>
            </a:r>
            <a:r>
              <a:rPr lang="en-US" b="1" dirty="0" err="1" smtClean="0"/>
              <a:t>fiofanana</a:t>
            </a:r>
            <a:r>
              <a:rPr lang="en-US" b="1" dirty="0" smtClean="0"/>
              <a:t> ho </a:t>
            </a:r>
            <a:r>
              <a:rPr lang="en-US" b="1" dirty="0" err="1" smtClean="0"/>
              <a:t>an’ny</a:t>
            </a:r>
            <a:r>
              <a:rPr lang="en-US" b="1" dirty="0" smtClean="0"/>
              <a:t> </a:t>
            </a:r>
            <a:r>
              <a:rPr lang="en-US" b="1" dirty="0" err="1" smtClean="0"/>
              <a:t>mpitarika</a:t>
            </a:r>
            <a:r>
              <a:rPr lang="en-US" b="1" dirty="0" smtClean="0"/>
              <a:t> </a:t>
            </a:r>
            <a:r>
              <a:rPr lang="en-US" b="1" dirty="0" err="1" smtClean="0"/>
              <a:t>ny</a:t>
            </a:r>
            <a:r>
              <a:rPr lang="en-US" b="1" dirty="0" smtClean="0"/>
              <a:t> </a:t>
            </a:r>
            <a:r>
              <a:rPr lang="en-US" b="1" dirty="0" err="1" smtClean="0"/>
              <a:t>mpisavalalana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9144000" cy="4525963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2400" b="1" dirty="0" err="1" smtClean="0"/>
              <a:t>Ny</a:t>
            </a:r>
            <a:r>
              <a:rPr lang="en-US" sz="2400" b="1" dirty="0" smtClean="0"/>
              <a:t> </a:t>
            </a:r>
            <a:r>
              <a:rPr lang="en-US" sz="2400" b="1" dirty="0" err="1"/>
              <a:t>tantara</a:t>
            </a:r>
            <a:r>
              <a:rPr lang="en-US" sz="2400" b="1" dirty="0"/>
              <a:t>,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filozofia</a:t>
            </a:r>
            <a:r>
              <a:rPr lang="en-US" sz="2400" b="1" dirty="0"/>
              <a:t> </a:t>
            </a:r>
            <a:r>
              <a:rPr lang="en-US" sz="2400" b="1" dirty="0" err="1"/>
              <a:t>ary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tanjona</a:t>
            </a:r>
            <a:r>
              <a:rPr lang="en-US" sz="2400" b="1" dirty="0"/>
              <a:t> </a:t>
            </a:r>
            <a:r>
              <a:rPr lang="en-US" sz="2400" b="1" dirty="0" err="1"/>
              <a:t>ijoroan’ny</a:t>
            </a:r>
            <a:r>
              <a:rPr lang="en-US" sz="2400" b="1" dirty="0"/>
              <a:t> </a:t>
            </a:r>
            <a:r>
              <a:rPr lang="en-US" sz="2400" b="1" dirty="0" err="1"/>
              <a:t>klioban’ny</a:t>
            </a:r>
            <a:r>
              <a:rPr lang="en-US" sz="2400" b="1" dirty="0"/>
              <a:t> </a:t>
            </a:r>
            <a:r>
              <a:rPr lang="en-US" sz="2400" b="1" dirty="0" err="1"/>
              <a:t>mpisavalalana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Mahazo</a:t>
            </a:r>
            <a:r>
              <a:rPr lang="en-US" sz="2400" b="1" dirty="0"/>
              <a:t> </a:t>
            </a:r>
            <a:r>
              <a:rPr lang="en-US" sz="2400" b="1" dirty="0" err="1"/>
              <a:t>tsara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hoe </a:t>
            </a:r>
            <a:r>
              <a:rPr lang="en-US" sz="2400" b="1" dirty="0" err="1"/>
              <a:t>mpisavalalana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fitarihana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klioba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fandaminan’asan’ny</a:t>
            </a:r>
            <a:r>
              <a:rPr lang="en-US" sz="2400" b="1" dirty="0"/>
              <a:t> </a:t>
            </a:r>
            <a:r>
              <a:rPr lang="en-US" sz="2400" b="1" dirty="0" err="1"/>
              <a:t>klioba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Fanaovana</a:t>
            </a:r>
            <a:r>
              <a:rPr lang="en-US" sz="2400" b="1" dirty="0"/>
              <a:t> </a:t>
            </a:r>
            <a:r>
              <a:rPr lang="en-US" sz="2400" b="1" dirty="0" err="1"/>
              <a:t>fandaharan’asa</a:t>
            </a:r>
            <a:r>
              <a:rPr lang="en-US" sz="2400" b="1" dirty="0"/>
              <a:t> </a:t>
            </a:r>
            <a:r>
              <a:rPr lang="en-US" sz="2400" b="1" dirty="0" err="1"/>
              <a:t>sy</a:t>
            </a:r>
            <a:r>
              <a:rPr lang="en-US" sz="2400" b="1" dirty="0"/>
              <a:t> </a:t>
            </a:r>
            <a:r>
              <a:rPr lang="en-US" sz="2400" b="1" dirty="0" err="1"/>
              <a:t>volavolan’asan’ny</a:t>
            </a:r>
            <a:r>
              <a:rPr lang="en-US" sz="2400" b="1" dirty="0"/>
              <a:t> </a:t>
            </a:r>
            <a:r>
              <a:rPr lang="en-US" sz="2400" b="1" dirty="0" err="1"/>
              <a:t>klioba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asa</a:t>
            </a:r>
            <a:r>
              <a:rPr lang="en-US" sz="2400" b="1" dirty="0"/>
              <a:t> </a:t>
            </a:r>
            <a:r>
              <a:rPr lang="en-US" sz="2400" b="1" dirty="0" err="1"/>
              <a:t>fahazoana</a:t>
            </a:r>
            <a:r>
              <a:rPr lang="en-US" sz="2400" b="1" dirty="0"/>
              <a:t> </a:t>
            </a:r>
            <a:r>
              <a:rPr lang="en-US" sz="2400" b="1" dirty="0" err="1"/>
              <a:t>fanahy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fampianarana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kilasim-pandrosoan’ny</a:t>
            </a:r>
            <a:r>
              <a:rPr lang="en-US" sz="2400" b="1" dirty="0"/>
              <a:t> </a:t>
            </a:r>
            <a:r>
              <a:rPr lang="en-US" sz="2400" b="1" dirty="0" err="1"/>
              <a:t>mpisavalalana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lasy</a:t>
            </a:r>
            <a:r>
              <a:rPr lang="en-US" sz="2400" b="1" dirty="0"/>
              <a:t> </a:t>
            </a:r>
            <a:r>
              <a:rPr lang="en-US" sz="2400" b="1" dirty="0" err="1"/>
              <a:t>sy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fanabeazana</a:t>
            </a:r>
            <a:r>
              <a:rPr lang="en-US" sz="2400" b="1" dirty="0"/>
              <a:t> any </a:t>
            </a:r>
            <a:r>
              <a:rPr lang="en-US" sz="2400" b="1" dirty="0" err="1"/>
              <a:t>anivon’ny</a:t>
            </a:r>
            <a:r>
              <a:rPr lang="en-US" sz="2400" b="1" dirty="0"/>
              <a:t> </a:t>
            </a:r>
            <a:r>
              <a:rPr lang="en-US" sz="2400" b="1" dirty="0" err="1"/>
              <a:t>zava-boahary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fanazaran-tena</a:t>
            </a:r>
            <a:r>
              <a:rPr lang="en-US" sz="2400" b="1" dirty="0"/>
              <a:t> </a:t>
            </a:r>
            <a:r>
              <a:rPr lang="en-US" sz="2400" b="1" dirty="0" err="1"/>
              <a:t>sy</a:t>
            </a:r>
            <a:r>
              <a:rPr lang="en-US" sz="2400" b="1" dirty="0"/>
              <a:t> </a:t>
            </a: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fombam-pivavahana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Fiofanana</a:t>
            </a:r>
            <a:r>
              <a:rPr lang="en-US" sz="2400" b="1" dirty="0"/>
              <a:t> </a:t>
            </a:r>
            <a:r>
              <a:rPr lang="en-US" sz="2400" b="1" dirty="0" err="1"/>
              <a:t>amin’ny</a:t>
            </a:r>
            <a:r>
              <a:rPr lang="en-US" sz="2400" b="1" dirty="0"/>
              <a:t> </a:t>
            </a:r>
            <a:r>
              <a:rPr lang="en-US" sz="2400" b="1" dirty="0" err="1"/>
              <a:t>fitarihana</a:t>
            </a:r>
            <a:r>
              <a:rPr lang="en-US" sz="2400" b="1" dirty="0"/>
              <a:t> </a:t>
            </a:r>
            <a:r>
              <a:rPr lang="en-US" sz="2400" b="1" dirty="0" err="1"/>
              <a:t>tanora</a:t>
            </a:r>
            <a:endParaRPr lang="en-US" sz="2400" b="1" dirty="0"/>
          </a:p>
          <a:p>
            <a:pPr lvl="0">
              <a:buNone/>
            </a:pPr>
            <a:r>
              <a:rPr lang="en-US" sz="2400" b="1" dirty="0" err="1"/>
              <a:t>Ny</a:t>
            </a:r>
            <a:r>
              <a:rPr lang="en-US" sz="2400" b="1" dirty="0"/>
              <a:t> </a:t>
            </a:r>
            <a:r>
              <a:rPr lang="en-US" sz="2400" b="1" dirty="0" err="1"/>
              <a:t>fifandraisana</a:t>
            </a:r>
            <a:r>
              <a:rPr lang="en-US" sz="2400" b="1" dirty="0"/>
              <a:t> </a:t>
            </a:r>
            <a:r>
              <a:rPr lang="en-US" sz="2400" b="1" dirty="0" err="1"/>
              <a:t>amin’ny</a:t>
            </a:r>
            <a:r>
              <a:rPr lang="en-US" sz="2400" b="1" dirty="0"/>
              <a:t> </a:t>
            </a:r>
            <a:r>
              <a:rPr lang="en-US" sz="2400" b="1" dirty="0" err="1"/>
              <a:t>sampana</a:t>
            </a:r>
            <a:r>
              <a:rPr lang="en-US" sz="2400" b="1" dirty="0"/>
              <a:t> </a:t>
            </a:r>
            <a:r>
              <a:rPr lang="en-US" sz="2400" b="1" dirty="0" err="1"/>
              <a:t>mpisantatra</a:t>
            </a:r>
            <a:endParaRPr lang="en-US" sz="2400" b="1" dirty="0"/>
          </a:p>
          <a:p>
            <a:pPr>
              <a:buNone/>
            </a:pPr>
            <a:r>
              <a:rPr lang="en-US" sz="2400" b="1" dirty="0"/>
              <a:t> </a:t>
            </a:r>
          </a:p>
          <a:p>
            <a:pPr>
              <a:buNone/>
            </a:pPr>
            <a:endParaRPr lang="fr-FR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II.FITOMBOANA EO AMIN’NY ARA-PANAHY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4572000"/>
          </a:xfrm>
        </p:spPr>
        <p:txBody>
          <a:bodyPr>
            <a:noAutofit/>
          </a:bodyPr>
          <a:lstStyle/>
          <a:p>
            <a:pPr lvl="0"/>
            <a:r>
              <a:rPr lang="en-US" sz="3200" b="1" dirty="0" err="1" smtClean="0"/>
              <a:t>Mamaky</a:t>
            </a:r>
            <a:r>
              <a:rPr lang="en-US" sz="3200" b="1" dirty="0" smtClean="0"/>
              <a:t> </a:t>
            </a:r>
            <a:r>
              <a:rPr lang="en-US" sz="3200" b="1" dirty="0" err="1"/>
              <a:t>boky</a:t>
            </a:r>
            <a:r>
              <a:rPr lang="en-US" sz="3200" b="1" dirty="0"/>
              <a:t> “</a:t>
            </a:r>
            <a:r>
              <a:rPr lang="en-US" sz="3200" b="1" dirty="0" err="1"/>
              <a:t>Ny</a:t>
            </a:r>
            <a:r>
              <a:rPr lang="en-US" sz="3200" b="1" dirty="0"/>
              <a:t> </a:t>
            </a:r>
            <a:r>
              <a:rPr lang="en-US" sz="3200" b="1" dirty="0" err="1"/>
              <a:t>Dia</a:t>
            </a:r>
            <a:r>
              <a:rPr lang="en-US" sz="3200" b="1" dirty="0"/>
              <a:t> ho </a:t>
            </a:r>
            <a:r>
              <a:rPr lang="en-US" sz="3200" b="1" dirty="0" err="1"/>
              <a:t>eo</a:t>
            </a:r>
            <a:r>
              <a:rPr lang="en-US" sz="3200" b="1" dirty="0"/>
              <a:t> </a:t>
            </a:r>
            <a:r>
              <a:rPr lang="en-US" sz="3200" b="1" dirty="0" err="1"/>
              <a:t>amin’i</a:t>
            </a:r>
            <a:r>
              <a:rPr lang="en-US" sz="3200" b="1" dirty="0"/>
              <a:t> Kristy</a:t>
            </a:r>
            <a:r>
              <a:rPr lang="en-US" sz="3200" b="1" dirty="0" smtClean="0"/>
              <a:t>”</a:t>
            </a:r>
          </a:p>
          <a:p>
            <a:r>
              <a:rPr lang="en-US" sz="3200" b="1" dirty="0" err="1" smtClean="0"/>
              <a:t>Mahavita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tari-dalana</a:t>
            </a:r>
            <a:r>
              <a:rPr lang="en-US" sz="3200" b="1" dirty="0" smtClean="0"/>
              <a:t> “Encounter” [</a:t>
            </a:r>
            <a:r>
              <a:rPr lang="en-US" sz="3200" b="1" dirty="0" err="1" smtClean="0"/>
              <a:t>Fihaonana</a:t>
            </a:r>
            <a:r>
              <a:rPr lang="en-US" sz="3200" b="1" dirty="0" smtClean="0"/>
              <a:t>]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andiany</a:t>
            </a:r>
            <a:r>
              <a:rPr lang="en-US" sz="3200" b="1" dirty="0" smtClean="0"/>
              <a:t> I, “Sur </a:t>
            </a:r>
            <a:r>
              <a:rPr lang="en-US" sz="3200" b="1" dirty="0" err="1" smtClean="0"/>
              <a:t>Ses</a:t>
            </a:r>
            <a:r>
              <a:rPr lang="en-US" sz="3200" b="1" dirty="0" smtClean="0"/>
              <a:t> Traces”, </a:t>
            </a:r>
            <a:r>
              <a:rPr lang="en-US" sz="3200" b="1" dirty="0" err="1" smtClean="0"/>
              <a:t>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famakiana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baiboly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mandritra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taona</a:t>
            </a:r>
            <a:endParaRPr lang="en-US" sz="3200" b="1" dirty="0" smtClean="0"/>
          </a:p>
          <a:p>
            <a:r>
              <a:rPr lang="en-US" sz="3200" b="1" dirty="0" err="1" smtClean="0"/>
              <a:t>Nanana</a:t>
            </a:r>
            <a:r>
              <a:rPr lang="en-US" sz="3200" b="1" dirty="0" smtClean="0"/>
              <a:t> diary </a:t>
            </a:r>
            <a:r>
              <a:rPr lang="en-US" sz="3200" b="1" dirty="0" err="1" smtClean="0"/>
              <a:t>anankiray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hanoratana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famintinana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vakiteny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fiambenana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isan’andro</a:t>
            </a:r>
            <a:r>
              <a:rPr lang="en-US" sz="3200" b="1" dirty="0" smtClean="0"/>
              <a:t>, </a:t>
            </a:r>
            <a:r>
              <a:rPr lang="en-US" sz="3200" b="1" dirty="0" err="1" smtClean="0"/>
              <a:t>fara-fahakeliny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mandritra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efatra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herinandro</a:t>
            </a:r>
            <a:r>
              <a:rPr lang="en-US" sz="3200" b="1" dirty="0" smtClean="0"/>
              <a:t>.</a:t>
            </a:r>
            <a:endParaRPr lang="en-US" sz="3200" b="1" dirty="0"/>
          </a:p>
          <a:p>
            <a:endParaRPr lang="fr-FR" sz="3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810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i="1" dirty="0" smtClean="0"/>
              <a:t>II. FITOMBOANA EO AMIN’NY ARA-PANAHY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914400"/>
            <a:ext cx="9144000" cy="4572000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3200" b="1" dirty="0" err="1" smtClean="0"/>
              <a:t>Maneho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fahalalany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momba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foto-pinoana</a:t>
            </a:r>
            <a:r>
              <a:rPr lang="en-US" sz="3200" b="1" dirty="0" smtClean="0"/>
              <a:t> 27 </a:t>
            </a:r>
            <a:r>
              <a:rPr lang="en-US" sz="3200" b="1" dirty="0" err="1" smtClean="0"/>
              <a:t>amin’ny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fanaovana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iray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amin’ireto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manaraka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ireto</a:t>
            </a:r>
            <a:r>
              <a:rPr lang="en-US" sz="3200" b="1" dirty="0" smtClean="0"/>
              <a:t> </a:t>
            </a:r>
          </a:p>
          <a:p>
            <a:pPr lvl="0"/>
            <a:r>
              <a:rPr lang="en-US" sz="3200" b="1" i="1" dirty="0" err="1" smtClean="0"/>
              <a:t>Manoratra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anaty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taratasy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fanazavana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15 </a:t>
            </a:r>
            <a:r>
              <a:rPr lang="en-US" sz="3200" b="1" i="1" dirty="0" err="1" smtClean="0"/>
              <a:t>amin’ireo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foto-pinoana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ireo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fara-fahakeliny</a:t>
            </a:r>
            <a:endParaRPr lang="en-US" sz="3200" b="1" dirty="0" smtClean="0"/>
          </a:p>
          <a:p>
            <a:pPr lvl="0"/>
            <a:r>
              <a:rPr lang="en-US" sz="3200" b="1" i="1" dirty="0" err="1" smtClean="0"/>
              <a:t>Mamelabelatra</a:t>
            </a:r>
            <a:r>
              <a:rPr lang="en-US" sz="3200" b="1" i="1" dirty="0" smtClean="0"/>
              <a:t> am-</a:t>
            </a:r>
            <a:r>
              <a:rPr lang="en-US" sz="3200" b="1" i="1" dirty="0" err="1" smtClean="0"/>
              <a:t>bava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15 </a:t>
            </a:r>
            <a:r>
              <a:rPr lang="en-US" sz="3200" b="1" i="1" dirty="0" err="1" smtClean="0"/>
              <a:t>amin’ireo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foto-pinoana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ireo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fara-fahakeliny</a:t>
            </a:r>
            <a:endParaRPr lang="en-US" sz="3200" b="1" dirty="0" smtClean="0"/>
          </a:p>
          <a:p>
            <a:pPr lvl="0"/>
            <a:r>
              <a:rPr lang="en-US" sz="3200" b="1" i="1" dirty="0" err="1" smtClean="0"/>
              <a:t>Manatontosa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fampianarana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baiboly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mandrakotra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fara-fahakeliny</a:t>
            </a:r>
            <a:r>
              <a:rPr lang="en-US" sz="3200" b="1" i="1" dirty="0" smtClean="0"/>
              <a:t> 15 </a:t>
            </a:r>
            <a:r>
              <a:rPr lang="en-US" sz="3200" b="1" i="1" dirty="0" err="1" smtClean="0"/>
              <a:t>amin’ny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foto-pinoana</a:t>
            </a:r>
            <a:endParaRPr lang="en-US" sz="3200" b="1" dirty="0" smtClean="0"/>
          </a:p>
          <a:p>
            <a:pPr lvl="0"/>
            <a:r>
              <a:rPr lang="en-US" sz="3200" b="1" i="1" dirty="0" err="1" smtClean="0"/>
              <a:t>Mitarika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seminera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mampianatra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15 </a:t>
            </a:r>
            <a:r>
              <a:rPr lang="en-US" sz="3200" b="1" i="1" dirty="0" err="1" smtClean="0"/>
              <a:t>amin’ny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foto-pinoana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fara-fahakeliny</a:t>
            </a:r>
            <a:endParaRPr lang="en-US" sz="3200" b="1" dirty="0" smtClean="0"/>
          </a:p>
          <a:p>
            <a:endParaRPr lang="en-US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II. FITOMBOANA EO AMIN’NY ARA-PANAHY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9144000" cy="4572000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fr-FR" sz="4000" b="1" i="1" dirty="0" err="1" smtClean="0"/>
              <a:t>Mampitombo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ny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fahalalana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momba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ny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Lovan’ny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fiangonana</a:t>
            </a:r>
            <a:r>
              <a:rPr lang="fr-FR" sz="4000" b="1" i="1" dirty="0" smtClean="0"/>
              <a:t> ka </a:t>
            </a:r>
            <a:r>
              <a:rPr lang="fr-FR" sz="4000" b="1" i="1" dirty="0" err="1" smtClean="0"/>
              <a:t>ireto</a:t>
            </a:r>
            <a:r>
              <a:rPr lang="fr-FR" sz="4000" b="1" i="1" dirty="0" smtClean="0"/>
              <a:t> </a:t>
            </a:r>
            <a:r>
              <a:rPr lang="fr-FR" sz="4000" b="1" i="1" dirty="0" err="1" smtClean="0"/>
              <a:t>avy</a:t>
            </a:r>
            <a:r>
              <a:rPr lang="fr-FR" sz="4000" b="1" i="1" dirty="0" smtClean="0"/>
              <a:t> no </a:t>
            </a:r>
            <a:r>
              <a:rPr lang="fr-FR" sz="4000" b="1" i="1" dirty="0" err="1" smtClean="0"/>
              <a:t>atao</a:t>
            </a:r>
            <a:r>
              <a:rPr lang="fr-FR" sz="4000" b="1" i="1" dirty="0" smtClean="0"/>
              <a:t> ho </a:t>
            </a:r>
            <a:r>
              <a:rPr lang="fr-FR" sz="4000" b="1" i="1" dirty="0" err="1" smtClean="0"/>
              <a:t>amin’izany</a:t>
            </a:r>
            <a:endParaRPr lang="fr-FR" sz="4000" b="1" i="1" dirty="0" smtClean="0"/>
          </a:p>
          <a:p>
            <a:r>
              <a:rPr lang="fr-FR" sz="4000" dirty="0" err="1" smtClean="0"/>
              <a:t>Mamaky</a:t>
            </a:r>
            <a:r>
              <a:rPr lang="fr-FR" sz="4000" dirty="0" smtClean="0"/>
              <a:t> </a:t>
            </a:r>
            <a:r>
              <a:rPr lang="fr-FR" sz="4000" dirty="0" err="1" smtClean="0"/>
              <a:t>ny</a:t>
            </a:r>
            <a:r>
              <a:rPr lang="fr-FR" sz="4000" dirty="0" smtClean="0"/>
              <a:t> </a:t>
            </a:r>
            <a:r>
              <a:rPr lang="fr-FR" sz="4000" dirty="0" err="1" smtClean="0"/>
              <a:t>boky</a:t>
            </a:r>
            <a:r>
              <a:rPr lang="fr-FR" sz="4000" dirty="0" smtClean="0"/>
              <a:t> “</a:t>
            </a:r>
            <a:r>
              <a:rPr lang="fr-FR" sz="4000" dirty="0" err="1" smtClean="0"/>
              <a:t>Tantaran’ny</a:t>
            </a:r>
            <a:r>
              <a:rPr lang="fr-FR" sz="4000" dirty="0" smtClean="0"/>
              <a:t> </a:t>
            </a:r>
            <a:r>
              <a:rPr lang="fr-FR" sz="4000" dirty="0" err="1" smtClean="0"/>
              <a:t>Mpisavalalana</a:t>
            </a:r>
            <a:r>
              <a:rPr lang="fr-FR" sz="4000" dirty="0" smtClean="0"/>
              <a:t>”</a:t>
            </a:r>
          </a:p>
          <a:p>
            <a:r>
              <a:rPr lang="fr-FR" sz="4000" dirty="0" err="1" smtClean="0"/>
              <a:t>Mahazo</a:t>
            </a:r>
            <a:r>
              <a:rPr lang="fr-FR" sz="4000" dirty="0" smtClean="0"/>
              <a:t> </a:t>
            </a:r>
            <a:r>
              <a:rPr lang="fr-FR" sz="4000" dirty="0" err="1" smtClean="0"/>
              <a:t>ny</a:t>
            </a:r>
            <a:r>
              <a:rPr lang="fr-FR" sz="4000" dirty="0" smtClean="0"/>
              <a:t> “asa </a:t>
            </a:r>
            <a:r>
              <a:rPr lang="fr-FR" sz="4000" dirty="0" err="1" smtClean="0"/>
              <a:t>manavanana</a:t>
            </a:r>
            <a:r>
              <a:rPr lang="fr-FR" sz="4000" dirty="0" smtClean="0"/>
              <a:t>” </a:t>
            </a:r>
            <a:r>
              <a:rPr lang="fr-FR" sz="4000" dirty="0" err="1" smtClean="0"/>
              <a:t>momba</a:t>
            </a:r>
            <a:r>
              <a:rPr lang="fr-FR" sz="4000" dirty="0" smtClean="0"/>
              <a:t> </a:t>
            </a:r>
            <a:r>
              <a:rPr lang="fr-FR" sz="4000" dirty="0" err="1" smtClean="0"/>
              <a:t>ny</a:t>
            </a:r>
            <a:r>
              <a:rPr lang="fr-FR" sz="4000" dirty="0" smtClean="0"/>
              <a:t> </a:t>
            </a:r>
            <a:r>
              <a:rPr lang="fr-FR" sz="4000" dirty="0" err="1" smtClean="0"/>
              <a:t>Lovan’ny</a:t>
            </a:r>
            <a:r>
              <a:rPr lang="fr-FR" sz="4000" dirty="0" smtClean="0"/>
              <a:t> </a:t>
            </a:r>
            <a:r>
              <a:rPr lang="fr-FR" sz="4000" dirty="0" err="1" smtClean="0"/>
              <a:t>fiangonana</a:t>
            </a:r>
            <a:r>
              <a:rPr lang="fr-FR" sz="4000" dirty="0" smtClean="0"/>
              <a:t> </a:t>
            </a:r>
            <a:r>
              <a:rPr lang="fr-FR" sz="4000" dirty="0" err="1" smtClean="0"/>
              <a:t>advantista</a:t>
            </a:r>
            <a:endParaRPr lang="en-US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>III.FITOMBOANA EO AMIN’NY FAHAIZA-MANAO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839200" cy="4572000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3200" b="1" i="1" dirty="0" err="1" smtClean="0"/>
              <a:t>Manatrika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seminera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mahafeno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fianarana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mandritry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adiny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roa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mikasika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ireto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taranja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ireo</a:t>
            </a:r>
            <a:endParaRPr lang="en-US" sz="3200" b="1" dirty="0" smtClean="0"/>
          </a:p>
          <a:p>
            <a:r>
              <a:rPr lang="fr-FR" sz="3200" dirty="0" smtClean="0"/>
              <a:t>NY FAHAIZANA MITARIKA</a:t>
            </a:r>
          </a:p>
          <a:p>
            <a:pPr lvl="0"/>
            <a:r>
              <a:rPr lang="en-US" sz="3200" dirty="0" smtClean="0"/>
              <a:t>NY FAHAIZANA MIFANDRAY </a:t>
            </a:r>
          </a:p>
          <a:p>
            <a:pPr lvl="0"/>
            <a:r>
              <a:rPr lang="en-US" sz="3200" b="1" dirty="0" err="1" smtClean="0"/>
              <a:t>Fahaizana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mikarokaroka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fivelarana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eo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amin’ny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fitadiavana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boky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filan-kevitra</a:t>
            </a:r>
            <a:endParaRPr lang="en-US" sz="3200" b="1" dirty="0" smtClean="0"/>
          </a:p>
          <a:p>
            <a:pPr lvl="0"/>
            <a:r>
              <a:rPr lang="en-US" sz="3200" b="1" dirty="0" err="1" smtClean="0"/>
              <a:t>Fitoriana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filazantsara</a:t>
            </a:r>
            <a:r>
              <a:rPr lang="en-US" sz="3200" b="1" dirty="0" smtClean="0"/>
              <a:t> ho </a:t>
            </a:r>
            <a:r>
              <a:rPr lang="en-US" sz="3200" b="1" dirty="0" err="1" smtClean="0"/>
              <a:t>an’ny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ankizy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ny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tanora</a:t>
            </a:r>
            <a:r>
              <a:rPr lang="en-US" sz="3200" dirty="0" smtClean="0"/>
              <a:t> </a:t>
            </a:r>
          </a:p>
          <a:p>
            <a:endParaRPr lang="fr-FR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Manana</a:t>
            </a:r>
            <a:r>
              <a:rPr lang="en-US" b="1" dirty="0" smtClean="0"/>
              <a:t> </a:t>
            </a:r>
            <a:r>
              <a:rPr lang="en-US" b="1" dirty="0" err="1" smtClean="0"/>
              <a:t>na</a:t>
            </a:r>
            <a:r>
              <a:rPr lang="en-US" b="1" dirty="0" smtClean="0"/>
              <a:t> </a:t>
            </a:r>
            <a:r>
              <a:rPr lang="en-US" b="1" dirty="0" err="1" smtClean="0"/>
              <a:t>mahazo</a:t>
            </a:r>
            <a:r>
              <a:rPr lang="en-US" b="1" dirty="0" smtClean="0"/>
              <a:t> </a:t>
            </a:r>
            <a:r>
              <a:rPr lang="en-US" b="1" dirty="0" err="1" smtClean="0"/>
              <a:t>ireto</a:t>
            </a:r>
            <a:r>
              <a:rPr lang="en-US" b="1" dirty="0" smtClean="0"/>
              <a:t> “</a:t>
            </a:r>
            <a:r>
              <a:rPr lang="en-US" b="1" dirty="0" err="1" smtClean="0"/>
              <a:t>asa</a:t>
            </a:r>
            <a:r>
              <a:rPr lang="en-US" b="1" dirty="0" smtClean="0"/>
              <a:t> </a:t>
            </a:r>
            <a:r>
              <a:rPr lang="en-US" b="1" dirty="0" err="1" smtClean="0"/>
              <a:t>manavanana</a:t>
            </a:r>
            <a:r>
              <a:rPr lang="en-US" b="1" dirty="0" smtClean="0"/>
              <a:t>” </a:t>
            </a:r>
            <a:r>
              <a:rPr lang="en-US" b="1" dirty="0" err="1" smtClean="0"/>
              <a:t>ireto</a:t>
            </a:r>
            <a:r>
              <a:rPr lang="en-US" b="1" dirty="0" smtClean="0"/>
              <a:t>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b="1" dirty="0" err="1" smtClean="0"/>
              <a:t>Fitantarana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tantara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kristiana</a:t>
            </a:r>
            <a:endParaRPr lang="en-US" sz="4000" dirty="0" smtClean="0"/>
          </a:p>
          <a:p>
            <a:pPr lvl="0"/>
            <a:r>
              <a:rPr lang="en-US" sz="4000" b="1" dirty="0" err="1" smtClean="0"/>
              <a:t>Fahaiza-manao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momba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lasy</a:t>
            </a:r>
            <a:r>
              <a:rPr lang="en-US" sz="4000" b="1" dirty="0" smtClean="0"/>
              <a:t> II</a:t>
            </a:r>
            <a:endParaRPr lang="en-US" sz="4000" dirty="0" smtClean="0"/>
          </a:p>
          <a:p>
            <a:pPr lvl="0"/>
            <a:r>
              <a:rPr lang="en-US" sz="4000" b="1" dirty="0" err="1" smtClean="0"/>
              <a:t>Mahazo</a:t>
            </a:r>
            <a:r>
              <a:rPr lang="en-US" sz="4000" b="1" dirty="0" smtClean="0"/>
              <a:t> “</a:t>
            </a:r>
            <a:r>
              <a:rPr lang="en-US" sz="4000" b="1" dirty="0" err="1" smtClean="0"/>
              <a:t>asa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manavanana</a:t>
            </a:r>
            <a:r>
              <a:rPr lang="en-US" sz="4000" b="1" dirty="0" smtClean="0"/>
              <a:t>” </a:t>
            </a:r>
            <a:r>
              <a:rPr lang="en-US" sz="4000" b="1" dirty="0" err="1" smtClean="0"/>
              <a:t>roa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izay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tiana</a:t>
            </a:r>
            <a:r>
              <a:rPr lang="en-US" sz="4000" b="1" dirty="0" smtClean="0"/>
              <a:t> ka </a:t>
            </a:r>
            <a:r>
              <a:rPr lang="en-US" sz="4000" b="1" dirty="0" err="1" smtClean="0"/>
              <a:t>mbola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tsy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ananana</a:t>
            </a:r>
            <a:endParaRPr lang="en-US" sz="4000" dirty="0" smtClean="0"/>
          </a:p>
          <a:p>
            <a:endParaRPr lang="fr-FR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457200"/>
            <a:ext cx="8153400" cy="5562600"/>
          </a:xfrm>
        </p:spPr>
        <p:txBody>
          <a:bodyPr>
            <a:noAutofit/>
          </a:bodyPr>
          <a:lstStyle/>
          <a:p>
            <a:pPr lvl="0"/>
            <a:r>
              <a:rPr lang="en-US" sz="3600" b="1" dirty="0" err="1" smtClean="0"/>
              <a:t>Manana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traik’efa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momba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vonjy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taitra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sy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fiarovana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avy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amin’ny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vokovoko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mena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fikambanana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iray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mitovy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amin’izany</a:t>
            </a:r>
            <a:endParaRPr lang="en-US" sz="3600" dirty="0" smtClean="0"/>
          </a:p>
          <a:p>
            <a:pPr lvl="0"/>
            <a:r>
              <a:rPr lang="en-US" sz="3600" b="1" dirty="0" err="1" smtClean="0"/>
              <a:t>Manara-maso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fandehan’ny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fianaran’ny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mpisantatra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mpisavalalana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mampianatra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kilasin’ny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Sekoly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Sabata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mandritra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ny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telovolana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farafahakeliny</a:t>
            </a:r>
            <a:endParaRPr lang="en-US" sz="3600" dirty="0" smtClean="0"/>
          </a:p>
          <a:p>
            <a:endParaRPr lang="fr-FR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i="1" dirty="0" smtClean="0"/>
              <a:t>IV. FITOMBOAN’NY ANKIZY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b="1" dirty="0" err="1" smtClean="0"/>
              <a:t>Mamaky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boky</a:t>
            </a:r>
            <a:r>
              <a:rPr lang="en-US" sz="4000" b="1" dirty="0" smtClean="0"/>
              <a:t> “Education”</a:t>
            </a:r>
          </a:p>
          <a:p>
            <a:r>
              <a:rPr lang="en-US" sz="4000" b="1" dirty="0" err="1" smtClean="0"/>
              <a:t>Mamaky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farafahakeliny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boky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iray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hafa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momba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fitomboan’ny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ankizy</a:t>
            </a:r>
            <a:r>
              <a:rPr lang="en-US" sz="4000" b="1" dirty="0" smtClean="0"/>
              <a:t>, </a:t>
            </a:r>
            <a:r>
              <a:rPr lang="en-US" sz="4000" b="1" dirty="0" err="1" smtClean="0"/>
              <a:t>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manatrika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seminera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maharitra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ora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telo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mikasika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fitomboan’ny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ankizy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anaty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taona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iray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eo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ambany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fitantananao</a:t>
            </a:r>
            <a:endParaRPr lang="en-US" sz="4000" dirty="0" smtClean="0"/>
          </a:p>
          <a:p>
            <a:pPr lvl="0"/>
            <a:endParaRPr lang="en-US" sz="4000" dirty="0" smtClean="0"/>
          </a:p>
          <a:p>
            <a:endParaRPr lang="fr-FR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i="1" dirty="0" smtClean="0"/>
              <a:t>V. FITOMBOANA EO AMIN’NY FITARIHANA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4400" b="1" dirty="0" err="1" smtClean="0"/>
              <a:t>Mamaky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boky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iray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izay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tiana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mikasika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ny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fahaiza-mitarika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amin’ny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ankapobeny</a:t>
            </a:r>
            <a:endParaRPr lang="en-US" sz="4400" dirty="0" smtClean="0"/>
          </a:p>
          <a:p>
            <a:r>
              <a:rPr lang="en-US" sz="4400" b="1" dirty="0" err="1" smtClean="0"/>
              <a:t>Maneho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ny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fahaizanao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mitarika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fanompoam-pivavahana</a:t>
            </a:r>
            <a:r>
              <a:rPr lang="en-US" sz="4400" b="1" dirty="0" smtClean="0"/>
              <a:t> , </a:t>
            </a:r>
            <a:r>
              <a:rPr lang="en-US" sz="4400" b="1" dirty="0" err="1" smtClean="0"/>
              <a:t>Fitsangatsanganana</a:t>
            </a:r>
            <a:r>
              <a:rPr lang="en-US" sz="4400" b="1" dirty="0" smtClean="0"/>
              <a:t>…</a:t>
            </a:r>
          </a:p>
          <a:p>
            <a:endParaRPr lang="en-US" sz="4400" dirty="0" smtClean="0"/>
          </a:p>
          <a:p>
            <a:endParaRPr lang="fr-FR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i="1" dirty="0" smtClean="0"/>
              <a:t>V. FITOMBOANA EO AMIN’NY FITARIHANA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b="1" dirty="0" err="1" smtClean="0"/>
              <a:t>Manoratra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ireo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tanjona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tiana</a:t>
            </a:r>
            <a:r>
              <a:rPr lang="en-US" sz="4400" b="1" dirty="0" smtClean="0"/>
              <a:t> ho </a:t>
            </a:r>
            <a:r>
              <a:rPr lang="en-US" sz="4400" b="1" dirty="0" err="1" smtClean="0"/>
              <a:t>tanterahana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eo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amin’ny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fiainana</a:t>
            </a:r>
            <a:endParaRPr lang="en-US" sz="4400" b="1" dirty="0" smtClean="0"/>
          </a:p>
          <a:p>
            <a:pPr lvl="0"/>
            <a:r>
              <a:rPr lang="en-US" sz="4400" b="1" dirty="0" err="1" smtClean="0"/>
              <a:t>Mahafantatra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ireo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andraikitra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eo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amin’ny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fiainana</a:t>
            </a:r>
            <a:endParaRPr lang="fr-FR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VI. </a:t>
            </a:r>
            <a:r>
              <a:rPr lang="en-US" b="1" dirty="0" smtClean="0"/>
              <a:t>FIVELARANA EO AMIN’NY FOMBA FIAINA ARA-PAHASALAMANA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err="1" smtClean="0"/>
              <a:t>Mandray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anjara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amin’ny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fandaharana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fikarakaram-batana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mandritra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telo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volana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farafahakeliny</a:t>
            </a:r>
            <a:r>
              <a:rPr lang="en-US" sz="4000" b="1" dirty="0" smtClean="0"/>
              <a:t>, </a:t>
            </a:r>
            <a:r>
              <a:rPr lang="en-US" sz="4000" b="1" dirty="0" err="1" smtClean="0"/>
              <a:t>ary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manombatombana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fitomboan’ny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fahatsaran’ny</a:t>
            </a:r>
            <a:r>
              <a:rPr lang="en-US" sz="4000" b="1" dirty="0" smtClean="0"/>
              <a:t> toe-</a:t>
            </a:r>
            <a:r>
              <a:rPr lang="en-US" sz="4000" b="1" dirty="0" err="1" smtClean="0"/>
              <a:t>batana</a:t>
            </a:r>
            <a:endParaRPr lang="en-US" sz="4000" b="1" dirty="0" smtClean="0"/>
          </a:p>
          <a:p>
            <a:pPr>
              <a:buNone/>
            </a:pPr>
            <a:endParaRPr lang="fr-FR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INONA NO  ATAO HOE CHEF GUIDE ?</a:t>
            </a:r>
            <a:r>
              <a:rPr lang="en-US" dirty="0" smtClean="0"/>
              <a:t> </a:t>
            </a:r>
            <a:r>
              <a:rPr lang="es-ES" dirty="0"/>
              <a:t> 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4400" dirty="0" err="1"/>
              <a:t>Manavao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fahitana</a:t>
            </a:r>
            <a:r>
              <a:rPr lang="es-ES" sz="4400" dirty="0"/>
              <a:t> (</a:t>
            </a:r>
            <a:r>
              <a:rPr lang="es-ES" sz="4400" dirty="0" err="1"/>
              <a:t>vision</a:t>
            </a:r>
            <a:r>
              <a:rPr lang="es-ES" sz="4400" dirty="0"/>
              <a:t>)</a:t>
            </a:r>
            <a:endParaRPr lang="en-US" sz="4400" dirty="0"/>
          </a:p>
          <a:p>
            <a:endParaRPr lang="fr-FR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FILOHA MPITARIKA                                          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4400" dirty="0" err="1" smtClean="0"/>
              <a:t>N’aiza</a:t>
            </a:r>
            <a:r>
              <a:rPr lang="es-ES" sz="4400" dirty="0" smtClean="0"/>
              <a:t> </a:t>
            </a:r>
            <a:r>
              <a:rPr lang="es-ES" sz="4400" dirty="0" err="1"/>
              <a:t>n’aiza</a:t>
            </a:r>
            <a:r>
              <a:rPr lang="es-ES" sz="4400" dirty="0"/>
              <a:t> </a:t>
            </a:r>
            <a:r>
              <a:rPr lang="es-ES" sz="4400" dirty="0" err="1"/>
              <a:t>misy</a:t>
            </a:r>
            <a:r>
              <a:rPr lang="es-ES" sz="4400" dirty="0"/>
              <a:t> </a:t>
            </a:r>
            <a:r>
              <a:rPr lang="es-ES" sz="4400" dirty="0" err="1"/>
              <a:t>Fiangonana</a:t>
            </a:r>
            <a:r>
              <a:rPr lang="es-ES" sz="4400" dirty="0"/>
              <a:t> </a:t>
            </a:r>
            <a:r>
              <a:rPr lang="es-ES" sz="4400" dirty="0" err="1"/>
              <a:t>Advantista</a:t>
            </a:r>
            <a:r>
              <a:rPr lang="es-ES" sz="4400" dirty="0"/>
              <a:t> </a:t>
            </a:r>
            <a:r>
              <a:rPr lang="es-ES" sz="4400" dirty="0" err="1"/>
              <a:t>mitandrina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andro</a:t>
            </a:r>
            <a:r>
              <a:rPr lang="es-ES" sz="4400" dirty="0"/>
              <a:t> </a:t>
            </a:r>
            <a:r>
              <a:rPr lang="es-ES" sz="4400" dirty="0" err="1"/>
              <a:t>fahafito</a:t>
            </a:r>
            <a:r>
              <a:rPr lang="es-ES" sz="4400" dirty="0"/>
              <a:t> </a:t>
            </a:r>
            <a:r>
              <a:rPr lang="es-ES" sz="4400" dirty="0" err="1"/>
              <a:t>manerana</a:t>
            </a:r>
            <a:r>
              <a:rPr lang="es-ES" sz="4400" dirty="0"/>
              <a:t> </a:t>
            </a:r>
            <a:r>
              <a:rPr lang="es-ES" sz="4400" dirty="0" err="1"/>
              <a:t>izao</a:t>
            </a:r>
            <a:r>
              <a:rPr lang="es-ES" sz="4400" dirty="0"/>
              <a:t> </a:t>
            </a:r>
            <a:r>
              <a:rPr lang="es-ES" sz="4400" dirty="0" err="1"/>
              <a:t>tontolo</a:t>
            </a:r>
            <a:r>
              <a:rPr lang="es-ES" sz="4400" dirty="0"/>
              <a:t> </a:t>
            </a:r>
            <a:r>
              <a:rPr lang="es-ES" sz="4400" dirty="0" err="1"/>
              <a:t>izao</a:t>
            </a:r>
            <a:r>
              <a:rPr lang="es-ES" sz="4400" dirty="0"/>
              <a:t> </a:t>
            </a:r>
            <a:r>
              <a:rPr lang="es-ES" sz="4400" dirty="0" err="1"/>
              <a:t>dia</a:t>
            </a:r>
            <a:r>
              <a:rPr lang="es-ES" sz="4400" dirty="0"/>
              <a:t> hita </a:t>
            </a:r>
            <a:r>
              <a:rPr lang="es-ES" sz="4400" dirty="0" err="1"/>
              <a:t>ao</a:t>
            </a:r>
            <a:r>
              <a:rPr lang="es-ES" sz="4400" dirty="0"/>
              <a:t> </a:t>
            </a:r>
            <a:r>
              <a:rPr lang="es-ES" sz="4400" dirty="0" err="1"/>
              <a:t>ny</a:t>
            </a:r>
            <a:r>
              <a:rPr lang="es-ES" sz="4400" dirty="0"/>
              <a:t> </a:t>
            </a:r>
            <a:r>
              <a:rPr lang="es-ES" sz="4400" dirty="0" err="1"/>
              <a:t>Filoha</a:t>
            </a:r>
            <a:r>
              <a:rPr lang="es-ES" sz="4400" dirty="0"/>
              <a:t> </a:t>
            </a:r>
            <a:r>
              <a:rPr lang="es-ES" sz="4400" dirty="0" err="1" smtClean="0"/>
              <a:t>Mpitarika</a:t>
            </a:r>
            <a:endParaRPr lang="es-ES" sz="4400" dirty="0" smtClean="0"/>
          </a:p>
          <a:p>
            <a:endParaRPr lang="fr-FR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Tanjona</a:t>
            </a:r>
            <a:r>
              <a:rPr lang="en-US" i="1" dirty="0"/>
              <a:t>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4000" dirty="0" err="1"/>
              <a:t>Fitomboana</a:t>
            </a:r>
            <a:r>
              <a:rPr lang="en-US" sz="4000" dirty="0"/>
              <a:t> </a:t>
            </a:r>
            <a:r>
              <a:rPr lang="en-US" sz="4000" dirty="0" err="1"/>
              <a:t>ara-batana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ara-panahy</a:t>
            </a:r>
            <a:endParaRPr lang="en-US" sz="4000" dirty="0"/>
          </a:p>
          <a:p>
            <a:pPr lvl="0"/>
            <a:r>
              <a:rPr lang="en-US" sz="4000" dirty="0" err="1"/>
              <a:t>Fivelarana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fahaiza-manao</a:t>
            </a:r>
            <a:endParaRPr lang="en-US" sz="4000" dirty="0"/>
          </a:p>
          <a:p>
            <a:pPr lvl="0"/>
            <a:r>
              <a:rPr lang="en-US" sz="4000" dirty="0" err="1"/>
              <a:t>Fitomboana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fitarihana</a:t>
            </a:r>
            <a:endParaRPr lang="en-US" sz="4000" dirty="0"/>
          </a:p>
          <a:p>
            <a:pPr lvl="0"/>
            <a:r>
              <a:rPr lang="en-US" sz="4000" dirty="0" err="1"/>
              <a:t>Fananana</a:t>
            </a:r>
            <a:r>
              <a:rPr lang="en-US" sz="4000" dirty="0"/>
              <a:t> </a:t>
            </a:r>
            <a:r>
              <a:rPr lang="en-US" sz="4000" dirty="0" err="1"/>
              <a:t>fomba</a:t>
            </a:r>
            <a:r>
              <a:rPr lang="en-US" sz="4000" dirty="0"/>
              <a:t> </a:t>
            </a:r>
            <a:r>
              <a:rPr lang="en-US" sz="4000" dirty="0" err="1"/>
              <a:t>fiainana</a:t>
            </a:r>
            <a:r>
              <a:rPr lang="en-US" sz="4000" dirty="0"/>
              <a:t> </a:t>
            </a:r>
            <a:r>
              <a:rPr lang="en-US" sz="4000" dirty="0" err="1"/>
              <a:t>mendrika</a:t>
            </a:r>
            <a:endParaRPr lang="en-US" sz="4000" dirty="0"/>
          </a:p>
          <a:p>
            <a:pPr>
              <a:buNone/>
            </a:pP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NY CG DIA TSY...  (IREO HEVI-DISO SASANTSASANY)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4572000"/>
          </a:xfrm>
        </p:spPr>
        <p:txBody>
          <a:bodyPr>
            <a:noAutofit/>
          </a:bodyPr>
          <a:lstStyle/>
          <a:p>
            <a:endParaRPr lang="en-US" sz="3200" b="1" dirty="0" smtClean="0"/>
          </a:p>
          <a:p>
            <a:r>
              <a:rPr lang="en-GB" sz="3200" b="1" dirty="0" smtClean="0"/>
              <a:t>* TSY </a:t>
            </a:r>
            <a:r>
              <a:rPr lang="en-GB" sz="3200" b="1" dirty="0" err="1" smtClean="0"/>
              <a:t>laharam-boninahitra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omena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anao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nohon`ny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taonanao</a:t>
            </a:r>
            <a:endParaRPr lang="en-US" sz="3200" b="1" dirty="0" smtClean="0"/>
          </a:p>
          <a:p>
            <a:r>
              <a:rPr lang="es-ES" sz="3200" b="1" dirty="0" smtClean="0"/>
              <a:t>* TSY </a:t>
            </a:r>
            <a:r>
              <a:rPr lang="es-ES" sz="3200" b="1" dirty="0" err="1" smtClean="0"/>
              <a:t>toerana</a:t>
            </a:r>
            <a:r>
              <a:rPr lang="es-ES" sz="3200" b="1" dirty="0" smtClean="0"/>
              <a:t>(</a:t>
            </a:r>
            <a:r>
              <a:rPr lang="es-ES" sz="3200" b="1" dirty="0" err="1" smtClean="0"/>
              <a:t>statut</a:t>
            </a:r>
            <a:r>
              <a:rPr lang="es-ES" sz="3200" b="1" dirty="0" smtClean="0"/>
              <a:t>) </a:t>
            </a:r>
            <a:r>
              <a:rPr lang="es-ES" sz="3200" b="1" dirty="0" err="1" smtClean="0"/>
              <a:t>omena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anao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noho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ireo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zava-dehibe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vitanao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tamin`ny</a:t>
            </a:r>
            <a:r>
              <a:rPr lang="es-ES" sz="3200" b="1" dirty="0" smtClean="0"/>
              <a:t> lasa.</a:t>
            </a:r>
            <a:endParaRPr lang="en-US" sz="3200" b="1" dirty="0" smtClean="0"/>
          </a:p>
          <a:p>
            <a:r>
              <a:rPr lang="es-ES" sz="3200" b="1" dirty="0" smtClean="0"/>
              <a:t>TSY </a:t>
            </a:r>
            <a:r>
              <a:rPr lang="es-ES" sz="3200" b="1" dirty="0" err="1" smtClean="0"/>
              <a:t>anarana</a:t>
            </a:r>
            <a:r>
              <a:rPr lang="es-ES" sz="3200" b="1" dirty="0" smtClean="0"/>
              <a:t> (</a:t>
            </a:r>
            <a:r>
              <a:rPr lang="es-ES" sz="3200" b="1" dirty="0" err="1" smtClean="0"/>
              <a:t>titre</a:t>
            </a:r>
            <a:r>
              <a:rPr lang="es-ES" sz="3200" b="1" dirty="0" smtClean="0"/>
              <a:t>) </a:t>
            </a:r>
            <a:r>
              <a:rPr lang="es-ES" sz="3200" b="1" dirty="0" err="1" smtClean="0"/>
              <a:t>omena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anao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aorian`ny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andiana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taranja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nianaranao</a:t>
            </a:r>
            <a:r>
              <a:rPr lang="es-ES" sz="3200" b="1" dirty="0" smtClean="0"/>
              <a:t> (diplome) </a:t>
            </a:r>
            <a:endParaRPr lang="en-US" sz="3200" b="1" dirty="0" smtClean="0"/>
          </a:p>
          <a:p>
            <a:r>
              <a:rPr lang="es-ES" sz="3200" b="1" dirty="0" smtClean="0"/>
              <a:t>* </a:t>
            </a:r>
            <a:r>
              <a:rPr lang="es-ES" sz="3200" b="1" dirty="0" err="1" smtClean="0"/>
              <a:t>Mihoatra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lavitra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nohon`ny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fanaovana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fanamiana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tsara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tarehy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izay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mitarika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olona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hanaja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sy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hiankohoka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aminao</a:t>
            </a:r>
            <a:r>
              <a:rPr lang="es-ES" sz="3200" b="1" dirty="0" smtClean="0"/>
              <a:t>.</a:t>
            </a:r>
            <a:endParaRPr lang="en-US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INONA MARINA ARY NY TENA ATAO HOE CG :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s-ES" sz="4000" dirty="0" smtClean="0"/>
              <a:t>* </a:t>
            </a:r>
            <a:r>
              <a:rPr lang="es-ES" sz="4000" dirty="0" err="1" smtClean="0"/>
              <a:t>Mpanompon`Andriamanitra</a:t>
            </a:r>
            <a:endParaRPr lang="en-US" sz="4000" dirty="0" smtClean="0"/>
          </a:p>
          <a:p>
            <a:pPr>
              <a:buNone/>
            </a:pPr>
            <a:r>
              <a:rPr lang="es-ES" sz="4000" dirty="0" smtClean="0"/>
              <a:t>* </a:t>
            </a:r>
            <a:r>
              <a:rPr lang="es-ES" sz="4000" dirty="0" err="1" smtClean="0"/>
              <a:t>Mpitarika</a:t>
            </a:r>
            <a:r>
              <a:rPr lang="es-ES" sz="4000" dirty="0" smtClean="0"/>
              <a:t> </a:t>
            </a:r>
            <a:r>
              <a:rPr lang="es-ES" sz="4000" dirty="0" err="1" smtClean="0"/>
              <a:t>sy</a:t>
            </a:r>
            <a:r>
              <a:rPr lang="es-ES" sz="4000" dirty="0" smtClean="0"/>
              <a:t> </a:t>
            </a:r>
            <a:r>
              <a:rPr lang="es-ES" sz="4000" dirty="0" err="1" smtClean="0"/>
              <a:t>ohatra</a:t>
            </a:r>
            <a:r>
              <a:rPr lang="es-ES" sz="4000" dirty="0" smtClean="0"/>
              <a:t> </a:t>
            </a:r>
            <a:r>
              <a:rPr lang="es-ES" sz="4000" dirty="0" err="1" smtClean="0"/>
              <a:t>ho</a:t>
            </a:r>
            <a:r>
              <a:rPr lang="es-ES" sz="4000" dirty="0" smtClean="0"/>
              <a:t> </a:t>
            </a:r>
            <a:r>
              <a:rPr lang="es-ES" sz="4000" dirty="0" err="1" smtClean="0"/>
              <a:t>an`ny</a:t>
            </a:r>
            <a:r>
              <a:rPr lang="es-ES" sz="4000" dirty="0" smtClean="0"/>
              <a:t> tanora</a:t>
            </a:r>
            <a:endParaRPr lang="en-US" sz="4000" dirty="0" smtClean="0"/>
          </a:p>
          <a:p>
            <a:pPr>
              <a:buNone/>
            </a:pPr>
            <a:r>
              <a:rPr lang="es-ES" sz="4000" dirty="0" smtClean="0"/>
              <a:t>* </a:t>
            </a:r>
            <a:r>
              <a:rPr lang="es-ES" sz="4000" dirty="0" err="1" smtClean="0"/>
              <a:t>Mpitarika</a:t>
            </a:r>
            <a:r>
              <a:rPr lang="es-ES" sz="4000" dirty="0" smtClean="0"/>
              <a:t> </a:t>
            </a:r>
            <a:r>
              <a:rPr lang="es-ES" sz="4000" dirty="0" err="1" smtClean="0"/>
              <a:t>ny</a:t>
            </a:r>
            <a:r>
              <a:rPr lang="es-ES" sz="4000" dirty="0" smtClean="0"/>
              <a:t> </a:t>
            </a:r>
            <a:r>
              <a:rPr lang="es-ES" sz="4000" dirty="0" err="1" smtClean="0"/>
              <a:t>fiangonana</a:t>
            </a:r>
            <a:endParaRPr lang="en-US" sz="4000" dirty="0" smtClean="0"/>
          </a:p>
          <a:p>
            <a:pPr>
              <a:buNone/>
            </a:pPr>
            <a:r>
              <a:rPr lang="es-ES" sz="4000" dirty="0" smtClean="0"/>
              <a:t>* </a:t>
            </a:r>
            <a:r>
              <a:rPr lang="es-ES" sz="4000" dirty="0" err="1" smtClean="0"/>
              <a:t>Miasa</a:t>
            </a:r>
            <a:r>
              <a:rPr lang="es-ES" sz="4000" dirty="0" smtClean="0"/>
              <a:t> </a:t>
            </a:r>
            <a:r>
              <a:rPr lang="es-ES" sz="4000" dirty="0" err="1" smtClean="0"/>
              <a:t>miaraka</a:t>
            </a:r>
            <a:r>
              <a:rPr lang="es-ES" sz="4000" dirty="0" smtClean="0"/>
              <a:t> @ </a:t>
            </a:r>
            <a:r>
              <a:rPr lang="es-ES" sz="4000" dirty="0" err="1" smtClean="0"/>
              <a:t>ankizy</a:t>
            </a:r>
            <a:r>
              <a:rPr lang="es-ES" sz="4000" dirty="0" smtClean="0"/>
              <a:t> </a:t>
            </a:r>
            <a:r>
              <a:rPr lang="es-ES" sz="4000" dirty="0" err="1" smtClean="0"/>
              <a:t>sy</a:t>
            </a:r>
            <a:r>
              <a:rPr lang="es-ES" sz="4000" dirty="0" smtClean="0"/>
              <a:t> </a:t>
            </a:r>
            <a:r>
              <a:rPr lang="es-ES" sz="4000" dirty="0" err="1" smtClean="0"/>
              <a:t>ny</a:t>
            </a:r>
            <a:r>
              <a:rPr lang="es-ES" sz="4000" dirty="0" smtClean="0"/>
              <a:t> tanora </a:t>
            </a:r>
            <a:r>
              <a:rPr lang="es-ES" sz="4000" dirty="0" err="1" smtClean="0"/>
              <a:t>zandriny</a:t>
            </a:r>
            <a:endParaRPr lang="en-US" sz="4000" dirty="0" smtClean="0"/>
          </a:p>
          <a:p>
            <a:pPr>
              <a:buNone/>
            </a:pPr>
            <a:r>
              <a:rPr lang="en-GB" sz="4000" dirty="0" smtClean="0"/>
              <a:t>* An expert,   a specialist,  a master</a:t>
            </a:r>
            <a:endParaRPr lang="en-US" sz="4000" dirty="0" smtClean="0"/>
          </a:p>
          <a:p>
            <a:pPr>
              <a:buNone/>
            </a:pPr>
            <a:r>
              <a:rPr lang="en-GB" sz="4000" dirty="0" smtClean="0"/>
              <a:t>* </a:t>
            </a:r>
            <a:r>
              <a:rPr lang="en-GB" sz="4000" dirty="0" err="1" smtClean="0"/>
              <a:t>Mahasoa</a:t>
            </a:r>
            <a:r>
              <a:rPr lang="en-GB" sz="4000" dirty="0" smtClean="0"/>
              <a:t> </a:t>
            </a:r>
            <a:r>
              <a:rPr lang="en-GB" sz="4000" dirty="0" err="1" smtClean="0"/>
              <a:t>sy</a:t>
            </a:r>
            <a:r>
              <a:rPr lang="en-GB" sz="4000" dirty="0" smtClean="0"/>
              <a:t> </a:t>
            </a:r>
            <a:r>
              <a:rPr lang="en-GB" sz="4000" dirty="0" err="1" smtClean="0"/>
              <a:t>misy</a:t>
            </a:r>
            <a:r>
              <a:rPr lang="en-GB" sz="4000" dirty="0" smtClean="0"/>
              <a:t> </a:t>
            </a:r>
            <a:r>
              <a:rPr lang="en-GB" sz="4000" dirty="0" err="1" smtClean="0"/>
              <a:t>ilàna</a:t>
            </a:r>
            <a:r>
              <a:rPr lang="en-GB" sz="4000" dirty="0" smtClean="0"/>
              <a:t> </a:t>
            </a:r>
            <a:r>
              <a:rPr lang="en-GB" sz="4000" dirty="0" err="1" smtClean="0"/>
              <a:t>azy</a:t>
            </a:r>
            <a:r>
              <a:rPr lang="en-GB" sz="4000" dirty="0" smtClean="0"/>
              <a:t> &amp; </a:t>
            </a:r>
            <a:r>
              <a:rPr lang="en-GB" sz="4000" dirty="0" err="1" smtClean="0"/>
              <a:t>Tsy</a:t>
            </a:r>
            <a:r>
              <a:rPr lang="en-GB" sz="4000" dirty="0" smtClean="0"/>
              <a:t> </a:t>
            </a:r>
            <a:r>
              <a:rPr lang="en-GB" sz="4000" dirty="0" err="1" smtClean="0"/>
              <a:t>lany</a:t>
            </a:r>
            <a:r>
              <a:rPr lang="en-GB" sz="4000" dirty="0" smtClean="0"/>
              <a:t> « </a:t>
            </a:r>
            <a:r>
              <a:rPr lang="en-GB" sz="4000" dirty="0" err="1" smtClean="0"/>
              <a:t>fika</a:t>
            </a:r>
            <a:r>
              <a:rPr lang="en-GB" sz="4000" dirty="0" smtClean="0"/>
              <a:t> »</a:t>
            </a:r>
            <a:endParaRPr lang="en-US" sz="4000" dirty="0" smtClean="0"/>
          </a:p>
          <a:p>
            <a:pPr>
              <a:buNone/>
            </a:pP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IREO ZAVATRA ANDRASANA @ CG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8686800" cy="457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2800" dirty="0" smtClean="0"/>
              <a:t>¤ Leader - </a:t>
            </a:r>
            <a:r>
              <a:rPr lang="es-ES" sz="2800" dirty="0" err="1" smtClean="0"/>
              <a:t>Ekena</a:t>
            </a:r>
            <a:r>
              <a:rPr lang="es-ES" sz="2800" dirty="0" smtClean="0"/>
              <a:t>  </a:t>
            </a:r>
            <a:r>
              <a:rPr lang="es-ES" sz="2800" dirty="0" err="1" smtClean="0"/>
              <a:t>maneran-tany</a:t>
            </a:r>
            <a:r>
              <a:rPr lang="es-ES" sz="2800" dirty="0" smtClean="0"/>
              <a:t> </a:t>
            </a:r>
            <a:r>
              <a:rPr lang="es-ES" sz="2800" dirty="0" err="1" smtClean="0"/>
              <a:t>ho</a:t>
            </a:r>
            <a:r>
              <a:rPr lang="es-ES" sz="2800" dirty="0" smtClean="0"/>
              <a:t> </a:t>
            </a:r>
            <a:r>
              <a:rPr lang="es-ES" sz="2800" dirty="0" err="1" smtClean="0"/>
              <a:t>mpitarika</a:t>
            </a:r>
            <a:r>
              <a:rPr lang="es-ES" sz="2800" dirty="0" smtClean="0"/>
              <a:t> </a:t>
            </a:r>
            <a:r>
              <a:rPr lang="es-ES" sz="2800" dirty="0" err="1" smtClean="0"/>
              <a:t>ao</a:t>
            </a:r>
            <a:r>
              <a:rPr lang="es-ES" sz="2800" dirty="0" smtClean="0"/>
              <a:t> @ </a:t>
            </a:r>
            <a:r>
              <a:rPr lang="es-ES" sz="2800" dirty="0" err="1" smtClean="0"/>
              <a:t>Fiangonana</a:t>
            </a:r>
            <a:r>
              <a:rPr lang="es-ES" sz="2800" dirty="0" smtClean="0"/>
              <a:t> </a:t>
            </a:r>
            <a:endParaRPr lang="en-US" sz="2800" dirty="0" smtClean="0"/>
          </a:p>
          <a:p>
            <a:pPr>
              <a:buNone/>
            </a:pPr>
            <a:r>
              <a:rPr lang="es-ES" sz="2800" dirty="0" smtClean="0"/>
              <a:t>¤ </a:t>
            </a:r>
            <a:r>
              <a:rPr lang="es-ES" sz="2800" dirty="0" err="1" smtClean="0"/>
              <a:t>Expert</a:t>
            </a:r>
            <a:r>
              <a:rPr lang="es-ES" sz="2800" dirty="0" smtClean="0"/>
              <a:t> - </a:t>
            </a:r>
            <a:r>
              <a:rPr lang="es-ES" sz="2800" dirty="0" err="1" smtClean="0"/>
              <a:t>kinga</a:t>
            </a:r>
            <a:r>
              <a:rPr lang="es-ES" sz="2800" dirty="0" smtClean="0"/>
              <a:t> </a:t>
            </a:r>
            <a:r>
              <a:rPr lang="es-ES" sz="2800" dirty="0" err="1" smtClean="0"/>
              <a:t>sy</a:t>
            </a:r>
            <a:r>
              <a:rPr lang="es-ES" sz="2800" dirty="0" smtClean="0"/>
              <a:t> mora </a:t>
            </a:r>
            <a:r>
              <a:rPr lang="es-ES" sz="2800" dirty="0" err="1" smtClean="0"/>
              <a:t>mandray</a:t>
            </a:r>
            <a:r>
              <a:rPr lang="es-ES" sz="2800" dirty="0" smtClean="0"/>
              <a:t> </a:t>
            </a:r>
            <a:r>
              <a:rPr lang="es-ES" sz="2800" dirty="0" err="1" smtClean="0"/>
              <a:t>fahalalana</a:t>
            </a:r>
            <a:r>
              <a:rPr lang="es-ES" sz="2800" dirty="0" smtClean="0"/>
              <a:t> (oh: </a:t>
            </a:r>
            <a:r>
              <a:rPr lang="es-ES" sz="2800" dirty="0" err="1" smtClean="0"/>
              <a:t>famindrana,vonjy</a:t>
            </a:r>
            <a:r>
              <a:rPr lang="es-ES" sz="2800" dirty="0" smtClean="0"/>
              <a:t> </a:t>
            </a:r>
            <a:r>
              <a:rPr lang="es-ES" sz="2800" dirty="0" err="1" smtClean="0"/>
              <a:t>voina</a:t>
            </a:r>
            <a:r>
              <a:rPr lang="es-ES" sz="2800" dirty="0" smtClean="0"/>
              <a:t> </a:t>
            </a:r>
            <a:r>
              <a:rPr lang="es-ES" sz="2800" dirty="0" err="1" smtClean="0"/>
              <a:t>vona</a:t>
            </a:r>
            <a:r>
              <a:rPr lang="es-ES" sz="2800" dirty="0" smtClean="0"/>
              <a:t>)</a:t>
            </a:r>
            <a:endParaRPr lang="en-US" sz="2800" dirty="0" smtClean="0"/>
          </a:p>
          <a:p>
            <a:pPr>
              <a:buNone/>
            </a:pPr>
            <a:r>
              <a:rPr lang="es-ES" sz="2800" dirty="0" smtClean="0"/>
              <a:t>¤ Guide - </a:t>
            </a:r>
            <a:r>
              <a:rPr lang="es-ES" sz="2800" dirty="0" err="1" smtClean="0"/>
              <a:t>Afaka</a:t>
            </a:r>
            <a:r>
              <a:rPr lang="es-ES" sz="2800" dirty="0" smtClean="0"/>
              <a:t> </a:t>
            </a:r>
            <a:r>
              <a:rPr lang="es-ES" sz="2800" dirty="0" err="1" smtClean="0"/>
              <a:t>ny</a:t>
            </a:r>
            <a:r>
              <a:rPr lang="es-ES" sz="2800" dirty="0" smtClean="0"/>
              <a:t> </a:t>
            </a:r>
            <a:r>
              <a:rPr lang="es-ES" sz="2800" dirty="0" err="1" smtClean="0"/>
              <a:t>haneho</a:t>
            </a:r>
            <a:r>
              <a:rPr lang="es-ES" sz="2800" dirty="0" smtClean="0"/>
              <a:t> </a:t>
            </a:r>
            <a:r>
              <a:rPr lang="es-ES" sz="2800" dirty="0" err="1" smtClean="0"/>
              <a:t>ny</a:t>
            </a:r>
            <a:r>
              <a:rPr lang="es-ES" sz="2800" dirty="0" smtClean="0"/>
              <a:t> </a:t>
            </a:r>
            <a:r>
              <a:rPr lang="es-ES" sz="2800" dirty="0" err="1" smtClean="0"/>
              <a:t>fomba</a:t>
            </a:r>
            <a:r>
              <a:rPr lang="es-ES" sz="2800" dirty="0" smtClean="0"/>
              <a:t> </a:t>
            </a:r>
            <a:r>
              <a:rPr lang="es-ES" sz="2800" dirty="0" err="1" smtClean="0"/>
              <a:t>hanaovana</a:t>
            </a:r>
            <a:r>
              <a:rPr lang="es-ES" sz="2800" dirty="0" smtClean="0"/>
              <a:t> </a:t>
            </a:r>
            <a:r>
              <a:rPr lang="es-ES" sz="2800" dirty="0" err="1" smtClean="0"/>
              <a:t>zavatra</a:t>
            </a:r>
            <a:r>
              <a:rPr lang="es-ES" sz="2800" dirty="0" smtClean="0"/>
              <a:t> </a:t>
            </a:r>
            <a:r>
              <a:rPr lang="es-ES" sz="2800" dirty="0" err="1" smtClean="0"/>
              <a:t>anankiray</a:t>
            </a:r>
            <a:r>
              <a:rPr lang="es-ES" sz="2800" dirty="0" smtClean="0"/>
              <a:t>, </a:t>
            </a:r>
            <a:r>
              <a:rPr lang="es-ES" sz="2800" dirty="0" err="1" smtClean="0"/>
              <a:t>hanoro</a:t>
            </a:r>
            <a:r>
              <a:rPr lang="es-ES" sz="2800" dirty="0" smtClean="0"/>
              <a:t> </a:t>
            </a:r>
            <a:r>
              <a:rPr lang="es-ES" sz="2800" dirty="0" err="1" smtClean="0"/>
              <a:t>hevitra</a:t>
            </a:r>
            <a:r>
              <a:rPr lang="es-ES" sz="2800" dirty="0" smtClean="0"/>
              <a:t>.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¤ </a:t>
            </a:r>
            <a:r>
              <a:rPr lang="en-US" sz="2800" dirty="0" err="1" smtClean="0"/>
              <a:t>Faka</a:t>
            </a:r>
            <a:r>
              <a:rPr lang="en-US" sz="2800" dirty="0" smtClean="0"/>
              <a:t> </a:t>
            </a:r>
            <a:r>
              <a:rPr lang="en-US" sz="2800" dirty="0" err="1" smtClean="0"/>
              <a:t>tahaka</a:t>
            </a:r>
            <a:r>
              <a:rPr lang="en-US" sz="2800" dirty="0" smtClean="0"/>
              <a:t> -  </a:t>
            </a:r>
            <a:r>
              <a:rPr lang="en-US" sz="2800" dirty="0" err="1" smtClean="0"/>
              <a:t>modely</a:t>
            </a:r>
            <a:r>
              <a:rPr lang="en-US" sz="2800" dirty="0" smtClean="0"/>
              <a:t> @ </a:t>
            </a:r>
            <a:r>
              <a:rPr lang="en-US" sz="2800" dirty="0" err="1" smtClean="0"/>
              <a:t>fitsipi-pifehezana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ohatra</a:t>
            </a:r>
            <a:r>
              <a:rPr lang="en-US" sz="2800" dirty="0" smtClean="0"/>
              <a:t> </a:t>
            </a:r>
            <a:r>
              <a:rPr lang="en-US" sz="2800" dirty="0" err="1" smtClean="0"/>
              <a:t>tsara</a:t>
            </a:r>
            <a:r>
              <a:rPr lang="en-US" sz="2800" dirty="0" smtClean="0"/>
              <a:t> ho </a:t>
            </a:r>
            <a:r>
              <a:rPr lang="en-US" sz="2800" dirty="0" err="1" smtClean="0"/>
              <a:t>an`ny</a:t>
            </a:r>
            <a:r>
              <a:rPr lang="en-US" sz="2800" dirty="0" smtClean="0"/>
              <a:t> </a:t>
            </a:r>
            <a:r>
              <a:rPr lang="en-US" sz="2800" dirty="0" err="1" smtClean="0"/>
              <a:t>tanora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¤ </a:t>
            </a:r>
            <a:r>
              <a:rPr lang="en-US" sz="2800" dirty="0" err="1" smtClean="0"/>
              <a:t>Olona</a:t>
            </a:r>
            <a:r>
              <a:rPr lang="en-US" sz="2800" dirty="0" smtClean="0"/>
              <a:t> </a:t>
            </a:r>
            <a:r>
              <a:rPr lang="en-US" sz="2800" dirty="0" err="1" smtClean="0"/>
              <a:t>mahasoa</a:t>
            </a:r>
            <a:r>
              <a:rPr lang="en-US" sz="2800" dirty="0" smtClean="0"/>
              <a:t> - </a:t>
            </a:r>
            <a:r>
              <a:rPr lang="en-US" sz="2800" dirty="0" err="1" smtClean="0"/>
              <a:t>Tsy</a:t>
            </a:r>
            <a:r>
              <a:rPr lang="en-US" sz="2800" dirty="0" smtClean="0"/>
              <a:t> </a:t>
            </a:r>
            <a:r>
              <a:rPr lang="en-US" sz="2800" dirty="0" err="1" smtClean="0"/>
              <a:t>lany</a:t>
            </a:r>
            <a:r>
              <a:rPr lang="en-US" sz="2800" dirty="0" smtClean="0"/>
              <a:t> </a:t>
            </a:r>
            <a:r>
              <a:rPr lang="en-US" sz="2800" dirty="0" err="1" smtClean="0"/>
              <a:t>hevitra</a:t>
            </a:r>
            <a:r>
              <a:rPr lang="en-US" sz="2800" dirty="0" smtClean="0"/>
              <a:t> </a:t>
            </a:r>
            <a:r>
              <a:rPr lang="en-US" sz="2800" dirty="0" err="1" smtClean="0"/>
              <a:t>ary</a:t>
            </a:r>
            <a:r>
              <a:rPr lang="en-US" sz="2800" dirty="0" smtClean="0"/>
              <a:t> </a:t>
            </a:r>
            <a:r>
              <a:rPr lang="en-US" sz="2800" dirty="0" err="1" smtClean="0"/>
              <a:t>mahafinaritra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manana</a:t>
            </a:r>
            <a:r>
              <a:rPr lang="en-US" sz="2800" dirty="0" smtClean="0"/>
              <a:t> </a:t>
            </a:r>
            <a:r>
              <a:rPr lang="en-US" sz="2800" dirty="0" err="1" smtClean="0"/>
              <a:t>azy</a:t>
            </a:r>
            <a:r>
              <a:rPr lang="en-US" sz="2800" dirty="0" smtClean="0"/>
              <a:t> </a:t>
            </a:r>
            <a:r>
              <a:rPr lang="en-US" sz="2800" dirty="0" err="1" smtClean="0"/>
              <a:t>eo</a:t>
            </a:r>
            <a:r>
              <a:rPr lang="en-US" sz="2800" dirty="0" smtClean="0"/>
              <a:t> @ </a:t>
            </a:r>
            <a:r>
              <a:rPr lang="en-US" sz="2800" dirty="0" err="1" smtClean="0"/>
              <a:t>manodidina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¤ </a:t>
            </a:r>
            <a:r>
              <a:rPr lang="en-US" sz="2800" dirty="0" err="1" smtClean="0"/>
              <a:t>Mpanompo</a:t>
            </a:r>
            <a:r>
              <a:rPr lang="en-US" sz="2800" dirty="0" smtClean="0"/>
              <a:t> - </a:t>
            </a:r>
            <a:r>
              <a:rPr lang="en-US" sz="2800" dirty="0" err="1" smtClean="0"/>
              <a:t>vonona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hanompo</a:t>
            </a:r>
            <a:r>
              <a:rPr lang="en-US" sz="2800" dirty="0" smtClean="0"/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oviana</a:t>
            </a:r>
            <a:r>
              <a:rPr lang="en-US" sz="2800" dirty="0" smtClean="0"/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oviana</a:t>
            </a:r>
            <a:r>
              <a:rPr lang="en-US" sz="2800" dirty="0" smtClean="0"/>
              <a:t> </a:t>
            </a:r>
            <a:r>
              <a:rPr lang="en-US" sz="2800" dirty="0" err="1" smtClean="0"/>
              <a:t>ary</a:t>
            </a:r>
            <a:r>
              <a:rPr lang="en-US" sz="2800" dirty="0" smtClean="0"/>
              <a:t> </a:t>
            </a:r>
            <a:r>
              <a:rPr lang="en-US" sz="2800" dirty="0" err="1" smtClean="0"/>
              <a:t>n`aiza</a:t>
            </a:r>
            <a:r>
              <a:rPr lang="en-US" sz="2800" dirty="0" smtClean="0"/>
              <a:t> </a:t>
            </a:r>
            <a:r>
              <a:rPr lang="en-US" sz="2800" dirty="0" err="1" smtClean="0"/>
              <a:t>n`aiza</a:t>
            </a:r>
            <a:r>
              <a:rPr lang="en-US" sz="2800" dirty="0" smtClean="0"/>
              <a:t> </a:t>
            </a:r>
            <a:r>
              <a:rPr lang="en-US" sz="2800" dirty="0" err="1" smtClean="0"/>
              <a:t>hiantsoan`ny</a:t>
            </a:r>
            <a:r>
              <a:rPr lang="en-US" sz="2800" dirty="0" smtClean="0"/>
              <a:t> </a:t>
            </a:r>
            <a:r>
              <a:rPr lang="en-US" sz="2800" dirty="0" err="1" smtClean="0"/>
              <a:t>adidy</a:t>
            </a:r>
            <a:r>
              <a:rPr lang="en-US" sz="2800" dirty="0" smtClean="0"/>
              <a:t> </a:t>
            </a:r>
            <a:r>
              <a:rPr lang="en-US" sz="2800" dirty="0" err="1" smtClean="0"/>
              <a:t>azy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</a:t>
            </a:r>
          </a:p>
          <a:p>
            <a:pPr>
              <a:buNone/>
            </a:pP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err="1" smtClean="0"/>
              <a:t>Ny</a:t>
            </a:r>
            <a:r>
              <a:rPr lang="en-GB" b="1" dirty="0" smtClean="0"/>
              <a:t> </a:t>
            </a:r>
            <a:r>
              <a:rPr lang="en-GB" b="1" dirty="0" err="1" smtClean="0"/>
              <a:t>fangorahan`i</a:t>
            </a:r>
            <a:r>
              <a:rPr lang="en-GB" b="1" dirty="0" smtClean="0"/>
              <a:t> </a:t>
            </a:r>
            <a:r>
              <a:rPr lang="en-GB" b="1" dirty="0" err="1" smtClean="0"/>
              <a:t>Jesosy</a:t>
            </a:r>
            <a:r>
              <a:rPr lang="en-GB" b="1" dirty="0" smtClean="0"/>
              <a:t> :</a:t>
            </a:r>
            <a:r>
              <a:rPr lang="en-GB" b="1" dirty="0" err="1" smtClean="0"/>
              <a:t>Aingam-panahy</a:t>
            </a:r>
            <a:r>
              <a:rPr lang="en-GB" b="1" dirty="0" smtClean="0"/>
              <a:t> ho </a:t>
            </a:r>
            <a:r>
              <a:rPr lang="en-GB" b="1" dirty="0" err="1" smtClean="0"/>
              <a:t>an`ny</a:t>
            </a:r>
            <a:r>
              <a:rPr lang="en-GB" b="1" dirty="0" smtClean="0"/>
              <a:t> CG </a:t>
            </a:r>
            <a:r>
              <a:rPr lang="en-GB" b="1" dirty="0" err="1" smtClean="0"/>
              <a:t>rehetra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s-ES" sz="3200" b="1" dirty="0" smtClean="0"/>
              <a:t>: "</a:t>
            </a:r>
            <a:r>
              <a:rPr lang="es-ES" sz="3200" b="1" dirty="0" err="1" smtClean="0"/>
              <a:t>Feno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fangorahana</a:t>
            </a:r>
            <a:r>
              <a:rPr lang="es-ES" sz="3200" b="1" dirty="0" smtClean="0"/>
              <a:t>, </a:t>
            </a:r>
            <a:r>
              <a:rPr lang="es-ES" sz="3200" b="1" dirty="0" err="1" smtClean="0"/>
              <a:t>Jesosy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nanatsotra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tanany</a:t>
            </a:r>
            <a:r>
              <a:rPr lang="es-ES" sz="3200" b="1" dirty="0" smtClean="0"/>
              <a:t>  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     </a:t>
            </a:r>
            <a:r>
              <a:rPr lang="en-GB" sz="3200" b="1" dirty="0" err="1" smtClean="0"/>
              <a:t>ary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nikasika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ny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olona</a:t>
            </a:r>
            <a:r>
              <a:rPr lang="en-GB" sz="3200" b="1" dirty="0" smtClean="0"/>
              <a:t>" Mark 1:41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« </a:t>
            </a:r>
            <a:r>
              <a:rPr lang="es-ES" sz="3200" b="1" dirty="0" err="1" smtClean="0"/>
              <a:t>Fitiavana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sy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fangorahana</a:t>
            </a:r>
            <a:r>
              <a:rPr lang="es-ES" sz="3200" b="1" dirty="0" smtClean="0"/>
              <a:t> »,</a:t>
            </a:r>
            <a:r>
              <a:rPr lang="es-ES" sz="3200" b="1" dirty="0" err="1" smtClean="0"/>
              <a:t>Ireo</a:t>
            </a:r>
            <a:r>
              <a:rPr lang="es-ES" sz="3200" b="1" dirty="0" smtClean="0"/>
              <a:t> no </a:t>
            </a:r>
            <a:r>
              <a:rPr lang="es-ES" sz="3200" b="1" dirty="0" err="1" smtClean="0"/>
              <a:t>toetra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tsara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anankiroa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lanjany</a:t>
            </a:r>
            <a:r>
              <a:rPr lang="es-ES" sz="3200" b="1" dirty="0" smtClean="0"/>
              <a:t>: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* </a:t>
            </a:r>
            <a:r>
              <a:rPr lang="es-ES" sz="3200" b="1" dirty="0" err="1" smtClean="0"/>
              <a:t>izay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mampiavaka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CG </a:t>
            </a:r>
            <a:r>
              <a:rPr lang="es-ES" sz="3200" b="1" dirty="0" err="1" smtClean="0"/>
              <a:t>mahomby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eo</a:t>
            </a:r>
            <a:r>
              <a:rPr lang="es-ES" sz="3200" b="1" dirty="0" smtClean="0"/>
              <a:t> @ </a:t>
            </a:r>
            <a:r>
              <a:rPr lang="es-ES" sz="3200" b="1" dirty="0" err="1" smtClean="0"/>
              <a:t>fitarihana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*  </a:t>
            </a:r>
            <a:r>
              <a:rPr lang="es-ES" sz="3200" b="1" dirty="0" err="1" smtClean="0"/>
              <a:t>Izay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manampy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hampisy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fiantraikany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tsara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mandritra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androm-piainan`ny</a:t>
            </a:r>
            <a:r>
              <a:rPr lang="es-ES" sz="3200" b="1" dirty="0" smtClean="0"/>
              <a:t> tanora </a:t>
            </a:r>
            <a:r>
              <a:rPr lang="es-ES" sz="3200" b="1" dirty="0" err="1" smtClean="0"/>
              <a:t>izay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hiasan`ny</a:t>
            </a:r>
            <a:r>
              <a:rPr lang="es-ES" sz="3200" b="1" dirty="0" smtClean="0"/>
              <a:t> CG</a:t>
            </a:r>
            <a:endParaRPr lang="en-US" sz="3200" b="1" dirty="0" smtClean="0"/>
          </a:p>
          <a:p>
            <a:pPr>
              <a:buNone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IZAY ANDRASAN’NY TANORA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ES" sz="4800" dirty="0" smtClean="0"/>
              <a:t>* </a:t>
            </a:r>
            <a:r>
              <a:rPr lang="es-ES" sz="4800" dirty="0" err="1" smtClean="0"/>
              <a:t>Fampaherezana</a:t>
            </a:r>
            <a:endParaRPr lang="en-US" sz="4800" dirty="0" smtClean="0"/>
          </a:p>
          <a:p>
            <a:pPr>
              <a:buNone/>
            </a:pPr>
            <a:r>
              <a:rPr lang="es-ES" sz="4800" dirty="0" smtClean="0"/>
              <a:t>* </a:t>
            </a:r>
            <a:r>
              <a:rPr lang="es-ES" sz="4800" dirty="0" err="1" smtClean="0"/>
              <a:t>Fanekena</a:t>
            </a:r>
            <a:r>
              <a:rPr lang="es-ES" sz="4800" dirty="0" smtClean="0"/>
              <a:t> (</a:t>
            </a:r>
            <a:r>
              <a:rPr lang="es-ES" sz="4800" dirty="0" err="1" smtClean="0"/>
              <a:t>acceptation</a:t>
            </a:r>
            <a:r>
              <a:rPr lang="es-ES" sz="4800" dirty="0" smtClean="0"/>
              <a:t>)</a:t>
            </a:r>
            <a:endParaRPr lang="en-US" sz="4800" dirty="0" smtClean="0"/>
          </a:p>
          <a:p>
            <a:pPr>
              <a:buNone/>
            </a:pPr>
            <a:r>
              <a:rPr lang="es-ES" sz="4800" dirty="0" smtClean="0"/>
              <a:t>* </a:t>
            </a:r>
            <a:r>
              <a:rPr lang="es-ES" sz="4800" dirty="0" err="1" smtClean="0"/>
              <a:t>Fahazoana</a:t>
            </a:r>
            <a:r>
              <a:rPr lang="es-ES" sz="4800" dirty="0" smtClean="0"/>
              <a:t> </a:t>
            </a:r>
            <a:r>
              <a:rPr lang="es-ES" sz="4800" dirty="0" err="1" smtClean="0"/>
              <a:t>antoka</a:t>
            </a:r>
            <a:r>
              <a:rPr lang="es-ES" sz="4800" dirty="0" smtClean="0"/>
              <a:t> (</a:t>
            </a:r>
            <a:r>
              <a:rPr lang="es-ES" sz="4800" dirty="0" err="1" smtClean="0"/>
              <a:t>Securité</a:t>
            </a:r>
            <a:r>
              <a:rPr lang="es-ES" sz="4800" dirty="0" smtClean="0"/>
              <a:t>)</a:t>
            </a:r>
            <a:endParaRPr lang="en-US" sz="4800" dirty="0" smtClean="0"/>
          </a:p>
          <a:p>
            <a:pPr>
              <a:buNone/>
            </a:pPr>
            <a:r>
              <a:rPr lang="es-ES" sz="4800" dirty="0" smtClean="0"/>
              <a:t>* </a:t>
            </a:r>
            <a:r>
              <a:rPr lang="es-ES" sz="4800" dirty="0" err="1" smtClean="0"/>
              <a:t>Fanantenana</a:t>
            </a:r>
            <a:endParaRPr lang="en-US" sz="4800" dirty="0" smtClean="0"/>
          </a:p>
          <a:p>
            <a:pPr>
              <a:buNone/>
            </a:pPr>
            <a:r>
              <a:rPr lang="es-ES" sz="4800" dirty="0" smtClean="0"/>
              <a:t> </a:t>
            </a:r>
            <a:endParaRPr lang="en-US" sz="4800" dirty="0" smtClean="0"/>
          </a:p>
          <a:p>
            <a:pPr>
              <a:buNone/>
            </a:pP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b="1" dirty="0" err="1" smtClean="0"/>
              <a:t>Ny</a:t>
            </a:r>
            <a:r>
              <a:rPr lang="es-ES" b="1" dirty="0" smtClean="0"/>
              <a:t> </a:t>
            </a:r>
            <a:r>
              <a:rPr lang="es-ES" b="1" dirty="0" err="1" smtClean="0"/>
              <a:t>herin`ny</a:t>
            </a:r>
            <a:r>
              <a:rPr lang="es-ES" b="1" dirty="0" smtClean="0"/>
              <a:t> </a:t>
            </a:r>
            <a:r>
              <a:rPr lang="es-ES" b="1" dirty="0" err="1" smtClean="0"/>
              <a:t>Fikasihan`ny</a:t>
            </a:r>
            <a:r>
              <a:rPr lang="es-ES" b="1" dirty="0" smtClean="0"/>
              <a:t> </a:t>
            </a:r>
            <a:r>
              <a:rPr lang="es-ES" b="1" dirty="0" err="1" smtClean="0"/>
              <a:t>Filoha</a:t>
            </a:r>
            <a:r>
              <a:rPr lang="es-ES" b="1" dirty="0" smtClean="0"/>
              <a:t> </a:t>
            </a:r>
            <a:r>
              <a:rPr lang="es-ES" b="1" dirty="0" err="1" smtClean="0"/>
              <a:t>Mpitarika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sz="3600" b="1" dirty="0" smtClean="0"/>
              <a:t>*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fikasihanao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dia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manana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hery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hanova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fiainan`izy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ireo</a:t>
            </a:r>
            <a:r>
              <a:rPr lang="es-ES" sz="3600" b="1" dirty="0" smtClean="0"/>
              <a:t>.</a:t>
            </a:r>
            <a:endParaRPr lang="en-US" sz="3600" b="1" dirty="0" smtClean="0"/>
          </a:p>
          <a:p>
            <a:r>
              <a:rPr lang="es-ES" sz="3600" b="1" dirty="0" smtClean="0"/>
              <a:t>* </a:t>
            </a:r>
            <a:r>
              <a:rPr lang="es-ES" sz="3600" b="1" dirty="0" err="1" smtClean="0"/>
              <a:t>Rehefa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manatratra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azy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ireo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hianao</a:t>
            </a:r>
            <a:r>
              <a:rPr lang="es-ES" sz="3600" b="1" dirty="0" smtClean="0"/>
              <a:t> @ </a:t>
            </a:r>
            <a:r>
              <a:rPr lang="es-ES" sz="3600" b="1" dirty="0" err="1" smtClean="0"/>
              <a:t>alalan`ny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finoana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sy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fahatokiana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azy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ireo</a:t>
            </a:r>
            <a:r>
              <a:rPr lang="es-ES" sz="3600" b="1" dirty="0" smtClean="0"/>
              <a:t>,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fanekena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azy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sy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fiaraha-miasa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aminy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dia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haneho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ny</a:t>
            </a:r>
            <a:r>
              <a:rPr lang="es-ES" sz="3600" b="1" dirty="0" smtClean="0"/>
              <a:t> tena </a:t>
            </a:r>
            <a:r>
              <a:rPr lang="es-ES" sz="3600" b="1" dirty="0" err="1" smtClean="0"/>
              <a:t>heriny</a:t>
            </a:r>
            <a:r>
              <a:rPr lang="es-ES" sz="3600" b="1" dirty="0" smtClean="0"/>
              <a:t>(</a:t>
            </a:r>
            <a:r>
              <a:rPr lang="es-ES" sz="3600" b="1" dirty="0" err="1" smtClean="0"/>
              <a:t>potentiel</a:t>
            </a:r>
            <a:r>
              <a:rPr lang="es-ES" sz="3600" b="1" dirty="0" smtClean="0"/>
              <a:t>) </a:t>
            </a:r>
            <a:r>
              <a:rPr lang="es-ES" sz="3600" b="1" dirty="0" err="1" smtClean="0"/>
              <a:t>izy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ireo</a:t>
            </a:r>
            <a:endParaRPr lang="en-US" sz="3600" b="1" dirty="0" smtClean="0"/>
          </a:p>
          <a:p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b="1" dirty="0" err="1" smtClean="0"/>
              <a:t>Ry</a:t>
            </a:r>
            <a:r>
              <a:rPr lang="es-ES" b="1" dirty="0" smtClean="0"/>
              <a:t> </a:t>
            </a:r>
            <a:r>
              <a:rPr lang="es-ES" b="1" dirty="0" err="1" smtClean="0"/>
              <a:t>Filoha</a:t>
            </a:r>
            <a:r>
              <a:rPr lang="es-ES" b="1" dirty="0" smtClean="0"/>
              <a:t> </a:t>
            </a:r>
            <a:r>
              <a:rPr lang="es-ES" b="1" dirty="0" err="1" smtClean="0"/>
              <a:t>Mpitarika</a:t>
            </a:r>
            <a:r>
              <a:rPr lang="es-ES" b="1" dirty="0" smtClean="0"/>
              <a:t> </a:t>
            </a:r>
            <a:r>
              <a:rPr lang="es-ES" b="1" dirty="0" err="1" smtClean="0"/>
              <a:t>izany</a:t>
            </a:r>
            <a:r>
              <a:rPr lang="es-ES" b="1" dirty="0" smtClean="0"/>
              <a:t> no </a:t>
            </a:r>
            <a:r>
              <a:rPr lang="es-ES" b="1" dirty="0" err="1" smtClean="0"/>
              <a:t>fiantsoana</a:t>
            </a:r>
            <a:r>
              <a:rPr lang="es-ES" b="1" dirty="0" smtClean="0"/>
              <a:t> </a:t>
            </a:r>
            <a:r>
              <a:rPr lang="es-ES" b="1" dirty="0" err="1" smtClean="0"/>
              <a:t>anao</a:t>
            </a:r>
            <a:r>
              <a:rPr lang="es-ES" b="1" dirty="0" smtClean="0"/>
              <a:t> !</a:t>
            </a:r>
            <a:endParaRPr lang="fr-FR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sz="4800" dirty="0" err="1" smtClean="0"/>
              <a:t>Mila</a:t>
            </a:r>
            <a:r>
              <a:rPr lang="es-ES" sz="4800" dirty="0" smtClean="0"/>
              <a:t> </a:t>
            </a:r>
            <a:r>
              <a:rPr lang="es-ES" sz="4800" dirty="0" err="1" smtClean="0"/>
              <a:t>ny</a:t>
            </a:r>
            <a:r>
              <a:rPr lang="es-ES" sz="4800" dirty="0" smtClean="0"/>
              <a:t> </a:t>
            </a:r>
            <a:r>
              <a:rPr lang="es-ES" sz="4800" dirty="0" err="1" smtClean="0"/>
              <a:t>fitarihanao</a:t>
            </a:r>
            <a:r>
              <a:rPr lang="es-ES" sz="4800" dirty="0" smtClean="0"/>
              <a:t> </a:t>
            </a:r>
            <a:r>
              <a:rPr lang="es-ES" sz="4800" dirty="0" err="1" smtClean="0"/>
              <a:t>ny</a:t>
            </a:r>
            <a:r>
              <a:rPr lang="es-ES" sz="4800" dirty="0" smtClean="0"/>
              <a:t> </a:t>
            </a:r>
            <a:r>
              <a:rPr lang="es-ES" sz="4800" dirty="0" err="1" smtClean="0"/>
              <a:t>ankizy</a:t>
            </a:r>
            <a:r>
              <a:rPr lang="es-ES" sz="4800" dirty="0" smtClean="0"/>
              <a:t> </a:t>
            </a:r>
            <a:r>
              <a:rPr lang="es-ES" sz="4800" dirty="0" err="1" smtClean="0"/>
              <a:t>ankehitriny</a:t>
            </a:r>
            <a:r>
              <a:rPr lang="es-ES" sz="4800" dirty="0" smtClean="0"/>
              <a:t> </a:t>
            </a:r>
            <a:r>
              <a:rPr lang="es-ES" sz="4800" dirty="0" err="1" smtClean="0"/>
              <a:t>satria</a:t>
            </a:r>
            <a:r>
              <a:rPr lang="es-ES" sz="4800" dirty="0" smtClean="0"/>
              <a:t> </a:t>
            </a:r>
            <a:r>
              <a:rPr lang="es-ES" sz="4800" dirty="0" err="1" smtClean="0"/>
              <a:t>ny</a:t>
            </a:r>
            <a:r>
              <a:rPr lang="es-ES" sz="4800" dirty="0" smtClean="0"/>
              <a:t> </a:t>
            </a:r>
            <a:r>
              <a:rPr lang="es-ES" sz="4800" dirty="0" err="1" smtClean="0"/>
              <a:t>lalana</a:t>
            </a:r>
            <a:r>
              <a:rPr lang="es-ES" sz="4800" dirty="0" smtClean="0"/>
              <a:t> </a:t>
            </a:r>
            <a:r>
              <a:rPr lang="es-ES" sz="4800" dirty="0" err="1" smtClean="0"/>
              <a:t>eo</a:t>
            </a:r>
            <a:r>
              <a:rPr lang="es-ES" sz="4800" dirty="0" smtClean="0"/>
              <a:t> </a:t>
            </a:r>
            <a:r>
              <a:rPr lang="es-ES" sz="4800" dirty="0" err="1" smtClean="0"/>
              <a:t>alohan`izy</a:t>
            </a:r>
            <a:r>
              <a:rPr lang="es-ES" sz="4800" dirty="0" smtClean="0"/>
              <a:t> </a:t>
            </a:r>
            <a:r>
              <a:rPr lang="es-ES" sz="4800" dirty="0" err="1" smtClean="0"/>
              <a:t>ireo</a:t>
            </a:r>
            <a:r>
              <a:rPr lang="es-ES" sz="4800" dirty="0" smtClean="0"/>
              <a:t> </a:t>
            </a:r>
            <a:r>
              <a:rPr lang="es-ES" sz="4800" dirty="0" err="1" smtClean="0"/>
              <a:t>dia</a:t>
            </a:r>
            <a:r>
              <a:rPr lang="es-ES" sz="4800" dirty="0" smtClean="0"/>
              <a:t> </a:t>
            </a:r>
            <a:r>
              <a:rPr lang="es-ES" sz="4800" dirty="0" err="1" smtClean="0"/>
              <a:t>toa</a:t>
            </a:r>
            <a:r>
              <a:rPr lang="es-ES" sz="4800" dirty="0" smtClean="0"/>
              <a:t> tena </a:t>
            </a:r>
            <a:r>
              <a:rPr lang="es-ES" sz="4800" dirty="0" err="1" smtClean="0"/>
              <a:t>mihotakotaka</a:t>
            </a:r>
            <a:r>
              <a:rPr lang="es-ES" sz="4800" dirty="0" smtClean="0"/>
              <a:t> </a:t>
            </a:r>
            <a:r>
              <a:rPr lang="es-ES" sz="4800" dirty="0" err="1" smtClean="0"/>
              <a:t>ka</a:t>
            </a:r>
            <a:r>
              <a:rPr lang="es-ES" sz="4800" dirty="0" smtClean="0"/>
              <a:t> </a:t>
            </a:r>
            <a:r>
              <a:rPr lang="es-ES" sz="4800" dirty="0" err="1" smtClean="0"/>
              <a:t>mahatsiaro</a:t>
            </a:r>
            <a:r>
              <a:rPr lang="es-ES" sz="4800" dirty="0" smtClean="0"/>
              <a:t> </a:t>
            </a:r>
            <a:r>
              <a:rPr lang="es-ES" sz="4800" dirty="0" err="1" smtClean="0"/>
              <a:t>ho</a:t>
            </a:r>
            <a:r>
              <a:rPr lang="es-ES" sz="4800" dirty="0" smtClean="0"/>
              <a:t> </a:t>
            </a:r>
            <a:r>
              <a:rPr lang="es-ES" sz="4800" dirty="0" err="1" smtClean="0"/>
              <a:t>very</a:t>
            </a:r>
            <a:r>
              <a:rPr lang="es-ES" sz="4800" dirty="0" smtClean="0"/>
              <a:t> </a:t>
            </a:r>
            <a:r>
              <a:rPr lang="es-ES" sz="4800" dirty="0" err="1" smtClean="0"/>
              <a:t>izy</a:t>
            </a:r>
            <a:r>
              <a:rPr lang="es-ES" sz="4800" dirty="0" smtClean="0"/>
              <a:t> </a:t>
            </a:r>
            <a:r>
              <a:rPr lang="es-ES" sz="4800" dirty="0" err="1" smtClean="0"/>
              <a:t>ireo</a:t>
            </a:r>
            <a:endParaRPr lang="en-US" sz="4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 smtClean="0"/>
              <a:t>Ry</a:t>
            </a:r>
            <a:r>
              <a:rPr lang="es-ES" dirty="0" smtClean="0"/>
              <a:t> </a:t>
            </a:r>
            <a:r>
              <a:rPr lang="es-ES" dirty="0" err="1" smtClean="0"/>
              <a:t>Filoha</a:t>
            </a:r>
            <a:r>
              <a:rPr lang="es-ES" dirty="0" smtClean="0"/>
              <a:t> </a:t>
            </a:r>
            <a:r>
              <a:rPr lang="es-ES" dirty="0" err="1" smtClean="0"/>
              <a:t>Mpitarika</a:t>
            </a:r>
            <a:r>
              <a:rPr lang="es-ES" dirty="0" smtClean="0"/>
              <a:t> </a:t>
            </a:r>
            <a:r>
              <a:rPr lang="es-ES" dirty="0" err="1" smtClean="0"/>
              <a:t>izao</a:t>
            </a:r>
            <a:r>
              <a:rPr lang="es-ES" dirty="0" smtClean="0"/>
              <a:t> no </a:t>
            </a:r>
            <a:r>
              <a:rPr lang="es-ES" b="1" dirty="0" err="1" smtClean="0"/>
              <a:t>fahitana</a:t>
            </a:r>
            <a:r>
              <a:rPr lang="es-ES" dirty="0" smtClean="0"/>
              <a:t> </a:t>
            </a:r>
            <a:r>
              <a:rPr lang="es-ES" dirty="0" err="1" smtClean="0"/>
              <a:t>tokony</a:t>
            </a:r>
            <a:r>
              <a:rPr lang="es-ES" dirty="0" smtClean="0"/>
              <a:t> </a:t>
            </a:r>
            <a:r>
              <a:rPr lang="es-ES" dirty="0" err="1" smtClean="0"/>
              <a:t>anananao</a:t>
            </a:r>
            <a:r>
              <a:rPr lang="es-ES" dirty="0" smtClean="0"/>
              <a:t> 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5400" dirty="0" smtClean="0"/>
          </a:p>
          <a:p>
            <a:r>
              <a:rPr lang="es-ES" sz="5400" dirty="0" err="1" smtClean="0"/>
              <a:t>Ilain`ny</a:t>
            </a:r>
            <a:r>
              <a:rPr lang="es-ES" sz="5400" dirty="0" smtClean="0"/>
              <a:t> Tanora </a:t>
            </a:r>
            <a:r>
              <a:rPr lang="es-ES" sz="5400" dirty="0" err="1" smtClean="0"/>
              <a:t>ny</a:t>
            </a:r>
            <a:r>
              <a:rPr lang="es-ES" sz="5400" dirty="0" smtClean="0"/>
              <a:t> </a:t>
            </a:r>
            <a:r>
              <a:rPr lang="es-ES" sz="5400" dirty="0" err="1" smtClean="0"/>
              <a:t>mahafantatra</a:t>
            </a:r>
            <a:r>
              <a:rPr lang="es-ES" sz="5400" dirty="0" smtClean="0"/>
              <a:t> </a:t>
            </a:r>
            <a:r>
              <a:rPr lang="es-ES" sz="5400" dirty="0" err="1" smtClean="0"/>
              <a:t>ny</a:t>
            </a:r>
            <a:r>
              <a:rPr lang="es-ES" sz="5400" dirty="0" smtClean="0"/>
              <a:t> </a:t>
            </a:r>
            <a:r>
              <a:rPr lang="es-ES" sz="5400" dirty="0" err="1" smtClean="0"/>
              <a:t>lalana</a:t>
            </a:r>
            <a:r>
              <a:rPr lang="es-ES" sz="5400" dirty="0" smtClean="0"/>
              <a:t> </a:t>
            </a:r>
            <a:r>
              <a:rPr lang="es-ES" sz="5400" dirty="0" err="1" smtClean="0"/>
              <a:t>mankany</a:t>
            </a:r>
            <a:r>
              <a:rPr lang="es-ES" sz="5400" dirty="0" smtClean="0"/>
              <a:t> </a:t>
            </a:r>
            <a:r>
              <a:rPr lang="es-ES" sz="5400" dirty="0" err="1" smtClean="0"/>
              <a:t>an-danitra</a:t>
            </a:r>
            <a:endParaRPr lang="en-US" sz="5400" dirty="0" smtClean="0"/>
          </a:p>
          <a:p>
            <a:endParaRPr lang="fr-FR" sz="5400" dirty="0" smtClean="0"/>
          </a:p>
          <a:p>
            <a:endParaRPr lang="fr-FR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dirty="0" err="1" smtClean="0"/>
              <a:t>Ry</a:t>
            </a:r>
            <a:r>
              <a:rPr lang="es-ES" dirty="0" smtClean="0"/>
              <a:t> </a:t>
            </a:r>
            <a:r>
              <a:rPr lang="es-ES" dirty="0" err="1" smtClean="0"/>
              <a:t>Filoha</a:t>
            </a:r>
            <a:r>
              <a:rPr lang="es-ES" dirty="0" smtClean="0"/>
              <a:t> </a:t>
            </a:r>
            <a:r>
              <a:rPr lang="es-ES" dirty="0" err="1" smtClean="0"/>
              <a:t>Mpitarika</a:t>
            </a:r>
            <a:r>
              <a:rPr lang="es-ES" dirty="0" smtClean="0"/>
              <a:t> </a:t>
            </a:r>
            <a:r>
              <a:rPr lang="es-ES" dirty="0" err="1" smtClean="0"/>
              <a:t>izao</a:t>
            </a:r>
            <a:r>
              <a:rPr lang="es-ES" dirty="0" smtClean="0"/>
              <a:t> no </a:t>
            </a:r>
            <a:r>
              <a:rPr lang="es-ES" b="1" dirty="0" err="1" smtClean="0"/>
              <a:t>anjara</a:t>
            </a:r>
            <a:r>
              <a:rPr lang="es-ES" b="1" dirty="0" smtClean="0"/>
              <a:t> </a:t>
            </a:r>
            <a:r>
              <a:rPr lang="es-ES" b="1" dirty="0" err="1" smtClean="0"/>
              <a:t>asanao</a:t>
            </a:r>
            <a:r>
              <a:rPr lang="es-ES" dirty="0" smtClean="0"/>
              <a:t> !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s-ES" sz="4800" b="1" dirty="0" err="1" smtClean="0"/>
              <a:t>Ny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ankizy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sy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ny</a:t>
            </a:r>
            <a:r>
              <a:rPr lang="es-ES" sz="4800" b="1" dirty="0" smtClean="0"/>
              <a:t> tanora </a:t>
            </a:r>
            <a:r>
              <a:rPr lang="es-ES" sz="4800" b="1" dirty="0" err="1" smtClean="0"/>
              <a:t>ankehitriny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dia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mila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ny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ampianarina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ireo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fahaiza-manao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mahasoa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sy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azo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ampiharina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izay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hanala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azy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ireo</a:t>
            </a:r>
            <a:r>
              <a:rPr lang="es-ES" sz="4800" b="1" dirty="0" smtClean="0"/>
              <a:t> @ </a:t>
            </a:r>
            <a:r>
              <a:rPr lang="es-ES" sz="4800" b="1" dirty="0" err="1" smtClean="0"/>
              <a:t>hery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miasa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mangina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ratsy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sy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ireo</a:t>
            </a:r>
            <a:r>
              <a:rPr lang="es-ES" sz="4800" b="1" dirty="0" smtClean="0"/>
              <a:t> </a:t>
            </a:r>
            <a:r>
              <a:rPr lang="es-ES" sz="4800" b="1" dirty="0" err="1" smtClean="0"/>
              <a:t>naman-dratsy</a:t>
            </a:r>
            <a:endParaRPr lang="en-US" sz="4800" b="1" dirty="0" smtClean="0"/>
          </a:p>
          <a:p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s-ES" dirty="0" smtClean="0"/>
              <a:t>- </a:t>
            </a:r>
            <a:r>
              <a:rPr lang="es-ES" dirty="0" err="1" smtClean="0"/>
              <a:t>Izao</a:t>
            </a:r>
            <a:r>
              <a:rPr lang="es-ES" dirty="0" smtClean="0"/>
              <a:t> no </a:t>
            </a:r>
            <a:r>
              <a:rPr lang="es-ES" b="1" dirty="0" err="1" smtClean="0"/>
              <a:t>karazam-piainana</a:t>
            </a:r>
            <a:r>
              <a:rPr lang="es-ES" dirty="0" smtClean="0"/>
              <a:t>(</a:t>
            </a:r>
            <a:r>
              <a:rPr lang="es-ES" dirty="0" err="1" smtClean="0"/>
              <a:t>style</a:t>
            </a:r>
            <a:r>
              <a:rPr lang="es-ES" dirty="0" smtClean="0"/>
              <a:t> de </a:t>
            </a:r>
            <a:r>
              <a:rPr lang="es-ES" dirty="0" err="1" smtClean="0"/>
              <a:t>vie</a:t>
            </a:r>
            <a:r>
              <a:rPr lang="es-ES" dirty="0" smtClean="0"/>
              <a:t>) </a:t>
            </a:r>
            <a:r>
              <a:rPr lang="es-ES" dirty="0" err="1" smtClean="0"/>
              <a:t>tsy</a:t>
            </a:r>
            <a:r>
              <a:rPr lang="es-ES" dirty="0" smtClean="0"/>
              <a:t> </a:t>
            </a:r>
            <a:r>
              <a:rPr lang="es-ES" dirty="0" err="1" smtClean="0"/>
              <a:t>maintsy</a:t>
            </a:r>
            <a:r>
              <a:rPr lang="es-ES" dirty="0" smtClean="0"/>
              <a:t> </a:t>
            </a:r>
            <a:r>
              <a:rPr lang="es-ES" dirty="0" err="1" smtClean="0"/>
              <a:t>hiainanao</a:t>
            </a:r>
            <a:r>
              <a:rPr lang="es-ES" dirty="0" smtClean="0"/>
              <a:t> :</a:t>
            </a:r>
            <a:r>
              <a:rPr lang="es-ES" b="1" dirty="0" err="1" smtClean="0"/>
              <a:t>modely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457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3200" b="1" dirty="0" smtClean="0"/>
              <a:t>* </a:t>
            </a:r>
            <a:r>
              <a:rPr lang="en-GB" sz="3200" b="1" dirty="0" err="1" smtClean="0"/>
              <a:t>Aleoko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mahita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toriteny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iray</a:t>
            </a:r>
            <a:r>
              <a:rPr lang="en-GB" sz="3200" b="1" dirty="0" smtClean="0"/>
              <a:t>, Toy </a:t>
            </a:r>
            <a:r>
              <a:rPr lang="en-GB" sz="3200" b="1" dirty="0" err="1" smtClean="0"/>
              <a:t>izay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handre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iray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isan`andro</a:t>
            </a:r>
            <a:r>
              <a:rPr lang="en-GB" sz="3200" b="1" dirty="0" smtClean="0"/>
              <a:t>.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* </a:t>
            </a:r>
            <a:r>
              <a:rPr lang="es-ES" sz="3200" b="1" dirty="0" err="1" smtClean="0"/>
              <a:t>Aleoko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anao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miara-mandeha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amiko,Toy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izay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hianao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manoro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lalana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ahy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fotsiny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*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maso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dia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mpianatra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vonona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kokoa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nohon`ny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sofina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* </a:t>
            </a:r>
            <a:r>
              <a:rPr lang="es-ES" sz="3200" b="1" dirty="0" err="1" smtClean="0"/>
              <a:t>Matetika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mampikorontan-tsaina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torohevitra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tsara</a:t>
            </a:r>
            <a:r>
              <a:rPr lang="es-ES" sz="3200" b="1" dirty="0" smtClean="0"/>
              <a:t>, Fa </a:t>
            </a:r>
            <a:r>
              <a:rPr lang="es-ES" sz="3200" b="1" dirty="0" err="1" smtClean="0"/>
              <a:t>mazava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mandrakariva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ny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ohatra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tsara</a:t>
            </a:r>
            <a:endParaRPr lang="en-US" sz="3200" b="1" dirty="0" smtClean="0"/>
          </a:p>
          <a:p>
            <a:pPr>
              <a:buNone/>
            </a:pPr>
            <a:r>
              <a:rPr lang="es-ES" sz="3200" b="1" dirty="0" smtClean="0"/>
              <a:t> </a:t>
            </a:r>
            <a:endParaRPr lang="en-US" sz="3200" b="1" dirty="0" smtClean="0"/>
          </a:p>
          <a:p>
            <a:pPr>
              <a:buNone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CODE N`NY FILOHA MPITARIKA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9144000" cy="457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3200" b="1" dirty="0" smtClean="0"/>
              <a:t>FAMONJENA SY FANOMPOANA</a:t>
            </a:r>
            <a:endParaRPr lang="en-US" sz="3200" b="1" dirty="0" smtClean="0"/>
          </a:p>
          <a:p>
            <a:r>
              <a:rPr lang="es-ES" sz="3200" b="1" i="1" dirty="0" err="1" smtClean="0"/>
              <a:t>Nohon`ny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fahasoavan`Andriamanitra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Tsitoha</a:t>
            </a:r>
            <a:r>
              <a:rPr lang="es-ES" sz="3200" b="1" i="1" dirty="0" smtClean="0"/>
              <a:t>, </a:t>
            </a:r>
            <a:r>
              <a:rPr lang="es-ES" sz="3200" b="1" i="1" dirty="0" err="1" smtClean="0"/>
              <a:t>Hanao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fanamian`ny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Filoha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Mpitarika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amim-pahamendrehana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sy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amim</a:t>
            </a:r>
            <a:r>
              <a:rPr lang="es-ES" sz="3200" b="1" i="1" dirty="0" smtClean="0"/>
              <a:t>-</a:t>
            </a:r>
            <a:r>
              <a:rPr lang="es-ES" sz="3200" b="1" i="1" dirty="0" err="1" smtClean="0"/>
              <a:t>panetren</a:t>
            </a:r>
            <a:r>
              <a:rPr lang="es-ES" sz="3200" b="1" i="1" dirty="0" smtClean="0"/>
              <a:t>-tena </a:t>
            </a:r>
            <a:r>
              <a:rPr lang="es-ES" sz="3200" b="1" i="1" dirty="0" err="1" smtClean="0"/>
              <a:t>ary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fahatsapana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lalina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andraikitro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eo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anatrehan`Andriamanitra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sy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taranak`olombelona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aho</a:t>
            </a:r>
            <a:r>
              <a:rPr lang="es-ES" sz="3200" b="1" i="1" dirty="0" smtClean="0"/>
              <a:t>.  </a:t>
            </a:r>
            <a:r>
              <a:rPr lang="es-ES" sz="3200" b="1" i="1" dirty="0" err="1" smtClean="0"/>
              <a:t>Hiezaka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aho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hanao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tsara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indrindra</a:t>
            </a:r>
            <a:r>
              <a:rPr lang="es-ES" sz="3200" b="1" i="1" dirty="0" smtClean="0"/>
              <a:t> ( </a:t>
            </a:r>
            <a:r>
              <a:rPr lang="es-ES" sz="3200" b="1" i="1" dirty="0" err="1" smtClean="0"/>
              <a:t>excellence</a:t>
            </a:r>
            <a:r>
              <a:rPr lang="es-ES" sz="3200" b="1" i="1" dirty="0" smtClean="0"/>
              <a:t>) </a:t>
            </a:r>
            <a:r>
              <a:rPr lang="es-ES" sz="3200" b="1" i="1" dirty="0" err="1" smtClean="0"/>
              <a:t>eo</a:t>
            </a:r>
            <a:r>
              <a:rPr lang="es-ES" sz="3200" b="1" i="1" dirty="0" smtClean="0"/>
              <a:t> @ asa </a:t>
            </a:r>
            <a:r>
              <a:rPr lang="es-ES" sz="3200" b="1" i="1" dirty="0" err="1" smtClean="0"/>
              <a:t>fanompoako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sy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fanoloran</a:t>
            </a:r>
            <a:r>
              <a:rPr lang="es-ES" sz="3200" b="1" i="1" dirty="0" smtClean="0"/>
              <a:t>-tena </a:t>
            </a:r>
            <a:r>
              <a:rPr lang="es-ES" sz="3200" b="1" i="1" dirty="0" err="1" smtClean="0"/>
              <a:t>amin`Andriamanitra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amin`ireo</a:t>
            </a:r>
            <a:r>
              <a:rPr lang="es-ES" sz="3200" b="1" i="1" dirty="0" smtClean="0"/>
              <a:t> asa </a:t>
            </a:r>
            <a:r>
              <a:rPr lang="es-ES" sz="3200" b="1" i="1" dirty="0" err="1" smtClean="0"/>
              <a:t>rehetra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mety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hiantsoany</a:t>
            </a:r>
            <a:r>
              <a:rPr lang="es-ES" sz="3200" b="1" i="1" dirty="0" smtClean="0"/>
              <a:t> </a:t>
            </a:r>
            <a:r>
              <a:rPr lang="es-ES" sz="3200" b="1" i="1" dirty="0" err="1" smtClean="0"/>
              <a:t>ahy</a:t>
            </a:r>
            <a:r>
              <a:rPr lang="es-ES" sz="3200" b="1" i="1" dirty="0" smtClean="0"/>
              <a:t>.</a:t>
            </a:r>
            <a:endParaRPr lang="en-US" sz="3200" b="1" dirty="0" smtClean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304800"/>
            <a:ext cx="7772400" cy="1143000"/>
          </a:xfrm>
        </p:spPr>
        <p:txBody>
          <a:bodyPr>
            <a:normAutofit/>
          </a:bodyPr>
          <a:lstStyle/>
          <a:p>
            <a:pPr algn="r"/>
            <a:r>
              <a:rPr lang="es-ES" sz="4400" b="1" i="1" dirty="0" err="1" smtClean="0"/>
              <a:t>Hiezaka</a:t>
            </a:r>
            <a:r>
              <a:rPr lang="es-ES" sz="4400" b="1" i="1" dirty="0" smtClean="0"/>
              <a:t> </a:t>
            </a:r>
            <a:r>
              <a:rPr lang="es-ES" sz="4400" b="1" i="1" dirty="0" err="1" smtClean="0"/>
              <a:t>aho</a:t>
            </a:r>
            <a:r>
              <a:rPr lang="es-ES" sz="4400" b="1" i="1" dirty="0" smtClean="0"/>
              <a:t> </a:t>
            </a:r>
            <a:r>
              <a:rPr lang="es-ES" sz="4400" b="1" i="1" dirty="0" err="1" smtClean="0"/>
              <a:t>ny</a:t>
            </a:r>
            <a:r>
              <a:rPr lang="es-ES" sz="4400" b="1" i="1" dirty="0" smtClean="0"/>
              <a:t>:                   </a:t>
            </a:r>
            <a:endParaRPr lang="fr-FR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685800"/>
            <a:ext cx="9144000" cy="5334000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Hiasa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ami-pahazotoana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famonjena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 </a:t>
            </a:r>
          </a:p>
          <a:p>
            <a:pPr>
              <a:buNone/>
            </a:pP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n`aiza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n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aiza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misy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ahy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Hanoro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ireo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drafitr`Andriamanitra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an`ny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fiainany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araka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Baiboly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Hanome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fitarihana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(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leadership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guide)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an`ny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oviana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oviana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hitakian`ny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toe-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javatra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izany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 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Hanome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ohatra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fiainana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nampianarin`I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Jesosy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izay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afaka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hitondra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fiadanana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fahasambarana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Hanompo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ami-pahatokiana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ireo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andraikitra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rehetra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nankinina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tamiko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Fiangonana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Hanome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(investir)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fotoanako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heriko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fikolokoloana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fiainan`ireo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tanora.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Hikaroka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fomba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fiasa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vaovao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azo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tanterahana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sy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mahomby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fanatrarana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ireo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ankehitriny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 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-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Hamporisika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ireo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tanora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hanokana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fiainany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ho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@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fanompoana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ny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s-ES" sz="2000" b="1" i="1" dirty="0" err="1" smtClean="0">
                <a:latin typeface="Aharoni" pitchFamily="2" charset="-79"/>
                <a:cs typeface="Aharoni" pitchFamily="2" charset="-79"/>
              </a:rPr>
              <a:t>Tompo</a:t>
            </a:r>
            <a:r>
              <a:rPr lang="es-ES" sz="2000" b="1" i="1" dirty="0" smtClean="0">
                <a:latin typeface="Aharoni" pitchFamily="2" charset="-79"/>
                <a:cs typeface="Aharoni" pitchFamily="2" charset="-79"/>
              </a:rPr>
              <a:t>. </a:t>
            </a:r>
            <a:endParaRPr lang="en-US" sz="2000" b="1" dirty="0" smtClean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endParaRPr lang="fr-FR" sz="2000" b="1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202362"/>
          </a:xfrm>
        </p:spPr>
        <p:txBody>
          <a:bodyPr>
            <a:normAutofit/>
          </a:bodyPr>
          <a:lstStyle/>
          <a:p>
            <a:pPr algn="ctr"/>
            <a:r>
              <a:rPr lang="es-ES" b="1" dirty="0" err="1" smtClean="0"/>
              <a:t>Hanampy</a:t>
            </a:r>
            <a:r>
              <a:rPr lang="es-ES" b="1" dirty="0" smtClean="0"/>
              <a:t> </a:t>
            </a:r>
            <a:r>
              <a:rPr lang="es-ES" b="1" dirty="0" err="1" smtClean="0"/>
              <a:t>ahy</a:t>
            </a:r>
            <a:r>
              <a:rPr lang="es-ES" b="1" dirty="0" smtClean="0"/>
              <a:t> </a:t>
            </a:r>
            <a:r>
              <a:rPr lang="es-ES" b="1" dirty="0" err="1" smtClean="0"/>
              <a:t>anie</a:t>
            </a:r>
            <a:r>
              <a:rPr lang="es-ES" b="1" dirty="0" smtClean="0"/>
              <a:t> </a:t>
            </a:r>
            <a:r>
              <a:rPr lang="es-ES" b="1" dirty="0" err="1" smtClean="0"/>
              <a:t>Andriamanitra</a:t>
            </a:r>
            <a:r>
              <a:rPr lang="es-ES" b="1" dirty="0" smtClean="0"/>
              <a:t> fa </a:t>
            </a:r>
            <a:r>
              <a:rPr lang="es-ES" b="1" dirty="0" err="1" smtClean="0"/>
              <a:t>Mivoady</a:t>
            </a:r>
            <a:r>
              <a:rPr lang="es-ES" b="1" dirty="0" smtClean="0"/>
              <a:t> </a:t>
            </a:r>
            <a:r>
              <a:rPr lang="es-ES" b="1" dirty="0" err="1" smtClean="0"/>
              <a:t>aho</a:t>
            </a:r>
            <a:r>
              <a:rPr lang="es-ES" b="1" dirty="0" smtClean="0"/>
              <a:t>,  </a:t>
            </a:r>
            <a:r>
              <a:rPr lang="es-ES" b="1" dirty="0" err="1" smtClean="0"/>
              <a:t>nohon`ny</a:t>
            </a:r>
            <a:r>
              <a:rPr lang="es-ES" b="1" dirty="0" smtClean="0"/>
              <a:t> </a:t>
            </a:r>
            <a:r>
              <a:rPr lang="es-ES" b="1" dirty="0" err="1" smtClean="0"/>
              <a:t>Heriny</a:t>
            </a:r>
            <a:r>
              <a:rPr lang="es-ES" b="1" dirty="0" smtClean="0"/>
              <a:t>, </a:t>
            </a:r>
            <a:r>
              <a:rPr lang="es-ES" b="1" dirty="0" err="1" smtClean="0"/>
              <a:t>ny</a:t>
            </a:r>
            <a:r>
              <a:rPr lang="es-ES" b="1" dirty="0" smtClean="0"/>
              <a:t> </a:t>
            </a:r>
            <a:r>
              <a:rPr lang="es-ES" b="1" dirty="0" err="1" smtClean="0"/>
              <a:t>hanatanteraka</a:t>
            </a:r>
            <a:r>
              <a:rPr lang="es-ES" b="1" dirty="0" smtClean="0"/>
              <a:t> </a:t>
            </a:r>
            <a:r>
              <a:rPr lang="es-ES" b="1" dirty="0" err="1" smtClean="0"/>
              <a:t>ireo</a:t>
            </a:r>
            <a:r>
              <a:rPr lang="es-ES" b="1" dirty="0" smtClean="0"/>
              <a:t> </a:t>
            </a:r>
            <a:r>
              <a:rPr lang="es-ES" b="1" dirty="0" err="1" smtClean="0"/>
              <a:t>adidy</a:t>
            </a:r>
            <a:r>
              <a:rPr lang="es-ES" b="1" dirty="0" smtClean="0"/>
              <a:t> </a:t>
            </a:r>
            <a:r>
              <a:rPr lang="es-ES" b="1" dirty="0" err="1" smtClean="0"/>
              <a:t>sy</a:t>
            </a:r>
            <a:r>
              <a:rPr lang="es-ES" b="1" dirty="0" smtClean="0"/>
              <a:t> </a:t>
            </a:r>
            <a:r>
              <a:rPr lang="es-ES" b="1" dirty="0" err="1" smtClean="0"/>
              <a:t>andraikitra</a:t>
            </a:r>
            <a:r>
              <a:rPr lang="es-ES" b="1" dirty="0" smtClean="0"/>
              <a:t> </a:t>
            </a:r>
            <a:r>
              <a:rPr lang="es-ES" b="1" dirty="0" err="1" smtClean="0"/>
              <a:t>izay</a:t>
            </a:r>
            <a:r>
              <a:rPr lang="es-ES" b="1" dirty="0" smtClean="0"/>
              <a:t> </a:t>
            </a:r>
            <a:r>
              <a:rPr lang="es-ES" b="1" dirty="0" err="1" smtClean="0"/>
              <a:t>takiana</a:t>
            </a:r>
            <a:r>
              <a:rPr lang="es-ES" b="1" dirty="0" smtClean="0"/>
              <a:t> </a:t>
            </a:r>
            <a:r>
              <a:rPr lang="es-ES" b="1" dirty="0" err="1" smtClean="0"/>
              <a:t>amiko</a:t>
            </a:r>
            <a:r>
              <a:rPr lang="es-ES" b="1" dirty="0" smtClean="0"/>
              <a:t> @ </a:t>
            </a:r>
            <a:r>
              <a:rPr lang="es-ES" b="1" dirty="0" err="1" smtClean="0"/>
              <a:t>maha-Filoha</a:t>
            </a:r>
            <a:r>
              <a:rPr lang="es-ES" b="1" dirty="0" smtClean="0"/>
              <a:t> </a:t>
            </a:r>
            <a:r>
              <a:rPr lang="es-ES" b="1" dirty="0" err="1" smtClean="0"/>
              <a:t>Mpitarika</a:t>
            </a:r>
            <a:r>
              <a:rPr lang="es-ES" b="1" dirty="0" smtClean="0"/>
              <a:t> </a:t>
            </a:r>
            <a:r>
              <a:rPr lang="es-ES" b="1" dirty="0" err="1" smtClean="0"/>
              <a:t>ahy</a:t>
            </a:r>
            <a:r>
              <a:rPr lang="es-ES" b="1" dirty="0" smtClean="0"/>
              <a:t>, </a:t>
            </a:r>
            <a:r>
              <a:rPr lang="es-ES" b="1" dirty="0" err="1" smtClean="0"/>
              <a:t>manomboka</a:t>
            </a:r>
            <a:r>
              <a:rPr lang="es-ES" b="1" dirty="0" smtClean="0"/>
              <a:t> </a:t>
            </a:r>
            <a:r>
              <a:rPr lang="es-ES" b="1" dirty="0" err="1" smtClean="0"/>
              <a:t>anio</a:t>
            </a:r>
            <a:r>
              <a:rPr lang="es-ES" b="1" dirty="0" smtClean="0"/>
              <a:t> </a:t>
            </a:r>
            <a:r>
              <a:rPr lang="es-ES" b="1" dirty="0" err="1" smtClean="0"/>
              <a:t>ary</a:t>
            </a:r>
            <a:r>
              <a:rPr lang="es-ES" b="1" dirty="0" smtClean="0"/>
              <a:t> </a:t>
            </a:r>
            <a:r>
              <a:rPr lang="es-ES" b="1" dirty="0" err="1" smtClean="0"/>
              <a:t>ho</a:t>
            </a:r>
            <a:r>
              <a:rPr lang="es-ES" b="1" dirty="0" smtClean="0"/>
              <a:t> </a:t>
            </a:r>
            <a:r>
              <a:rPr lang="es-ES" b="1" dirty="0" err="1" smtClean="0"/>
              <a:t>mandrakizay</a:t>
            </a:r>
            <a:r>
              <a:rPr lang="es-ES" b="1" dirty="0" smtClean="0"/>
              <a:t>. Amen.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fr-FR" b="1" dirty="0" smtClean="0"/>
              <a:t> 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157</TotalTime>
  <Words>1191</Words>
  <Application>Microsoft Office PowerPoint</Application>
  <PresentationFormat>On-screen Show (4:3)</PresentationFormat>
  <Paragraphs>138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Equity</vt:lpstr>
      <vt:lpstr>Slide 1</vt:lpstr>
      <vt:lpstr>INONA NO  ATAO HOE CHEF GUIDE ?  </vt:lpstr>
      <vt:lpstr>FILOHA MPITARIKA                                           </vt:lpstr>
      <vt:lpstr>Tanjona </vt:lpstr>
      <vt:lpstr>I. FEPETRA FOTOTRA HIDIRANA HO MAMBRA </vt:lpstr>
      <vt:lpstr>Ny fiofanana ho an’ny mpitarika ny mpisavalalana</vt:lpstr>
      <vt:lpstr>II.FITOMBOANA EO AMIN’NY ARA-PANAHY</vt:lpstr>
      <vt:lpstr>II. FITOMBOANA EO AMIN’NY ARA-PANAHY</vt:lpstr>
      <vt:lpstr>II. FITOMBOANA EO AMIN’NY ARA-PANAHY</vt:lpstr>
      <vt:lpstr>III.FITOMBOANA EO AMIN’NY FAHAIZA-MANAO</vt:lpstr>
      <vt:lpstr>Manana na mahazo ireto “asa manavanana” ireto </vt:lpstr>
      <vt:lpstr>Slide 12</vt:lpstr>
      <vt:lpstr>IV. FITOMBOAN’NY ANKIZY</vt:lpstr>
      <vt:lpstr>V. FITOMBOANA EO AMIN’NY FITARIHANA</vt:lpstr>
      <vt:lpstr>V. FITOMBOANA EO AMIN’NY FITARIHANA</vt:lpstr>
      <vt:lpstr>VI. FIVELARANA EO AMIN’NY FOMBA FIAINA ARA-PAHASALAMANA</vt:lpstr>
      <vt:lpstr>INONA NO  ATAO HOE CHEF GUIDE ?  </vt:lpstr>
      <vt:lpstr>FILOHA MPITARIKA                                           </vt:lpstr>
      <vt:lpstr>Tanjona </vt:lpstr>
      <vt:lpstr>NY CG DIA TSY...  (IREO HEVI-DISO SASANTSASANY)</vt:lpstr>
      <vt:lpstr>INONA MARINA ARY NY TENA ATAO HOE CG :</vt:lpstr>
      <vt:lpstr>IREO ZAVATRA ANDRASANA @ CG</vt:lpstr>
      <vt:lpstr>Ny fangorahan`i Jesosy :Aingam-panahy ho an`ny CG rehetra</vt:lpstr>
      <vt:lpstr>IZAY ANDRASAN’NY TANORA</vt:lpstr>
      <vt:lpstr>Ny herin`ny Fikasihan`ny Filoha Mpitarika</vt:lpstr>
      <vt:lpstr>Ry Filoha Mpitarika izany no fiantsoana anao !</vt:lpstr>
      <vt:lpstr>Ry Filoha Mpitarika izao no fahitana tokony anananao </vt:lpstr>
      <vt:lpstr>Ry Filoha Mpitarika izao no anjara asanao !</vt:lpstr>
      <vt:lpstr> - Izao no karazam-piainana(style de vie) tsy maintsy hiainanao :modely</vt:lpstr>
      <vt:lpstr>CODE N`NY FILOHA MPITARIKA</vt:lpstr>
      <vt:lpstr>Hiezaka aho ny:                   </vt:lpstr>
      <vt:lpstr>Hanampy ahy anie Andriamanitra fa Mivoady aho,  nohon`ny Heriny, ny hanatanteraka ireo adidy sy andraikitra izay takiana amiko @ maha-Filoha Mpitarika ahy, manomboka anio ary ho mandrakizay. Amen.   </vt:lpstr>
    </vt:vector>
  </TitlesOfParts>
  <Company>DELLNBX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6</cp:revision>
  <dcterms:created xsi:type="dcterms:W3CDTF">2012-12-08T15:20:35Z</dcterms:created>
  <dcterms:modified xsi:type="dcterms:W3CDTF">2013-01-29T05:30:17Z</dcterms:modified>
</cp:coreProperties>
</file>