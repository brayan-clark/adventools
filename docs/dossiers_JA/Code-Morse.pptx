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FF9933"/>
    <a:srgbClr val="B82318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4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30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65D63-5C8F-4555-9B58-17B2CB5C9EC9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850BB-5BB7-4498-A666-5F0B9FD9202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850BB-5BB7-4498-A666-5F0B9FD92028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850BB-5BB7-4498-A666-5F0B9FD92028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850BB-5BB7-4498-A666-5F0B9FD92028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850BB-5BB7-4498-A666-5F0B9FD92028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850BB-5BB7-4498-A666-5F0B9FD92028}" type="slidenum">
              <a:rPr lang="fr-FR" smtClean="0"/>
              <a:pPr/>
              <a:t>5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A1395-AE24-4FC8-8EF7-E3E9CAB6F50E}" type="datetimeFigureOut">
              <a:rPr lang="fr-FR" smtClean="0"/>
              <a:pPr/>
              <a:t>02/06/2018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B5BFC-F870-4B21-9BF1-751D6D3A4B38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92D050"/>
            </a:gs>
            <a:gs pos="53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solidFill>
            <a:srgbClr val="FFFF00"/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r>
              <a:rPr lang="en-US" sz="9600" dirty="0" smtClean="0"/>
              <a:t>Code Morse</a:t>
            </a:r>
            <a:endParaRPr lang="fr-FR" sz="96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28662" y="3857628"/>
            <a:ext cx="7674794" cy="1928826"/>
          </a:xfrm>
        </p:spPr>
        <p:txBody>
          <a:bodyPr>
            <a:normAutofit/>
            <a:scene3d>
              <a:camera prst="perspectiveContrastingRightFacing"/>
              <a:lightRig rig="threePt" dir="t"/>
            </a:scene3d>
          </a:bodyPr>
          <a:lstStyle/>
          <a:p>
            <a:r>
              <a:rPr lang="en-US" sz="2800" dirty="0" smtClean="0"/>
              <a:t>Badge </a:t>
            </a:r>
            <a:r>
              <a:rPr lang="en-US" sz="2800" dirty="0" err="1" smtClean="0"/>
              <a:t>comunication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err="1" smtClean="0"/>
              <a:t>Eclaireur</a:t>
            </a:r>
            <a:r>
              <a:rPr lang="en-US" sz="2800" dirty="0" smtClean="0"/>
              <a:t> &amp; +</a:t>
            </a: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7143768" y="6286520"/>
            <a:ext cx="200023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Chef Donne</a:t>
            </a:r>
            <a:endParaRPr lang="fr-FR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dissolve/>
    <p:sndAc>
      <p:stSnd>
        <p:snd r:embed="rId3" name="chimes.wav" builtIn="1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FB_IMG_15235231815673939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5984" y="1714488"/>
            <a:ext cx="4572000" cy="4391025"/>
          </a:xfrm>
        </p:spPr>
      </p:pic>
      <p:sp>
        <p:nvSpPr>
          <p:cNvPr id="7" name="Rectangle 6"/>
          <p:cNvSpPr/>
          <p:nvPr/>
        </p:nvSpPr>
        <p:spPr>
          <a:xfrm>
            <a:off x="428596" y="357166"/>
            <a:ext cx="842968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4400" b="1" spc="50" dirty="0" smtClean="0">
                <a:ln w="11430"/>
                <a:solidFill>
                  <a:srgbClr val="CC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FOMBA FITADIDIAVANA AZY</a:t>
            </a:r>
            <a:endParaRPr lang="fr-FR" sz="4400" b="1" cap="none" spc="50" dirty="0">
              <a:ln w="11430"/>
              <a:solidFill>
                <a:srgbClr val="CC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43834" y="6286520"/>
            <a:ext cx="1301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Chef Donne</a:t>
            </a:r>
            <a:endParaRPr lang="fr-FR" b="1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7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770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6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8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3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357166"/>
            <a:ext cx="4040188" cy="5768997"/>
          </a:xfrm>
        </p:spPr>
        <p:txBody>
          <a:bodyPr/>
          <a:lstStyle/>
          <a:p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 smtClean="0"/>
              <a:t>litera</a:t>
            </a:r>
            <a:r>
              <a:rPr lang="en-US" dirty="0" smtClean="0"/>
              <a:t> </a:t>
            </a:r>
            <a:r>
              <a:rPr lang="en-US" dirty="0" err="1" smtClean="0"/>
              <a:t>iray</a:t>
            </a:r>
            <a:r>
              <a:rPr lang="en-US" dirty="0" smtClean="0"/>
              <a:t> </a:t>
            </a: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voafaritra</a:t>
            </a:r>
            <a:r>
              <a:rPr lang="en-US" dirty="0" smtClean="0"/>
              <a:t> @ 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izy</a:t>
            </a:r>
            <a:r>
              <a:rPr lang="en-US" dirty="0" smtClean="0"/>
              <a:t> </a:t>
            </a:r>
            <a:r>
              <a:rPr lang="en-US" dirty="0" err="1" smtClean="0"/>
              <a:t>roa</a:t>
            </a:r>
            <a:r>
              <a:rPr lang="en-US" dirty="0" smtClean="0"/>
              <a:t> </a:t>
            </a:r>
            <a:r>
              <a:rPr lang="en-US" dirty="0" err="1" smtClean="0"/>
              <a:t>mitambatra</a:t>
            </a:r>
            <a:r>
              <a:rPr lang="en-US" dirty="0" err="1" smtClean="0">
                <a:solidFill>
                  <a:srgbClr val="00B050"/>
                </a:solidFill>
              </a:rPr>
              <a:t>.Ampiasaina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ny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–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raha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vao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misy</a:t>
            </a:r>
            <a:r>
              <a:rPr lang="en-US" dirty="0" smtClean="0">
                <a:solidFill>
                  <a:srgbClr val="00B050"/>
                </a:solidFill>
              </a:rPr>
              <a:t> O </a:t>
            </a:r>
            <a:r>
              <a:rPr lang="en-US" dirty="0" err="1" smtClean="0">
                <a:solidFill>
                  <a:srgbClr val="00B050"/>
                </a:solidFill>
              </a:rPr>
              <a:t>ao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amin’ilay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syllabe</a:t>
            </a:r>
            <a:r>
              <a:rPr lang="en-US" dirty="0" err="1" smtClean="0">
                <a:solidFill>
                  <a:srgbClr val="0070C0"/>
                </a:solidFill>
              </a:rPr>
              <a:t>.Ampiasaina</a:t>
            </a:r>
            <a:r>
              <a:rPr lang="en-US" dirty="0" smtClean="0">
                <a:solidFill>
                  <a:srgbClr val="0070C0"/>
                </a:solidFill>
              </a:rPr>
              <a:t>  </a:t>
            </a:r>
            <a:r>
              <a:rPr lang="en-US" dirty="0" err="1" smtClean="0">
                <a:solidFill>
                  <a:srgbClr val="0070C0"/>
                </a:solidFill>
              </a:rPr>
              <a:t>kosa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ny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raha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toa</a:t>
            </a:r>
            <a:r>
              <a:rPr lang="en-US" dirty="0" smtClean="0">
                <a:solidFill>
                  <a:srgbClr val="0070C0"/>
                </a:solidFill>
              </a:rPr>
              <a:t> ka </a:t>
            </a:r>
            <a:r>
              <a:rPr lang="en-US" dirty="0" err="1" smtClean="0">
                <a:solidFill>
                  <a:srgbClr val="0070C0"/>
                </a:solidFill>
              </a:rPr>
              <a:t>tsy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misy</a:t>
            </a:r>
            <a:r>
              <a:rPr lang="en-US" dirty="0" smtClean="0">
                <a:solidFill>
                  <a:srgbClr val="0070C0"/>
                </a:solidFill>
              </a:rPr>
              <a:t> O .</a:t>
            </a:r>
          </a:p>
          <a:p>
            <a:endParaRPr lang="en-US" dirty="0"/>
          </a:p>
          <a:p>
            <a:r>
              <a:rPr lang="en-US" dirty="0" err="1" smtClean="0"/>
              <a:t>Oh:A:</a:t>
            </a:r>
            <a:r>
              <a:rPr lang="en-US" dirty="0" err="1" smtClean="0">
                <a:solidFill>
                  <a:srgbClr val="7030A0"/>
                </a:solidFill>
              </a:rPr>
              <a:t>Ar</a:t>
            </a:r>
            <a:r>
              <a:rPr lang="en-US" dirty="0" err="1" smtClean="0">
                <a:solidFill>
                  <a:srgbClr val="FF0000"/>
                </a:solidFill>
              </a:rPr>
              <a:t>nold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7030A0"/>
                </a:solidFill>
              </a:rPr>
              <a:t>.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</a:p>
          <a:p>
            <a:pPr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3438" y="357166"/>
            <a:ext cx="4041775" cy="5808676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DFKai-SB" pitchFamily="65" charset="-120"/>
              </a:rPr>
              <a:t>A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7030A0"/>
                </a:solidFill>
              </a:rPr>
              <a:t>Ar</a:t>
            </a:r>
            <a:r>
              <a:rPr lang="en-US" dirty="0" smtClean="0">
                <a:solidFill>
                  <a:srgbClr val="FF0000"/>
                </a:solidFill>
              </a:rPr>
              <a:t>nold</a:t>
            </a:r>
            <a:r>
              <a:rPr lang="en-US" dirty="0" smtClean="0"/>
              <a:t>:.-</a:t>
            </a:r>
          </a:p>
          <a:p>
            <a:r>
              <a:rPr lang="en-US" dirty="0" smtClean="0"/>
              <a:t>B:</a:t>
            </a:r>
            <a:r>
              <a:rPr lang="en-US" dirty="0" smtClean="0">
                <a:solidFill>
                  <a:srgbClr val="FF0000"/>
                </a:solidFill>
              </a:rPr>
              <a:t>Bo</a:t>
            </a:r>
            <a:r>
              <a:rPr lang="en-US" dirty="0" smtClean="0">
                <a:solidFill>
                  <a:srgbClr val="FFFF00"/>
                </a:solidFill>
              </a:rPr>
              <a:t>na</a:t>
            </a:r>
            <a:r>
              <a:rPr lang="en-US" dirty="0" smtClean="0">
                <a:solidFill>
                  <a:srgbClr val="00B050"/>
                </a:solidFill>
              </a:rPr>
              <a:t>pa</a:t>
            </a:r>
            <a:r>
              <a:rPr lang="en-US" dirty="0" smtClean="0">
                <a:solidFill>
                  <a:srgbClr val="7030A0"/>
                </a:solidFill>
              </a:rPr>
              <a:t>rte</a:t>
            </a:r>
            <a:r>
              <a:rPr lang="en-US" dirty="0" smtClean="0"/>
              <a:t>:-…</a:t>
            </a:r>
          </a:p>
          <a:p>
            <a:r>
              <a:rPr lang="en-US" dirty="0" smtClean="0"/>
              <a:t>C:</a:t>
            </a:r>
            <a:r>
              <a:rPr lang="en-US" dirty="0" smtClean="0">
                <a:solidFill>
                  <a:srgbClr val="FF0000"/>
                </a:solidFill>
              </a:rPr>
              <a:t>Co</a:t>
            </a:r>
            <a:r>
              <a:rPr lang="en-US" dirty="0" smtClean="0">
                <a:solidFill>
                  <a:srgbClr val="FFFF00"/>
                </a:solidFill>
              </a:rPr>
              <a:t>nta</a:t>
            </a:r>
            <a:r>
              <a:rPr lang="en-US" dirty="0" smtClean="0">
                <a:solidFill>
                  <a:srgbClr val="FF0000"/>
                </a:solidFill>
              </a:rPr>
              <a:t>mpo</a:t>
            </a:r>
            <a:r>
              <a:rPr lang="en-US" dirty="0" smtClean="0">
                <a:solidFill>
                  <a:srgbClr val="00B050"/>
                </a:solidFill>
              </a:rPr>
              <a:t>rain</a:t>
            </a:r>
            <a:r>
              <a:rPr lang="en-US" dirty="0" smtClean="0"/>
              <a:t>:-.-.</a:t>
            </a:r>
          </a:p>
          <a:p>
            <a:r>
              <a:rPr lang="en-US" dirty="0" smtClean="0"/>
              <a:t>D:</a:t>
            </a:r>
            <a:r>
              <a:rPr lang="en-US" dirty="0" smtClean="0">
                <a:solidFill>
                  <a:srgbClr val="FF0000"/>
                </a:solidFill>
              </a:rPr>
              <a:t>Do</a:t>
            </a:r>
            <a:r>
              <a:rPr lang="en-US" dirty="0" smtClean="0">
                <a:solidFill>
                  <a:srgbClr val="FFFF00"/>
                </a:solidFill>
              </a:rPr>
              <a:t>ci</a:t>
            </a:r>
            <a:r>
              <a:rPr lang="en-US" dirty="0" smtClean="0">
                <a:solidFill>
                  <a:srgbClr val="7030A0"/>
                </a:solidFill>
              </a:rPr>
              <a:t>le</a:t>
            </a:r>
            <a:r>
              <a:rPr lang="en-US" dirty="0" smtClean="0"/>
              <a:t>:-..</a:t>
            </a:r>
          </a:p>
          <a:p>
            <a:r>
              <a:rPr lang="en-US" dirty="0" smtClean="0"/>
              <a:t>E:</a:t>
            </a:r>
            <a:r>
              <a:rPr lang="en-US" dirty="0" smtClean="0">
                <a:solidFill>
                  <a:srgbClr val="7030A0"/>
                </a:solidFill>
              </a:rPr>
              <a:t>Eh!</a:t>
            </a:r>
            <a:r>
              <a:rPr lang="en-US" dirty="0" smtClean="0"/>
              <a:t>:.</a:t>
            </a:r>
          </a:p>
          <a:p>
            <a:r>
              <a:rPr lang="en-US" dirty="0" smtClean="0"/>
              <a:t>F:</a:t>
            </a:r>
            <a:r>
              <a:rPr lang="en-US" dirty="0" smtClean="0">
                <a:solidFill>
                  <a:srgbClr val="7030A0"/>
                </a:solidFill>
              </a:rPr>
              <a:t>Fa</a:t>
            </a:r>
            <a:r>
              <a:rPr lang="en-US" dirty="0" smtClean="0">
                <a:solidFill>
                  <a:srgbClr val="FFFF00"/>
                </a:solidFill>
              </a:rPr>
              <a:t>ra</a:t>
            </a:r>
            <a:r>
              <a:rPr lang="en-US" dirty="0" smtClean="0">
                <a:solidFill>
                  <a:srgbClr val="FF0000"/>
                </a:solidFill>
              </a:rPr>
              <a:t>ndo</a:t>
            </a:r>
            <a:r>
              <a:rPr lang="en-US" dirty="0" smtClean="0"/>
              <a:t>le:..-.</a:t>
            </a:r>
          </a:p>
          <a:p>
            <a:r>
              <a:rPr lang="en-US" dirty="0" smtClean="0"/>
              <a:t>G:</a:t>
            </a:r>
            <a:r>
              <a:rPr lang="en-US" dirty="0" smtClean="0">
                <a:solidFill>
                  <a:srgbClr val="FF0000"/>
                </a:solidFill>
              </a:rPr>
              <a:t>Go</a:t>
            </a:r>
            <a:r>
              <a:rPr lang="en-US" dirty="0" smtClean="0">
                <a:solidFill>
                  <a:srgbClr val="00B050"/>
                </a:solidFill>
              </a:rPr>
              <a:t>ndo</a:t>
            </a:r>
            <a:r>
              <a:rPr lang="en-US" dirty="0" smtClean="0"/>
              <a:t>le:--.</a:t>
            </a:r>
          </a:p>
          <a:p>
            <a:r>
              <a:rPr lang="en-US" dirty="0" smtClean="0"/>
              <a:t>H:</a:t>
            </a:r>
            <a:r>
              <a:rPr lang="en-US" dirty="0" smtClean="0">
                <a:solidFill>
                  <a:srgbClr val="00B050"/>
                </a:solidFill>
              </a:rPr>
              <a:t>Hi</a:t>
            </a:r>
            <a:r>
              <a:rPr lang="en-US" dirty="0" smtClean="0">
                <a:solidFill>
                  <a:srgbClr val="FFFF00"/>
                </a:solidFill>
              </a:rPr>
              <a:t>la</a:t>
            </a:r>
            <a:r>
              <a:rPr lang="en-US" dirty="0" smtClean="0"/>
              <a:t>rite:….</a:t>
            </a:r>
          </a:p>
          <a:p>
            <a:r>
              <a:rPr lang="en-US" dirty="0" smtClean="0"/>
              <a:t>I:</a:t>
            </a:r>
            <a:r>
              <a:rPr lang="en-US" dirty="0" smtClean="0">
                <a:solidFill>
                  <a:srgbClr val="FFFF00"/>
                </a:solidFill>
              </a:rPr>
              <a:t>I</a:t>
            </a:r>
            <a:r>
              <a:rPr lang="en-US" dirty="0" smtClean="0"/>
              <a:t>ci:..</a:t>
            </a:r>
          </a:p>
          <a:p>
            <a:r>
              <a:rPr lang="en-US" dirty="0" smtClean="0"/>
              <a:t>J:</a:t>
            </a:r>
            <a:r>
              <a:rPr lang="en-US" dirty="0" smtClean="0">
                <a:solidFill>
                  <a:srgbClr val="FFFF00"/>
                </a:solidFill>
              </a:rPr>
              <a:t>Ja</a:t>
            </a:r>
            <a:r>
              <a:rPr lang="en-US" dirty="0" smtClean="0">
                <a:solidFill>
                  <a:srgbClr val="FF0000"/>
                </a:solidFill>
              </a:rPr>
              <a:t>blo</a:t>
            </a:r>
            <a:r>
              <a:rPr lang="en-US" dirty="0" smtClean="0"/>
              <a:t>no</a:t>
            </a:r>
            <a:r>
              <a:rPr lang="en-US" dirty="0" smtClean="0">
                <a:solidFill>
                  <a:srgbClr val="FF0000"/>
                </a:solidFill>
              </a:rPr>
              <a:t>vo</a:t>
            </a:r>
            <a:r>
              <a:rPr lang="en-US" dirty="0" smtClean="0"/>
              <a:t>:.---</a:t>
            </a:r>
          </a:p>
          <a:p>
            <a:r>
              <a:rPr lang="en-US" dirty="0" smtClean="0"/>
              <a:t>K:</a:t>
            </a:r>
            <a:r>
              <a:rPr lang="en-US" dirty="0" smtClean="0">
                <a:solidFill>
                  <a:srgbClr val="FF0000"/>
                </a:solidFill>
              </a:rPr>
              <a:t>Ko</a:t>
            </a:r>
            <a:r>
              <a:rPr lang="en-US" dirty="0" smtClean="0"/>
              <a:t>hi</a:t>
            </a:r>
            <a:r>
              <a:rPr lang="en-US" dirty="0" smtClean="0">
                <a:solidFill>
                  <a:srgbClr val="FF0000"/>
                </a:solidFill>
              </a:rPr>
              <a:t>nor</a:t>
            </a:r>
            <a:r>
              <a:rPr lang="en-US" dirty="0" smtClean="0"/>
              <a:t>:-.-</a:t>
            </a:r>
          </a:p>
          <a:p>
            <a:r>
              <a:rPr lang="en-US" dirty="0" smtClean="0"/>
              <a:t>L:Li</a:t>
            </a:r>
            <a:r>
              <a:rPr lang="en-US" dirty="0" smtClean="0">
                <a:solidFill>
                  <a:srgbClr val="FF0000"/>
                </a:solidFill>
              </a:rPr>
              <a:t>mo</a:t>
            </a:r>
            <a:r>
              <a:rPr lang="en-US" dirty="0" smtClean="0"/>
              <a:t>na</a:t>
            </a:r>
            <a:r>
              <a:rPr lang="en-US" dirty="0" smtClean="0">
                <a:solidFill>
                  <a:srgbClr val="FFFF00"/>
                </a:solidFill>
              </a:rPr>
              <a:t>de</a:t>
            </a:r>
            <a:r>
              <a:rPr lang="en-US" dirty="0" smtClean="0"/>
              <a:t>:.-..</a:t>
            </a:r>
          </a:p>
          <a:p>
            <a:r>
              <a:rPr lang="en-US" dirty="0" smtClean="0"/>
              <a:t>M:</a:t>
            </a:r>
            <a:r>
              <a:rPr lang="en-US" dirty="0" smtClean="0">
                <a:solidFill>
                  <a:srgbClr val="FF0000"/>
                </a:solidFill>
              </a:rPr>
              <a:t>Mo</a:t>
            </a:r>
            <a:r>
              <a:rPr lang="en-US" dirty="0" smtClean="0"/>
              <a:t>to:--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7643834" y="6286520"/>
            <a:ext cx="1301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Chef Donne</a:t>
            </a:r>
            <a:endParaRPr lang="fr-FR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4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sz="half" idx="2"/>
          </p:nvPr>
        </p:nvSpPr>
        <p:spPr>
          <a:xfrm>
            <a:off x="428597" y="285728"/>
            <a:ext cx="8258204" cy="5840435"/>
          </a:xfrm>
        </p:spPr>
        <p:txBody>
          <a:bodyPr numCol="2">
            <a:normAutofit/>
          </a:bodyPr>
          <a:lstStyle/>
          <a:p>
            <a:r>
              <a:rPr lang="en-US" dirty="0" smtClean="0"/>
              <a:t>N:</a:t>
            </a:r>
            <a:r>
              <a:rPr lang="en-US" dirty="0" smtClean="0">
                <a:solidFill>
                  <a:srgbClr val="FF0000"/>
                </a:solidFill>
              </a:rPr>
              <a:t>No</a:t>
            </a:r>
            <a:r>
              <a:rPr lang="en-US" dirty="0" smtClean="0"/>
              <a:t>a:-.</a:t>
            </a:r>
          </a:p>
          <a:p>
            <a:r>
              <a:rPr lang="en-US" dirty="0" smtClean="0"/>
              <a:t>O:</a:t>
            </a:r>
            <a:r>
              <a:rPr lang="en-US" dirty="0" smtClean="0">
                <a:solidFill>
                  <a:srgbClr val="FF0000"/>
                </a:solidFill>
              </a:rPr>
              <a:t>O</a:t>
            </a:r>
            <a:r>
              <a:rPr lang="en-US" dirty="0" smtClean="0"/>
              <a:t>po</a:t>
            </a:r>
            <a:r>
              <a:rPr lang="en-US" dirty="0" smtClean="0">
                <a:solidFill>
                  <a:srgbClr val="FF0000"/>
                </a:solidFill>
              </a:rPr>
              <a:t>rto</a:t>
            </a:r>
            <a:r>
              <a:rPr lang="en-US" dirty="0" smtClean="0"/>
              <a:t>:---</a:t>
            </a:r>
          </a:p>
          <a:p>
            <a:r>
              <a:rPr lang="en-US" dirty="0" smtClean="0"/>
              <a:t>P:</a:t>
            </a:r>
            <a:r>
              <a:rPr lang="en-US" dirty="0" smtClean="0">
                <a:solidFill>
                  <a:srgbClr val="00B050"/>
                </a:solidFill>
              </a:rPr>
              <a:t>Phi</a:t>
            </a:r>
            <a:r>
              <a:rPr lang="en-US" dirty="0" smtClean="0"/>
              <a:t>lo</a:t>
            </a:r>
            <a:r>
              <a:rPr lang="en-US" dirty="0" smtClean="0">
                <a:solidFill>
                  <a:srgbClr val="0070C0"/>
                </a:solidFill>
              </a:rPr>
              <a:t>so</a:t>
            </a:r>
            <a:r>
              <a:rPr lang="en-US" dirty="0" smtClean="0">
                <a:solidFill>
                  <a:srgbClr val="7030A0"/>
                </a:solidFill>
              </a:rPr>
              <a:t>phe</a:t>
            </a:r>
            <a:r>
              <a:rPr lang="en-US" dirty="0" smtClean="0"/>
              <a:t>:.--.</a:t>
            </a:r>
          </a:p>
          <a:p>
            <a:r>
              <a:rPr lang="en-US" dirty="0" smtClean="0"/>
              <a:t>Q:</a:t>
            </a:r>
            <a:r>
              <a:rPr lang="en-US" dirty="0" smtClean="0">
                <a:solidFill>
                  <a:srgbClr val="FF0000"/>
                </a:solidFill>
              </a:rPr>
              <a:t>Qo</a:t>
            </a:r>
            <a:r>
              <a:rPr lang="en-US" dirty="0" smtClean="0"/>
              <a:t>qo</a:t>
            </a:r>
            <a:r>
              <a:rPr lang="en-US" dirty="0" smtClean="0">
                <a:solidFill>
                  <a:srgbClr val="00B0F0"/>
                </a:solidFill>
              </a:rPr>
              <a:t>ri</a:t>
            </a:r>
            <a:r>
              <a:rPr lang="en-US" dirty="0" smtClean="0"/>
              <a:t>qo:--.-</a:t>
            </a:r>
          </a:p>
          <a:p>
            <a:r>
              <a:rPr lang="en-US" dirty="0" smtClean="0"/>
              <a:t>R: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Ra</a:t>
            </a:r>
            <a:r>
              <a:rPr lang="en-US" dirty="0" smtClean="0"/>
              <a:t>mo</a:t>
            </a:r>
            <a:r>
              <a:rPr lang="en-US" dirty="0" smtClean="0">
                <a:solidFill>
                  <a:srgbClr val="92D050"/>
                </a:solidFill>
              </a:rPr>
              <a:t>neur</a:t>
            </a:r>
            <a:r>
              <a:rPr lang="en-US" dirty="0" smtClean="0"/>
              <a:t>:.-.</a:t>
            </a:r>
          </a:p>
          <a:p>
            <a:r>
              <a:rPr lang="en-US" dirty="0" smtClean="0"/>
              <a:t>S:</a:t>
            </a:r>
            <a:r>
              <a:rPr lang="en-US" dirty="0" smtClean="0">
                <a:solidFill>
                  <a:srgbClr val="FF9933"/>
                </a:solidFill>
              </a:rPr>
              <a:t>Sa</a:t>
            </a:r>
            <a:r>
              <a:rPr lang="en-US" dirty="0" smtClean="0"/>
              <a:t>rdi</a:t>
            </a:r>
            <a:r>
              <a:rPr lang="en-US" dirty="0" smtClean="0">
                <a:solidFill>
                  <a:srgbClr val="00B050"/>
                </a:solidFill>
              </a:rPr>
              <a:t>ne</a:t>
            </a:r>
            <a:r>
              <a:rPr lang="en-US" dirty="0" smtClean="0"/>
              <a:t>:…</a:t>
            </a:r>
          </a:p>
          <a:p>
            <a:r>
              <a:rPr lang="en-US" dirty="0" smtClean="0"/>
              <a:t>T:</a:t>
            </a:r>
            <a:r>
              <a:rPr lang="en-US" dirty="0" smtClean="0">
                <a:solidFill>
                  <a:srgbClr val="FF0000"/>
                </a:solidFill>
              </a:rPr>
              <a:t>Thon</a:t>
            </a:r>
            <a:r>
              <a:rPr lang="en-US" dirty="0" smtClean="0"/>
              <a:t>:-</a:t>
            </a:r>
          </a:p>
          <a:p>
            <a:r>
              <a:rPr lang="en-US" dirty="0" smtClean="0"/>
              <a:t>U:</a:t>
            </a:r>
            <a:r>
              <a:rPr lang="en-US" dirty="0" smtClean="0">
                <a:solidFill>
                  <a:srgbClr val="00B050"/>
                </a:solidFill>
              </a:rPr>
              <a:t>U</a:t>
            </a:r>
            <a:r>
              <a:rPr lang="en-US" dirty="0" smtClean="0"/>
              <a:t>ni</a:t>
            </a:r>
            <a:r>
              <a:rPr lang="en-US" dirty="0" smtClean="0">
                <a:solidFill>
                  <a:srgbClr val="FF0000"/>
                </a:solidFill>
              </a:rPr>
              <a:t>on</a:t>
            </a:r>
            <a:r>
              <a:rPr lang="en-US" dirty="0" smtClean="0"/>
              <a:t>:..-</a:t>
            </a:r>
          </a:p>
          <a:p>
            <a:r>
              <a:rPr lang="en-US" dirty="0" smtClean="0"/>
              <a:t>V:</a:t>
            </a:r>
            <a:r>
              <a:rPr lang="en-US" dirty="0" smtClean="0">
                <a:solidFill>
                  <a:srgbClr val="00B050"/>
                </a:solidFill>
              </a:rPr>
              <a:t>Va</a:t>
            </a:r>
            <a:r>
              <a:rPr lang="en-US" dirty="0" smtClean="0">
                <a:solidFill>
                  <a:srgbClr val="0070C0"/>
                </a:solidFill>
              </a:rPr>
              <a:t>lpa</a:t>
            </a:r>
            <a:r>
              <a:rPr lang="en-US" dirty="0" smtClean="0"/>
              <a:t>re</a:t>
            </a:r>
            <a:r>
              <a:rPr lang="en-US" dirty="0" smtClean="0">
                <a:solidFill>
                  <a:srgbClr val="FF0000"/>
                </a:solidFill>
              </a:rPr>
              <a:t>so</a:t>
            </a:r>
            <a:r>
              <a:rPr lang="en-US" dirty="0" smtClean="0"/>
              <a:t>:…-</a:t>
            </a:r>
          </a:p>
          <a:p>
            <a:r>
              <a:rPr lang="en-US" dirty="0" smtClean="0"/>
              <a:t>W:</a:t>
            </a:r>
            <a:r>
              <a:rPr lang="en-US" dirty="0" smtClean="0">
                <a:solidFill>
                  <a:srgbClr val="FF9933"/>
                </a:solidFill>
              </a:rPr>
              <a:t>Wa</a:t>
            </a:r>
            <a:r>
              <a:rPr lang="en-US" dirty="0" smtClean="0"/>
              <a:t>gon </a:t>
            </a:r>
            <a:r>
              <a:rPr lang="en-US" dirty="0" smtClean="0">
                <a:solidFill>
                  <a:srgbClr val="FF0000"/>
                </a:solidFill>
              </a:rPr>
              <a:t>post</a:t>
            </a:r>
            <a:r>
              <a:rPr lang="en-US" dirty="0" smtClean="0"/>
              <a:t>:.--</a:t>
            </a:r>
            <a:endParaRPr lang="fr-FR" b="1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r>
              <a:rPr lang="en-US" dirty="0" smtClean="0"/>
              <a:t>X:</a:t>
            </a:r>
            <a:r>
              <a:rPr lang="en-US" dirty="0" smtClean="0">
                <a:solidFill>
                  <a:srgbClr val="FF0000"/>
                </a:solidFill>
              </a:rPr>
              <a:t>Xo</a:t>
            </a:r>
            <a:r>
              <a:rPr lang="en-US" dirty="0" smtClean="0"/>
              <a:t>ca</a:t>
            </a:r>
            <a:r>
              <a:rPr lang="en-US" dirty="0" smtClean="0">
                <a:solidFill>
                  <a:srgbClr val="FF9933"/>
                </a:solidFill>
              </a:rPr>
              <a:t>de</a:t>
            </a:r>
            <a:r>
              <a:rPr lang="en-US" dirty="0" smtClean="0">
                <a:solidFill>
                  <a:srgbClr val="FF0000"/>
                </a:solidFill>
              </a:rPr>
              <a:t>ro</a:t>
            </a:r>
            <a:r>
              <a:rPr lang="en-US" dirty="0" smtClean="0"/>
              <a:t>:-..-</a:t>
            </a:r>
          </a:p>
          <a:p>
            <a:r>
              <a:rPr lang="en-US" dirty="0" smtClean="0"/>
              <a:t>Y:</a:t>
            </a:r>
            <a:r>
              <a:rPr lang="en-US" dirty="0" smtClean="0">
                <a:solidFill>
                  <a:srgbClr val="FF9933"/>
                </a:solidFill>
              </a:rPr>
              <a:t>Yo</a:t>
            </a:r>
            <a:r>
              <a:rPr lang="en-US" dirty="0" smtClean="0"/>
              <a:t>chi</a:t>
            </a:r>
            <a:r>
              <a:rPr lang="en-US" dirty="0" smtClean="0">
                <a:solidFill>
                  <a:srgbClr val="FF0000"/>
                </a:solidFill>
              </a:rPr>
              <a:t>mo</a:t>
            </a:r>
            <a:r>
              <a:rPr lang="en-US" dirty="0" smtClean="0">
                <a:solidFill>
                  <a:srgbClr val="00B050"/>
                </a:solidFill>
              </a:rPr>
              <a:t>no</a:t>
            </a:r>
            <a:r>
              <a:rPr lang="en-US" dirty="0" smtClean="0"/>
              <a:t>:-.—</a:t>
            </a:r>
          </a:p>
          <a:p>
            <a:r>
              <a:rPr lang="en-US" dirty="0" smtClean="0"/>
              <a:t>Z:</a:t>
            </a:r>
            <a:r>
              <a:rPr lang="en-US" dirty="0" smtClean="0">
                <a:solidFill>
                  <a:srgbClr val="FF0000"/>
                </a:solidFill>
              </a:rPr>
              <a:t>Zo</a:t>
            </a:r>
            <a:r>
              <a:rPr lang="en-US" dirty="0" smtClean="0"/>
              <a:t>ro</a:t>
            </a:r>
            <a:r>
              <a:rPr lang="en-US" dirty="0" smtClean="0">
                <a:solidFill>
                  <a:srgbClr val="FF9933"/>
                </a:solidFill>
              </a:rPr>
              <a:t>a</a:t>
            </a:r>
            <a:r>
              <a:rPr lang="en-US" dirty="0" smtClean="0">
                <a:solidFill>
                  <a:srgbClr val="92D050"/>
                </a:solidFill>
              </a:rPr>
              <a:t>stre</a:t>
            </a:r>
            <a:r>
              <a:rPr lang="en-US" dirty="0" smtClean="0"/>
              <a:t>:--..</a:t>
            </a:r>
          </a:p>
          <a:p>
            <a:r>
              <a:rPr lang="en-US" dirty="0" err="1" smtClean="0"/>
              <a:t>Ch:</a:t>
            </a:r>
            <a:r>
              <a:rPr lang="en-US" dirty="0" err="1" smtClean="0">
                <a:solidFill>
                  <a:srgbClr val="92D050"/>
                </a:solidFill>
              </a:rPr>
              <a:t>Cho</a:t>
            </a:r>
            <a:r>
              <a:rPr lang="en-US" dirty="0" err="1" smtClean="0"/>
              <a:t>co</a:t>
            </a:r>
            <a:r>
              <a:rPr lang="en-US" dirty="0" err="1" smtClean="0">
                <a:solidFill>
                  <a:srgbClr val="FF0000"/>
                </a:solidFill>
              </a:rPr>
              <a:t>bon</a:t>
            </a:r>
            <a:r>
              <a:rPr lang="en-US" dirty="0" err="1" smtClean="0"/>
              <a:t>bon</a:t>
            </a:r>
            <a:r>
              <a:rPr lang="en-US" dirty="0" smtClean="0"/>
              <a:t>:----</a:t>
            </a:r>
            <a:endParaRPr lang="fr-FR" dirty="0" smtClean="0"/>
          </a:p>
          <a:p>
            <a:r>
              <a:rPr lang="fr-FR" dirty="0" smtClean="0"/>
              <a:t>É</a:t>
            </a:r>
            <a:r>
              <a:rPr lang="en-US" dirty="0" smtClean="0"/>
              <a:t>:</a:t>
            </a:r>
            <a:r>
              <a:rPr lang="fr-FR" dirty="0" err="1" smtClean="0">
                <a:solidFill>
                  <a:srgbClr val="FF0000"/>
                </a:solidFill>
              </a:rPr>
              <a:t>é</a:t>
            </a:r>
            <a:r>
              <a:rPr lang="fr-FR" dirty="0" err="1" smtClean="0"/>
              <a:t>lé</a:t>
            </a:r>
            <a:r>
              <a:rPr lang="fr-FR" dirty="0" err="1" smtClean="0">
                <a:solidFill>
                  <a:srgbClr val="FFC000"/>
                </a:solidFill>
              </a:rPr>
              <a:t>ctri</a:t>
            </a:r>
            <a:r>
              <a:rPr lang="fr-FR" dirty="0" err="1" smtClean="0"/>
              <a:t>ci</a:t>
            </a:r>
            <a:r>
              <a:rPr lang="fr-FR" dirty="0" err="1" smtClean="0">
                <a:solidFill>
                  <a:srgbClr val="00B0F0"/>
                </a:solidFill>
              </a:rPr>
              <a:t>té</a:t>
            </a:r>
            <a:r>
              <a:rPr lang="fr-FR" dirty="0" smtClean="0"/>
              <a:t>:…..</a:t>
            </a:r>
          </a:p>
          <a:p>
            <a:endParaRPr lang="fr-FR" dirty="0" smtClean="0"/>
          </a:p>
          <a:p>
            <a:r>
              <a:rPr lang="en-US" dirty="0" smtClean="0"/>
              <a:t>1:</a:t>
            </a:r>
            <a:r>
              <a:rPr lang="en-US" dirty="0" smtClean="0">
                <a:solidFill>
                  <a:srgbClr val="FF0000"/>
                </a:solidFill>
              </a:rPr>
              <a:t>.----</a:t>
            </a:r>
          </a:p>
          <a:p>
            <a:r>
              <a:rPr lang="en-US" dirty="0" smtClean="0"/>
              <a:t>2:</a:t>
            </a:r>
            <a:r>
              <a:rPr lang="en-US" dirty="0" smtClean="0">
                <a:solidFill>
                  <a:srgbClr val="FF0000"/>
                </a:solidFill>
              </a:rPr>
              <a:t>..---</a:t>
            </a:r>
          </a:p>
          <a:p>
            <a:r>
              <a:rPr lang="en-US" dirty="0" smtClean="0"/>
              <a:t>3:</a:t>
            </a:r>
            <a:r>
              <a:rPr lang="en-US" dirty="0" smtClean="0">
                <a:solidFill>
                  <a:srgbClr val="FF0000"/>
                </a:solidFill>
              </a:rPr>
              <a:t>…--</a:t>
            </a:r>
          </a:p>
          <a:p>
            <a:r>
              <a:rPr lang="en-US" dirty="0" smtClean="0"/>
              <a:t>4:</a:t>
            </a:r>
            <a:r>
              <a:rPr lang="en-US" dirty="0" smtClean="0">
                <a:solidFill>
                  <a:srgbClr val="FF0000"/>
                </a:solidFill>
              </a:rPr>
              <a:t>….-</a:t>
            </a:r>
          </a:p>
          <a:p>
            <a:r>
              <a:rPr lang="en-US" dirty="0" smtClean="0"/>
              <a:t>5:</a:t>
            </a:r>
            <a:r>
              <a:rPr lang="en-US" dirty="0" smtClean="0">
                <a:solidFill>
                  <a:srgbClr val="FF0000"/>
                </a:solidFill>
              </a:rPr>
              <a:t>…..</a:t>
            </a:r>
          </a:p>
          <a:p>
            <a:r>
              <a:rPr lang="en-US" dirty="0" smtClean="0"/>
              <a:t>6:</a:t>
            </a:r>
            <a:r>
              <a:rPr lang="en-US" dirty="0" smtClean="0">
                <a:solidFill>
                  <a:srgbClr val="FF0000"/>
                </a:solidFill>
              </a:rPr>
              <a:t>-….</a:t>
            </a:r>
          </a:p>
          <a:p>
            <a:r>
              <a:rPr lang="en-US" dirty="0" smtClean="0"/>
              <a:t>7:</a:t>
            </a:r>
            <a:r>
              <a:rPr lang="en-US" dirty="0" smtClean="0">
                <a:solidFill>
                  <a:srgbClr val="FF0000"/>
                </a:solidFill>
              </a:rPr>
              <a:t>--…</a:t>
            </a:r>
          </a:p>
          <a:p>
            <a:r>
              <a:rPr lang="en-US" dirty="0" smtClean="0"/>
              <a:t>8:</a:t>
            </a:r>
            <a:r>
              <a:rPr lang="en-US" dirty="0" smtClean="0">
                <a:solidFill>
                  <a:srgbClr val="FF0000"/>
                </a:solidFill>
              </a:rPr>
              <a:t>---..</a:t>
            </a:r>
          </a:p>
          <a:p>
            <a:r>
              <a:rPr lang="en-US" dirty="0" smtClean="0"/>
              <a:t>9:</a:t>
            </a:r>
            <a:r>
              <a:rPr lang="en-US" dirty="0" smtClean="0">
                <a:solidFill>
                  <a:srgbClr val="FF0000"/>
                </a:solidFill>
              </a:rPr>
              <a:t>----.</a:t>
            </a:r>
          </a:p>
          <a:p>
            <a:r>
              <a:rPr lang="en-US" dirty="0" smtClean="0"/>
              <a:t>0:</a:t>
            </a:r>
            <a:r>
              <a:rPr lang="en-US" dirty="0" smtClean="0">
                <a:solidFill>
                  <a:srgbClr val="FF0000"/>
                </a:solidFill>
              </a:rPr>
              <a:t>-----</a:t>
            </a:r>
          </a:p>
        </p:txBody>
      </p:sp>
      <p:sp>
        <p:nvSpPr>
          <p:cNvPr id="3" name="Rectangle 2"/>
          <p:cNvSpPr/>
          <p:nvPr/>
        </p:nvSpPr>
        <p:spPr>
          <a:xfrm>
            <a:off x="7215206" y="6215082"/>
            <a:ext cx="16780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rgbClr val="C0504D">
                        <a:tint val="70000"/>
                        <a:satMod val="245000"/>
                      </a:srgbClr>
                    </a:gs>
                    <a:gs pos="75000">
                      <a:srgbClr val="C0504D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C0504D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Chef Donne</a:t>
            </a:r>
            <a:endParaRPr lang="fr-FR" dirty="0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6B19C"/>
            </a:gs>
            <a:gs pos="30000">
              <a:srgbClr val="D49E6C"/>
            </a:gs>
            <a:gs pos="70000">
              <a:srgbClr val="A65528"/>
            </a:gs>
            <a:gs pos="100000">
              <a:srgbClr val="66301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214289"/>
            <a:ext cx="4040188" cy="428629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B82318"/>
                </a:solidFill>
              </a:rPr>
              <a:t>ELEMENTS DE POINT</a:t>
            </a:r>
            <a:endParaRPr lang="fr-FR" dirty="0">
              <a:solidFill>
                <a:srgbClr val="B82318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8596" y="714356"/>
            <a:ext cx="3857652" cy="5929354"/>
          </a:xfrm>
          <a:ln>
            <a:solidFill>
              <a:srgbClr val="92D05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E        A         W           J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.          -            -            -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smtClean="0">
                <a:solidFill>
                  <a:srgbClr val="00B050"/>
                </a:solidFill>
              </a:rPr>
              <a:t>. R</a:t>
            </a:r>
            <a:r>
              <a:rPr lang="en-US" dirty="0" smtClean="0"/>
              <a:t>        </a:t>
            </a:r>
            <a:r>
              <a:rPr lang="en-US" dirty="0" smtClean="0">
                <a:solidFill>
                  <a:srgbClr val="FF9933"/>
                </a:solidFill>
              </a:rPr>
              <a:t>. P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smtClean="0">
                <a:solidFill>
                  <a:srgbClr val="00B050"/>
                </a:solidFill>
              </a:rPr>
              <a:t>. L</a:t>
            </a:r>
            <a:r>
              <a:rPr lang="en-US" dirty="0" smtClean="0"/>
              <a:t>               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I           U         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.            -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             . F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S</a:t>
            </a:r>
            <a:r>
              <a:rPr lang="en-US" dirty="0" smtClean="0"/>
              <a:t>         </a:t>
            </a:r>
            <a:r>
              <a:rPr lang="en-US" dirty="0" smtClean="0">
                <a:solidFill>
                  <a:srgbClr val="7030A0"/>
                </a:solidFill>
              </a:rPr>
              <a:t>V 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. </a:t>
            </a:r>
            <a:r>
              <a:rPr lang="en-US" dirty="0" smtClean="0"/>
              <a:t>         </a:t>
            </a:r>
            <a:r>
              <a:rPr lang="en-US" dirty="0" smtClean="0">
                <a:solidFill>
                  <a:srgbClr val="7030A0"/>
                </a:solidFill>
              </a:rPr>
              <a:t>  -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H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.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572000" y="214290"/>
            <a:ext cx="4041775" cy="428628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B82318"/>
                </a:solidFill>
              </a:rPr>
              <a:t>ELEMENTS DE TIRET</a:t>
            </a:r>
            <a:endParaRPr lang="fr-FR" dirty="0">
              <a:solidFill>
                <a:srgbClr val="B82318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572001" y="714356"/>
            <a:ext cx="4143404" cy="5929354"/>
          </a:xfrm>
          <a:noFill/>
          <a:ln>
            <a:solidFill>
              <a:srgbClr val="92D05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T             M               O              CH</a:t>
            </a:r>
          </a:p>
          <a:p>
            <a:pPr>
              <a:buFontTx/>
              <a:buChar char="-"/>
            </a:pPr>
            <a:r>
              <a:rPr lang="en-US" dirty="0" smtClean="0">
                <a:solidFill>
                  <a:srgbClr val="FF0000"/>
                </a:solidFill>
              </a:rPr>
              <a:t>            -                 -                 -   </a:t>
            </a:r>
          </a:p>
          <a:p>
            <a:pPr>
              <a:buNone/>
            </a:pPr>
            <a:r>
              <a:rPr lang="en-US" dirty="0" smtClean="0"/>
              <a:t>                 </a:t>
            </a:r>
            <a:r>
              <a:rPr lang="en-US" dirty="0" smtClean="0">
                <a:solidFill>
                  <a:srgbClr val="00B050"/>
                </a:solidFill>
              </a:rPr>
              <a:t>. G   </a:t>
            </a:r>
            <a:r>
              <a:rPr lang="en-US" dirty="0" smtClean="0">
                <a:solidFill>
                  <a:srgbClr val="FF9933"/>
                </a:solidFill>
              </a:rPr>
              <a:t>- Q</a:t>
            </a:r>
          </a:p>
          <a:p>
            <a:pPr>
              <a:buNone/>
            </a:pPr>
            <a:r>
              <a:rPr lang="en-US" dirty="0" smtClean="0"/>
              <a:t>                 </a:t>
            </a:r>
            <a:r>
              <a:rPr lang="en-US" dirty="0" smtClean="0">
                <a:solidFill>
                  <a:srgbClr val="00B050"/>
                </a:solidFill>
              </a:rPr>
              <a:t>. Z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N              K       Y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  <a:latin typeface="Algerian" pitchFamily="82" charset="0"/>
              </a:rPr>
              <a:t>.              -        - </a:t>
            </a:r>
          </a:p>
          <a:p>
            <a:pPr>
              <a:buNone/>
            </a:pPr>
            <a:r>
              <a:rPr lang="en-US" dirty="0" smtClean="0">
                <a:solidFill>
                  <a:srgbClr val="00B0F0"/>
                </a:solidFill>
              </a:rPr>
              <a:t>                 . C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D              </a:t>
            </a:r>
            <a:r>
              <a:rPr lang="en-US" dirty="0" smtClean="0">
                <a:solidFill>
                  <a:srgbClr val="7030A0"/>
                </a:solidFill>
              </a:rPr>
              <a:t>X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.               </a:t>
            </a:r>
            <a:r>
              <a:rPr lang="en-US" dirty="0" smtClean="0">
                <a:solidFill>
                  <a:srgbClr val="7030A0"/>
                </a:solidFill>
              </a:rPr>
              <a:t> -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B 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.</a:t>
            </a:r>
            <a:r>
              <a:rPr lang="en-US" b="1" dirty="0" smtClean="0">
                <a:ln w="11430"/>
                <a:gradFill>
                  <a:gsLst>
                    <a:gs pos="0">
                      <a:srgbClr val="C0504D">
                        <a:tint val="70000"/>
                        <a:satMod val="245000"/>
                      </a:srgbClr>
                    </a:gs>
                    <a:gs pos="75000">
                      <a:srgbClr val="C0504D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C0504D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                                 Chef Donne</a:t>
            </a:r>
            <a:endParaRPr lang="fr-FR" dirty="0" smtClean="0"/>
          </a:p>
          <a:p>
            <a:pPr>
              <a:buNone/>
            </a:pPr>
            <a:endParaRPr lang="fr-FR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rgbClr val="7030A0"/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 err="1" smtClean="0">
                <a:latin typeface="Algerian" pitchFamily="82" charset="0"/>
              </a:rPr>
              <a:t>Ohatra</a:t>
            </a:r>
            <a:endParaRPr lang="fr-FR" dirty="0">
              <a:latin typeface="Algerian" pitchFamily="82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/>
          <a:lstStyle/>
          <a:p>
            <a:pPr>
              <a:buNone/>
            </a:pPr>
            <a:r>
              <a:rPr lang="en-US" sz="2800" dirty="0" err="1" smtClean="0">
                <a:solidFill>
                  <a:srgbClr val="CC00FF"/>
                </a:solidFill>
                <a:latin typeface="Elephant" pitchFamily="18" charset="0"/>
              </a:rPr>
              <a:t>Ambatomanoina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FF9933"/>
                </a:solidFill>
              </a:rPr>
              <a:t>.-/--/-…/.-/-/---/--/.-/-./---/../-./.-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>
                <a:solidFill>
                  <a:srgbClr val="B82318"/>
                </a:solidFill>
                <a:latin typeface="Elephant" pitchFamily="18" charset="0"/>
              </a:rPr>
              <a:t>Jao</a:t>
            </a:r>
            <a:r>
              <a:rPr lang="en-US" dirty="0" smtClean="0">
                <a:solidFill>
                  <a:srgbClr val="B82318"/>
                </a:solidFill>
                <a:latin typeface="Elephant" pitchFamily="18" charset="0"/>
              </a:rPr>
              <a:t> 3:16</a:t>
            </a:r>
            <a:r>
              <a:rPr lang="en-US" dirty="0" smtClean="0"/>
              <a:t>=&gt;</a:t>
            </a:r>
            <a:r>
              <a:rPr lang="en-US" dirty="0" smtClean="0">
                <a:solidFill>
                  <a:srgbClr val="FF9933"/>
                </a:solidFill>
              </a:rPr>
              <a:t>.---/.-/---  …--:.----/-….</a:t>
            </a:r>
            <a:endParaRPr lang="fr-FR" dirty="0">
              <a:solidFill>
                <a:srgbClr val="FF993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43834" y="6286520"/>
            <a:ext cx="1301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n w="11430"/>
                <a:gradFill>
                  <a:gsLst>
                    <a:gs pos="0">
                      <a:srgbClr val="C0504D">
                        <a:tint val="70000"/>
                        <a:satMod val="245000"/>
                      </a:srgbClr>
                    </a:gs>
                    <a:gs pos="75000">
                      <a:srgbClr val="C0504D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C0504D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Chef Donne</a:t>
            </a:r>
            <a:endParaRPr lang="fr-FR" dirty="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6" dur="5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7" dur="5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14" dur="5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15" dur="5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545 0.33441 L 0.08455 0.6674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213</Words>
  <Application>Microsoft Office PowerPoint</Application>
  <PresentationFormat>Affichage à l'écran (4:3)</PresentationFormat>
  <Paragraphs>89</Paragraphs>
  <Slides>6</Slides>
  <Notes>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Code Morse</vt:lpstr>
      <vt:lpstr>Diapositive 2</vt:lpstr>
      <vt:lpstr>Diapositive 3</vt:lpstr>
      <vt:lpstr>Diapositive 4</vt:lpstr>
      <vt:lpstr>Diapositive 5</vt:lpstr>
      <vt:lpstr>Ohatra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Morse</dc:title>
  <dc:creator>donne</dc:creator>
  <cp:lastModifiedBy>donne</cp:lastModifiedBy>
  <cp:revision>22</cp:revision>
  <dcterms:created xsi:type="dcterms:W3CDTF">2018-05-05T05:22:57Z</dcterms:created>
  <dcterms:modified xsi:type="dcterms:W3CDTF">2018-06-02T10:20:22Z</dcterms:modified>
</cp:coreProperties>
</file>